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6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7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8.xml" ContentType="application/vnd.openxmlformats-officedocument.theme+xml"/>
  <Override PartName="/ppt/theme/theme9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tags/tag76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33.xml" ContentType="application/vnd.openxmlformats-officedocument.drawingml.chart+xml"/>
  <Override PartName="/ppt/tags/tag83.xml" ContentType="application/vnd.openxmlformats-officedocument.presentationml.tags+xml"/>
  <Override PartName="/ppt/charts/chart34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35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36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37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tags/tag84.xml" ContentType="application/vnd.openxmlformats-officedocument.presentationml.tags+xml"/>
  <Override PartName="/ppt/charts/chart38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tags/tag85.xml" ContentType="application/vnd.openxmlformats-officedocument.presentationml.tags+xml"/>
  <Override PartName="/ppt/charts/chart39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charts/chart42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2.xml" ContentType="application/vnd.openxmlformats-officedocument.presentationml.notesSlide+xml"/>
  <Override PartName="/ppt/charts/chart43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notesSlides/notesSlide3.xml" ContentType="application/vnd.openxmlformats-officedocument.presentationml.notesSlide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notesSlides/notesSlide4.xml" ContentType="application/vnd.openxmlformats-officedocument.presentationml.notesSlide+xml"/>
  <Override PartName="/ppt/charts/chart44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charts/chart45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charts/chart46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theme/themeOverride1.xml" ContentType="application/vnd.openxmlformats-officedocument.themeOverride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notesSlides/notesSlide5.xml" ContentType="application/vnd.openxmlformats-officedocument.presentationml.notesSlide+xml"/>
  <Override PartName="/ppt/charts/chart47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tags/tag190.xml" ContentType="application/vnd.openxmlformats-officedocument.presentationml.tags+xml"/>
  <Override PartName="/ppt/notesSlides/notesSlide6.xml" ContentType="application/vnd.openxmlformats-officedocument.presentationml.notesSlide+xml"/>
  <Override PartName="/ppt/charts/chart48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charts/chart49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ppt/charts/chart50.xml" ContentType="application/vnd.openxmlformats-officedocument.drawingml.chart+xml"/>
  <Override PartName="/ppt/charts/style48.xml" ContentType="application/vnd.ms-office.chartstyle+xml"/>
  <Override PartName="/ppt/charts/colors48.xml" ContentType="application/vnd.ms-office.chartcolorstyle+xml"/>
  <Override PartName="/ppt/charts/chart51.xml" ContentType="application/vnd.openxmlformats-officedocument.drawingml.chart+xml"/>
  <Override PartName="/ppt/charts/style49.xml" ContentType="application/vnd.ms-office.chartstyle+xml"/>
  <Override PartName="/ppt/charts/colors49.xml" ContentType="application/vnd.ms-office.chartcolorstyle+xml"/>
  <Override PartName="/ppt/tags/tag191.xml" ContentType="application/vnd.openxmlformats-officedocument.presentationml.tags+xml"/>
  <Override PartName="/ppt/notesSlides/notesSlide7.xml" ContentType="application/vnd.openxmlformats-officedocument.presentationml.notesSlide+xml"/>
  <Override PartName="/ppt/tags/tag192.xml" ContentType="application/vnd.openxmlformats-officedocument.presentationml.tags+xml"/>
  <Override PartName="/ppt/charts/chart52.xml" ContentType="application/vnd.openxmlformats-officedocument.drawingml.chart+xml"/>
  <Override PartName="/ppt/charts/style50.xml" ContentType="application/vnd.ms-office.chartstyle+xml"/>
  <Override PartName="/ppt/charts/colors50.xml" ContentType="application/vnd.ms-office.chartcolorstyle+xml"/>
  <Override PartName="/ppt/charts/chart53.xml" ContentType="application/vnd.openxmlformats-officedocument.drawingml.chart+xml"/>
  <Override PartName="/ppt/charts/style51.xml" ContentType="application/vnd.ms-office.chartstyle+xml"/>
  <Override PartName="/ppt/charts/colors51.xml" ContentType="application/vnd.ms-office.chartcolorstyle+xml"/>
  <Override PartName="/ppt/charts/chart54.xml" ContentType="application/vnd.openxmlformats-officedocument.drawingml.chart+xml"/>
  <Override PartName="/ppt/charts/style52.xml" ContentType="application/vnd.ms-office.chartstyle+xml"/>
  <Override PartName="/ppt/charts/colors52.xml" ContentType="application/vnd.ms-office.chartcolorstyle+xml"/>
  <Override PartName="/ppt/tags/tag193.xml" ContentType="application/vnd.openxmlformats-officedocument.presentationml.tags+xml"/>
  <Override PartName="/ppt/charts/chart55.xml" ContentType="application/vnd.openxmlformats-officedocument.drawingml.chart+xml"/>
  <Override PartName="/ppt/charts/style53.xml" ContentType="application/vnd.ms-office.chartstyle+xml"/>
  <Override PartName="/ppt/charts/colors53.xml" ContentType="application/vnd.ms-office.chartcolorstyle+xml"/>
  <Override PartName="/ppt/charts/chart56.xml" ContentType="application/vnd.openxmlformats-officedocument.drawingml.chart+xml"/>
  <Override PartName="/ppt/charts/style54.xml" ContentType="application/vnd.ms-office.chartstyle+xml"/>
  <Override PartName="/ppt/charts/colors54.xml" ContentType="application/vnd.ms-office.chartcolorstyle+xml"/>
  <Override PartName="/ppt/charts/chart57.xml" ContentType="application/vnd.openxmlformats-officedocument.drawingml.chart+xml"/>
  <Override PartName="/ppt/charts/style55.xml" ContentType="application/vnd.ms-office.chartstyle+xml"/>
  <Override PartName="/ppt/charts/colors55.xml" ContentType="application/vnd.ms-office.chartcolorstyle+xml"/>
  <Override PartName="/ppt/tags/tag194.xml" ContentType="application/vnd.openxmlformats-officedocument.presentationml.tags+xml"/>
  <Override PartName="/ppt/charts/chart58.xml" ContentType="application/vnd.openxmlformats-officedocument.drawingml.chart+xml"/>
  <Override PartName="/ppt/charts/chart59.xml" ContentType="application/vnd.openxmlformats-officedocument.drawingml.chart+xml"/>
  <Override PartName="/ppt/charts/style56.xml" ContentType="application/vnd.ms-office.chartstyle+xml"/>
  <Override PartName="/ppt/charts/colors56.xml" ContentType="application/vnd.ms-office.chartcolorstyle+xml"/>
  <Override PartName="/ppt/tags/tag195.xml" ContentType="application/vnd.openxmlformats-officedocument.presentationml.tags+xml"/>
  <Override PartName="/ppt/notesSlides/notesSlide8.xml" ContentType="application/vnd.openxmlformats-officedocument.presentationml.notesSlide+xml"/>
  <Override PartName="/ppt/tags/tag196.xml" ContentType="application/vnd.openxmlformats-officedocument.presentationml.tags+xml"/>
  <Override PartName="/ppt/notesSlides/notesSlide9.xml" ContentType="application/vnd.openxmlformats-officedocument.presentationml.notesSlide+xml"/>
  <Override PartName="/ppt/tags/tag197.xml" ContentType="application/vnd.openxmlformats-officedocument.presentationml.tags+xml"/>
  <Override PartName="/ppt/notesSlides/notesSlide10.xml" ContentType="application/vnd.openxmlformats-officedocument.presentationml.notesSlide+xml"/>
  <Override PartName="/ppt/charts/chart60.xml" ContentType="application/vnd.openxmlformats-officedocument.drawingml.chart+xml"/>
  <Override PartName="/ppt/charts/style57.xml" ContentType="application/vnd.ms-office.chartstyle+xml"/>
  <Override PartName="/ppt/charts/colors57.xml" ContentType="application/vnd.ms-office.chartcolorstyle+xml"/>
  <Override PartName="/ppt/charts/chart61.xml" ContentType="application/vnd.openxmlformats-officedocument.drawingml.chart+xml"/>
  <Override PartName="/ppt/charts/style58.xml" ContentType="application/vnd.ms-office.chartstyle+xml"/>
  <Override PartName="/ppt/charts/colors58.xml" ContentType="application/vnd.ms-office.chartcolorstyle+xml"/>
  <Override PartName="/ppt/tags/tag198.xml" ContentType="application/vnd.openxmlformats-officedocument.presentationml.tags+xml"/>
  <Override PartName="/ppt/notesSlides/notesSlide11.xml" ContentType="application/vnd.openxmlformats-officedocument.presentationml.notesSlide+xml"/>
  <Override PartName="/ppt/charts/chart62.xml" ContentType="application/vnd.openxmlformats-officedocument.drawingml.chart+xml"/>
  <Override PartName="/ppt/charts/style59.xml" ContentType="application/vnd.ms-office.chartstyle+xml"/>
  <Override PartName="/ppt/charts/colors59.xml" ContentType="application/vnd.ms-office.chartcolorstyle+xml"/>
  <Override PartName="/ppt/charts/chart63.xml" ContentType="application/vnd.openxmlformats-officedocument.drawingml.chart+xml"/>
  <Override PartName="/ppt/charts/style60.xml" ContentType="application/vnd.ms-office.chartstyle+xml"/>
  <Override PartName="/ppt/charts/colors60.xml" ContentType="application/vnd.ms-office.chartcolorstyle+xml"/>
  <Override PartName="/ppt/charts/chart64.xml" ContentType="application/vnd.openxmlformats-officedocument.drawingml.chart+xml"/>
  <Override PartName="/ppt/charts/style61.xml" ContentType="application/vnd.ms-office.chartstyle+xml"/>
  <Override PartName="/ppt/charts/colors61.xml" ContentType="application/vnd.ms-office.chartcolorstyle+xml"/>
  <Override PartName="/ppt/charts/chart65.xml" ContentType="application/vnd.openxmlformats-officedocument.drawingml.chart+xml"/>
  <Override PartName="/ppt/charts/style62.xml" ContentType="application/vnd.ms-office.chartstyle+xml"/>
  <Override PartName="/ppt/charts/colors62.xml" ContentType="application/vnd.ms-office.chartcolorstyle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notesSlides/notesSlide12.xml" ContentType="application/vnd.openxmlformats-officedocument.presentationml.notesSlide+xml"/>
  <Override PartName="/ppt/charts/chart66.xml" ContentType="application/vnd.openxmlformats-officedocument.drawingml.chart+xml"/>
  <Override PartName="/ppt/charts/style63.xml" ContentType="application/vnd.ms-office.chartstyle+xml"/>
  <Override PartName="/ppt/charts/colors63.xml" ContentType="application/vnd.ms-office.chartcolorstyle+xml"/>
  <Override PartName="/ppt/charts/chart67.xml" ContentType="application/vnd.openxmlformats-officedocument.drawingml.chart+xml"/>
  <Override PartName="/ppt/charts/style64.xml" ContentType="application/vnd.ms-office.chartstyle+xml"/>
  <Override PartName="/ppt/charts/colors64.xml" ContentType="application/vnd.ms-office.chartcolorstyle+xml"/>
  <Override PartName="/ppt/charts/chart68.xml" ContentType="application/vnd.openxmlformats-officedocument.drawingml.chart+xml"/>
  <Override PartName="/ppt/charts/style65.xml" ContentType="application/vnd.ms-office.chartstyle+xml"/>
  <Override PartName="/ppt/charts/colors65.xml" ContentType="application/vnd.ms-office.chartcolorstyle+xml"/>
  <Override PartName="/ppt/tags/tag212.xml" ContentType="application/vnd.openxmlformats-officedocument.presentationml.tags+xml"/>
  <Override PartName="/ppt/notesSlides/notesSlide13.xml" ContentType="application/vnd.openxmlformats-officedocument.presentationml.notesSlide+xml"/>
  <Override PartName="/ppt/charts/chart69.xml" ContentType="application/vnd.openxmlformats-officedocument.drawingml.chart+xml"/>
  <Override PartName="/ppt/charts/style66.xml" ContentType="application/vnd.ms-office.chartstyle+xml"/>
  <Override PartName="/ppt/charts/colors66.xml" ContentType="application/vnd.ms-office.chartcolorstyle+xml"/>
  <Override PartName="/ppt/charts/chart70.xml" ContentType="application/vnd.openxmlformats-officedocument.drawingml.chart+xml"/>
  <Override PartName="/ppt/charts/style67.xml" ContentType="application/vnd.ms-office.chartstyle+xml"/>
  <Override PartName="/ppt/charts/colors67.xml" ContentType="application/vnd.ms-office.chartcolorstyle+xml"/>
  <Override PartName="/ppt/charts/chart71.xml" ContentType="application/vnd.openxmlformats-officedocument.drawingml.chart+xml"/>
  <Override PartName="/ppt/charts/style68.xml" ContentType="application/vnd.ms-office.chartstyle+xml"/>
  <Override PartName="/ppt/charts/colors68.xml" ContentType="application/vnd.ms-office.chartcolorstyle+xml"/>
  <Override PartName="/ppt/charts/chart72.xml" ContentType="application/vnd.openxmlformats-officedocument.drawingml.chart+xml"/>
  <Override PartName="/ppt/charts/style69.xml" ContentType="application/vnd.ms-office.chartstyle+xml"/>
  <Override PartName="/ppt/charts/colors69.xml" ContentType="application/vnd.ms-office.chartcolorstyle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notesSlides/notesSlide14.xml" ContentType="application/vnd.openxmlformats-officedocument.presentationml.notesSlide+xml"/>
  <Override PartName="/ppt/charts/chart73.xml" ContentType="application/vnd.openxmlformats-officedocument.drawingml.chart+xml"/>
  <Override PartName="/ppt/charts/style70.xml" ContentType="application/vnd.ms-office.chartstyle+xml"/>
  <Override PartName="/ppt/charts/colors70.xml" ContentType="application/vnd.ms-office.chartcolorstyle+xml"/>
  <Override PartName="/ppt/charts/chart74.xml" ContentType="application/vnd.openxmlformats-officedocument.drawingml.chart+xml"/>
  <Override PartName="/ppt/charts/style71.xml" ContentType="application/vnd.ms-office.chartstyle+xml"/>
  <Override PartName="/ppt/charts/colors71.xml" ContentType="application/vnd.ms-office.chartcolorstyle+xml"/>
  <Override PartName="/ppt/charts/chart75.xml" ContentType="application/vnd.openxmlformats-officedocument.drawingml.chart+xml"/>
  <Override PartName="/ppt/charts/style72.xml" ContentType="application/vnd.ms-office.chartstyle+xml"/>
  <Override PartName="/ppt/charts/colors72.xml" ContentType="application/vnd.ms-office.chartcolorstyle+xml"/>
  <Override PartName="/ppt/tags/tag236.xml" ContentType="application/vnd.openxmlformats-officedocument.presentationml.tags+xml"/>
  <Override PartName="/ppt/notesSlides/notesSlide15.xml" ContentType="application/vnd.openxmlformats-officedocument.presentationml.notesSlide+xml"/>
  <Override PartName="/ppt/charts/chart76.xml" ContentType="application/vnd.openxmlformats-officedocument.drawingml.chart+xml"/>
  <Override PartName="/ppt/charts/style73.xml" ContentType="application/vnd.ms-office.chartstyle+xml"/>
  <Override PartName="/ppt/charts/colors73.xml" ContentType="application/vnd.ms-office.chartcolorstyle+xml"/>
  <Override PartName="/ppt/charts/chart77.xml" ContentType="application/vnd.openxmlformats-officedocument.drawingml.chart+xml"/>
  <Override PartName="/ppt/charts/style74.xml" ContentType="application/vnd.ms-office.chartstyle+xml"/>
  <Override PartName="/ppt/charts/colors74.xml" ContentType="application/vnd.ms-office.chartcolorstyle+xml"/>
  <Override PartName="/ppt/charts/chart78.xml" ContentType="application/vnd.openxmlformats-officedocument.drawingml.chart+xml"/>
  <Override PartName="/ppt/charts/style75.xml" ContentType="application/vnd.ms-office.chartstyle+xml"/>
  <Override PartName="/ppt/charts/colors75.xml" ContentType="application/vnd.ms-office.chartcolorstyle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notesSlides/notesSlide16.xml" ContentType="application/vnd.openxmlformats-officedocument.presentationml.notesSlide+xml"/>
  <Override PartName="/ppt/charts/chart79.xml" ContentType="application/vnd.openxmlformats-officedocument.drawingml.chart+xml"/>
  <Override PartName="/ppt/charts/style76.xml" ContentType="application/vnd.ms-office.chartstyle+xml"/>
  <Override PartName="/ppt/charts/colors76.xml" ContentType="application/vnd.ms-office.chartcolorstyle+xml"/>
  <Override PartName="/ppt/charts/chart80.xml" ContentType="application/vnd.openxmlformats-officedocument.drawingml.chart+xml"/>
  <Override PartName="/ppt/charts/style77.xml" ContentType="application/vnd.ms-office.chartstyle+xml"/>
  <Override PartName="/ppt/charts/colors7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viewProps.xml" ContentType="application/vnd.openxmlformats-officedocument.presentationml.viewProps+xml"/>
  <Override PartName="/docProps/thumbnail.jpeg" ContentType="image/jpeg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9" r:id="rId2"/>
    <p:sldMasterId id="2147483661" r:id="rId3"/>
    <p:sldMasterId id="2147483663" r:id="rId4"/>
    <p:sldMasterId id="2147483675" r:id="rId5"/>
    <p:sldMasterId id="2147483690" r:id="rId6"/>
    <p:sldMasterId id="2147483696" r:id="rId7"/>
  </p:sldMasterIdLst>
  <p:notesMasterIdLst>
    <p:notesMasterId r:id="rId49"/>
  </p:notesMasterIdLst>
  <p:handoutMasterIdLst>
    <p:handoutMasterId r:id="rId50"/>
  </p:handoutMasterIdLst>
  <p:sldIdLst>
    <p:sldId id="398" r:id="rId8"/>
    <p:sldId id="399" r:id="rId9"/>
    <p:sldId id="401" r:id="rId10"/>
    <p:sldId id="403" r:id="rId11"/>
    <p:sldId id="400" r:id="rId12"/>
    <p:sldId id="417" r:id="rId13"/>
    <p:sldId id="418" r:id="rId14"/>
    <p:sldId id="419" r:id="rId15"/>
    <p:sldId id="420" r:id="rId16"/>
    <p:sldId id="421" r:id="rId17"/>
    <p:sldId id="327" r:id="rId18"/>
    <p:sldId id="328" r:id="rId19"/>
    <p:sldId id="329" r:id="rId20"/>
    <p:sldId id="330" r:id="rId21"/>
    <p:sldId id="335" r:id="rId22"/>
    <p:sldId id="274" r:id="rId23"/>
    <p:sldId id="282" r:id="rId24"/>
    <p:sldId id="285" r:id="rId25"/>
    <p:sldId id="286" r:id="rId26"/>
    <p:sldId id="287" r:id="rId27"/>
    <p:sldId id="288" r:id="rId28"/>
    <p:sldId id="289" r:id="rId29"/>
    <p:sldId id="290" r:id="rId30"/>
    <p:sldId id="348" r:id="rId31"/>
    <p:sldId id="349" r:id="rId32"/>
    <p:sldId id="350" r:id="rId33"/>
    <p:sldId id="353" r:id="rId34"/>
    <p:sldId id="358" r:id="rId35"/>
    <p:sldId id="359" r:id="rId36"/>
    <p:sldId id="369" r:id="rId37"/>
    <p:sldId id="374" r:id="rId38"/>
    <p:sldId id="383" r:id="rId39"/>
    <p:sldId id="16669907" r:id="rId40"/>
    <p:sldId id="16669908" r:id="rId41"/>
    <p:sldId id="16669913" r:id="rId42"/>
    <p:sldId id="16669891" r:id="rId43"/>
    <p:sldId id="16669535" r:id="rId44"/>
    <p:sldId id="16669564" r:id="rId45"/>
    <p:sldId id="16669565" r:id="rId46"/>
    <p:sldId id="16669567" r:id="rId47"/>
    <p:sldId id="16669566" r:id="rId4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>
          <p15:clr>
            <a:srgbClr val="A4A3A4"/>
          </p15:clr>
        </p15:guide>
        <p15:guide id="2" pos="382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restored" preferSingleView="0" vertBarState="restored">
    <p:restoredLeft sz="18000" autoAdjust="0"/>
    <p:restoredTop sz="90000"/>
  </p:normalViewPr>
  <p:slideViewPr>
    <p:cSldViewPr snapToGrid="0" showGuides="1">
      <p:cViewPr varScale="1">
        <p:scale>
          <a:sx n="124" d="100"/>
          <a:sy n="124" d="100"/>
        </p:scale>
        <p:origin x="264" y="168"/>
      </p:cViewPr>
      <p:guideLst>
        <p:guide orient="horz" pos="2167"/>
        <p:guide pos="382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theme" Target="theme/theme1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60" Type="http://schemas.openxmlformats.org/officeDocument/2006/relationships/tableStyles" Target="tableStyles.xml"/><Relationship Id="rId51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6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7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9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0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1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32.xlsx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3.xlsx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4.xlsx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5.xlsx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6.xlsx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7.xlsx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8.xlsx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39.xlsx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0.xlsx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1.xlsx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2.xlsx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3.xlsx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4.xlsx"/><Relationship Id="rId2" Type="http://schemas.microsoft.com/office/2011/relationships/chartColorStyle" Target="colors43.xml"/><Relationship Id="rId1" Type="http://schemas.microsoft.com/office/2011/relationships/chartStyle" Target="style43.xm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44.xml"/><Relationship Id="rId1" Type="http://schemas.microsoft.com/office/2011/relationships/chartStyle" Target="style44.xml"/><Relationship Id="rId4" Type="http://schemas.openxmlformats.org/officeDocument/2006/relationships/package" Target="../embeddings/Microsoft_Excel____45.xlsx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6.xlsx"/><Relationship Id="rId2" Type="http://schemas.microsoft.com/office/2011/relationships/chartColorStyle" Target="colors45.xml"/><Relationship Id="rId1" Type="http://schemas.microsoft.com/office/2011/relationships/chartStyle" Target="style45.xml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7.xlsx"/><Relationship Id="rId2" Type="http://schemas.microsoft.com/office/2011/relationships/chartColorStyle" Target="colors46.xml"/><Relationship Id="rId1" Type="http://schemas.microsoft.com/office/2011/relationships/chartStyle" Target="style46.xml"/></Relationships>
</file>

<file path=ppt/charts/_rels/chart4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8.xlsx"/><Relationship Id="rId2" Type="http://schemas.microsoft.com/office/2011/relationships/chartColorStyle" Target="colors47.xml"/><Relationship Id="rId1" Type="http://schemas.microsoft.com/office/2011/relationships/chartStyle" Target="style47.xm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9.xlsx"/><Relationship Id="rId2" Type="http://schemas.microsoft.com/office/2011/relationships/chartColorStyle" Target="colors48.xml"/><Relationship Id="rId1" Type="http://schemas.microsoft.com/office/2011/relationships/chartStyle" Target="style48.xml"/></Relationships>
</file>

<file path=ppt/charts/_rels/chart5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50.xlsx"/><Relationship Id="rId2" Type="http://schemas.microsoft.com/office/2011/relationships/chartColorStyle" Target="colors49.xml"/><Relationship Id="rId1" Type="http://schemas.microsoft.com/office/2011/relationships/chartStyle" Target="style49.xml"/></Relationships>
</file>

<file path=ppt/charts/_rels/chart5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51.xlsx"/><Relationship Id="rId2" Type="http://schemas.microsoft.com/office/2011/relationships/chartColorStyle" Target="colors50.xml"/><Relationship Id="rId1" Type="http://schemas.microsoft.com/office/2011/relationships/chartStyle" Target="style50.xml"/></Relationships>
</file>

<file path=ppt/charts/_rels/chart5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52.xlsx"/><Relationship Id="rId2" Type="http://schemas.microsoft.com/office/2011/relationships/chartColorStyle" Target="colors51.xml"/><Relationship Id="rId1" Type="http://schemas.microsoft.com/office/2011/relationships/chartStyle" Target="style51.xml"/></Relationships>
</file>

<file path=ppt/charts/_rels/chart5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53.xlsx"/><Relationship Id="rId2" Type="http://schemas.microsoft.com/office/2011/relationships/chartColorStyle" Target="colors52.xml"/><Relationship Id="rId1" Type="http://schemas.microsoft.com/office/2011/relationships/chartStyle" Target="style52.xml"/></Relationships>
</file>

<file path=ppt/charts/_rels/chart5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54.xlsx"/><Relationship Id="rId2" Type="http://schemas.microsoft.com/office/2011/relationships/chartColorStyle" Target="colors53.xml"/><Relationship Id="rId1" Type="http://schemas.microsoft.com/office/2011/relationships/chartStyle" Target="style53.xml"/></Relationships>
</file>

<file path=ppt/charts/_rels/chart5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55.xlsx"/><Relationship Id="rId2" Type="http://schemas.microsoft.com/office/2011/relationships/chartColorStyle" Target="colors54.xml"/><Relationship Id="rId1" Type="http://schemas.microsoft.com/office/2011/relationships/chartStyle" Target="style54.xml"/></Relationships>
</file>

<file path=ppt/charts/_rels/chart5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56.xlsx"/><Relationship Id="rId2" Type="http://schemas.microsoft.com/office/2011/relationships/chartColorStyle" Target="colors55.xml"/><Relationship Id="rId1" Type="http://schemas.microsoft.com/office/2011/relationships/chartStyle" Target="style55.xml"/></Relationships>
</file>

<file path=ppt/charts/_rels/chart5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57.xlsx"/></Relationships>
</file>

<file path=ppt/charts/_rels/chart5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58.xlsx"/><Relationship Id="rId2" Type="http://schemas.microsoft.com/office/2011/relationships/chartColorStyle" Target="colors56.xml"/><Relationship Id="rId1" Type="http://schemas.microsoft.com/office/2011/relationships/chartStyle" Target="style56.xml"/></Relationships>
</file>

<file path=ppt/charts/_rels/chart6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59.xlsx"/><Relationship Id="rId2" Type="http://schemas.microsoft.com/office/2011/relationships/chartColorStyle" Target="colors57.xml"/><Relationship Id="rId1" Type="http://schemas.microsoft.com/office/2011/relationships/chartStyle" Target="style57.xml"/></Relationships>
</file>

<file path=ppt/charts/_rels/chart6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60.xlsx"/><Relationship Id="rId2" Type="http://schemas.microsoft.com/office/2011/relationships/chartColorStyle" Target="colors58.xml"/><Relationship Id="rId1" Type="http://schemas.microsoft.com/office/2011/relationships/chartStyle" Target="style58.xml"/></Relationships>
</file>

<file path=ppt/charts/_rels/chart6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61.xlsx"/><Relationship Id="rId2" Type="http://schemas.microsoft.com/office/2011/relationships/chartColorStyle" Target="colors59.xml"/><Relationship Id="rId1" Type="http://schemas.microsoft.com/office/2011/relationships/chartStyle" Target="style59.xml"/></Relationships>
</file>

<file path=ppt/charts/_rels/chart6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62.xlsx"/><Relationship Id="rId2" Type="http://schemas.microsoft.com/office/2011/relationships/chartColorStyle" Target="colors60.xml"/><Relationship Id="rId1" Type="http://schemas.microsoft.com/office/2011/relationships/chartStyle" Target="style60.xml"/></Relationships>
</file>

<file path=ppt/charts/_rels/chart6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63.xlsx"/><Relationship Id="rId2" Type="http://schemas.microsoft.com/office/2011/relationships/chartColorStyle" Target="colors61.xml"/><Relationship Id="rId1" Type="http://schemas.microsoft.com/office/2011/relationships/chartStyle" Target="style61.xml"/></Relationships>
</file>

<file path=ppt/charts/_rels/chart6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64.xlsx"/><Relationship Id="rId2" Type="http://schemas.microsoft.com/office/2011/relationships/chartColorStyle" Target="colors62.xml"/><Relationship Id="rId1" Type="http://schemas.microsoft.com/office/2011/relationships/chartStyle" Target="style62.xml"/></Relationships>
</file>

<file path=ppt/charts/_rels/chart6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65.xlsx"/><Relationship Id="rId2" Type="http://schemas.microsoft.com/office/2011/relationships/chartColorStyle" Target="colors63.xml"/><Relationship Id="rId1" Type="http://schemas.microsoft.com/office/2011/relationships/chartStyle" Target="style63.xml"/></Relationships>
</file>

<file path=ppt/charts/_rels/chart6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66.xlsx"/><Relationship Id="rId2" Type="http://schemas.microsoft.com/office/2011/relationships/chartColorStyle" Target="colors64.xml"/><Relationship Id="rId1" Type="http://schemas.microsoft.com/office/2011/relationships/chartStyle" Target="style64.xml"/></Relationships>
</file>

<file path=ppt/charts/_rels/chart6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67.xlsx"/><Relationship Id="rId2" Type="http://schemas.microsoft.com/office/2011/relationships/chartColorStyle" Target="colors65.xml"/><Relationship Id="rId1" Type="http://schemas.microsoft.com/office/2011/relationships/chartStyle" Target="style65.xml"/></Relationships>
</file>

<file path=ppt/charts/_rels/chart6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68.xlsx"/><Relationship Id="rId2" Type="http://schemas.microsoft.com/office/2011/relationships/chartColorStyle" Target="colors66.xml"/><Relationship Id="rId1" Type="http://schemas.microsoft.com/office/2011/relationships/chartStyle" Target="style66.xml"/></Relationships>
</file>

<file path=ppt/charts/_rels/chart7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69.xlsx"/><Relationship Id="rId2" Type="http://schemas.microsoft.com/office/2011/relationships/chartColorStyle" Target="colors67.xml"/><Relationship Id="rId1" Type="http://schemas.microsoft.com/office/2011/relationships/chartStyle" Target="style67.xml"/></Relationships>
</file>

<file path=ppt/charts/_rels/chart7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70.xlsx"/><Relationship Id="rId2" Type="http://schemas.microsoft.com/office/2011/relationships/chartColorStyle" Target="colors68.xml"/><Relationship Id="rId1" Type="http://schemas.microsoft.com/office/2011/relationships/chartStyle" Target="style68.xml"/></Relationships>
</file>

<file path=ppt/charts/_rels/chart7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71.xlsx"/><Relationship Id="rId2" Type="http://schemas.microsoft.com/office/2011/relationships/chartColorStyle" Target="colors69.xml"/><Relationship Id="rId1" Type="http://schemas.microsoft.com/office/2011/relationships/chartStyle" Target="style69.xml"/></Relationships>
</file>

<file path=ppt/charts/_rels/chart7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72.xlsx"/><Relationship Id="rId2" Type="http://schemas.microsoft.com/office/2011/relationships/chartColorStyle" Target="colors70.xml"/><Relationship Id="rId1" Type="http://schemas.microsoft.com/office/2011/relationships/chartStyle" Target="style70.xml"/></Relationships>
</file>

<file path=ppt/charts/_rels/chart7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73.xlsx"/><Relationship Id="rId2" Type="http://schemas.microsoft.com/office/2011/relationships/chartColorStyle" Target="colors71.xml"/><Relationship Id="rId1" Type="http://schemas.microsoft.com/office/2011/relationships/chartStyle" Target="style71.xml"/></Relationships>
</file>

<file path=ppt/charts/_rels/chart7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74.xlsx"/><Relationship Id="rId2" Type="http://schemas.microsoft.com/office/2011/relationships/chartColorStyle" Target="colors72.xml"/><Relationship Id="rId1" Type="http://schemas.microsoft.com/office/2011/relationships/chartStyle" Target="style72.xml"/></Relationships>
</file>

<file path=ppt/charts/_rels/chart7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75.xlsx"/><Relationship Id="rId2" Type="http://schemas.microsoft.com/office/2011/relationships/chartColorStyle" Target="colors73.xml"/><Relationship Id="rId1" Type="http://schemas.microsoft.com/office/2011/relationships/chartStyle" Target="style73.xml"/></Relationships>
</file>

<file path=ppt/charts/_rels/chart7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76.xlsx"/><Relationship Id="rId2" Type="http://schemas.microsoft.com/office/2011/relationships/chartColorStyle" Target="colors74.xml"/><Relationship Id="rId1" Type="http://schemas.microsoft.com/office/2011/relationships/chartStyle" Target="style74.xml"/></Relationships>
</file>

<file path=ppt/charts/_rels/chart7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77.xlsx"/><Relationship Id="rId2" Type="http://schemas.microsoft.com/office/2011/relationships/chartColorStyle" Target="colors75.xml"/><Relationship Id="rId1" Type="http://schemas.microsoft.com/office/2011/relationships/chartStyle" Target="style75.xml"/></Relationships>
</file>

<file path=ppt/charts/_rels/chart7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78.xlsx"/><Relationship Id="rId2" Type="http://schemas.microsoft.com/office/2011/relationships/chartColorStyle" Target="colors76.xml"/><Relationship Id="rId1" Type="http://schemas.microsoft.com/office/2011/relationships/chartStyle" Target="style76.xml"/></Relationships>
</file>

<file path=ppt/charts/_rels/chart8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79.xlsx"/><Relationship Id="rId2" Type="http://schemas.microsoft.com/office/2011/relationships/chartColorStyle" Target="colors77.xml"/><Relationship Id="rId1" Type="http://schemas.microsoft.com/office/2011/relationships/chartStyle" Target="style7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D9A-D943-84B3-0C44967B4EEA}"/>
              </c:ext>
            </c:extLst>
          </c:dPt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D9A-D943-84B3-0C44967B4E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2D9A-D943-84B3-0C44967B4EEA}"/>
              </c:ext>
            </c:extLst>
          </c:dPt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0.44600000000000001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D9A-D943-84B3-0C44967B4E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53245872"/>
        <c:axId val="832458880"/>
      </c:barChart>
      <c:catAx>
        <c:axId val="4532458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32458880"/>
        <c:crosses val="autoZero"/>
        <c:auto val="1"/>
        <c:lblAlgn val="ctr"/>
        <c:lblOffset val="100"/>
        <c:noMultiLvlLbl val="0"/>
      </c:catAx>
      <c:valAx>
        <c:axId val="832458880"/>
        <c:scaling>
          <c:orientation val="minMax"/>
          <c:max val="1"/>
        </c:scaling>
        <c:delete val="1"/>
        <c:axPos val="b"/>
        <c:numFmt formatCode="General" sourceLinked="1"/>
        <c:majorTickMark val="none"/>
        <c:minorTickMark val="none"/>
        <c:tickLblPos val="nextTo"/>
        <c:crossAx val="453245872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327-1346-9C89-C6E2B917E3D8}"/>
              </c:ext>
            </c:extLst>
          </c:dPt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327-1346-9C89-C6E2B917E3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4327-1346-9C89-C6E2B917E3D8}"/>
              </c:ext>
            </c:extLst>
          </c:dPt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0.255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327-1346-9C89-C6E2B917E3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53245872"/>
        <c:axId val="832458880"/>
      </c:barChart>
      <c:catAx>
        <c:axId val="4532458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32458880"/>
        <c:crosses val="autoZero"/>
        <c:auto val="1"/>
        <c:lblAlgn val="ctr"/>
        <c:lblOffset val="100"/>
        <c:noMultiLvlLbl val="0"/>
      </c:catAx>
      <c:valAx>
        <c:axId val="832458880"/>
        <c:scaling>
          <c:orientation val="minMax"/>
          <c:max val="1"/>
        </c:scaling>
        <c:delete val="1"/>
        <c:axPos val="b"/>
        <c:numFmt formatCode="General" sourceLinked="1"/>
        <c:majorTickMark val="none"/>
        <c:minorTickMark val="none"/>
        <c:tickLblPos val="nextTo"/>
        <c:crossAx val="453245872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16D-8A4F-B486-059EFE1D3F5B}"/>
              </c:ext>
            </c:extLst>
          </c:dPt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16D-8A4F-B486-059EFE1D3F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D16D-8A4F-B486-059EFE1D3F5B}"/>
              </c:ext>
            </c:extLst>
          </c:dPt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0.308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16D-8A4F-B486-059EFE1D3F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53245872"/>
        <c:axId val="832458880"/>
      </c:barChart>
      <c:catAx>
        <c:axId val="4532458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32458880"/>
        <c:crosses val="autoZero"/>
        <c:auto val="1"/>
        <c:lblAlgn val="ctr"/>
        <c:lblOffset val="100"/>
        <c:noMultiLvlLbl val="0"/>
      </c:catAx>
      <c:valAx>
        <c:axId val="832458880"/>
        <c:scaling>
          <c:orientation val="minMax"/>
          <c:max val="1"/>
        </c:scaling>
        <c:delete val="1"/>
        <c:axPos val="b"/>
        <c:numFmt formatCode="General" sourceLinked="1"/>
        <c:majorTickMark val="none"/>
        <c:minorTickMark val="none"/>
        <c:tickLblPos val="nextTo"/>
        <c:crossAx val="453245872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50D-0D4F-8845-7AA94E55FBDE}"/>
              </c:ext>
            </c:extLst>
          </c:dPt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50D-0D4F-8845-7AA94E55FB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0D-0D4F-8845-7AA94E55FBDE}"/>
              </c:ext>
            </c:extLst>
          </c:dPt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0.215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50D-0D4F-8845-7AA94E55FB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53245872"/>
        <c:axId val="832458880"/>
      </c:barChart>
      <c:catAx>
        <c:axId val="4532458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32458880"/>
        <c:crosses val="autoZero"/>
        <c:auto val="1"/>
        <c:lblAlgn val="ctr"/>
        <c:lblOffset val="100"/>
        <c:noMultiLvlLbl val="0"/>
      </c:catAx>
      <c:valAx>
        <c:axId val="832458880"/>
        <c:scaling>
          <c:orientation val="minMax"/>
          <c:max val="1"/>
        </c:scaling>
        <c:delete val="1"/>
        <c:axPos val="b"/>
        <c:numFmt formatCode="General" sourceLinked="1"/>
        <c:majorTickMark val="none"/>
        <c:minorTickMark val="none"/>
        <c:tickLblPos val="nextTo"/>
        <c:crossAx val="453245872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07F-E142-B16C-763F1BACF668}"/>
              </c:ext>
            </c:extLst>
          </c:dPt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07F-E142-B16C-763F1BACF6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107F-E142-B16C-763F1BACF668}"/>
              </c:ext>
            </c:extLst>
          </c:dPt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0.23100000000000001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07F-E142-B16C-763F1BACF6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53245872"/>
        <c:axId val="832458880"/>
      </c:barChart>
      <c:catAx>
        <c:axId val="4532458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32458880"/>
        <c:crosses val="autoZero"/>
        <c:auto val="1"/>
        <c:lblAlgn val="ctr"/>
        <c:lblOffset val="100"/>
        <c:noMultiLvlLbl val="0"/>
      </c:catAx>
      <c:valAx>
        <c:axId val="832458880"/>
        <c:scaling>
          <c:orientation val="minMax"/>
          <c:max val="1"/>
        </c:scaling>
        <c:delete val="1"/>
        <c:axPos val="b"/>
        <c:numFmt formatCode="General" sourceLinked="1"/>
        <c:majorTickMark val="none"/>
        <c:minorTickMark val="none"/>
        <c:tickLblPos val="nextTo"/>
        <c:crossAx val="453245872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占离职总人数比例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1年以内 (新人期)</c:v>
                </c:pt>
                <c:pt idx="1">
                  <c:v>1-3年 (成长期)</c:v>
                </c:pt>
                <c:pt idx="2">
                  <c:v>3-5年 (稳定期)</c:v>
                </c:pt>
                <c:pt idx="3">
                  <c:v>5年以上 (资深期)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0.375</c:v>
                </c:pt>
                <c:pt idx="1">
                  <c:v>0.35</c:v>
                </c:pt>
                <c:pt idx="2">
                  <c:v>0.15</c:v>
                </c:pt>
                <c:pt idx="3">
                  <c:v>0.125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D0-D244-97BF-C2ACDA331B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5"/>
        <c:axId val="206717040"/>
        <c:axId val="206733264"/>
      </c:barChart>
      <c:catAx>
        <c:axId val="2067170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206733264"/>
        <c:crosses val="autoZero"/>
        <c:auto val="1"/>
        <c:lblAlgn val="ctr"/>
        <c:lblOffset val="100"/>
        <c:noMultiLvlLbl val="0"/>
      </c:catAx>
      <c:valAx>
        <c:axId val="206733264"/>
        <c:scaling>
          <c:orientation val="minMax"/>
        </c:scaling>
        <c:delete val="1"/>
        <c:axPos val="b"/>
        <c:numFmt formatCode="0.00%" sourceLinked="1"/>
        <c:majorTickMark val="none"/>
        <c:minorTickMark val="none"/>
        <c:tickLblPos val="nextTo"/>
        <c:crossAx val="206717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>
          <a:latin typeface="+mn-ea"/>
          <a:ea typeface="+mn-ea"/>
        </a:defRPr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主动离职人数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销售部</c:v>
                </c:pt>
                <c:pt idx="1">
                  <c:v>技术部</c:v>
                </c:pt>
                <c:pt idx="2">
                  <c:v>客服部</c:v>
                </c:pt>
                <c:pt idx="3">
                  <c:v>市场部</c:v>
                </c:pt>
                <c:pt idx="4">
                  <c:v>产品部</c:v>
                </c:pt>
                <c:pt idx="5">
                  <c:v>人事部</c:v>
                </c:pt>
                <c:pt idx="6">
                  <c:v>财务部</c:v>
                </c:pt>
                <c:pt idx="7">
                  <c:v>行政部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23</c:v>
                </c:pt>
                <c:pt idx="1">
                  <c:v>17</c:v>
                </c:pt>
                <c:pt idx="2">
                  <c:v>10</c:v>
                </c:pt>
                <c:pt idx="3">
                  <c:v>7</c:v>
                </c:pt>
                <c:pt idx="4">
                  <c:v>6</c:v>
                </c:pt>
                <c:pt idx="5">
                  <c:v>3</c:v>
                </c:pt>
                <c:pt idx="6">
                  <c:v>2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C1-BE45-BACE-A9ABAC5BF9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被动离职人数</c:v>
                </c:pt>
              </c:strCache>
            </c:strRef>
          </c:tx>
          <c:spPr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销售部</c:v>
                </c:pt>
                <c:pt idx="1">
                  <c:v>技术部</c:v>
                </c:pt>
                <c:pt idx="2">
                  <c:v>客服部</c:v>
                </c:pt>
                <c:pt idx="3">
                  <c:v>市场部</c:v>
                </c:pt>
                <c:pt idx="4">
                  <c:v>产品部</c:v>
                </c:pt>
                <c:pt idx="5">
                  <c:v>人事部</c:v>
                </c:pt>
                <c:pt idx="6">
                  <c:v>财务部</c:v>
                </c:pt>
                <c:pt idx="7">
                  <c:v>行政部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C1-BE45-BACE-A9ABAC5BF9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7"/>
        <c:axId val="475184080"/>
        <c:axId val="475163280"/>
      </c:barChart>
      <c:catAx>
        <c:axId val="475184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475163280"/>
        <c:crosses val="autoZero"/>
        <c:auto val="1"/>
        <c:lblAlgn val="ctr"/>
        <c:lblOffset val="100"/>
        <c:noMultiLvlLbl val="0"/>
      </c:catAx>
      <c:valAx>
        <c:axId val="47516328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518408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>
          <a:latin typeface="+mn-ea"/>
          <a:ea typeface="+mn-ea"/>
        </a:defRPr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基层员工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销售部</c:v>
                </c:pt>
                <c:pt idx="1">
                  <c:v>技术部</c:v>
                </c:pt>
                <c:pt idx="2">
                  <c:v>客服部</c:v>
                </c:pt>
                <c:pt idx="3">
                  <c:v>市场部</c:v>
                </c:pt>
                <c:pt idx="4">
                  <c:v>产品部</c:v>
                </c:pt>
                <c:pt idx="5">
                  <c:v>人事部</c:v>
                </c:pt>
                <c:pt idx="6">
                  <c:v>财务部</c:v>
                </c:pt>
                <c:pt idx="7">
                  <c:v>行政部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</c:v>
                </c:pt>
                <c:pt idx="1">
                  <c:v>8</c:v>
                </c:pt>
                <c:pt idx="2">
                  <c:v>9</c:v>
                </c:pt>
                <c:pt idx="3">
                  <c:v>5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25-EB47-949C-B96681DAB9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骨干/专员</c:v>
                </c:pt>
              </c:strCache>
            </c:strRef>
          </c:tx>
          <c:spPr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销售部</c:v>
                </c:pt>
                <c:pt idx="1">
                  <c:v>技术部</c:v>
                </c:pt>
                <c:pt idx="2">
                  <c:v>客服部</c:v>
                </c:pt>
                <c:pt idx="3">
                  <c:v>市场部</c:v>
                </c:pt>
                <c:pt idx="4">
                  <c:v>产品部</c:v>
                </c:pt>
                <c:pt idx="5">
                  <c:v>人事部</c:v>
                </c:pt>
                <c:pt idx="6">
                  <c:v>财务部</c:v>
                </c:pt>
                <c:pt idx="7">
                  <c:v>行政部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8</c:v>
                </c:pt>
                <c:pt idx="1">
                  <c:v>9</c:v>
                </c:pt>
                <c:pt idx="2">
                  <c:v>3</c:v>
                </c:pt>
                <c:pt idx="3">
                  <c:v>2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25-EB47-949C-B96681DAB9D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中层管理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销售部</c:v>
                </c:pt>
                <c:pt idx="1">
                  <c:v>技术部</c:v>
                </c:pt>
                <c:pt idx="2">
                  <c:v>客服部</c:v>
                </c:pt>
                <c:pt idx="3">
                  <c:v>市场部</c:v>
                </c:pt>
                <c:pt idx="4">
                  <c:v>产品部</c:v>
                </c:pt>
                <c:pt idx="5">
                  <c:v>人事部</c:v>
                </c:pt>
                <c:pt idx="6">
                  <c:v>财务部</c:v>
                </c:pt>
                <c:pt idx="7">
                  <c:v>行政部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2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025-EB47-949C-B96681DAB9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475184080"/>
        <c:axId val="475163280"/>
      </c:barChart>
      <c:catAx>
        <c:axId val="475184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475163280"/>
        <c:crosses val="autoZero"/>
        <c:auto val="1"/>
        <c:lblAlgn val="ctr"/>
        <c:lblOffset val="100"/>
        <c:noMultiLvlLbl val="0"/>
      </c:catAx>
      <c:valAx>
        <c:axId val="47516328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518408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>
          <a:latin typeface="+mn-ea"/>
          <a:ea typeface="+mn-ea"/>
        </a:defRPr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总预算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7.9649675223746001E-3"/>
                  <c:y val="-3.576967191129640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8E7-C74A-8E6D-38E5E1E75FFF}"/>
                </c:ext>
              </c:extLst>
            </c:dLbl>
            <c:dLbl>
              <c:idx val="2"/>
              <c:layout>
                <c:manualLayout>
                  <c:x val="-7.9649675223745497E-3"/>
                  <c:y val="-6.830252432922679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8E7-C74A-8E6D-38E5E1E75FF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/>
                    </a:solidFill>
                    <a:latin typeface="+mn-ea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Sheet1!$B$2:$B$4</c:f>
              <c:numCache>
                <c:formatCode>#,##0</c:formatCode>
                <c:ptCount val="3"/>
                <c:pt idx="0">
                  <c:v>8000</c:v>
                </c:pt>
                <c:pt idx="1">
                  <c:v>9000</c:v>
                </c:pt>
                <c:pt idx="2">
                  <c:v>10000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E7-C74A-8E6D-38E5E1E75F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实际支出</c:v>
                </c:pt>
              </c:strCache>
            </c:strRef>
          </c:tx>
          <c:spPr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7.9649675223746504E-3"/>
                  <c:y val="-8.728774891986859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8E7-C74A-8E6D-38E5E1E75FFF}"/>
                </c:ext>
              </c:extLst>
            </c:dLbl>
            <c:dLbl>
              <c:idx val="2"/>
              <c:layout>
                <c:manualLayout>
                  <c:x val="5.3099783482496096E-3"/>
                  <c:y val="-3.852118513524230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8E7-C74A-8E6D-38E5E1E75FF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/>
                    </a:solidFill>
                    <a:latin typeface="+mn-ea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Sheet1!$C$2:$C$4</c:f>
              <c:numCache>
                <c:formatCode>#,##0</c:formatCode>
                <c:ptCount val="3"/>
                <c:pt idx="0">
                  <c:v>7600</c:v>
                </c:pt>
                <c:pt idx="1">
                  <c:v>9270</c:v>
                </c:pt>
                <c:pt idx="2">
                  <c:v>10500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8E7-C74A-8E6D-38E5E1E75F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-27"/>
        <c:axId val="89684128"/>
        <c:axId val="89684544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预算执行率</c:v>
                </c:pt>
              </c:strCache>
            </c:strRef>
          </c:tx>
          <c:spPr>
            <a:ln w="28575" cap="rnd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round/>
            </a:ln>
            <a:effectLst>
              <a:outerShdw blurRad="50800" dist="50800" dir="5400000" algn="ctr" rotWithShape="0">
                <a:srgbClr val="000000">
                  <a:alpha val="20000"/>
                </a:srgbClr>
              </a:outerShdw>
            </a:effectLst>
          </c:spPr>
          <c:marker>
            <c:symbol val="none"/>
          </c:marker>
          <c:dPt>
            <c:idx val="1"/>
            <c:marker>
              <c:symbol val="none"/>
            </c:marker>
            <c:bubble3D val="0"/>
            <c:spPr>
              <a:ln w="28575" cap="rnd"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round/>
              </a:ln>
              <a:effectLst>
                <a:outerShdw blurRad="50800" dist="76200" dir="5400000" algn="ctr" rotWithShape="0">
                  <a:srgbClr val="000000">
                    <a:alpha val="3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78E7-C74A-8E6D-38E5E1E75FFF}"/>
              </c:ext>
            </c:extLst>
          </c:dPt>
          <c:dLbls>
            <c:delete val="1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Sheet1!$D$2:$D$4</c:f>
              <c:numCache>
                <c:formatCode>0.00%</c:formatCode>
                <c:ptCount val="3"/>
                <c:pt idx="0">
                  <c:v>0.95</c:v>
                </c:pt>
                <c:pt idx="1">
                  <c:v>1.03</c:v>
                </c:pt>
                <c:pt idx="2">
                  <c:v>1.05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8-78E7-C74A-8E6D-38E5E1E75F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811701871"/>
        <c:axId val="1811706031"/>
      </c:lineChart>
      <c:catAx>
        <c:axId val="89684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89684544"/>
        <c:crosses val="autoZero"/>
        <c:auto val="1"/>
        <c:lblAlgn val="ctr"/>
        <c:lblOffset val="100"/>
        <c:noMultiLvlLbl val="0"/>
      </c:catAx>
      <c:valAx>
        <c:axId val="89684544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89684128"/>
        <c:crosses val="autoZero"/>
        <c:crossBetween val="between"/>
      </c:valAx>
      <c:catAx>
        <c:axId val="181170187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811706031"/>
        <c:crosses val="autoZero"/>
        <c:auto val="1"/>
        <c:lblAlgn val="ctr"/>
        <c:lblOffset val="100"/>
        <c:noMultiLvlLbl val="0"/>
      </c:catAx>
      <c:valAx>
        <c:axId val="1811706031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811701871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ayout>
        <c:manualLayout>
          <c:xMode val="edge"/>
          <c:yMode val="edge"/>
          <c:x val="0.234331266035536"/>
          <c:y val="0.94299731068829395"/>
          <c:w val="0.61703705953036803"/>
          <c:h val="4.1764322864588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ea"/>
              <a:ea typeface="+mn-ea"/>
              <a:cs typeface="思源黑体 CN Normal" panose="020B0400000000000000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>
          <a:solidFill>
            <a:schemeClr val="tx1"/>
          </a:solidFill>
          <a:latin typeface="+mn-ea"/>
          <a:ea typeface="+mn-ea"/>
        </a:defRPr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ln w="9525">
              <a:solidFill>
                <a:schemeClr val="bg1"/>
              </a:solidFill>
            </a:ln>
          </c:spPr>
          <c:dPt>
            <c:idx val="0"/>
            <c:bubble3D val="0"/>
            <c:spPr>
              <a:gradFill>
                <a:gsLst>
                  <a:gs pos="30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4E4-7741-BC6E-8D80A2EF6C69}"/>
              </c:ext>
            </c:extLst>
          </c:dPt>
          <c:dPt>
            <c:idx val="1"/>
            <c:bubble3D val="0"/>
            <c:spPr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4E4-7741-BC6E-8D80A2EF6C69}"/>
              </c:ext>
            </c:extLst>
          </c:dPt>
          <c:dPt>
            <c:idx val="2"/>
            <c:bubble3D val="0"/>
            <c:spPr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4E4-7741-BC6E-8D80A2EF6C69}"/>
              </c:ext>
            </c:extLst>
          </c:dPt>
          <c:dPt>
            <c:idx val="3"/>
            <c:bubble3D val="0"/>
            <c:spPr>
              <a:gradFill>
                <a:gsLst>
                  <a:gs pos="30000">
                    <a:schemeClr val="accent1">
                      <a:lumMod val="20000"/>
                      <a:lumOff val="80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0" scaled="1"/>
              </a:gra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4E4-7741-BC6E-8D80A2EF6C69}"/>
              </c:ext>
            </c:extLst>
          </c:dPt>
          <c:dPt>
            <c:idx val="4"/>
            <c:bubble3D val="0"/>
            <c:spPr>
              <a:gradFill>
                <a:gsLst>
                  <a:gs pos="30000">
                    <a:schemeClr val="accent2">
                      <a:lumMod val="40000"/>
                      <a:lumOff val="60000"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4E4-7741-BC6E-8D80A2EF6C69}"/>
              </c:ext>
            </c:extLst>
          </c:dPt>
          <c:dLbls>
            <c:dLbl>
              <c:idx val="0"/>
              <c:layout>
                <c:manualLayout>
                  <c:x val="4.5831647260927699E-2"/>
                  <c:y val="0.11565469378975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4E4-7741-BC6E-8D80A2EF6C69}"/>
                </c:ext>
              </c:extLst>
            </c:dLbl>
            <c:dLbl>
              <c:idx val="1"/>
              <c:layout>
                <c:manualLayout>
                  <c:x val="-1.15994655468601E-2"/>
                  <c:y val="-2.7717877149149302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4E4-7741-BC6E-8D80A2EF6C69}"/>
                </c:ext>
              </c:extLst>
            </c:dLbl>
            <c:dLbl>
              <c:idx val="2"/>
              <c:layout>
                <c:manualLayout>
                  <c:x val="-2.8506203473945401E-2"/>
                  <c:y val="-5.3151057140791699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4E4-7741-BC6E-8D80A2EF6C69}"/>
                </c:ext>
              </c:extLst>
            </c:dLbl>
            <c:dLbl>
              <c:idx val="3"/>
              <c:layout>
                <c:manualLayout>
                  <c:x val="-7.8301966024050696E-3"/>
                  <c:y val="1.5669328546768599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4E4-7741-BC6E-8D80A2EF6C69}"/>
                </c:ext>
              </c:extLst>
            </c:dLbl>
            <c:dLbl>
              <c:idx val="4"/>
              <c:layout>
                <c:manualLayout>
                  <c:x val="3.6586218744035101E-2"/>
                  <c:y val="-6.9867740587470904E-4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4E4-7741-BC6E-8D80A2EF6C6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/>
                    </a:solidFill>
                    <a:latin typeface="+mn-ea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业务招待费</c:v>
                </c:pt>
                <c:pt idx="1">
                  <c:v>差旅交通费</c:v>
                </c:pt>
                <c:pt idx="2">
                  <c:v>人力外包费</c:v>
                </c:pt>
                <c:pt idx="3">
                  <c:v>办公采购费</c:v>
                </c:pt>
                <c:pt idx="4">
                  <c:v>市场推广费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0.23799999999999999</c:v>
                </c:pt>
                <c:pt idx="1">
                  <c:v>0.248</c:v>
                </c:pt>
                <c:pt idx="2">
                  <c:v>0.28599999999999998</c:v>
                </c:pt>
                <c:pt idx="3">
                  <c:v>0.124</c:v>
                </c:pt>
                <c:pt idx="4">
                  <c:v>0.105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4E4-7741-BC6E-8D80A2EF6C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ea"/>
              <a:ea typeface="+mn-ea"/>
              <a:cs typeface="思源黑体 CN Normal" panose="020B0400000000000000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>
          <a:solidFill>
            <a:schemeClr val="tx1"/>
          </a:solidFill>
          <a:latin typeface="+mn-ea"/>
          <a:ea typeface="+mn-ea"/>
        </a:defRPr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全年预算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+mn-ea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业务招待费</c:v>
                </c:pt>
                <c:pt idx="1">
                  <c:v>差旅交通费</c:v>
                </c:pt>
                <c:pt idx="2">
                  <c:v>人力外包费</c:v>
                </c:pt>
                <c:pt idx="3">
                  <c:v>办公采购费</c:v>
                </c:pt>
                <c:pt idx="4">
                  <c:v>市场推广费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1800</c:v>
                </c:pt>
                <c:pt idx="1">
                  <c:v>2200</c:v>
                </c:pt>
                <c:pt idx="2">
                  <c:v>3000</c:v>
                </c:pt>
                <c:pt idx="3">
                  <c:v>1500</c:v>
                </c:pt>
                <c:pt idx="4">
                  <c:v>1500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67-F647-9D1C-20CD04F978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实际支出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8100000" scaled="1"/>
              <a:tileRect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+mn-ea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业务招待费</c:v>
                </c:pt>
                <c:pt idx="1">
                  <c:v>差旅交通费</c:v>
                </c:pt>
                <c:pt idx="2">
                  <c:v>人力外包费</c:v>
                </c:pt>
                <c:pt idx="3">
                  <c:v>办公采购费</c:v>
                </c:pt>
                <c:pt idx="4">
                  <c:v>市场推广费</c:v>
                </c:pt>
              </c:strCache>
            </c:strRef>
          </c:cat>
          <c:val>
            <c:numRef>
              <c:f>Sheet1!$C$2:$C$6</c:f>
              <c:numCache>
                <c:formatCode>#,##0</c:formatCode>
                <c:ptCount val="5"/>
                <c:pt idx="0">
                  <c:v>2500</c:v>
                </c:pt>
                <c:pt idx="1">
                  <c:v>2600</c:v>
                </c:pt>
                <c:pt idx="2">
                  <c:v>3000</c:v>
                </c:pt>
                <c:pt idx="3">
                  <c:v>1300</c:v>
                </c:pt>
                <c:pt idx="4">
                  <c:v>1100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67-F647-9D1C-20CD04F978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600644015"/>
        <c:axId val="1600640655"/>
      </c:barChart>
      <c:catAx>
        <c:axId val="160064401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600640655"/>
        <c:crosses val="autoZero"/>
        <c:auto val="1"/>
        <c:lblAlgn val="ctr"/>
        <c:lblOffset val="100"/>
        <c:noMultiLvlLbl val="0"/>
      </c:catAx>
      <c:valAx>
        <c:axId val="1600640655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high"/>
        <c:crossAx val="16006440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>
          <a:latin typeface="+mn-ea"/>
          <a:ea typeface="+mn-ea"/>
        </a:defRPr>
      </a:pPr>
      <a:endParaRPr lang="zh-CN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销售额（元）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54D-4441-BB75-3B3531E37371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54D-4441-BB75-3B3531E37371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54D-4441-BB75-3B3531E37371}"/>
              </c:ext>
            </c:extLst>
          </c:dPt>
          <c:cat>
            <c:strRef>
              <c:f>Sheet1!$A$2:$A$9</c:f>
              <c:strCache>
                <c:ptCount val="8"/>
                <c:pt idx="0">
                  <c:v>【旗舰款】智能恒温热水壶H3</c:v>
                </c:pt>
                <c:pt idx="1">
                  <c:v>【经典款】便携榨汁杯J1</c:v>
                </c:pt>
                <c:pt idx="2">
                  <c:v>【新品】多功能空气炸锅AF-01</c:v>
                </c:pt>
                <c:pt idx="3">
                  <c:v>【套装】养生壶+炖盅礼盒装</c:v>
                </c:pt>
                <c:pt idx="4">
                  <c:v>【爆款】家用静音加湿器C5</c:v>
                </c:pt>
                <c:pt idx="5">
                  <c:v>【高端款】全自动咖啡机C90</c:v>
                </c:pt>
                <c:pt idx="6">
                  <c:v>【新品】无线手持吸尘器V8</c:v>
                </c:pt>
                <c:pt idx="7">
                  <c:v>【热销】紫外线消毒牙刷架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8"/>
                <c:pt idx="0">
                  <c:v>2000000</c:v>
                </c:pt>
                <c:pt idx="1">
                  <c:v>2000000</c:v>
                </c:pt>
                <c:pt idx="2">
                  <c:v>2000000</c:v>
                </c:pt>
                <c:pt idx="3">
                  <c:v>2000000</c:v>
                </c:pt>
                <c:pt idx="4">
                  <c:v>2000000</c:v>
                </c:pt>
                <c:pt idx="5">
                  <c:v>2000000</c:v>
                </c:pt>
                <c:pt idx="6">
                  <c:v>2000000</c:v>
                </c:pt>
                <c:pt idx="7">
                  <c:v>2000000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54D-4441-BB75-3B3531E373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销售额（元）2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954D-4441-BB75-3B3531E37371}"/>
              </c:ext>
            </c:extLst>
          </c:dPt>
          <c:dPt>
            <c:idx val="1"/>
            <c:invertIfNegative val="0"/>
            <c:bubble3D val="0"/>
            <c:spPr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954D-4441-BB75-3B3531E37371}"/>
              </c:ext>
            </c:extLst>
          </c:dPt>
          <c:dPt>
            <c:idx val="2"/>
            <c:invertIfNegative val="0"/>
            <c:bubble3D val="0"/>
            <c:spPr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954D-4441-BB75-3B3531E3737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+mn-ea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【旗舰款】智能恒温热水壶H3</c:v>
                </c:pt>
                <c:pt idx="1">
                  <c:v>【经典款】便携榨汁杯J1</c:v>
                </c:pt>
                <c:pt idx="2">
                  <c:v>【新品】多功能空气炸锅AF-01</c:v>
                </c:pt>
                <c:pt idx="3">
                  <c:v>【套装】养生壶+炖盅礼盒装</c:v>
                </c:pt>
                <c:pt idx="4">
                  <c:v>【爆款】家用静音加湿器C5</c:v>
                </c:pt>
                <c:pt idx="5">
                  <c:v>【高端款】全自动咖啡机C90</c:v>
                </c:pt>
                <c:pt idx="6">
                  <c:v>【新品】无线手持吸尘器V8</c:v>
                </c:pt>
                <c:pt idx="7">
                  <c:v>【热销】紫外线消毒牙刷架</c:v>
                </c:pt>
              </c:strCache>
            </c:strRef>
          </c:cat>
          <c:val>
            <c:numRef>
              <c:f>Sheet1!$C$2:$C$9</c:f>
              <c:numCache>
                <c:formatCode>#,##0</c:formatCode>
                <c:ptCount val="8"/>
                <c:pt idx="0">
                  <c:v>1915000</c:v>
                </c:pt>
                <c:pt idx="1">
                  <c:v>1458000</c:v>
                </c:pt>
                <c:pt idx="2">
                  <c:v>1352000</c:v>
                </c:pt>
                <c:pt idx="3">
                  <c:v>1155000</c:v>
                </c:pt>
                <c:pt idx="4">
                  <c:v>980000</c:v>
                </c:pt>
                <c:pt idx="5">
                  <c:v>920000</c:v>
                </c:pt>
                <c:pt idx="6">
                  <c:v>840000</c:v>
                </c:pt>
                <c:pt idx="7">
                  <c:v>780000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954D-4441-BB75-3B3531E373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6"/>
        <c:overlap val="100"/>
        <c:axId val="1600644015"/>
        <c:axId val="1600640655"/>
      </c:barChart>
      <c:catAx>
        <c:axId val="160064401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600640655"/>
        <c:crosses val="autoZero"/>
        <c:auto val="1"/>
        <c:lblAlgn val="ctr"/>
        <c:lblOffset val="100"/>
        <c:noMultiLvlLbl val="0"/>
      </c:catAx>
      <c:valAx>
        <c:axId val="1600640655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high"/>
        <c:crossAx val="1600644015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700">
          <a:latin typeface="+mn-ea"/>
          <a:ea typeface="+mn-ea"/>
        </a:defRPr>
      </a:pPr>
      <a:endParaRPr lang="zh-CN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solidFill>
              <a:schemeClr val="accent1">
                <a:alpha val="60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1"/>
            <c:bubble3D val="0"/>
            <c:spPr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76E-D94D-ACC6-C19930F50FD7}"/>
              </c:ext>
            </c:extLst>
          </c:dPt>
          <c:dPt>
            <c:idx val="3"/>
            <c:invertIfNegative val="1"/>
            <c:bubble3D val="0"/>
            <c:spPr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76E-D94D-ACC6-C19930F50FD7}"/>
              </c:ext>
            </c:extLst>
          </c:dPt>
          <c:xVal>
            <c:numRef>
              <c:f>Sheet1!$A$2:$A$9</c:f>
              <c:numCache>
                <c:formatCode>0%</c:formatCode>
                <c:ptCount val="8"/>
                <c:pt idx="0">
                  <c:v>0.18</c:v>
                </c:pt>
                <c:pt idx="1">
                  <c:v>0.05</c:v>
                </c:pt>
                <c:pt idx="2">
                  <c:v>0.35</c:v>
                </c:pt>
                <c:pt idx="3">
                  <c:v>0.22</c:v>
                </c:pt>
                <c:pt idx="4">
                  <c:v>0.08</c:v>
                </c:pt>
                <c:pt idx="5">
                  <c:v>0.12</c:v>
                </c:pt>
                <c:pt idx="6">
                  <c:v>0.15</c:v>
                </c:pt>
                <c:pt idx="7">
                  <c:v>0.08</c:v>
                </c:pt>
              </c:numCache>
            </c:numRef>
          </c:xVal>
          <c:yVal>
            <c:numRef>
              <c:f>Sheet1!$B$2:$B$9</c:f>
              <c:numCache>
                <c:formatCode>0%</c:formatCode>
                <c:ptCount val="8"/>
                <c:pt idx="0">
                  <c:v>0.15</c:v>
                </c:pt>
                <c:pt idx="1">
                  <c:v>0.06</c:v>
                </c:pt>
                <c:pt idx="2">
                  <c:v>0.18</c:v>
                </c:pt>
                <c:pt idx="3">
                  <c:v>0.2</c:v>
                </c:pt>
                <c:pt idx="4">
                  <c:v>0.1</c:v>
                </c:pt>
                <c:pt idx="5">
                  <c:v>0.15</c:v>
                </c:pt>
                <c:pt idx="6">
                  <c:v>0.12</c:v>
                </c:pt>
                <c:pt idx="7">
                  <c:v>7.0000000000000007E-2</c:v>
                </c:pt>
              </c:numCache>
            </c:numRef>
          </c:yVal>
          <c:bubbleSize>
            <c:numRef>
              <c:f>Sheet1!$C$2:$C$9</c:f>
              <c:numCache>
                <c:formatCode>General</c:formatCode>
                <c:ptCount val="8"/>
                <c:pt idx="0">
                  <c:v>40</c:v>
                </c:pt>
                <c:pt idx="1">
                  <c:v>10</c:v>
                </c:pt>
                <c:pt idx="2">
                  <c:v>160</c:v>
                </c:pt>
                <c:pt idx="3">
                  <c:v>200</c:v>
                </c:pt>
                <c:pt idx="4">
                  <c:v>25</c:v>
                </c:pt>
                <c:pt idx="5">
                  <c:v>30</c:v>
                </c:pt>
                <c:pt idx="6">
                  <c:v>50</c:v>
                </c:pt>
                <c:pt idx="7">
                  <c:v>15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4-A76E-D94D-ACC6-C19930F50F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208310736"/>
        <c:axId val="208323216"/>
      </c:bubbleChart>
      <c:valAx>
        <c:axId val="208310736"/>
        <c:scaling>
          <c:orientation val="minMax"/>
          <c:max val="0.4"/>
          <c:min val="0"/>
        </c:scaling>
        <c:delete val="0"/>
        <c:axPos val="b"/>
        <c:numFmt formatCode="0%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208323216"/>
        <c:crosses val="autoZero"/>
        <c:crossBetween val="midCat"/>
      </c:valAx>
      <c:valAx>
        <c:axId val="208323216"/>
        <c:scaling>
          <c:orientation val="minMax"/>
          <c:max val="0.25"/>
          <c:min val="0"/>
        </c:scaling>
        <c:delete val="0"/>
        <c:axPos val="l"/>
        <c:numFmt formatCode="0%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20831073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700">
          <a:solidFill>
            <a:schemeClr val="tx1"/>
          </a:solidFill>
          <a:latin typeface="+mn-ea"/>
          <a:ea typeface="+mn-ea"/>
        </a:defRPr>
      </a:pPr>
      <a:endParaRPr lang="zh-CN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r>
              <a:rPr lang="zh-CN" altLang="en-US" sz="1600" dirty="0">
                <a:latin typeface="+mn-ea"/>
                <a:ea typeface="+mn-ea"/>
                <a:cs typeface="Roboto" panose="02000000000000000000" charset="0"/>
              </a:rPr>
              <a:t>销售额及花费分析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Roboto" panose="02000000000000000000" charset="0"/>
            </a:defRPr>
          </a:pPr>
          <a:endParaRPr lang="zh-CN" altLang="en-US"/>
        </a:p>
      </c:txPr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成本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Sheet1!$A$2:$A$13</c:f>
              <c:strCache>
                <c:ptCount val="12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  <c:pt idx="3">
                  <c:v>四月</c:v>
                </c:pt>
                <c:pt idx="4">
                  <c:v>五月</c:v>
                </c:pt>
                <c:pt idx="5">
                  <c:v>六月</c:v>
                </c:pt>
                <c:pt idx="6">
                  <c:v>七月</c:v>
                </c:pt>
                <c:pt idx="7">
                  <c:v>八月</c:v>
                </c:pt>
                <c:pt idx="8">
                  <c:v>九月</c:v>
                </c:pt>
                <c:pt idx="9">
                  <c:v>十月</c:v>
                </c:pt>
                <c:pt idx="10">
                  <c:v>十一月</c:v>
                </c:pt>
                <c:pt idx="11">
                  <c:v>十二月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2.4</c:v>
                </c:pt>
                <c:pt idx="1">
                  <c:v>1.3</c:v>
                </c:pt>
                <c:pt idx="2">
                  <c:v>3.5</c:v>
                </c:pt>
                <c:pt idx="3">
                  <c:v>2.7</c:v>
                </c:pt>
                <c:pt idx="4">
                  <c:v>3.7</c:v>
                </c:pt>
                <c:pt idx="5">
                  <c:v>2.2999999999999998</c:v>
                </c:pt>
                <c:pt idx="6">
                  <c:v>2.9</c:v>
                </c:pt>
                <c:pt idx="7">
                  <c:v>3.1</c:v>
                </c:pt>
                <c:pt idx="8">
                  <c:v>2.7</c:v>
                </c:pt>
                <c:pt idx="9">
                  <c:v>1.9</c:v>
                </c:pt>
                <c:pt idx="10">
                  <c:v>2.5</c:v>
                </c:pt>
                <c:pt idx="11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63-F84F-B076-B340C91F39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利润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cat>
            <c:strRef>
              <c:f>Sheet1!$A$2:$A$13</c:f>
              <c:strCache>
                <c:ptCount val="12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  <c:pt idx="3">
                  <c:v>四月</c:v>
                </c:pt>
                <c:pt idx="4">
                  <c:v>五月</c:v>
                </c:pt>
                <c:pt idx="5">
                  <c:v>六月</c:v>
                </c:pt>
                <c:pt idx="6">
                  <c:v>七月</c:v>
                </c:pt>
                <c:pt idx="7">
                  <c:v>八月</c:v>
                </c:pt>
                <c:pt idx="8">
                  <c:v>九月</c:v>
                </c:pt>
                <c:pt idx="9">
                  <c:v>十月</c:v>
                </c:pt>
                <c:pt idx="10">
                  <c:v>十一月</c:v>
                </c:pt>
                <c:pt idx="11">
                  <c:v>十二月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4.2</c:v>
                </c:pt>
                <c:pt idx="1">
                  <c:v>5.0999999999999996</c:v>
                </c:pt>
                <c:pt idx="2">
                  <c:v>4.8</c:v>
                </c:pt>
                <c:pt idx="3">
                  <c:v>4.5999999999999996</c:v>
                </c:pt>
                <c:pt idx="4">
                  <c:v>5.4</c:v>
                </c:pt>
                <c:pt idx="5">
                  <c:v>5.2</c:v>
                </c:pt>
                <c:pt idx="6">
                  <c:v>4.9000000000000004</c:v>
                </c:pt>
                <c:pt idx="7">
                  <c:v>5.2</c:v>
                </c:pt>
                <c:pt idx="8">
                  <c:v>4.8</c:v>
                </c:pt>
                <c:pt idx="9">
                  <c:v>4.5999999999999996</c:v>
                </c:pt>
                <c:pt idx="10">
                  <c:v>4.2</c:v>
                </c:pt>
                <c:pt idx="11">
                  <c:v>4.0999999999999996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63-F84F-B076-B340C91F39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6155920"/>
        <c:axId val="206149680"/>
      </c:areaChart>
      <c:catAx>
        <c:axId val="2061559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206149680"/>
        <c:crosses val="autoZero"/>
        <c:auto val="1"/>
        <c:lblAlgn val="ctr"/>
        <c:lblOffset val="100"/>
        <c:noMultiLvlLbl val="0"/>
      </c:catAx>
      <c:valAx>
        <c:axId val="206149680"/>
        <c:scaling>
          <c:orientation val="minMax"/>
        </c:scaling>
        <c:delete val="1"/>
        <c:axPos val="r"/>
        <c:numFmt formatCode="General" sourceLinked="1"/>
        <c:majorTickMark val="out"/>
        <c:minorTickMark val="none"/>
        <c:tickLblPos val="nextTo"/>
        <c:crossAx val="20615592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4730182911477602E-2"/>
          <c:y val="0.114095966189994"/>
          <c:w val="0.12904469526096701"/>
          <c:h val="6.36783294935298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D17-DD43-B035-7EE09067DCAB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D17-DD43-B035-7EE09067DCAB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D17-DD43-B035-7EE09067DCAB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D17-DD43-B035-7EE09067DCA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市场部</c:v>
                </c:pt>
                <c:pt idx="1">
                  <c:v>运营部</c:v>
                </c:pt>
                <c:pt idx="2">
                  <c:v>生产部</c:v>
                </c:pt>
                <c:pt idx="3">
                  <c:v>质检部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0.25</c:v>
                </c:pt>
                <c:pt idx="1">
                  <c:v>0.32</c:v>
                </c:pt>
                <c:pt idx="2">
                  <c:v>0.15</c:v>
                </c:pt>
                <c:pt idx="3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D17-DD43-B035-7EE09067DC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7779203824989"/>
          <c:y val="0.83883182000596901"/>
          <c:w val="0.60889584163409105"/>
          <c:h val="6.885277430522170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收入</c:v>
                </c:pt>
                <c:pt idx="1">
                  <c:v>花费</c:v>
                </c:pt>
                <c:pt idx="2">
                  <c:v>净利润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8526</c:v>
                </c:pt>
                <c:pt idx="1">
                  <c:v>9876</c:v>
                </c:pt>
                <c:pt idx="2">
                  <c:v>15364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D2-F740-82BA-D59D4659D6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收入</c:v>
                </c:pt>
                <c:pt idx="1">
                  <c:v>花费</c:v>
                </c:pt>
                <c:pt idx="2">
                  <c:v>净利润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11289</c:v>
                </c:pt>
                <c:pt idx="1">
                  <c:v>12564</c:v>
                </c:pt>
                <c:pt idx="2">
                  <c:v>19635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D2-F740-82BA-D59D4659D6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70425055"/>
        <c:axId val="1170422655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增长率</c:v>
                </c:pt>
              </c:strCache>
            </c:strRef>
          </c:tx>
          <c:spPr>
            <a:ln w="38100" cap="rnd">
              <a:solidFill>
                <a:schemeClr val="accent1">
                  <a:lumMod val="75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5"/>
            <c:spPr>
              <a:solidFill>
                <a:schemeClr val="bg1"/>
              </a:solidFill>
              <a:ln w="15875">
                <a:solidFill>
                  <a:schemeClr val="accent1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cat>
            <c:strRef>
              <c:f>Sheet1!$A$2:$A$4</c:f>
              <c:strCache>
                <c:ptCount val="3"/>
                <c:pt idx="0">
                  <c:v>收入</c:v>
                </c:pt>
                <c:pt idx="1">
                  <c:v>花费</c:v>
                </c:pt>
                <c:pt idx="2">
                  <c:v>净利润</c:v>
                </c:pt>
              </c:strCache>
            </c:strRef>
          </c:cat>
          <c:val>
            <c:numRef>
              <c:f>Sheet1!$D$2:$D$4</c:f>
              <c:numCache>
                <c:formatCode>0%</c:formatCode>
                <c:ptCount val="3"/>
                <c:pt idx="0">
                  <c:v>0.24</c:v>
                </c:pt>
                <c:pt idx="1">
                  <c:v>0.21</c:v>
                </c:pt>
                <c:pt idx="2">
                  <c:v>0.22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5D2-F740-82BA-D59D4659D6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5874928"/>
        <c:axId val="135892688"/>
      </c:lineChart>
      <c:catAx>
        <c:axId val="11704250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170422655"/>
        <c:crosses val="autoZero"/>
        <c:auto val="1"/>
        <c:lblAlgn val="ctr"/>
        <c:lblOffset val="100"/>
        <c:noMultiLvlLbl val="0"/>
      </c:catAx>
      <c:valAx>
        <c:axId val="117042265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170425055"/>
        <c:crosses val="autoZero"/>
        <c:crossBetween val="between"/>
      </c:valAx>
      <c:catAx>
        <c:axId val="1358749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35892688"/>
        <c:crosses val="autoZero"/>
        <c:auto val="1"/>
        <c:lblAlgn val="ctr"/>
        <c:lblOffset val="100"/>
        <c:noMultiLvlLbl val="0"/>
      </c:catAx>
      <c:valAx>
        <c:axId val="135892688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35874928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dPt>
            <c:idx val="2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E5E-9A4C-B0DE-EB0FBF88C1B0}"/>
              </c:ext>
            </c:extLst>
          </c:dPt>
          <c:dPt>
            <c:idx val="8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E5E-9A4C-B0DE-EB0FBF88C1B0}"/>
              </c:ext>
            </c:extLst>
          </c:dPt>
          <c:dPt>
            <c:idx val="1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E5E-9A4C-B0DE-EB0FBF88C1B0}"/>
              </c:ext>
            </c:extLst>
          </c:dPt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2534</c:v>
                </c:pt>
                <c:pt idx="1">
                  <c:v>1986</c:v>
                </c:pt>
                <c:pt idx="2">
                  <c:v>2653</c:v>
                </c:pt>
                <c:pt idx="3">
                  <c:v>2057</c:v>
                </c:pt>
                <c:pt idx="4">
                  <c:v>1992</c:v>
                </c:pt>
                <c:pt idx="5">
                  <c:v>2453</c:v>
                </c:pt>
                <c:pt idx="6">
                  <c:v>2389</c:v>
                </c:pt>
                <c:pt idx="7">
                  <c:v>2458</c:v>
                </c:pt>
                <c:pt idx="8">
                  <c:v>2653</c:v>
                </c:pt>
                <c:pt idx="9">
                  <c:v>2536</c:v>
                </c:pt>
                <c:pt idx="10">
                  <c:v>2498</c:v>
                </c:pt>
                <c:pt idx="11">
                  <c:v>2696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E5E-9A4C-B0DE-EB0FBF88C1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6159760"/>
        <c:axId val="206163600"/>
      </c:areaChart>
      <c:catAx>
        <c:axId val="206159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206163600"/>
        <c:crosses val="autoZero"/>
        <c:auto val="1"/>
        <c:lblAlgn val="ctr"/>
        <c:lblOffset val="100"/>
        <c:noMultiLvlLbl val="0"/>
      </c:catAx>
      <c:valAx>
        <c:axId val="2061636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0615976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F2B-EF4C-9329-13BF94041006}"/>
              </c:ext>
            </c:extLst>
          </c:dPt>
          <c:dPt>
            <c:idx val="1"/>
            <c:bubble3D val="0"/>
            <c:spPr>
              <a:solidFill>
                <a:schemeClr val="bg1">
                  <a:alpha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F2B-EF4C-9329-13BF94041006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0.69</c:v>
                </c:pt>
                <c:pt idx="1">
                  <c:v>0.31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F2B-EF4C-9329-13BF940410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7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4B4-4A4C-AA14-98864A35EF03}"/>
              </c:ext>
            </c:extLst>
          </c:dPt>
          <c:dPt>
            <c:idx val="1"/>
            <c:bubble3D val="0"/>
            <c:spPr>
              <a:solidFill>
                <a:schemeClr val="bg1">
                  <a:alpha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4B4-4A4C-AA14-98864A35EF03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0.78</c:v>
                </c:pt>
                <c:pt idx="1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4B4-4A4C-AA14-98864A35EF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7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销售花费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0%</c:formatCode>
                <c:ptCount val="12"/>
                <c:pt idx="0">
                  <c:v>0.62</c:v>
                </c:pt>
                <c:pt idx="1">
                  <c:v>0.71</c:v>
                </c:pt>
                <c:pt idx="2">
                  <c:v>0.82</c:v>
                </c:pt>
                <c:pt idx="3">
                  <c:v>0.85</c:v>
                </c:pt>
                <c:pt idx="4">
                  <c:v>0.59</c:v>
                </c:pt>
                <c:pt idx="5">
                  <c:v>0.52</c:v>
                </c:pt>
                <c:pt idx="6">
                  <c:v>0.63</c:v>
                </c:pt>
                <c:pt idx="7">
                  <c:v>0.86</c:v>
                </c:pt>
                <c:pt idx="8">
                  <c:v>0.92</c:v>
                </c:pt>
                <c:pt idx="9">
                  <c:v>0.85</c:v>
                </c:pt>
                <c:pt idx="10">
                  <c:v>0.67</c:v>
                </c:pt>
                <c:pt idx="11">
                  <c:v>0.96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70-404D-948A-4BF6DC2B06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35868208"/>
        <c:axId val="135880208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存货余额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>
              <a:outerShdw blurRad="38100" dist="88900" dir="5400000" algn="t" rotWithShape="0">
                <a:prstClr val="black">
                  <a:alpha val="20000"/>
                </a:prstClr>
              </a:outerShdw>
            </a:effectLst>
          </c:spPr>
          <c:marker>
            <c:symbol val="circle"/>
            <c:size val="5"/>
            <c:spPr>
              <a:solidFill>
                <a:schemeClr val="bg1"/>
              </a:solidFill>
              <a:ln w="25400">
                <a:solidFill>
                  <a:schemeClr val="accent2"/>
                </a:solidFill>
              </a:ln>
              <a:effectLst>
                <a:outerShdw blurRad="38100" dist="88900" dir="5400000" algn="t" rotWithShape="0">
                  <a:prstClr val="black">
                    <a:alpha val="20000"/>
                  </a:prstClr>
                </a:outerShdw>
              </a:effectLst>
            </c:spPr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53</c:v>
                </c:pt>
                <c:pt idx="1">
                  <c:v>49</c:v>
                </c:pt>
                <c:pt idx="2">
                  <c:v>62</c:v>
                </c:pt>
                <c:pt idx="3">
                  <c:v>68</c:v>
                </c:pt>
                <c:pt idx="4">
                  <c:v>47</c:v>
                </c:pt>
                <c:pt idx="5">
                  <c:v>45</c:v>
                </c:pt>
                <c:pt idx="6">
                  <c:v>40</c:v>
                </c:pt>
                <c:pt idx="7">
                  <c:v>69</c:v>
                </c:pt>
                <c:pt idx="8">
                  <c:v>72</c:v>
                </c:pt>
                <c:pt idx="9">
                  <c:v>70</c:v>
                </c:pt>
                <c:pt idx="10">
                  <c:v>59</c:v>
                </c:pt>
                <c:pt idx="11">
                  <c:v>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570-404D-948A-4BF6DC2B06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6534320"/>
        <c:axId val="206529040"/>
      </c:lineChart>
      <c:catAx>
        <c:axId val="135868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35880208"/>
        <c:crosses val="autoZero"/>
        <c:auto val="1"/>
        <c:lblAlgn val="ctr"/>
        <c:lblOffset val="100"/>
        <c:noMultiLvlLbl val="0"/>
      </c:catAx>
      <c:valAx>
        <c:axId val="135880208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35868208"/>
        <c:crosses val="autoZero"/>
        <c:crossBetween val="between"/>
      </c:valAx>
      <c:catAx>
        <c:axId val="2065343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6529040"/>
        <c:crosses val="autoZero"/>
        <c:auto val="1"/>
        <c:lblAlgn val="ctr"/>
        <c:lblOffset val="100"/>
        <c:noMultiLvlLbl val="0"/>
      </c:catAx>
      <c:valAx>
        <c:axId val="206529040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20653432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353044851520099"/>
          <c:y val="0.141098426505092"/>
          <c:w val="0.82268276961735998"/>
          <c:h val="0.6443905547885090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62E-D94E-822E-B35B1BF88CC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altLang="zh-CN" sz="1000" b="0" i="0" u="none" strike="noStrike" kern="1200" baseline="0">
                    <a:solidFill>
                      <a:schemeClr val="accent1"/>
                    </a:solidFill>
                    <a:latin typeface="+mj-ea"/>
                    <a:ea typeface="+mj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目标</c:v>
                </c:pt>
                <c:pt idx="1">
                  <c:v>录用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62E-D94E-822E-B35B1BF88C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7"/>
        <c:overlap val="-100"/>
        <c:axId val="1819357151"/>
        <c:axId val="1819339391"/>
      </c:barChart>
      <c:catAx>
        <c:axId val="18193571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819339391"/>
        <c:crosses val="autoZero"/>
        <c:auto val="1"/>
        <c:lblAlgn val="ctr"/>
        <c:lblOffset val="100"/>
        <c:noMultiLvlLbl val="0"/>
      </c:catAx>
      <c:valAx>
        <c:axId val="1819339391"/>
        <c:scaling>
          <c:orientation val="minMax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18193571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6AB-C244-838D-39EFA3E5C9D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6AB-C244-838D-39EFA3E5C9D9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6AB-C244-838D-39EFA3E5C9D9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6AB-C244-838D-39EFA3E5C9D9}"/>
              </c:ext>
            </c:extLst>
          </c:dPt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185000000</c:v>
                </c:pt>
                <c:pt idx="1">
                  <c:v>225000000</c:v>
                </c:pt>
                <c:pt idx="2">
                  <c:v>268000000</c:v>
                </c:pt>
                <c:pt idx="3">
                  <c:v>342000000</c:v>
                </c:pt>
                <c:pt idx="4">
                  <c:v>385000000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6AB-C244-838D-39EFA3E5C9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062524432"/>
        <c:axId val="106252299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转化率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9050">
                <a:solidFill>
                  <a:schemeClr val="accent3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Sheet1!$C$2:$C$6</c:f>
              <c:numCache>
                <c:formatCode>0.00%</c:formatCode>
                <c:ptCount val="5"/>
                <c:pt idx="0">
                  <c:v>3.2000000000000001E-2</c:v>
                </c:pt>
                <c:pt idx="1">
                  <c:v>2.8000000000000001E-2</c:v>
                </c:pt>
                <c:pt idx="2">
                  <c:v>3.5000000000000003E-2</c:v>
                </c:pt>
                <c:pt idx="3">
                  <c:v>3.7999999999999999E-2</c:v>
                </c:pt>
                <c:pt idx="4">
                  <c:v>4.1000000000000002E-2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16AB-C244-838D-39EFA3E5C9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58034256"/>
        <c:axId val="1058033776"/>
      </c:lineChart>
      <c:catAx>
        <c:axId val="1062524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062522992"/>
        <c:crosses val="autoZero"/>
        <c:auto val="1"/>
        <c:lblAlgn val="ctr"/>
        <c:lblOffset val="100"/>
        <c:noMultiLvlLbl val="0"/>
      </c:catAx>
      <c:valAx>
        <c:axId val="10625229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062524432"/>
        <c:crosses val="autoZero"/>
        <c:crossBetween val="between"/>
        <c:dispUnits>
          <c:builtInUnit val="millions"/>
        </c:dispUnits>
      </c:valAx>
      <c:catAx>
        <c:axId val="105803425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58033776"/>
        <c:crosses val="autoZero"/>
        <c:auto val="1"/>
        <c:lblAlgn val="ctr"/>
        <c:lblOffset val="100"/>
        <c:noMultiLvlLbl val="0"/>
      </c:catAx>
      <c:valAx>
        <c:axId val="1058033776"/>
        <c:scaling>
          <c:orientation val="minMax"/>
          <c:min val="0.01"/>
        </c:scaling>
        <c:delete val="0"/>
        <c:axPos val="r"/>
        <c:numFmt formatCode="0.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058034256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ayout>
        <c:manualLayout>
          <c:xMode val="edge"/>
          <c:yMode val="edge"/>
          <c:x val="0.20567685589519599"/>
          <c:y val="0.107937868601565"/>
          <c:w val="0.28296943231441002"/>
          <c:h val="8.298691943781219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思源黑体 CN Normal" panose="020B0400000000000000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gradFill>
              <a:gsLst>
                <a:gs pos="0">
                  <a:schemeClr val="accent2"/>
                </a:gs>
                <a:gs pos="100000">
                  <a:schemeClr val="accent2">
                    <a:alpha val="50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华东</c:v>
                </c:pt>
                <c:pt idx="1">
                  <c:v>华南</c:v>
                </c:pt>
                <c:pt idx="2">
                  <c:v>华北</c:v>
                </c:pt>
                <c:pt idx="3">
                  <c:v>西南</c:v>
                </c:pt>
                <c:pt idx="4">
                  <c:v>西北</c:v>
                </c:pt>
                <c:pt idx="5">
                  <c:v>东北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1450000</c:v>
                </c:pt>
                <c:pt idx="1">
                  <c:v>980000</c:v>
                </c:pt>
                <c:pt idx="2">
                  <c:v>760000</c:v>
                </c:pt>
                <c:pt idx="3">
                  <c:v>650000</c:v>
                </c:pt>
                <c:pt idx="4">
                  <c:v>420000</c:v>
                </c:pt>
                <c:pt idx="5">
                  <c:v>340000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6B-3744-95A2-4CF7D290C2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068105040"/>
        <c:axId val="1068105520"/>
      </c:barChart>
      <c:catAx>
        <c:axId val="1068105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068105520"/>
        <c:crosses val="autoZero"/>
        <c:auto val="1"/>
        <c:lblAlgn val="ctr"/>
        <c:lblOffset val="100"/>
        <c:noMultiLvlLbl val="0"/>
      </c:catAx>
      <c:valAx>
        <c:axId val="10681055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068105040"/>
        <c:crosses val="autoZero"/>
        <c:crossBetween val="between"/>
        <c:dispUnits>
          <c:builtInUnit val="tenThousand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完成比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EE1-7B48-80CA-26B793D7A6B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EE1-7B48-80CA-26B793D7A6B8}"/>
              </c:ext>
            </c:extLst>
          </c:dPt>
          <c:cat>
            <c:strRef>
              <c:f>Sheet1!$A$2:$A$3</c:f>
              <c:strCache>
                <c:ptCount val="2"/>
                <c:pt idx="0">
                  <c:v>完成</c:v>
                </c:pt>
                <c:pt idx="1">
                  <c:v>未完成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0.82499999999999996</c:v>
                </c:pt>
                <c:pt idx="1">
                  <c:v>0.17499999999999999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EE1-7B48-80CA-26B793D7A6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32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完成比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E4B-3443-82EC-ED1226F489B7}"/>
              </c:ext>
            </c:extLst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E4B-3443-82EC-ED1226F489B7}"/>
              </c:ext>
            </c:extLst>
          </c:dPt>
          <c:cat>
            <c:strRef>
              <c:f>Sheet1!$A$2:$A$3</c:f>
              <c:strCache>
                <c:ptCount val="2"/>
                <c:pt idx="0">
                  <c:v>完成</c:v>
                </c:pt>
                <c:pt idx="1">
                  <c:v>未完成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0.82499999999999996</c:v>
                </c:pt>
                <c:pt idx="1">
                  <c:v>0.17499999999999999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E4B-3443-82EC-ED1226F489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完成比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3C7-BF4A-8A5D-F2CDAE60D1A8}"/>
              </c:ext>
            </c:extLst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3C7-BF4A-8A5D-F2CDAE60D1A8}"/>
              </c:ext>
            </c:extLst>
          </c:dPt>
          <c:cat>
            <c:strRef>
              <c:f>Sheet1!$A$2:$A$3</c:f>
              <c:strCache>
                <c:ptCount val="2"/>
                <c:pt idx="0">
                  <c:v>完成</c:v>
                </c:pt>
                <c:pt idx="1">
                  <c:v>未完成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0.78900000000000003</c:v>
                </c:pt>
                <c:pt idx="1">
                  <c:v>0.21099999999999999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3C7-BF4A-8A5D-F2CDAE60D1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完成比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D10-184C-B2F1-EC2772FED92B}"/>
              </c:ext>
            </c:extLst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D10-184C-B2F1-EC2772FED92B}"/>
              </c:ext>
            </c:extLst>
          </c:dPt>
          <c:cat>
            <c:strRef>
              <c:f>Sheet1!$A$2:$A$3</c:f>
              <c:strCache>
                <c:ptCount val="2"/>
                <c:pt idx="0">
                  <c:v>完成</c:v>
                </c:pt>
                <c:pt idx="1">
                  <c:v>未完成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0.56200000000000006</c:v>
                </c:pt>
                <c:pt idx="1">
                  <c:v>0.438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D10-184C-B2F1-EC2772FED9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完成比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3AE-AA46-9A39-976B3169E04F}"/>
              </c:ext>
            </c:extLst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3AE-AA46-9A39-976B3169E04F}"/>
              </c:ext>
            </c:extLst>
          </c:dPt>
          <c:cat>
            <c:strRef>
              <c:f>Sheet1!$A$2:$A$3</c:f>
              <c:strCache>
                <c:ptCount val="2"/>
                <c:pt idx="0">
                  <c:v>完成</c:v>
                </c:pt>
                <c:pt idx="1">
                  <c:v>未完成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0.71799999999999997</c:v>
                </c:pt>
                <c:pt idx="1">
                  <c:v>0.28199999999999997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AE-AA46-9A39-976B3169E0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线上门店折线</c:v>
                </c:pt>
              </c:strCache>
            </c:strRef>
          </c:tx>
          <c:spPr>
            <a:gradFill flip="none" rotWithShape="1">
              <a:gsLst>
                <a:gs pos="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  <a:tileRect/>
            </a:gradFill>
            <a:ln>
              <a:noFill/>
            </a:ln>
            <a:effectLst/>
          </c:spPr>
          <c:dLbls>
            <c:delete val="1"/>
          </c:dLbls>
          <c:cat>
            <c:strRef>
              <c:f>Sheet1!$A$2:$A$1048576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920</c:v>
                </c:pt>
                <c:pt idx="1">
                  <c:v>880</c:v>
                </c:pt>
                <c:pt idx="2">
                  <c:v>1020</c:v>
                </c:pt>
                <c:pt idx="3">
                  <c:v>1050</c:v>
                </c:pt>
                <c:pt idx="4">
                  <c:v>980</c:v>
                </c:pt>
                <c:pt idx="5">
                  <c:v>1100</c:v>
                </c:pt>
                <c:pt idx="6">
                  <c:v>1050</c:v>
                </c:pt>
                <c:pt idx="7">
                  <c:v>1150</c:v>
                </c:pt>
                <c:pt idx="8">
                  <c:v>1080</c:v>
                </c:pt>
                <c:pt idx="9">
                  <c:v>1200</c:v>
                </c:pt>
                <c:pt idx="10">
                  <c:v>1180</c:v>
                </c:pt>
                <c:pt idx="11">
                  <c:v>1275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2B-FC49-BAB3-43E1D8556A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926386287"/>
        <c:axId val="1926380527"/>
      </c:areaChart>
      <c:lineChart>
        <c:grouping val="standard"/>
        <c:varyColors val="0"/>
        <c:ser>
          <c:idx val="1"/>
          <c:order val="1"/>
          <c:tx>
            <c:strRef>
              <c:f>Sheet1!$B$1</c:f>
              <c:strCache>
                <c:ptCount val="1"/>
                <c:pt idx="0">
                  <c:v>线上门店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Sheet1!$B$2:$B$13</c:f>
              <c:numCache>
                <c:formatCode>General</c:formatCode>
                <c:ptCount val="12"/>
                <c:pt idx="0">
                  <c:v>920</c:v>
                </c:pt>
                <c:pt idx="1">
                  <c:v>880</c:v>
                </c:pt>
                <c:pt idx="2">
                  <c:v>1020</c:v>
                </c:pt>
                <c:pt idx="3">
                  <c:v>1050</c:v>
                </c:pt>
                <c:pt idx="4">
                  <c:v>980</c:v>
                </c:pt>
                <c:pt idx="5">
                  <c:v>1100</c:v>
                </c:pt>
                <c:pt idx="6">
                  <c:v>1050</c:v>
                </c:pt>
                <c:pt idx="7">
                  <c:v>1150</c:v>
                </c:pt>
                <c:pt idx="8">
                  <c:v>1080</c:v>
                </c:pt>
                <c:pt idx="9">
                  <c:v>1200</c:v>
                </c:pt>
                <c:pt idx="10">
                  <c:v>1180</c:v>
                </c:pt>
                <c:pt idx="11">
                  <c:v>1275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82B-FC49-BAB3-43E1D8556A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48396863"/>
        <c:axId val="1948413183"/>
      </c:lineChart>
      <c:catAx>
        <c:axId val="19263862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926380527"/>
        <c:crosses val="autoZero"/>
        <c:auto val="1"/>
        <c:lblAlgn val="ctr"/>
        <c:lblOffset val="100"/>
        <c:noMultiLvlLbl val="0"/>
      </c:catAx>
      <c:valAx>
        <c:axId val="1926380527"/>
        <c:scaling>
          <c:orientation val="minMax"/>
          <c:min val="800"/>
        </c:scaling>
        <c:delete val="1"/>
        <c:axPos val="l"/>
        <c:numFmt formatCode="General" sourceLinked="1"/>
        <c:majorTickMark val="none"/>
        <c:minorTickMark val="none"/>
        <c:tickLblPos val="nextTo"/>
        <c:crossAx val="1926386287"/>
        <c:crosses val="autoZero"/>
        <c:crossBetween val="between"/>
      </c:valAx>
      <c:catAx>
        <c:axId val="1948396863"/>
        <c:scaling>
          <c:orientation val="minMax"/>
        </c:scaling>
        <c:delete val="1"/>
        <c:axPos val="b"/>
        <c:majorTickMark val="out"/>
        <c:minorTickMark val="none"/>
        <c:tickLblPos val="nextTo"/>
        <c:crossAx val="1948413183"/>
        <c:crosses val="autoZero"/>
        <c:auto val="1"/>
        <c:lblAlgn val="ctr"/>
        <c:lblOffset val="100"/>
        <c:noMultiLvlLbl val="0"/>
      </c:catAx>
      <c:valAx>
        <c:axId val="1948413183"/>
        <c:scaling>
          <c:orientation val="minMax"/>
        </c:scaling>
        <c:delete val="1"/>
        <c:axPos val="r"/>
        <c:numFmt formatCode="General" sourceLinked="1"/>
        <c:majorTickMark val="out"/>
        <c:minorTickMark val="none"/>
        <c:tickLblPos val="nextTo"/>
        <c:crossAx val="1948396863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电商平台2</c:v>
                </c:pt>
              </c:strCache>
            </c:strRef>
          </c:tx>
          <c:spPr>
            <a:gradFill flip="none" rotWithShape="1">
              <a:gsLst>
                <a:gs pos="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  <a:tileRect/>
            </a:gradFill>
            <a:ln>
              <a:noFill/>
            </a:ln>
            <a:effectLst/>
          </c:spPr>
          <c:dLbls>
            <c:delete val="1"/>
          </c:dLbls>
          <c:cat>
            <c:strRef>
              <c:f>Sheet1!$A$2:$A$1048576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780</c:v>
                </c:pt>
                <c:pt idx="1">
                  <c:v>820</c:v>
                </c:pt>
                <c:pt idx="2">
                  <c:v>950</c:v>
                </c:pt>
                <c:pt idx="3">
                  <c:v>920</c:v>
                </c:pt>
                <c:pt idx="4">
                  <c:v>1000</c:v>
                </c:pt>
                <c:pt idx="5">
                  <c:v>1240</c:v>
                </c:pt>
                <c:pt idx="6">
                  <c:v>980</c:v>
                </c:pt>
                <c:pt idx="7">
                  <c:v>1020</c:v>
                </c:pt>
                <c:pt idx="8">
                  <c:v>1100</c:v>
                </c:pt>
                <c:pt idx="9">
                  <c:v>1150</c:v>
                </c:pt>
                <c:pt idx="10">
                  <c:v>1860</c:v>
                </c:pt>
                <c:pt idx="11">
                  <c:v>1420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1C-B74E-99FC-96A6AC0E23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926386287"/>
        <c:axId val="1926380527"/>
      </c:areaChart>
      <c:lineChart>
        <c:grouping val="standard"/>
        <c:varyColors val="0"/>
        <c:ser>
          <c:idx val="1"/>
          <c:order val="1"/>
          <c:tx>
            <c:strRef>
              <c:f>Sheet1!$B$1</c:f>
              <c:strCache>
                <c:ptCount val="1"/>
                <c:pt idx="0">
                  <c:v>电商平台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Sheet1!$B$2:$B$13</c:f>
              <c:numCache>
                <c:formatCode>General</c:formatCode>
                <c:ptCount val="12"/>
                <c:pt idx="0">
                  <c:v>780</c:v>
                </c:pt>
                <c:pt idx="1">
                  <c:v>820</c:v>
                </c:pt>
                <c:pt idx="2">
                  <c:v>950</c:v>
                </c:pt>
                <c:pt idx="3">
                  <c:v>920</c:v>
                </c:pt>
                <c:pt idx="4">
                  <c:v>1000</c:v>
                </c:pt>
                <c:pt idx="5">
                  <c:v>1240</c:v>
                </c:pt>
                <c:pt idx="6">
                  <c:v>980</c:v>
                </c:pt>
                <c:pt idx="7">
                  <c:v>1020</c:v>
                </c:pt>
                <c:pt idx="8">
                  <c:v>1100</c:v>
                </c:pt>
                <c:pt idx="9">
                  <c:v>1150</c:v>
                </c:pt>
                <c:pt idx="10">
                  <c:v>1860</c:v>
                </c:pt>
                <c:pt idx="11">
                  <c:v>1420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21C-B74E-99FC-96A6AC0E23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48396863"/>
        <c:axId val="1948413183"/>
      </c:lineChart>
      <c:catAx>
        <c:axId val="192638628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926380527"/>
        <c:crosses val="autoZero"/>
        <c:auto val="1"/>
        <c:lblAlgn val="ctr"/>
        <c:lblOffset val="100"/>
        <c:noMultiLvlLbl val="0"/>
      </c:catAx>
      <c:valAx>
        <c:axId val="1926380527"/>
        <c:scaling>
          <c:orientation val="minMax"/>
          <c:min val="700"/>
        </c:scaling>
        <c:delete val="1"/>
        <c:axPos val="l"/>
        <c:numFmt formatCode="General" sourceLinked="1"/>
        <c:majorTickMark val="out"/>
        <c:minorTickMark val="none"/>
        <c:tickLblPos val="nextTo"/>
        <c:crossAx val="1926386287"/>
        <c:crosses val="autoZero"/>
        <c:crossBetween val="between"/>
      </c:valAx>
      <c:catAx>
        <c:axId val="1948396863"/>
        <c:scaling>
          <c:orientation val="minMax"/>
        </c:scaling>
        <c:delete val="1"/>
        <c:axPos val="t"/>
        <c:majorTickMark val="out"/>
        <c:minorTickMark val="none"/>
        <c:tickLblPos val="nextTo"/>
        <c:crossAx val="1948413183"/>
        <c:crosses val="max"/>
        <c:auto val="1"/>
        <c:lblAlgn val="ctr"/>
        <c:lblOffset val="100"/>
        <c:noMultiLvlLbl val="0"/>
      </c:catAx>
      <c:valAx>
        <c:axId val="1948413183"/>
        <c:scaling>
          <c:orientation val="minMax"/>
          <c:min val="700"/>
        </c:scaling>
        <c:delete val="1"/>
        <c:axPos val="r"/>
        <c:numFmt formatCode="General" sourceLinked="1"/>
        <c:majorTickMark val="out"/>
        <c:minorTickMark val="none"/>
        <c:tickLblPos val="nextTo"/>
        <c:crossAx val="1948396863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直销团队2</c:v>
                </c:pt>
              </c:strCache>
            </c:strRef>
          </c:tx>
          <c:spPr>
            <a:gradFill flip="none" rotWithShape="1">
              <a:gsLst>
                <a:gs pos="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  <a:tileRect/>
            </a:gradFill>
            <a:ln>
              <a:noFill/>
            </a:ln>
            <a:effectLst/>
          </c:spPr>
          <c:dLbls>
            <c:delete val="1"/>
          </c:dLbls>
          <c:cat>
            <c:strRef>
              <c:f>Sheet1!$A$2:$A$1048576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620</c:v>
                </c:pt>
                <c:pt idx="1">
                  <c:v>580</c:v>
                </c:pt>
                <c:pt idx="2">
                  <c:v>680</c:v>
                </c:pt>
                <c:pt idx="3">
                  <c:v>720</c:v>
                </c:pt>
                <c:pt idx="4">
                  <c:v>750</c:v>
                </c:pt>
                <c:pt idx="5">
                  <c:v>780</c:v>
                </c:pt>
                <c:pt idx="6">
                  <c:v>820</c:v>
                </c:pt>
                <c:pt idx="7">
                  <c:v>850</c:v>
                </c:pt>
                <c:pt idx="8">
                  <c:v>880</c:v>
                </c:pt>
                <c:pt idx="9">
                  <c:v>920</c:v>
                </c:pt>
                <c:pt idx="10">
                  <c:v>980</c:v>
                </c:pt>
                <c:pt idx="11">
                  <c:v>1020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85-004C-96E6-4298ED2710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926386287"/>
        <c:axId val="1926380527"/>
      </c:areaChart>
      <c:lineChart>
        <c:grouping val="standard"/>
        <c:varyColors val="0"/>
        <c:ser>
          <c:idx val="1"/>
          <c:order val="1"/>
          <c:tx>
            <c:strRef>
              <c:f>Sheet1!$B$1</c:f>
              <c:strCache>
                <c:ptCount val="1"/>
                <c:pt idx="0">
                  <c:v>直销团队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Sheet1!$B$2:$B$13</c:f>
              <c:numCache>
                <c:formatCode>General</c:formatCode>
                <c:ptCount val="12"/>
                <c:pt idx="0">
                  <c:v>620</c:v>
                </c:pt>
                <c:pt idx="1">
                  <c:v>580</c:v>
                </c:pt>
                <c:pt idx="2">
                  <c:v>680</c:v>
                </c:pt>
                <c:pt idx="3">
                  <c:v>720</c:v>
                </c:pt>
                <c:pt idx="4">
                  <c:v>750</c:v>
                </c:pt>
                <c:pt idx="5">
                  <c:v>780</c:v>
                </c:pt>
                <c:pt idx="6">
                  <c:v>820</c:v>
                </c:pt>
                <c:pt idx="7">
                  <c:v>850</c:v>
                </c:pt>
                <c:pt idx="8">
                  <c:v>880</c:v>
                </c:pt>
                <c:pt idx="9">
                  <c:v>920</c:v>
                </c:pt>
                <c:pt idx="10">
                  <c:v>980</c:v>
                </c:pt>
                <c:pt idx="11">
                  <c:v>1020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885-004C-96E6-4298ED2710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48396863"/>
        <c:axId val="1948413183"/>
      </c:lineChart>
      <c:catAx>
        <c:axId val="192638628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926380527"/>
        <c:crosses val="autoZero"/>
        <c:auto val="1"/>
        <c:lblAlgn val="ctr"/>
        <c:lblOffset val="100"/>
        <c:noMultiLvlLbl val="0"/>
      </c:catAx>
      <c:valAx>
        <c:axId val="1926380527"/>
        <c:scaling>
          <c:orientation val="minMax"/>
          <c:min val="500"/>
        </c:scaling>
        <c:delete val="1"/>
        <c:axPos val="l"/>
        <c:numFmt formatCode="General" sourceLinked="1"/>
        <c:majorTickMark val="out"/>
        <c:minorTickMark val="none"/>
        <c:tickLblPos val="nextTo"/>
        <c:crossAx val="1926386287"/>
        <c:crosses val="autoZero"/>
        <c:crossBetween val="between"/>
      </c:valAx>
      <c:catAx>
        <c:axId val="1948396863"/>
        <c:scaling>
          <c:orientation val="minMax"/>
        </c:scaling>
        <c:delete val="1"/>
        <c:axPos val="t"/>
        <c:majorTickMark val="out"/>
        <c:minorTickMark val="none"/>
        <c:tickLblPos val="nextTo"/>
        <c:crossAx val="1948413183"/>
        <c:crosses val="max"/>
        <c:auto val="1"/>
        <c:lblAlgn val="ctr"/>
        <c:lblOffset val="100"/>
        <c:noMultiLvlLbl val="0"/>
      </c:catAx>
      <c:valAx>
        <c:axId val="1948413183"/>
        <c:scaling>
          <c:orientation val="minMax"/>
          <c:min val="500"/>
        </c:scaling>
        <c:delete val="1"/>
        <c:axPos val="r"/>
        <c:numFmt formatCode="General" sourceLinked="1"/>
        <c:majorTickMark val="out"/>
        <c:minorTickMark val="none"/>
        <c:tickLblPos val="nextTo"/>
        <c:crossAx val="1948396863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经销商2</c:v>
                </c:pt>
              </c:strCache>
            </c:strRef>
          </c:tx>
          <c:spPr>
            <a:gradFill flip="none" rotWithShape="1">
              <a:gsLst>
                <a:gs pos="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  <a:tileRect/>
            </a:gradFill>
            <a:ln>
              <a:noFill/>
            </a:ln>
            <a:effectLst/>
          </c:spPr>
          <c:dLbls>
            <c:delete val="1"/>
          </c:dLbls>
          <c:cat>
            <c:strRef>
              <c:f>Sheet1!$A$2:$A$1048576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680</c:v>
                </c:pt>
                <c:pt idx="1">
                  <c:v>620</c:v>
                </c:pt>
                <c:pt idx="2">
                  <c:v>720</c:v>
                </c:pt>
                <c:pt idx="3">
                  <c:v>700</c:v>
                </c:pt>
                <c:pt idx="4">
                  <c:v>750</c:v>
                </c:pt>
                <c:pt idx="5">
                  <c:v>780</c:v>
                </c:pt>
                <c:pt idx="6">
                  <c:v>760</c:v>
                </c:pt>
                <c:pt idx="7">
                  <c:v>740</c:v>
                </c:pt>
                <c:pt idx="8">
                  <c:v>720</c:v>
                </c:pt>
                <c:pt idx="9">
                  <c:v>700</c:v>
                </c:pt>
                <c:pt idx="10">
                  <c:v>680</c:v>
                </c:pt>
                <c:pt idx="11">
                  <c:v>580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C9-464C-86F9-E222D09120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926386287"/>
        <c:axId val="1926380527"/>
      </c:areaChart>
      <c:lineChart>
        <c:grouping val="standard"/>
        <c:varyColors val="0"/>
        <c:ser>
          <c:idx val="1"/>
          <c:order val="1"/>
          <c:tx>
            <c:strRef>
              <c:f>Sheet1!$B$1</c:f>
              <c:strCache>
                <c:ptCount val="1"/>
                <c:pt idx="0">
                  <c:v>经销商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Sheet1!$B$2:$B$13</c:f>
              <c:numCache>
                <c:formatCode>General</c:formatCode>
                <c:ptCount val="12"/>
                <c:pt idx="0">
                  <c:v>680</c:v>
                </c:pt>
                <c:pt idx="1">
                  <c:v>620</c:v>
                </c:pt>
                <c:pt idx="2">
                  <c:v>720</c:v>
                </c:pt>
                <c:pt idx="3">
                  <c:v>700</c:v>
                </c:pt>
                <c:pt idx="4">
                  <c:v>750</c:v>
                </c:pt>
                <c:pt idx="5">
                  <c:v>780</c:v>
                </c:pt>
                <c:pt idx="6">
                  <c:v>760</c:v>
                </c:pt>
                <c:pt idx="7">
                  <c:v>740</c:v>
                </c:pt>
                <c:pt idx="8">
                  <c:v>720</c:v>
                </c:pt>
                <c:pt idx="9">
                  <c:v>700</c:v>
                </c:pt>
                <c:pt idx="10">
                  <c:v>680</c:v>
                </c:pt>
                <c:pt idx="11">
                  <c:v>580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3C9-464C-86F9-E222D09120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48396863"/>
        <c:axId val="1948413183"/>
      </c:lineChart>
      <c:catAx>
        <c:axId val="192638628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926380527"/>
        <c:crosses val="autoZero"/>
        <c:auto val="1"/>
        <c:lblAlgn val="ctr"/>
        <c:lblOffset val="100"/>
        <c:noMultiLvlLbl val="0"/>
      </c:catAx>
      <c:valAx>
        <c:axId val="1926380527"/>
        <c:scaling>
          <c:orientation val="minMax"/>
          <c:min val="500"/>
        </c:scaling>
        <c:delete val="1"/>
        <c:axPos val="l"/>
        <c:numFmt formatCode="General" sourceLinked="1"/>
        <c:majorTickMark val="out"/>
        <c:minorTickMark val="none"/>
        <c:tickLblPos val="nextTo"/>
        <c:crossAx val="1926386287"/>
        <c:crosses val="autoZero"/>
        <c:crossBetween val="between"/>
      </c:valAx>
      <c:catAx>
        <c:axId val="1948396863"/>
        <c:scaling>
          <c:orientation val="minMax"/>
        </c:scaling>
        <c:delete val="1"/>
        <c:axPos val="t"/>
        <c:majorTickMark val="out"/>
        <c:minorTickMark val="none"/>
        <c:tickLblPos val="nextTo"/>
        <c:crossAx val="1948413183"/>
        <c:crosses val="max"/>
        <c:auto val="1"/>
        <c:lblAlgn val="ctr"/>
        <c:lblOffset val="100"/>
        <c:noMultiLvlLbl val="0"/>
      </c:catAx>
      <c:valAx>
        <c:axId val="1948413183"/>
        <c:scaling>
          <c:orientation val="minMax"/>
          <c:min val="500"/>
        </c:scaling>
        <c:delete val="1"/>
        <c:axPos val="r"/>
        <c:numFmt formatCode="General" sourceLinked="1"/>
        <c:majorTickMark val="out"/>
        <c:minorTickMark val="none"/>
        <c:tickLblPos val="nextTo"/>
        <c:crossAx val="1948396863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B7D-8742-90F9-758D3ED9F06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B7D-8742-90F9-758D3ED9F06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B7D-8742-90F9-758D3ED9F06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B7D-8742-90F9-758D3ED9F06E}"/>
              </c:ext>
            </c:extLst>
          </c:dPt>
          <c:cat>
            <c:strRef>
              <c:f>Sheet1!$A$2:$A$5</c:f>
              <c:strCache>
                <c:ptCount val="4"/>
                <c:pt idx="0">
                  <c:v>线下门店</c:v>
                </c:pt>
                <c:pt idx="1">
                  <c:v>电商平台</c:v>
                </c:pt>
                <c:pt idx="2">
                  <c:v>直销团队</c:v>
                </c:pt>
                <c:pt idx="3">
                  <c:v>经销商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3245</c:v>
                </c:pt>
                <c:pt idx="1">
                  <c:v>2865</c:v>
                </c:pt>
                <c:pt idx="2">
                  <c:v>1542</c:v>
                </c:pt>
                <c:pt idx="3">
                  <c:v>1619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B7D-8742-90F9-758D3ED9F0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841090229618402E-2"/>
          <c:y val="1.12733991079648E-2"/>
          <c:w val="0.94596739611129199"/>
          <c:h val="0.9632671313208599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9F5-8641-AB45-899BF1602A4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9F5-8641-AB45-899BF1602A4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9F5-8641-AB45-899BF1602A4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9F5-8641-AB45-899BF1602A4B}"/>
              </c:ext>
            </c:extLst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产品A</c:v>
                </c:pt>
                <c:pt idx="1">
                  <c:v>产品B</c:v>
                </c:pt>
                <c:pt idx="2">
                  <c:v>产品C</c:v>
                </c:pt>
                <c:pt idx="3">
                  <c:v>服务收入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0.36</c:v>
                </c:pt>
                <c:pt idx="1">
                  <c:v>0.25</c:v>
                </c:pt>
                <c:pt idx="2">
                  <c:v>0.2</c:v>
                </c:pt>
                <c:pt idx="3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9F5-8641-AB45-899BF1602A4B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63"/>
        <c:holeSize val="43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7429312560423001E-2"/>
          <c:y val="6.6878661782303894E-2"/>
          <c:w val="0.92169335113919004"/>
          <c:h val="0.6679920775506620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核心业务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0.45</c:v>
                </c:pt>
                <c:pt idx="1">
                  <c:v>0.48</c:v>
                </c:pt>
                <c:pt idx="2">
                  <c:v>0.52</c:v>
                </c:pt>
                <c:pt idx="3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D2-2D4D-9A5D-D915B804D0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新兴业务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0.25</c:v>
                </c:pt>
                <c:pt idx="1">
                  <c:v>0.28000000000000003</c:v>
                </c:pt>
                <c:pt idx="2">
                  <c:v>0.32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D2-2D4D-9A5D-D915B804D0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投资收入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>
                  <c:v>0.15</c:v>
                </c:pt>
                <c:pt idx="1">
                  <c:v>0.12</c:v>
                </c:pt>
                <c:pt idx="2">
                  <c:v>0.08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4D2-2D4D-9A5D-D915B804D0C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其他收入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2.80703057276253E-3"/>
                  <c:y val="-2.465988158701469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D2-2D4D-9A5D-D915B804D0C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Sheet1!$E$2:$E$5</c:f>
              <c:numCache>
                <c:formatCode>0%</c:formatCode>
                <c:ptCount val="4"/>
                <c:pt idx="0">
                  <c:v>0.15</c:v>
                </c:pt>
                <c:pt idx="1">
                  <c:v>0.12</c:v>
                </c:pt>
                <c:pt idx="2">
                  <c:v>0.08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4D2-2D4D-9A5D-D915B804D0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4"/>
        <c:overlap val="100"/>
        <c:axId val="1805540784"/>
        <c:axId val="1805516304"/>
      </c:barChart>
      <c:catAx>
        <c:axId val="1805540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805516304"/>
        <c:crosses val="autoZero"/>
        <c:auto val="1"/>
        <c:lblAlgn val="ctr"/>
        <c:lblOffset val="100"/>
        <c:noMultiLvlLbl val="0"/>
      </c:catAx>
      <c:valAx>
        <c:axId val="1805516304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1805540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ayout>
        <c:manualLayout>
          <c:xMode val="edge"/>
          <c:yMode val="edge"/>
          <c:x val="0.13526152020818899"/>
          <c:y val="0.84459675094826203"/>
          <c:w val="0.70702049397549305"/>
          <c:h val="0.11055586478866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思源黑体 CN Normal" panose="020B0400000000000000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>
          <a:solidFill>
            <a:schemeClr val="bg1"/>
          </a:solidFill>
        </a:defRPr>
      </a:pPr>
      <a:endParaRPr lang="zh-CN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营收金额（百万元）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bg1"/>
              </a:solidFill>
              <a:ln w="25400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65</c:v>
                </c:pt>
                <c:pt idx="1">
                  <c:v>59</c:v>
                </c:pt>
                <c:pt idx="2">
                  <c:v>80</c:v>
                </c:pt>
                <c:pt idx="3">
                  <c:v>81</c:v>
                </c:pt>
                <c:pt idx="4">
                  <c:v>78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92</c:v>
                </c:pt>
                <c:pt idx="11">
                  <c:v>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F0-9243-A3FB-7CAD7CB340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31853583"/>
        <c:axId val="1624482592"/>
      </c:lineChart>
      <c:catAx>
        <c:axId val="1031853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624482592"/>
        <c:crosses val="autoZero"/>
        <c:auto val="1"/>
        <c:lblAlgn val="ctr"/>
        <c:lblOffset val="100"/>
        <c:noMultiLvlLbl val="0"/>
      </c:catAx>
      <c:valAx>
        <c:axId val="1624482592"/>
        <c:scaling>
          <c:orientation val="minMax"/>
          <c:max val="100"/>
          <c:min val="4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0318535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163073148126197E-3"/>
          <c:y val="7.8663778557031994E-2"/>
          <c:w val="0.971502712197163"/>
          <c:h val="0.73952445876500095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营收金额（百万元）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95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/>
          </c:spPr>
          <c:dLbls>
            <c:delete val="1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53</c:v>
                </c:pt>
                <c:pt idx="2">
                  <c:v>58</c:v>
                </c:pt>
                <c:pt idx="3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DD-5447-AD06-8050865E45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909889728"/>
        <c:axId val="909890688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营收金额（折现）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5.3023350167039497E-2"/>
                  <c:y val="-8.571912164638860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4DD-5447-AD06-8050865E450F}"/>
                </c:ext>
              </c:extLst>
            </c:dLbl>
            <c:dLbl>
              <c:idx val="1"/>
              <c:layout>
                <c:manualLayout>
                  <c:x val="-4.8063377741222199E-2"/>
                  <c:y val="-9.89066788227561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4DD-5447-AD06-8050865E450F}"/>
                </c:ext>
              </c:extLst>
            </c:dLbl>
            <c:dLbl>
              <c:idx val="2"/>
              <c:layout>
                <c:manualLayout>
                  <c:x val="-5.9261391363161803E-2"/>
                  <c:y val="-8.571912164638860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4DD-5447-AD06-8050865E450F}"/>
                </c:ext>
              </c:extLst>
            </c:dLbl>
            <c:dLbl>
              <c:idx val="3"/>
              <c:layout>
                <c:manualLayout>
                  <c:x val="-5.6142370765100702E-2"/>
                  <c:y val="-6.59377858818373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4DD-5447-AD06-8050865E450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</c:v>
                </c:pt>
                <c:pt idx="1">
                  <c:v>53</c:v>
                </c:pt>
                <c:pt idx="2">
                  <c:v>58</c:v>
                </c:pt>
                <c:pt idx="3">
                  <c:v>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44DD-5447-AD06-8050865E45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892543120"/>
        <c:axId val="892538320"/>
      </c:lineChart>
      <c:catAx>
        <c:axId val="909889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909890688"/>
        <c:crosses val="autoZero"/>
        <c:auto val="1"/>
        <c:lblAlgn val="ctr"/>
        <c:lblOffset val="100"/>
        <c:noMultiLvlLbl val="0"/>
      </c:catAx>
      <c:valAx>
        <c:axId val="909890688"/>
        <c:scaling>
          <c:orientation val="minMax"/>
          <c:max val="65"/>
          <c:min val="45"/>
        </c:scaling>
        <c:delete val="1"/>
        <c:axPos val="l"/>
        <c:numFmt formatCode="General" sourceLinked="1"/>
        <c:majorTickMark val="none"/>
        <c:minorTickMark val="none"/>
        <c:tickLblPos val="nextTo"/>
        <c:crossAx val="909889728"/>
        <c:crosses val="autoZero"/>
        <c:crossBetween val="between"/>
        <c:majorUnit val="5"/>
      </c:valAx>
      <c:catAx>
        <c:axId val="8925431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92538320"/>
        <c:crosses val="autoZero"/>
        <c:auto val="1"/>
        <c:lblAlgn val="ctr"/>
        <c:lblOffset val="100"/>
        <c:noMultiLvlLbl val="0"/>
      </c:catAx>
      <c:valAx>
        <c:axId val="892538320"/>
        <c:scaling>
          <c:orientation val="minMax"/>
          <c:max val="65"/>
          <c:min val="45"/>
        </c:scaling>
        <c:delete val="1"/>
        <c:axPos val="r"/>
        <c:numFmt formatCode="General" sourceLinked="1"/>
        <c:majorTickMark val="out"/>
        <c:minorTickMark val="none"/>
        <c:tickLblPos val="nextTo"/>
        <c:crossAx val="892543120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销售部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986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AC-F548-A425-B77564D784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财务部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AC-F548-A425-B77564D7849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行政部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587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8AC-F548-A425-B77564D7849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生产部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Sheet1!$E$2</c:f>
              <c:numCache>
                <c:formatCode>#,##0</c:formatCode>
                <c:ptCount val="1"/>
                <c:pt idx="0">
                  <c:v>1256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8AC-F548-A425-B77564D7849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市场部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632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8AC-F548-A425-B77564D78496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研发部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623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8AC-F548-A425-B77564D784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627748847"/>
        <c:axId val="1627752687"/>
      </c:barChart>
      <c:catAx>
        <c:axId val="162774884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27752687"/>
        <c:crosses val="autoZero"/>
        <c:auto val="1"/>
        <c:lblAlgn val="ctr"/>
        <c:lblOffset val="100"/>
        <c:noMultiLvlLbl val="0"/>
      </c:catAx>
      <c:valAx>
        <c:axId val="162775268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277488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思源黑体 CN Normal" panose="020B0400000000000000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订单量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4FC-FB42-B1CE-3AFE251C28C2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4FC-FB42-B1CE-3AFE251C28C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4FC-FB42-B1CE-3AFE251C28C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4FC-FB42-B1CE-3AFE251C28C2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4FC-FB42-B1CE-3AFE251C28C2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44FC-FB42-B1CE-3AFE251C28C2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44FC-FB42-B1CE-3AFE251C28C2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44FC-FB42-B1CE-3AFE251C28C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北京</c:v>
                </c:pt>
                <c:pt idx="1">
                  <c:v>上海</c:v>
                </c:pt>
                <c:pt idx="2">
                  <c:v>广州</c:v>
                </c:pt>
                <c:pt idx="3">
                  <c:v>深圳</c:v>
                </c:pt>
                <c:pt idx="4">
                  <c:v>成都</c:v>
                </c:pt>
                <c:pt idx="5">
                  <c:v>武汉</c:v>
                </c:pt>
                <c:pt idx="6">
                  <c:v>西安</c:v>
                </c:pt>
                <c:pt idx="7">
                  <c:v>南京</c:v>
                </c:pt>
              </c:strCache>
            </c:strRef>
          </c:cat>
          <c:val>
            <c:numRef>
              <c:f>Sheet1!$B$2:$B$9</c:f>
              <c:numCache>
                <c:formatCode>_ * #,##0_ ;_ * \-#,##0_ ;_ * "-"??_ ;_ @_ </c:formatCode>
                <c:ptCount val="8"/>
                <c:pt idx="0">
                  <c:v>1042</c:v>
                </c:pt>
                <c:pt idx="1">
                  <c:v>2150</c:v>
                </c:pt>
                <c:pt idx="2">
                  <c:v>1567</c:v>
                </c:pt>
                <c:pt idx="3">
                  <c:v>1300</c:v>
                </c:pt>
                <c:pt idx="4">
                  <c:v>987</c:v>
                </c:pt>
                <c:pt idx="5">
                  <c:v>801</c:v>
                </c:pt>
                <c:pt idx="6">
                  <c:v>654</c:v>
                </c:pt>
                <c:pt idx="7">
                  <c:v>345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4FC-FB42-B1CE-3AFE251C28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6"/>
        <c:overlap val="-27"/>
        <c:axId val="1118122719"/>
        <c:axId val="1118132799"/>
      </c:barChart>
      <c:catAx>
        <c:axId val="1118122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118132799"/>
        <c:crosses val="autoZero"/>
        <c:auto val="1"/>
        <c:lblAlgn val="ctr"/>
        <c:lblOffset val="100"/>
        <c:noMultiLvlLbl val="0"/>
      </c:catAx>
      <c:valAx>
        <c:axId val="1118132799"/>
        <c:scaling>
          <c:orientation val="minMax"/>
        </c:scaling>
        <c:delete val="1"/>
        <c:axPos val="l"/>
        <c:numFmt formatCode="_ * #,##0_ ;_ * \-#,##0_ ;_ * &quot;-&quot;??_ ;_ @_ " sourceLinked="1"/>
        <c:majorTickMark val="none"/>
        <c:minorTickMark val="none"/>
        <c:tickLblPos val="nextTo"/>
        <c:crossAx val="1118122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691117956311995E-2"/>
          <c:y val="4.9627529040867702E-2"/>
          <c:w val="0.54969876897130598"/>
          <c:h val="0.7779677885950220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利润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ED3-204B-A39E-40D6693F310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ED3-204B-A39E-40D6693F310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ED3-204B-A39E-40D6693F310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ED3-204B-A39E-40D6693F3106}"/>
              </c:ext>
            </c:extLst>
          </c:dPt>
          <c:dPt>
            <c:idx val="4"/>
            <c:bubble3D val="0"/>
            <c:spPr>
              <a:solidFill>
                <a:schemeClr val="bg1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ED3-204B-A39E-40D6693F3106}"/>
              </c:ext>
            </c:extLst>
          </c:dPt>
          <c:dPt>
            <c:idx val="5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3ED3-204B-A39E-40D6693F3106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3ED3-204B-A39E-40D6693F3106}"/>
              </c:ext>
            </c:extLst>
          </c:dPt>
          <c:dPt>
            <c:idx val="7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3ED3-204B-A39E-40D6693F3106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90A6CD34-4145-42A1-96C1-A0BDF299278D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3ED3-204B-A39E-40D6693F310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299363B-CD40-4CAA-9F69-97DC186BC632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3ED3-204B-A39E-40D6693F310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C1697958-87C6-4736-865E-1C8CD81A11C5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3ED3-204B-A39E-40D6693F310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12E7492B-42E0-4FC4-BFF4-C819FFAC6DA2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3ED3-204B-A39E-40D6693F310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A20A0B8A-32EC-4B91-9B03-0DB058836463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3ED3-204B-A39E-40D6693F310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3B5B4C7A-5FE3-478F-813A-4136B519ED81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B-3ED3-204B-A39E-40D6693F3106}"/>
                </c:ext>
              </c:extLst>
            </c:dLbl>
            <c:dLbl>
              <c:idx val="6"/>
              <c:layout>
                <c:manualLayout>
                  <c:x val="0"/>
                  <c:y val="-2.4338104176667801E-2"/>
                </c:manualLayout>
              </c:layout>
              <c:tx>
                <c:rich>
                  <a:bodyPr/>
                  <a:lstStyle/>
                  <a:p>
                    <a:fld id="{295F2F19-6A6F-4CC3-8752-869B764D4B73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D-3ED3-204B-A39E-40D6693F3106}"/>
                </c:ext>
              </c:extLst>
            </c:dLbl>
            <c:dLbl>
              <c:idx val="7"/>
              <c:layout>
                <c:manualLayout>
                  <c:x val="0.16576408104759999"/>
                  <c:y val="-8.97288921927758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fld id="{2C7EFDF3-22A2-44E0-B86C-744B7874E89D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F-3ED3-204B-A39E-40D6693F31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ea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Sheet1!$A$2:$A$9</c:f>
              <c:strCache>
                <c:ptCount val="8"/>
                <c:pt idx="0">
                  <c:v>北京</c:v>
                </c:pt>
                <c:pt idx="1">
                  <c:v>上海</c:v>
                </c:pt>
                <c:pt idx="2">
                  <c:v>广州</c:v>
                </c:pt>
                <c:pt idx="3">
                  <c:v>深圳</c:v>
                </c:pt>
                <c:pt idx="4">
                  <c:v>成都</c:v>
                </c:pt>
                <c:pt idx="5">
                  <c:v>武汉</c:v>
                </c:pt>
                <c:pt idx="6">
                  <c:v>西安</c:v>
                </c:pt>
                <c:pt idx="7">
                  <c:v>南京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126</c:v>
                </c:pt>
                <c:pt idx="1">
                  <c:v>167</c:v>
                </c:pt>
                <c:pt idx="2">
                  <c:v>98</c:v>
                </c:pt>
                <c:pt idx="3">
                  <c:v>75</c:v>
                </c:pt>
                <c:pt idx="4">
                  <c:v>45</c:v>
                </c:pt>
                <c:pt idx="5">
                  <c:v>31</c:v>
                </c:pt>
                <c:pt idx="6">
                  <c:v>24</c:v>
                </c:pt>
                <c:pt idx="7">
                  <c:v>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Sheet1!$B$2:$B$9</c15:f>
                <c15:dlblRangeCache>
                  <c:ptCount val="8"/>
                  <c:pt idx="0">
                    <c:v>126</c:v>
                  </c:pt>
                  <c:pt idx="1">
                    <c:v>167</c:v>
                  </c:pt>
                  <c:pt idx="2">
                    <c:v>98</c:v>
                  </c:pt>
                  <c:pt idx="3">
                    <c:v>75</c:v>
                  </c:pt>
                  <c:pt idx="4">
                    <c:v>45</c:v>
                  </c:pt>
                  <c:pt idx="5">
                    <c:v>31</c:v>
                  </c:pt>
                  <c:pt idx="6">
                    <c:v>24</c:v>
                  </c:pt>
                  <c:pt idx="7">
                    <c:v>4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0-3ED3-204B-A39E-40D6693F3106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41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6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7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ayout>
        <c:manualLayout>
          <c:xMode val="edge"/>
          <c:yMode val="edge"/>
          <c:x val="0.72566578543934002"/>
          <c:y val="2.9836216057208001E-2"/>
          <c:w val="0.16062306094390999"/>
          <c:h val="0.84469517164787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思源黑体 CN Normal" panose="020B0400000000000000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3043046085472"/>
          <c:y val="4.0032975061724999E-2"/>
          <c:w val="0.53586592274065803"/>
          <c:h val="0.8150884494703759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0A3-1D47-9881-3450EA1415E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0A3-1D47-9881-3450EA1415E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0A3-1D47-9881-3450EA1415E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0A3-1D47-9881-3450EA1415E1}"/>
              </c:ext>
            </c:extLst>
          </c:dPt>
          <c:dPt>
            <c:idx val="4"/>
            <c:bubble3D val="0"/>
            <c:spPr>
              <a:solidFill>
                <a:schemeClr val="bg1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B0A3-1D47-9881-3450EA1415E1}"/>
              </c:ext>
            </c:extLst>
          </c:dPt>
          <c:dPt>
            <c:idx val="5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B0A3-1D47-9881-3450EA1415E1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B0A3-1D47-9881-3450EA1415E1}"/>
              </c:ext>
            </c:extLst>
          </c:dPt>
          <c:dPt>
            <c:idx val="7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B0A3-1D47-9881-3450EA1415E1}"/>
              </c:ext>
            </c:extLst>
          </c:dPt>
          <c:dLbls>
            <c:dLbl>
              <c:idx val="5"/>
              <c:layout>
                <c:manualLayout>
                  <c:x val="9.4864904479465204E-2"/>
                  <c:y val="0.119376823585524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0A3-1D47-9881-3450EA1415E1}"/>
                </c:ext>
              </c:extLst>
            </c:dLbl>
            <c:dLbl>
              <c:idx val="6"/>
              <c:layout>
                <c:manualLayout>
                  <c:x val="7.6233355094926597E-2"/>
                  <c:y val="6.1784014525066502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0A3-1D47-9881-3450EA1415E1}"/>
                </c:ext>
              </c:extLst>
            </c:dLbl>
            <c:dLbl>
              <c:idx val="7"/>
              <c:layout>
                <c:manualLayout>
                  <c:x val="0.215993763055017"/>
                  <c:y val="1.8722428643959601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B0A3-1D47-9881-3450EA1415E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北京</c:v>
                </c:pt>
                <c:pt idx="1">
                  <c:v>上海</c:v>
                </c:pt>
                <c:pt idx="2">
                  <c:v>广州</c:v>
                </c:pt>
                <c:pt idx="3">
                  <c:v>深圳</c:v>
                </c:pt>
                <c:pt idx="4">
                  <c:v>成都</c:v>
                </c:pt>
                <c:pt idx="5">
                  <c:v>武汉</c:v>
                </c:pt>
                <c:pt idx="6">
                  <c:v>西安</c:v>
                </c:pt>
                <c:pt idx="7">
                  <c:v>南京</c:v>
                </c:pt>
              </c:strCache>
            </c:strRef>
          </c:cat>
          <c:val>
            <c:numRef>
              <c:f>Sheet1!$B$2:$B$9</c:f>
              <c:numCache>
                <c:formatCode>_ * #,##0_ ;_ * \-#,##0_ ;_ * "-"??_ ;_ @_ </c:formatCode>
                <c:ptCount val="8"/>
                <c:pt idx="0" formatCode="General">
                  <c:v>856</c:v>
                </c:pt>
                <c:pt idx="1">
                  <c:v>1024</c:v>
                </c:pt>
                <c:pt idx="2" formatCode="General">
                  <c:v>732</c:v>
                </c:pt>
                <c:pt idx="3" formatCode="General">
                  <c:v>645</c:v>
                </c:pt>
                <c:pt idx="4" formatCode="General">
                  <c:v>432</c:v>
                </c:pt>
                <c:pt idx="5" formatCode="General">
                  <c:v>358</c:v>
                </c:pt>
                <c:pt idx="6" formatCode="General">
                  <c:v>298</c:v>
                </c:pt>
                <c:pt idx="7" formatCode="General">
                  <c:v>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B0A3-1D47-9881-3450EA1415E1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6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7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ayout>
        <c:manualLayout>
          <c:xMode val="edge"/>
          <c:yMode val="edge"/>
          <c:x val="0.74742660114411197"/>
          <c:y val="3.1748521517819899E-3"/>
          <c:w val="0.15743633958630199"/>
          <c:h val="0.8898336917621899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思源黑体 CN Normal" panose="020B0400000000000000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利润率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0.16200000000000001</c:v>
                </c:pt>
                <c:pt idx="1">
                  <c:v>0.16800000000000001</c:v>
                </c:pt>
                <c:pt idx="2">
                  <c:v>0.17499999999999999</c:v>
                </c:pt>
                <c:pt idx="3">
                  <c:v>0.17899999999999999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568-3345-827C-99BFE14594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15347808"/>
        <c:axId val="1115333888"/>
      </c:lineChart>
      <c:catAx>
        <c:axId val="11153478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115333888"/>
        <c:crosses val="autoZero"/>
        <c:auto val="1"/>
        <c:lblAlgn val="ctr"/>
        <c:lblOffset val="100"/>
        <c:noMultiLvlLbl val="0"/>
      </c:catAx>
      <c:valAx>
        <c:axId val="1115333888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1115347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1847374369405"/>
          <c:y val="9.6304980696106296E-2"/>
          <c:w val="0.86014917457848405"/>
          <c:h val="0.6430558042872549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单位（万）</c:v>
                </c:pt>
              </c:strCache>
            </c:strRef>
          </c:tx>
          <c:spPr>
            <a:solidFill>
              <a:schemeClr val="accent5"/>
            </a:solidFill>
            <a:ln>
              <a:solidFill>
                <a:schemeClr val="bg1"/>
              </a:solidFill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5CC7-CC4E-B2A7-550F84A9111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CC7-CC4E-B2A7-550F84A91112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5CC7-CC4E-B2A7-550F84A91112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CC7-CC4E-B2A7-550F84A9111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156</c:v>
                </c:pt>
                <c:pt idx="1">
                  <c:v>220</c:v>
                </c:pt>
                <c:pt idx="2">
                  <c:v>360</c:v>
                </c:pt>
                <c:pt idx="3">
                  <c:v>560</c:v>
                </c:pt>
                <c:pt idx="4">
                  <c:v>480</c:v>
                </c:pt>
                <c:pt idx="5">
                  <c:v>724</c:v>
                </c:pt>
                <c:pt idx="6">
                  <c:v>560</c:v>
                </c:pt>
                <c:pt idx="7">
                  <c:v>620</c:v>
                </c:pt>
                <c:pt idx="8">
                  <c:v>510</c:v>
                </c:pt>
                <c:pt idx="9">
                  <c:v>840</c:v>
                </c:pt>
                <c:pt idx="10">
                  <c:v>640</c:v>
                </c:pt>
                <c:pt idx="11">
                  <c:v>740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CC7-CC4E-B2A7-550F84A911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6"/>
        <c:overlap val="100"/>
        <c:axId val="74092863"/>
        <c:axId val="2080601984"/>
      </c:barChart>
      <c:catAx>
        <c:axId val="740928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  <c:crossAx val="2080601984"/>
        <c:crosses val="autoZero"/>
        <c:auto val="1"/>
        <c:lblAlgn val="ctr"/>
        <c:lblOffset val="100"/>
        <c:noMultiLvlLbl val="0"/>
      </c:catAx>
      <c:valAx>
        <c:axId val="2080601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layout>
            <c:manualLayout>
              <c:xMode val="edge"/>
              <c:yMode val="edge"/>
              <c:x val="4.6231319451625799E-2"/>
              <c:y val="0.5510470976501370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0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思源黑体 CN Normal" panose="020B0400000000000000" charset="-122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  <c:crossAx val="74092863"/>
        <c:crossesAt val="1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  <a:endParaRPr lang="zh-CN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7065462753950296E-2"/>
          <c:y val="7.0818505338078305E-2"/>
          <c:w val="0.92238563339740098"/>
          <c:h val="0.382265867251073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A产品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AD7A-2948-84E8-313F25D44FB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D7A-2948-84E8-313F25D44FB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AD7A-2948-84E8-313F25D44FB2}"/>
              </c:ext>
            </c:extLst>
          </c:dPt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20</c:v>
                </c:pt>
                <c:pt idx="2">
                  <c:v>16</c:v>
                </c:pt>
                <c:pt idx="3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D7A-2948-84E8-313F25D44F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B产品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</c:v>
                </c:pt>
                <c:pt idx="1">
                  <c:v>5</c:v>
                </c:pt>
                <c:pt idx="2">
                  <c:v>7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D7A-2948-84E8-313F25D44FB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C产品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23</c:v>
                </c:pt>
                <c:pt idx="1">
                  <c:v>6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D7A-2948-84E8-313F25D44F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5"/>
        <c:axId val="709000272"/>
        <c:axId val="708982032"/>
      </c:barChart>
      <c:catAx>
        <c:axId val="7090002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  <c:crossAx val="708982032"/>
        <c:crosses val="autoZero"/>
        <c:auto val="1"/>
        <c:lblAlgn val="ctr"/>
        <c:lblOffset val="100"/>
        <c:noMultiLvlLbl val="0"/>
      </c:catAx>
      <c:valAx>
        <c:axId val="70898203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4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  <c:crossAx val="70900027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legendEntry>
      <c:layout>
        <c:manualLayout>
          <c:xMode val="edge"/>
          <c:yMode val="edge"/>
          <c:x val="0.50372516481144702"/>
          <c:y val="1.28700128700129E-2"/>
          <c:w val="0.49106559747367201"/>
          <c:h val="0.11058769832953901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600">
          <a:solidFill>
            <a:schemeClr val="tx1">
              <a:lumMod val="85000"/>
              <a:lumOff val="15000"/>
            </a:schemeClr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  <a:endParaRPr lang="zh-CN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598-BA40-9236-1F850AD112C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598-BA40-9236-1F850AD112C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598-BA40-9236-1F850AD112C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598-BA40-9236-1F850AD112C7}"/>
              </c:ext>
            </c:extLst>
          </c:dPt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598-BA40-9236-1F850AD112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800">
          <a:solidFill>
            <a:schemeClr val="tx1">
              <a:lumMod val="95000"/>
              <a:lumOff val="5000"/>
            </a:schemeClr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  <a:endParaRPr lang="zh-CN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rPr>
              <a:t>产品各平台售额</a:t>
            </a:r>
          </a:p>
        </c:rich>
      </c:tx>
      <c:layout>
        <c:manualLayout>
          <c:xMode val="edge"/>
          <c:yMode val="edge"/>
          <c:x val="0.82006290349279898"/>
          <c:y val="9.0105406324379501E-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 defTabSz="914400">
            <a:defRPr lang="zh-CN" sz="14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A产品</c:v>
                </c:pt>
              </c:strCache>
            </c:strRef>
          </c:tx>
          <c:spPr>
            <a:ln w="28575" cap="rnd">
              <a:solidFill>
                <a:srgbClr val="4472C4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20</c:v>
                </c:pt>
                <c:pt idx="2">
                  <c:v>16</c:v>
                </c:pt>
                <c:pt idx="3">
                  <c:v>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B61-134A-A54B-AD53925CE2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B产品</c:v>
                </c:pt>
              </c:strCache>
            </c:strRef>
          </c:tx>
          <c:spPr>
            <a:ln w="28575" cap="rnd">
              <a:solidFill>
                <a:srgbClr val="5B9BD5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</c:v>
                </c:pt>
                <c:pt idx="1">
                  <c:v>5</c:v>
                </c:pt>
                <c:pt idx="2">
                  <c:v>7</c:v>
                </c:pt>
                <c:pt idx="3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B61-134A-A54B-AD53925CE29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C产品</c:v>
                </c:pt>
              </c:strCache>
            </c:strRef>
          </c:tx>
          <c:spPr>
            <a:ln w="28575" cap="rnd">
              <a:solidFill>
                <a:srgbClr val="ED7D3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23</c:v>
                </c:pt>
                <c:pt idx="1">
                  <c:v>6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B61-134A-A54B-AD53925CE2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09000272"/>
        <c:axId val="708982032"/>
      </c:lineChart>
      <c:catAx>
        <c:axId val="709000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  <c:crossAx val="708982032"/>
        <c:crosses val="autoZero"/>
        <c:auto val="1"/>
        <c:lblAlgn val="ctr"/>
        <c:lblOffset val="100"/>
        <c:noMultiLvlLbl val="0"/>
      </c:catAx>
      <c:valAx>
        <c:axId val="708982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layout>
            <c:manualLayout>
              <c:xMode val="edge"/>
              <c:yMode val="edge"/>
              <c:x val="8.0178541907753406E-2"/>
              <c:y val="0.5920435226113569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0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思源黑体 CN Normal" panose="020B0400000000000000" charset="-122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  <c:crossAx val="70900027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 b="0">
          <a:solidFill>
            <a:schemeClr val="tx1">
              <a:lumMod val="95000"/>
              <a:lumOff val="5000"/>
            </a:schemeClr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  <a:endParaRPr lang="zh-CN"/>
    </a:p>
  </c:txPr>
  <c:externalData r:id="rId4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r>
              <a:rPr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rPr>
              <a:t>制度趋势变化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defRPr>
          </a:pPr>
          <a:endParaRPr lang="zh-C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34</c:v>
                </c:pt>
                <c:pt idx="2">
                  <c:v>21</c:v>
                </c:pt>
                <c:pt idx="3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8F-C04F-8281-8215304AB7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</c:v>
                </c:pt>
                <c:pt idx="1">
                  <c:v>24</c:v>
                </c:pt>
                <c:pt idx="2">
                  <c:v>31</c:v>
                </c:pt>
                <c:pt idx="3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88F-C04F-8281-8215304AB7A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</c:v>
                </c:pt>
                <c:pt idx="1">
                  <c:v>29</c:v>
                </c:pt>
                <c:pt idx="2">
                  <c:v>25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88F-C04F-8281-8215304AB7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37640540"/>
        <c:axId val="153077648"/>
      </c:barChart>
      <c:catAx>
        <c:axId val="9376405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  <c:crossAx val="153077648"/>
        <c:crosses val="autoZero"/>
        <c:auto val="1"/>
        <c:lblAlgn val="ctr"/>
        <c:lblOffset val="100"/>
        <c:noMultiLvlLbl val="0"/>
      </c:catAx>
      <c:valAx>
        <c:axId val="1530776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  <c:crossAx val="93764054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  <a:endParaRPr lang="zh-CN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4.6681284781232901E-2"/>
          <c:w val="1"/>
          <c:h val="0.9066374304375339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 prstMaterial="flat"/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1-E957-BD4F-A0C6-6DEC5E661E76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3-E957-BD4F-A0C6-6DEC5E661E7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5-E957-BD4F-A0C6-6DEC5E661E7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思源黑体 CN Normal" panose="020B0400000000000000" charset="-122"/>
                    <a:cs typeface="思源黑体 CN Bold" panose="020B0800000000000000" pitchFamily="34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0.64</c:v>
                </c:pt>
                <c:pt idx="1">
                  <c:v>0.82</c:v>
                </c:pt>
                <c:pt idx="2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957-BD4F-A0C6-6DEC5E661E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5">
                <a:alpha val="10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Sheet1!$A$2:$A$4</c:f>
              <c:strCache>
                <c:ptCount val="3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0.3</c:v>
                </c:pt>
                <c:pt idx="1">
                  <c:v>0.12</c:v>
                </c:pt>
                <c:pt idx="2">
                  <c:v>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957-BD4F-A0C6-6DEC5E661E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519272784"/>
        <c:axId val="519273440"/>
      </c:barChart>
      <c:catAx>
        <c:axId val="5192727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19273440"/>
        <c:crosses val="autoZero"/>
        <c:auto val="1"/>
        <c:lblAlgn val="ctr"/>
        <c:lblOffset val="100"/>
        <c:noMultiLvlLbl val="0"/>
      </c:catAx>
      <c:valAx>
        <c:axId val="519273440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思源黑体 CN Normal" panose="020B0400000000000000" charset="-122"/>
                <a:cs typeface="思源黑体 CN Bold" panose="020B0800000000000000" pitchFamily="34" charset="-122"/>
              </a:defRPr>
            </a:pPr>
            <a:endParaRPr lang="zh-CN"/>
          </a:p>
        </c:txPr>
        <c:crossAx val="51927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>
          <a:latin typeface="+mn-lt"/>
          <a:ea typeface="思源黑体 CN Normal" panose="020B0400000000000000" charset="-122"/>
        </a:defRPr>
      </a:pPr>
      <a:endParaRPr lang="zh-CN"/>
    </a:p>
  </c:txPr>
  <c:externalData r:id="rId3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4.6681284781232901E-2"/>
          <c:w val="1"/>
          <c:h val="0.9066374304375339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 prstMaterial="flat"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1-4F0C-8841-A338-3175A063CBD9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3-4F0C-8841-A338-3175A063CBD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5-4F0C-8841-A338-3175A063CBD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思源黑体 CN Normal" panose="020B0400000000000000" charset="-122"/>
                    <a:cs typeface="思源黑体 CN Bold" panose="020B0800000000000000" pitchFamily="34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四月</c:v>
                </c:pt>
                <c:pt idx="1">
                  <c:v>五月</c:v>
                </c:pt>
                <c:pt idx="2">
                  <c:v>六月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0.48</c:v>
                </c:pt>
                <c:pt idx="1">
                  <c:v>0.34</c:v>
                </c:pt>
                <c:pt idx="2">
                  <c:v>0.61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F0C-8841-A338-3175A063CB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1">
                <a:alpha val="10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Sheet1!$A$2:$A$4</c:f>
              <c:strCache>
                <c:ptCount val="3"/>
                <c:pt idx="0">
                  <c:v>四月</c:v>
                </c:pt>
                <c:pt idx="1">
                  <c:v>五月</c:v>
                </c:pt>
                <c:pt idx="2">
                  <c:v>六月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0.62</c:v>
                </c:pt>
                <c:pt idx="1">
                  <c:v>0.66</c:v>
                </c:pt>
                <c:pt idx="2">
                  <c:v>0.39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4F0C-8841-A338-3175A063CB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519272784"/>
        <c:axId val="519273440"/>
      </c:barChart>
      <c:catAx>
        <c:axId val="5192727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19273440"/>
        <c:crosses val="autoZero"/>
        <c:auto val="1"/>
        <c:lblAlgn val="ctr"/>
        <c:lblOffset val="100"/>
        <c:noMultiLvlLbl val="0"/>
      </c:catAx>
      <c:valAx>
        <c:axId val="51927344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51927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>
          <a:latin typeface="+mn-lt"/>
          <a:ea typeface="思源黑体 CN Normal" panose="020B0400000000000000" charset="-122"/>
        </a:defRPr>
      </a:pPr>
      <a:endParaRPr lang="zh-CN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4.6681284781232901E-2"/>
          <c:w val="1"/>
          <c:h val="0.9066374304375339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 prstMaterial="flat"/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1-D2C8-8D44-B999-EB22B398041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3-D2C8-8D44-B999-EB22B398041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5-D2C8-8D44-B999-EB22B398041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思源黑体 CN Normal" panose="020B0400000000000000" charset="-122"/>
                    <a:cs typeface="思源黑体 CN Bold" panose="020B0800000000000000" pitchFamily="34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七月</c:v>
                </c:pt>
                <c:pt idx="1">
                  <c:v>八月</c:v>
                </c:pt>
                <c:pt idx="2">
                  <c:v>九月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</c:v>
                </c:pt>
                <c:pt idx="1">
                  <c:v>0.7</c:v>
                </c:pt>
                <c:pt idx="2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2C8-8D44-B999-EB22B39804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5">
                <a:alpha val="10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Sheet1!$A$2:$A$4</c:f>
              <c:strCache>
                <c:ptCount val="3"/>
                <c:pt idx="0">
                  <c:v>七月</c:v>
                </c:pt>
                <c:pt idx="1">
                  <c:v>八月</c:v>
                </c:pt>
                <c:pt idx="2">
                  <c:v>九月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0.4</c:v>
                </c:pt>
                <c:pt idx="1">
                  <c:v>0.3</c:v>
                </c:pt>
                <c:pt idx="2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2C8-8D44-B999-EB22B39804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519272784"/>
        <c:axId val="519273440"/>
      </c:barChart>
      <c:catAx>
        <c:axId val="5192727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19273440"/>
        <c:crosses val="autoZero"/>
        <c:auto val="1"/>
        <c:lblAlgn val="ctr"/>
        <c:lblOffset val="100"/>
        <c:noMultiLvlLbl val="0"/>
      </c:catAx>
      <c:valAx>
        <c:axId val="51927344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51927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>
          <a:latin typeface="+mn-lt"/>
          <a:ea typeface="思源黑体 CN Normal" panose="020B0400000000000000" charset="-122"/>
        </a:defRPr>
      </a:pPr>
      <a:endParaRPr lang="zh-CN"/>
    </a:p>
  </c:txPr>
  <c:externalData r:id="rId3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4.6681284781232901E-2"/>
          <c:w val="1"/>
          <c:h val="0.9066374304375339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 prstMaterial="flat"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1-E23C-EE4E-B13E-8029D58B5739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3-E23C-EE4E-B13E-8029D58B573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5-E23C-EE4E-B13E-8029D58B573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思源黑体 CN Normal" panose="020B0400000000000000" charset="-122"/>
                    <a:cs typeface="思源黑体 CN Bold" panose="020B0800000000000000" pitchFamily="34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十月</c:v>
                </c:pt>
                <c:pt idx="1">
                  <c:v>十一月</c:v>
                </c:pt>
                <c:pt idx="2">
                  <c:v>十二月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0.82</c:v>
                </c:pt>
                <c:pt idx="1">
                  <c:v>0.72</c:v>
                </c:pt>
                <c:pt idx="2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23C-EE4E-B13E-8029D58B573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1">
                <a:alpha val="10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Sheet1!$A$2:$A$4</c:f>
              <c:strCache>
                <c:ptCount val="3"/>
                <c:pt idx="0">
                  <c:v>十月</c:v>
                </c:pt>
                <c:pt idx="1">
                  <c:v>十一月</c:v>
                </c:pt>
                <c:pt idx="2">
                  <c:v>十二月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0.18</c:v>
                </c:pt>
                <c:pt idx="1">
                  <c:v>0.28000000000000003</c:v>
                </c:pt>
                <c:pt idx="2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23C-EE4E-B13E-8029D58B57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519272784"/>
        <c:axId val="519273440"/>
      </c:barChart>
      <c:catAx>
        <c:axId val="5192727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19273440"/>
        <c:crosses val="autoZero"/>
        <c:auto val="1"/>
        <c:lblAlgn val="ctr"/>
        <c:lblOffset val="100"/>
        <c:noMultiLvlLbl val="0"/>
      </c:catAx>
      <c:valAx>
        <c:axId val="51927344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51927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>
          <a:latin typeface="+mn-lt"/>
          <a:ea typeface="思源黑体 CN Normal" panose="020B0400000000000000" charset="-122"/>
        </a:defRPr>
      </a:pPr>
      <a:endParaRPr lang="zh-CN"/>
    </a:p>
  </c:txPr>
  <c:externalData r:id="rId3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GMV(万元)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280</c:v>
                </c:pt>
                <c:pt idx="1">
                  <c:v>500</c:v>
                </c:pt>
                <c:pt idx="2">
                  <c:v>320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3A-FC4F-BB08-260AAE79E3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1643389968"/>
        <c:axId val="1643391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同比增长率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0.15</c:v>
                </c:pt>
                <c:pt idx="1">
                  <c:v>0.35</c:v>
                </c:pt>
                <c:pt idx="2">
                  <c:v>0.22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D3A-FC4F-BB08-260AAE79E3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40597728"/>
        <c:axId val="1740596768"/>
      </c:lineChart>
      <c:dateAx>
        <c:axId val="16433899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643391408"/>
        <c:crosses val="autoZero"/>
        <c:auto val="0"/>
        <c:lblOffset val="100"/>
        <c:baseTimeUnit val="days"/>
      </c:dateAx>
      <c:valAx>
        <c:axId val="16433914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  <c:crossAx val="1643389968"/>
        <c:crosses val="autoZero"/>
        <c:crossBetween val="between"/>
      </c:valAx>
      <c:catAx>
        <c:axId val="17405977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40596768"/>
        <c:crosses val="autoZero"/>
        <c:auto val="1"/>
        <c:lblAlgn val="ctr"/>
        <c:lblOffset val="100"/>
        <c:noMultiLvlLbl val="0"/>
      </c:catAx>
      <c:valAx>
        <c:axId val="1740596768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solidFill>
              <a:schemeClr val="accent1">
                <a:lumMod val="20000"/>
                <a:lumOff val="80000"/>
                <a:alpha val="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740597728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商品点击率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0.08</c:v>
                </c:pt>
                <c:pt idx="1">
                  <c:v>0.12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67-3249-B5D8-85C3DDBFB31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新客转化率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0.12</c:v>
                </c:pt>
                <c:pt idx="1">
                  <c:v>0.15</c:v>
                </c:pt>
                <c:pt idx="2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67-3249-B5D8-85C3DDBFB31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回头客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Sheet1!$D$2:$D$4</c:f>
              <c:numCache>
                <c:formatCode>0%</c:formatCode>
                <c:ptCount val="3"/>
                <c:pt idx="0">
                  <c:v>0.08</c:v>
                </c:pt>
                <c:pt idx="1">
                  <c:v>0.2</c:v>
                </c:pt>
                <c:pt idx="2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467-3249-B5D8-85C3DDBFB3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670971439"/>
        <c:axId val="670988719"/>
      </c:barChart>
      <c:catAx>
        <c:axId val="6709714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670988719"/>
        <c:crosses val="autoZero"/>
        <c:auto val="1"/>
        <c:lblAlgn val="ctr"/>
        <c:lblOffset val="100"/>
        <c:noMultiLvlLbl val="0"/>
      </c:catAx>
      <c:valAx>
        <c:axId val="670988719"/>
        <c:scaling>
          <c:orientation val="minMax"/>
          <c:max val="0.3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  <c:crossAx val="6709714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152205489458701"/>
          <c:y val="0.12802379148211701"/>
          <c:w val="0.50232461598815004"/>
          <c:h val="0.7534867647198699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514-E142-817A-E0C87102EF8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514-E142-817A-E0C87102EF8F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8514-E142-817A-E0C87102EF8F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514-E142-817A-E0C87102EF8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公域 GMV </c:v>
                </c:pt>
                <c:pt idx="1">
                  <c:v>私域 GMV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0.82</c:v>
                </c:pt>
                <c:pt idx="1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514-E142-817A-E0C87102EF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9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年收入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C75-074C-84E6-E7EC96E4CB13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9C75-074C-84E6-E7EC96E4CB1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6400</c:v>
                </c:pt>
                <c:pt idx="1">
                  <c:v>7200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C75-074C-84E6-E7EC96E4CB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1516112751"/>
        <c:axId val="1359424223"/>
      </c:barChart>
      <c:catAx>
        <c:axId val="1516112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359424223"/>
        <c:crosses val="autoZero"/>
        <c:auto val="1"/>
        <c:lblAlgn val="ctr"/>
        <c:lblOffset val="100"/>
        <c:noMultiLvlLbl val="0"/>
      </c:catAx>
      <c:valAx>
        <c:axId val="1359424223"/>
        <c:scaling>
          <c:orientation val="minMax"/>
          <c:min val="2000"/>
        </c:scaling>
        <c:delete val="1"/>
        <c:axPos val="l"/>
        <c:numFmt formatCode="General" sourceLinked="1"/>
        <c:majorTickMark val="out"/>
        <c:minorTickMark val="none"/>
        <c:tickLblPos val="nextTo"/>
        <c:crossAx val="1516112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年收入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D56-4C42-BDEC-07E07844AAB3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9D56-4C42-BDEC-07E07844AAB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4900</c:v>
                </c:pt>
                <c:pt idx="1">
                  <c:v>5800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D56-4C42-BDEC-07E07844AA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1516112751"/>
        <c:axId val="1359424223"/>
      </c:barChart>
      <c:catAx>
        <c:axId val="1516112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359424223"/>
        <c:crosses val="autoZero"/>
        <c:auto val="1"/>
        <c:lblAlgn val="ctr"/>
        <c:lblOffset val="100"/>
        <c:noMultiLvlLbl val="0"/>
      </c:catAx>
      <c:valAx>
        <c:axId val="1359424223"/>
        <c:scaling>
          <c:orientation val="minMax"/>
          <c:max val="8000"/>
          <c:min val="2000"/>
        </c:scaling>
        <c:delete val="1"/>
        <c:axPos val="l"/>
        <c:numFmt formatCode="General" sourceLinked="1"/>
        <c:majorTickMark val="out"/>
        <c:minorTickMark val="none"/>
        <c:tickLblPos val="nextTo"/>
        <c:crossAx val="1516112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年收入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EBD-BB41-977A-E0193E7608D5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0EBD-BB41-977A-E0193E7608D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3481</c:v>
                </c:pt>
                <c:pt idx="1">
                  <c:v>5500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EBD-BB41-977A-E0193E7608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1516112751"/>
        <c:axId val="1359424223"/>
      </c:barChart>
      <c:catAx>
        <c:axId val="1516112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359424223"/>
        <c:crosses val="autoZero"/>
        <c:auto val="1"/>
        <c:lblAlgn val="ctr"/>
        <c:lblOffset val="100"/>
        <c:noMultiLvlLbl val="0"/>
      </c:catAx>
      <c:valAx>
        <c:axId val="1359424223"/>
        <c:scaling>
          <c:orientation val="minMax"/>
          <c:max val="8000"/>
          <c:min val="2000"/>
        </c:scaling>
        <c:delete val="1"/>
        <c:axPos val="l"/>
        <c:numFmt formatCode="General" sourceLinked="1"/>
        <c:majorTickMark val="out"/>
        <c:minorTickMark val="none"/>
        <c:tickLblPos val="nextTo"/>
        <c:crossAx val="1516112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营收（万元）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</c:spPr>
          <c:dPt>
            <c:idx val="0"/>
            <c:bubble3D val="0"/>
            <c:spPr>
              <a:solidFill>
                <a:schemeClr val="accent1">
                  <a:lumMod val="75000"/>
                </a:schemeClr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94EA-4B43-A5FF-2A5BA037DB75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94EA-4B43-A5FF-2A5BA037DB75}"/>
              </c:ext>
            </c:extLst>
          </c:dPt>
          <c:dPt>
            <c:idx val="2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94EA-4B43-A5FF-2A5BA037DB75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94EA-4B43-A5FF-2A5BA037DB75}"/>
              </c:ext>
            </c:extLst>
          </c:dPt>
          <c:cat>
            <c:strRef>
              <c:f>Sheet1!$A$2:$A$5</c:f>
              <c:strCache>
                <c:ptCount val="4"/>
                <c:pt idx="0">
                  <c:v>堂食业务</c:v>
                </c:pt>
                <c:pt idx="1">
                  <c:v>外卖业务</c:v>
                </c:pt>
                <c:pt idx="2">
                  <c:v>团餐业务</c:v>
                </c:pt>
                <c:pt idx="3">
                  <c:v>食材零售业务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4200</c:v>
                </c:pt>
                <c:pt idx="1">
                  <c:v>3800</c:v>
                </c:pt>
                <c:pt idx="2">
                  <c:v>1500</c:v>
                </c:pt>
                <c:pt idx="3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4EA-4B43-A5FF-2A5BA037DB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A-94EA-4B43-A5FF-2A5BA037DB7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C-94EA-4B43-A5FF-2A5BA037DB7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E-94EA-4B43-A5FF-2A5BA037DB7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0-94EA-4B43-A5FF-2A5BA037DB75}"/>
              </c:ext>
            </c:extLst>
          </c:dPt>
          <c:cat>
            <c:strRef>
              <c:f>Sheet1!$A$2:$A$5</c:f>
              <c:strCache>
                <c:ptCount val="4"/>
                <c:pt idx="0">
                  <c:v>堂食业务</c:v>
                </c:pt>
                <c:pt idx="1">
                  <c:v>外卖业务</c:v>
                </c:pt>
                <c:pt idx="2">
                  <c:v>团餐业务</c:v>
                </c:pt>
                <c:pt idx="3">
                  <c:v>食材零售业务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0.42</c:v>
                </c:pt>
                <c:pt idx="1">
                  <c:v>0.38</c:v>
                </c:pt>
                <c:pt idx="2">
                  <c:v>0.15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94EA-4B43-A5FF-2A5BA037DB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 年营收（万元）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0"/>
                  <c:y val="-1.2208791483454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26C-6C4B-B839-60DA39DD6C0D}"/>
                </c:ext>
              </c:extLst>
            </c:dLbl>
            <c:dLbl>
              <c:idx val="6"/>
              <c:layout>
                <c:manualLayout>
                  <c:x val="-6.8015912592905495E-17"/>
                  <c:y val="-3.662637445036410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26C-6C4B-B839-60DA39DD6C0D}"/>
                </c:ext>
              </c:extLst>
            </c:dLbl>
            <c:dLbl>
              <c:idx val="7"/>
              <c:layout>
                <c:manualLayout>
                  <c:x val="0"/>
                  <c:y val="3.0521978708636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26C-6C4B-B839-60DA39DD6C0D}"/>
                </c:ext>
              </c:extLst>
            </c:dLbl>
            <c:dLbl>
              <c:idx val="11"/>
              <c:layout>
                <c:manualLayout>
                  <c:x val="0"/>
                  <c:y val="1.831318722518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26C-6C4B-B839-60DA39DD6C0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n-ea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650</c:v>
                </c:pt>
                <c:pt idx="1">
                  <c:v>700</c:v>
                </c:pt>
                <c:pt idx="2">
                  <c:v>680</c:v>
                </c:pt>
                <c:pt idx="3">
                  <c:v>720</c:v>
                </c:pt>
                <c:pt idx="4">
                  <c:v>750</c:v>
                </c:pt>
                <c:pt idx="5">
                  <c:v>800</c:v>
                </c:pt>
                <c:pt idx="6">
                  <c:v>850</c:v>
                </c:pt>
                <c:pt idx="7">
                  <c:v>820</c:v>
                </c:pt>
                <c:pt idx="8">
                  <c:v>780</c:v>
                </c:pt>
                <c:pt idx="9">
                  <c:v>830</c:v>
                </c:pt>
                <c:pt idx="10">
                  <c:v>790</c:v>
                </c:pt>
                <c:pt idx="11">
                  <c:v>850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26C-6C4B-B839-60DA39DD6C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年营收（万元）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accent1"/>
                    </a:solidFill>
                    <a:latin typeface="+mn-ea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720</c:v>
                </c:pt>
                <c:pt idx="1">
                  <c:v>810</c:v>
                </c:pt>
                <c:pt idx="2">
                  <c:v>750</c:v>
                </c:pt>
                <c:pt idx="3">
                  <c:v>800</c:v>
                </c:pt>
                <c:pt idx="4">
                  <c:v>880</c:v>
                </c:pt>
                <c:pt idx="5">
                  <c:v>950</c:v>
                </c:pt>
                <c:pt idx="6">
                  <c:v>1020</c:v>
                </c:pt>
                <c:pt idx="7">
                  <c:v>980</c:v>
                </c:pt>
                <c:pt idx="8">
                  <c:v>900</c:v>
                </c:pt>
                <c:pt idx="9">
                  <c:v>960</c:v>
                </c:pt>
                <c:pt idx="10">
                  <c:v>920</c:v>
                </c:pt>
                <c:pt idx="11">
                  <c:v>1050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26C-6C4B-B839-60DA39DD6C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6"/>
        <c:axId val="254133184"/>
        <c:axId val="254132224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同比增长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3.6193212687252799E-2"/>
                  <c:y val="0.15483823831945501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26C-6C4B-B839-60DA39DD6C0D}"/>
                </c:ext>
              </c:extLst>
            </c:dLbl>
            <c:dLbl>
              <c:idx val="3"/>
              <c:layout>
                <c:manualLayout>
                  <c:x val="-3.8134646211193099E-2"/>
                  <c:y val="7.548109367699949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26C-6C4B-B839-60DA39DD6C0D}"/>
                </c:ext>
              </c:extLst>
            </c:dLbl>
            <c:dLbl>
              <c:idx val="4"/>
              <c:layout>
                <c:manualLayout>
                  <c:x val="-4.1546677412322902E-2"/>
                  <c:y val="0.16445242128213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26C-6C4B-B839-60DA39DD6C0D}"/>
                </c:ext>
              </c:extLst>
            </c:dLbl>
            <c:dLbl>
              <c:idx val="5"/>
              <c:layout>
                <c:manualLayout>
                  <c:x val="-3.5722376840501897E-2"/>
                  <c:y val="0.16445242128213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26C-6C4B-B839-60DA39DD6C0D}"/>
                </c:ext>
              </c:extLst>
            </c:dLbl>
            <c:dLbl>
              <c:idx val="6"/>
              <c:layout>
                <c:manualLayout>
                  <c:x val="-3.7663810364442302E-2"/>
                  <c:y val="0.1827656085073169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26C-6C4B-B839-60DA39DD6C0D}"/>
                </c:ext>
              </c:extLst>
            </c:dLbl>
            <c:dLbl>
              <c:idx val="7"/>
              <c:layout>
                <c:manualLayout>
                  <c:x val="-3.6193212687252799E-2"/>
                  <c:y val="0.1914646127698189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26C-6C4B-B839-60DA39DD6C0D}"/>
                </c:ext>
              </c:extLst>
            </c:dLbl>
            <c:dLbl>
              <c:idx val="8"/>
              <c:layout>
                <c:manualLayout>
                  <c:x val="-3.6193212687252799E-2"/>
                  <c:y val="9.989867664390900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526C-6C4B-B839-60DA39DD6C0D}"/>
                </c:ext>
              </c:extLst>
            </c:dLbl>
            <c:dLbl>
              <c:idx val="10"/>
              <c:layout>
                <c:manualLayout>
                  <c:x val="-3.6193212687252903E-2"/>
                  <c:y val="0.11210746812736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526C-6C4B-B839-60DA39DD6C0D}"/>
                </c:ext>
              </c:extLst>
            </c:dLbl>
            <c:dLbl>
              <c:idx val="11"/>
              <c:layout>
                <c:manualLayout>
                  <c:x val="-2.6831784139830301E-2"/>
                  <c:y val="0.24640417444536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526C-6C4B-B839-60DA39DD6C0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600" b="0" i="0" u="none" strike="noStrike" kern="1200" baseline="0">
                    <a:solidFill>
                      <a:schemeClr val="bg1"/>
                    </a:solidFill>
                    <a:latin typeface="+mn-ea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0.00%</c:formatCode>
                <c:ptCount val="12"/>
                <c:pt idx="0">
                  <c:v>0.108</c:v>
                </c:pt>
                <c:pt idx="1">
                  <c:v>0.157</c:v>
                </c:pt>
                <c:pt idx="2">
                  <c:v>0.10299999999999999</c:v>
                </c:pt>
                <c:pt idx="3">
                  <c:v>0.111</c:v>
                </c:pt>
                <c:pt idx="4">
                  <c:v>0.17299999999999999</c:v>
                </c:pt>
                <c:pt idx="5">
                  <c:v>0.188</c:v>
                </c:pt>
                <c:pt idx="6">
                  <c:v>0.2</c:v>
                </c:pt>
                <c:pt idx="7">
                  <c:v>0.19500000000000001</c:v>
                </c:pt>
                <c:pt idx="8">
                  <c:v>0.154</c:v>
                </c:pt>
                <c:pt idx="9">
                  <c:v>0.157</c:v>
                </c:pt>
                <c:pt idx="10">
                  <c:v>0.16500000000000001</c:v>
                </c:pt>
                <c:pt idx="11">
                  <c:v>0.23499999999999999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F-526C-6C4B-B839-60DA39DD6C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51380656"/>
        <c:axId val="1651390736"/>
      </c:lineChart>
      <c:catAx>
        <c:axId val="254133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  <c:crossAx val="254132224"/>
        <c:crosses val="autoZero"/>
        <c:auto val="1"/>
        <c:lblAlgn val="ctr"/>
        <c:lblOffset val="100"/>
        <c:noMultiLvlLbl val="0"/>
      </c:catAx>
      <c:valAx>
        <c:axId val="254132224"/>
        <c:scaling>
          <c:orientation val="minMax"/>
          <c:max val="1200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pPr>
            <a:endParaRPr lang="zh-CN"/>
          </a:p>
        </c:txPr>
        <c:crossAx val="254133184"/>
        <c:crosses val="autoZero"/>
        <c:crossBetween val="between"/>
        <c:majorUnit val="200"/>
      </c:valAx>
      <c:catAx>
        <c:axId val="165138065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51390736"/>
        <c:crosses val="autoZero"/>
        <c:auto val="1"/>
        <c:lblAlgn val="ctr"/>
        <c:lblOffset val="100"/>
        <c:noMultiLvlLbl val="0"/>
      </c:catAx>
      <c:valAx>
        <c:axId val="1651390736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solidFill>
              <a:schemeClr val="accent1">
                <a:lumMod val="20000"/>
                <a:lumOff val="80000"/>
                <a:alpha val="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  <c:crossAx val="1651380656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layout>
        <c:manualLayout>
          <c:xMode val="edge"/>
          <c:yMode val="edge"/>
          <c:x val="0.21096486628364999"/>
          <c:y val="8.5461540384182799E-2"/>
          <c:w val="0.56694026225330296"/>
          <c:h val="0.1031032440777750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系列 1</c:v>
                </c:pt>
              </c:strCache>
            </c:strRef>
          </c:tx>
          <c:spPr>
            <a:gradFill flip="none" rotWithShape="1">
              <a:gsLst>
                <a:gs pos="0">
                  <a:schemeClr val="accent2">
                    <a:alpha val="27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c:spPr>
          <c:cat>
            <c:strRef>
              <c:f>Sheet1!$A$2:$A$6</c:f>
              <c:strCache>
                <c:ptCount val="5"/>
                <c:pt idx="0">
                  <c:v>奶茶A</c:v>
                </c:pt>
                <c:pt idx="1">
                  <c:v>奶茶B</c:v>
                </c:pt>
                <c:pt idx="2">
                  <c:v>奶茶C</c:v>
                </c:pt>
                <c:pt idx="3">
                  <c:v>奶茶D</c:v>
                </c:pt>
                <c:pt idx="4">
                  <c:v>奶茶E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8</c:v>
                </c:pt>
                <c:pt idx="3">
                  <c:v>3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CD-4945-BC13-9689856AD4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95049839"/>
        <c:axId val="795050799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587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奶茶A</c:v>
                </c:pt>
                <c:pt idx="1">
                  <c:v>奶茶B</c:v>
                </c:pt>
                <c:pt idx="2">
                  <c:v>奶茶C</c:v>
                </c:pt>
                <c:pt idx="3">
                  <c:v>奶茶D</c:v>
                </c:pt>
                <c:pt idx="4">
                  <c:v>奶茶E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8</c:v>
                </c:pt>
                <c:pt idx="3">
                  <c:v>3</c:v>
                </c:pt>
                <c:pt idx="4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5CD-4945-BC13-9689856AD4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95049839"/>
        <c:axId val="795050799"/>
      </c:lineChart>
      <c:catAx>
        <c:axId val="79504983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95050799"/>
        <c:crosses val="autoZero"/>
        <c:auto val="1"/>
        <c:lblAlgn val="ctr"/>
        <c:lblOffset val="100"/>
        <c:noMultiLvlLbl val="0"/>
      </c:catAx>
      <c:valAx>
        <c:axId val="7950507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95049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 sz="700"/>
      </a:pPr>
      <a:endParaRPr lang="zh-CN"/>
    </a:p>
  </c:txPr>
  <c:externalData r:id="rId3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奶茶A</c:v>
                </c:pt>
                <c:pt idx="1">
                  <c:v>奶茶B</c:v>
                </c:pt>
                <c:pt idx="2">
                  <c:v>奶茶C</c:v>
                </c:pt>
                <c:pt idx="3">
                  <c:v>奶茶D</c:v>
                </c:pt>
                <c:pt idx="4">
                  <c:v>奶茶E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0.15</c:v>
                </c:pt>
                <c:pt idx="1">
                  <c:v>0.25</c:v>
                </c:pt>
                <c:pt idx="2">
                  <c:v>0.4</c:v>
                </c:pt>
                <c:pt idx="3">
                  <c:v>0.3</c:v>
                </c:pt>
                <c:pt idx="4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81-0D44-8422-99835D3266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4"/>
        <c:axId val="795079119"/>
        <c:axId val="795095919"/>
      </c:barChart>
      <c:catAx>
        <c:axId val="7950791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95095919"/>
        <c:crosses val="autoZero"/>
        <c:auto val="1"/>
        <c:lblAlgn val="ctr"/>
        <c:lblOffset val="100"/>
        <c:noMultiLvlLbl val="0"/>
      </c:catAx>
      <c:valAx>
        <c:axId val="79509591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950791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700"/>
      </a:pPr>
      <a:endParaRPr lang="zh-CN"/>
    </a:p>
  </c:txPr>
  <c:externalData r:id="rId3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600" b="1" i="0" u="none" strike="noStrike" kern="1200" baseline="0">
                    <a:solidFill>
                      <a:schemeClr val="accent2"/>
                    </a:solidFill>
                    <a:latin typeface="+mn-lt"/>
                    <a:ea typeface="+mj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产品1</c:v>
                </c:pt>
                <c:pt idx="1">
                  <c:v>产品2</c:v>
                </c:pt>
                <c:pt idx="2">
                  <c:v>产品3</c:v>
                </c:pt>
                <c:pt idx="3">
                  <c:v>产品4</c:v>
                </c:pt>
                <c:pt idx="4">
                  <c:v>产品5</c:v>
                </c:pt>
                <c:pt idx="5">
                  <c:v>产品6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0.06</c:v>
                </c:pt>
                <c:pt idx="1">
                  <c:v>0.11</c:v>
                </c:pt>
                <c:pt idx="2">
                  <c:v>0.15</c:v>
                </c:pt>
                <c:pt idx="3">
                  <c:v>0.2</c:v>
                </c:pt>
                <c:pt idx="4">
                  <c:v>0.25</c:v>
                </c:pt>
                <c:pt idx="5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E6-D349-B2E0-42EDEDDF55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016027088"/>
        <c:axId val="101602756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蓝指数</c:v>
                </c:pt>
              </c:strCache>
            </c:strRef>
          </c:tx>
          <c:spPr>
            <a:ln w="19050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4"/>
            <c:spPr>
              <a:solidFill>
                <a:schemeClr val="bg1"/>
              </a:solidFill>
              <a:ln w="12700">
                <a:solidFill>
                  <a:schemeClr val="accent2">
                    <a:lumMod val="75000"/>
                  </a:schemeClr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产品1</c:v>
                </c:pt>
                <c:pt idx="1">
                  <c:v>产品2</c:v>
                </c:pt>
                <c:pt idx="2">
                  <c:v>产品3</c:v>
                </c:pt>
                <c:pt idx="3">
                  <c:v>产品4</c:v>
                </c:pt>
                <c:pt idx="4">
                  <c:v>产品5</c:v>
                </c:pt>
                <c:pt idx="5">
                  <c:v>产品6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5E6-D349-B2E0-42EDEDDF55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6033808"/>
        <c:axId val="1016037168"/>
      </c:lineChart>
      <c:catAx>
        <c:axId val="1016027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27568"/>
        <c:crosses val="autoZero"/>
        <c:auto val="1"/>
        <c:lblAlgn val="ctr"/>
        <c:lblOffset val="100"/>
        <c:noMultiLvlLbl val="0"/>
      </c:catAx>
      <c:valAx>
        <c:axId val="1016027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27088"/>
        <c:crosses val="autoZero"/>
        <c:crossBetween val="between"/>
      </c:valAx>
      <c:catAx>
        <c:axId val="1016033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16037168"/>
        <c:crosses val="autoZero"/>
        <c:auto val="1"/>
        <c:lblAlgn val="ctr"/>
        <c:lblOffset val="100"/>
        <c:noMultiLvlLbl val="0"/>
      </c:catAx>
      <c:valAx>
        <c:axId val="1016037168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33808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600">
          <a:latin typeface="+mn-lt"/>
          <a:ea typeface="+mj-ea"/>
        </a:defRPr>
      </a:pPr>
      <a:endParaRPr lang="zh-CN"/>
    </a:p>
  </c:txPr>
  <c:externalData r:id="rId3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600" b="1" i="0" u="none" strike="noStrike" kern="1200" baseline="0">
                    <a:solidFill>
                      <a:schemeClr val="accent2"/>
                    </a:solidFill>
                    <a:latin typeface="+mn-lt"/>
                    <a:ea typeface="+mj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产品1</c:v>
                </c:pt>
                <c:pt idx="1">
                  <c:v>产品2</c:v>
                </c:pt>
                <c:pt idx="2">
                  <c:v>产品3</c:v>
                </c:pt>
                <c:pt idx="3">
                  <c:v>产品4</c:v>
                </c:pt>
                <c:pt idx="4">
                  <c:v>产品5</c:v>
                </c:pt>
                <c:pt idx="5">
                  <c:v>产品6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0.15</c:v>
                </c:pt>
                <c:pt idx="1">
                  <c:v>0.12</c:v>
                </c:pt>
                <c:pt idx="2">
                  <c:v>0.1</c:v>
                </c:pt>
                <c:pt idx="3">
                  <c:v>0.08</c:v>
                </c:pt>
                <c:pt idx="4">
                  <c:v>0.06</c:v>
                </c:pt>
                <c:pt idx="5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8D-7240-962B-558963B212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016027088"/>
        <c:axId val="101602756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蓝指数</c:v>
                </c:pt>
              </c:strCache>
            </c:strRef>
          </c:tx>
          <c:spPr>
            <a:ln w="19050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4"/>
            <c:spPr>
              <a:solidFill>
                <a:schemeClr val="bg1"/>
              </a:solidFill>
              <a:ln w="12700">
                <a:solidFill>
                  <a:schemeClr val="accent2">
                    <a:lumMod val="75000"/>
                  </a:schemeClr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产品1</c:v>
                </c:pt>
                <c:pt idx="1">
                  <c:v>产品2</c:v>
                </c:pt>
                <c:pt idx="2">
                  <c:v>产品3</c:v>
                </c:pt>
                <c:pt idx="3">
                  <c:v>产品4</c:v>
                </c:pt>
                <c:pt idx="4">
                  <c:v>产品5</c:v>
                </c:pt>
                <c:pt idx="5">
                  <c:v>产品6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</c:v>
                </c:pt>
                <c:pt idx="1">
                  <c:v>10</c:v>
                </c:pt>
                <c:pt idx="2">
                  <c:v>8</c:v>
                </c:pt>
                <c:pt idx="3">
                  <c:v>6</c:v>
                </c:pt>
                <c:pt idx="4">
                  <c:v>5</c:v>
                </c:pt>
                <c:pt idx="5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8D-7240-962B-558963B212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6033808"/>
        <c:axId val="1016037168"/>
      </c:lineChart>
      <c:catAx>
        <c:axId val="1016027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27568"/>
        <c:crosses val="autoZero"/>
        <c:auto val="1"/>
        <c:lblAlgn val="ctr"/>
        <c:lblOffset val="100"/>
        <c:noMultiLvlLbl val="0"/>
      </c:catAx>
      <c:valAx>
        <c:axId val="1016027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27088"/>
        <c:crosses val="autoZero"/>
        <c:crossBetween val="between"/>
      </c:valAx>
      <c:catAx>
        <c:axId val="1016033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16037168"/>
        <c:crosses val="autoZero"/>
        <c:auto val="1"/>
        <c:lblAlgn val="ctr"/>
        <c:lblOffset val="100"/>
        <c:noMultiLvlLbl val="0"/>
      </c:catAx>
      <c:valAx>
        <c:axId val="1016037168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33808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600">
          <a:latin typeface="+mn-lt"/>
          <a:ea typeface="+mj-ea"/>
        </a:defRPr>
      </a:pPr>
      <a:endParaRPr lang="zh-CN"/>
    </a:p>
  </c:txPr>
  <c:externalData r:id="rId3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2.1628827855477901E-3"/>
                  <c:y val="-8.470000889238940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3DD-7046-822F-F52F75841E14}"/>
                </c:ext>
              </c:extLst>
            </c:dLbl>
            <c:dLbl>
              <c:idx val="4"/>
              <c:layout>
                <c:manualLayout>
                  <c:x val="9.7329725349650398E-4"/>
                  <c:y val="-3.982917084820689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DD-7046-822F-F52F75841E14}"/>
                </c:ext>
              </c:extLst>
            </c:dLbl>
            <c:dLbl>
              <c:idx val="5"/>
              <c:layout>
                <c:manualLayout>
                  <c:x val="0"/>
                  <c:y val="-4.48708380441825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3DD-7046-822F-F52F75841E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600" b="1" i="0" u="none" strike="noStrike" kern="1200" baseline="0">
                    <a:solidFill>
                      <a:schemeClr val="accent2"/>
                    </a:solidFill>
                    <a:latin typeface="+mn-lt"/>
                    <a:ea typeface="+mj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产品1</c:v>
                </c:pt>
                <c:pt idx="1">
                  <c:v>产品2</c:v>
                </c:pt>
                <c:pt idx="2">
                  <c:v>产品3</c:v>
                </c:pt>
                <c:pt idx="3">
                  <c:v>产品4</c:v>
                </c:pt>
                <c:pt idx="4">
                  <c:v>产品5</c:v>
                </c:pt>
                <c:pt idx="5">
                  <c:v>产品6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0.05</c:v>
                </c:pt>
                <c:pt idx="1">
                  <c:v>0.08</c:v>
                </c:pt>
                <c:pt idx="2">
                  <c:v>0.1</c:v>
                </c:pt>
                <c:pt idx="3">
                  <c:v>0.12</c:v>
                </c:pt>
                <c:pt idx="4">
                  <c:v>0.21</c:v>
                </c:pt>
                <c:pt idx="5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3DD-7046-822F-F52F75841E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016027088"/>
        <c:axId val="101602756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蓝指数</c:v>
                </c:pt>
              </c:strCache>
            </c:strRef>
          </c:tx>
          <c:spPr>
            <a:ln w="19050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4"/>
            <c:spPr>
              <a:solidFill>
                <a:schemeClr val="bg1"/>
              </a:solidFill>
              <a:ln w="12700">
                <a:solidFill>
                  <a:schemeClr val="accent2">
                    <a:lumMod val="75000"/>
                  </a:schemeClr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产品1</c:v>
                </c:pt>
                <c:pt idx="1">
                  <c:v>产品2</c:v>
                </c:pt>
                <c:pt idx="2">
                  <c:v>产品3</c:v>
                </c:pt>
                <c:pt idx="3">
                  <c:v>产品4</c:v>
                </c:pt>
                <c:pt idx="4">
                  <c:v>产品5</c:v>
                </c:pt>
                <c:pt idx="5">
                  <c:v>产品6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8</c:v>
                </c:pt>
                <c:pt idx="4">
                  <c:v>11</c:v>
                </c:pt>
                <c:pt idx="5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3DD-7046-822F-F52F75841E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6033808"/>
        <c:axId val="1016037168"/>
      </c:lineChart>
      <c:catAx>
        <c:axId val="1016027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27568"/>
        <c:crosses val="autoZero"/>
        <c:auto val="1"/>
        <c:lblAlgn val="ctr"/>
        <c:lblOffset val="100"/>
        <c:noMultiLvlLbl val="0"/>
      </c:catAx>
      <c:valAx>
        <c:axId val="1016027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27088"/>
        <c:crosses val="autoZero"/>
        <c:crossBetween val="between"/>
      </c:valAx>
      <c:catAx>
        <c:axId val="1016033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16037168"/>
        <c:crosses val="autoZero"/>
        <c:auto val="1"/>
        <c:lblAlgn val="ctr"/>
        <c:lblOffset val="100"/>
        <c:noMultiLvlLbl val="0"/>
      </c:catAx>
      <c:valAx>
        <c:axId val="1016037168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33808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600">
          <a:latin typeface="+mn-lt"/>
          <a:ea typeface="+mj-ea"/>
        </a:defRPr>
      </a:pPr>
      <a:endParaRPr lang="zh-CN"/>
    </a:p>
  </c:txPr>
  <c:externalData r:id="rId3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600" b="1" i="0" u="none" strike="noStrike" kern="1200" baseline="0">
                    <a:solidFill>
                      <a:schemeClr val="accent2"/>
                    </a:solidFill>
                    <a:latin typeface="+mn-lt"/>
                    <a:ea typeface="+mj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产品1</c:v>
                </c:pt>
                <c:pt idx="1">
                  <c:v>产品2</c:v>
                </c:pt>
                <c:pt idx="2">
                  <c:v>产品3</c:v>
                </c:pt>
                <c:pt idx="3">
                  <c:v>产品4</c:v>
                </c:pt>
                <c:pt idx="4">
                  <c:v>产品5</c:v>
                </c:pt>
                <c:pt idx="5">
                  <c:v>产品6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0.25</c:v>
                </c:pt>
                <c:pt idx="1">
                  <c:v>0.2</c:v>
                </c:pt>
                <c:pt idx="2">
                  <c:v>0.2</c:v>
                </c:pt>
                <c:pt idx="3">
                  <c:v>0.18</c:v>
                </c:pt>
                <c:pt idx="4">
                  <c:v>0.1</c:v>
                </c:pt>
                <c:pt idx="5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3F-1C41-B791-8C976B25AB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016027088"/>
        <c:axId val="101602756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蓝指数</c:v>
                </c:pt>
              </c:strCache>
            </c:strRef>
          </c:tx>
          <c:spPr>
            <a:ln w="19050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4"/>
            <c:spPr>
              <a:solidFill>
                <a:schemeClr val="bg1"/>
              </a:solidFill>
              <a:ln w="12700">
                <a:solidFill>
                  <a:schemeClr val="accent2">
                    <a:lumMod val="75000"/>
                  </a:schemeClr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产品1</c:v>
                </c:pt>
                <c:pt idx="1">
                  <c:v>产品2</c:v>
                </c:pt>
                <c:pt idx="2">
                  <c:v>产品3</c:v>
                </c:pt>
                <c:pt idx="3">
                  <c:v>产品4</c:v>
                </c:pt>
                <c:pt idx="4">
                  <c:v>产品5</c:v>
                </c:pt>
                <c:pt idx="5">
                  <c:v>产品6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</c:v>
                </c:pt>
                <c:pt idx="1">
                  <c:v>10</c:v>
                </c:pt>
                <c:pt idx="2">
                  <c:v>8</c:v>
                </c:pt>
                <c:pt idx="3">
                  <c:v>6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83F-1C41-B791-8C976B25AB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6033808"/>
        <c:axId val="1016037168"/>
      </c:lineChart>
      <c:catAx>
        <c:axId val="1016027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27568"/>
        <c:crosses val="autoZero"/>
        <c:auto val="1"/>
        <c:lblAlgn val="ctr"/>
        <c:lblOffset val="100"/>
        <c:noMultiLvlLbl val="0"/>
      </c:catAx>
      <c:valAx>
        <c:axId val="1016027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27088"/>
        <c:crosses val="autoZero"/>
        <c:crossBetween val="between"/>
      </c:valAx>
      <c:catAx>
        <c:axId val="1016033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16037168"/>
        <c:crosses val="autoZero"/>
        <c:auto val="1"/>
        <c:lblAlgn val="ctr"/>
        <c:lblOffset val="100"/>
        <c:noMultiLvlLbl val="0"/>
      </c:catAx>
      <c:valAx>
        <c:axId val="1016037168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33808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600">
          <a:latin typeface="+mn-lt"/>
          <a:ea typeface="+mj-ea"/>
        </a:defRPr>
      </a:pPr>
      <a:endParaRPr lang="zh-CN"/>
    </a:p>
  </c:txPr>
  <c:externalData r:id="rId3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面积图</c:v>
                </c:pt>
              </c:strCache>
            </c:strRef>
          </c:tx>
          <c:spPr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c:spP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8500</c:v>
                </c:pt>
                <c:pt idx="1">
                  <c:v>8200</c:v>
                </c:pt>
                <c:pt idx="2">
                  <c:v>8600</c:v>
                </c:pt>
                <c:pt idx="3">
                  <c:v>8400</c:v>
                </c:pt>
                <c:pt idx="4">
                  <c:v>9000</c:v>
                </c:pt>
                <c:pt idx="5">
                  <c:v>9200</c:v>
                </c:pt>
                <c:pt idx="6">
                  <c:v>8900</c:v>
                </c:pt>
                <c:pt idx="7">
                  <c:v>8700</c:v>
                </c:pt>
                <c:pt idx="8">
                  <c:v>8800</c:v>
                </c:pt>
                <c:pt idx="9">
                  <c:v>9100</c:v>
                </c:pt>
                <c:pt idx="10">
                  <c:v>9300</c:v>
                </c:pt>
                <c:pt idx="11">
                  <c:v>9500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0A-AE46-8E3D-C8BEB940A9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64337599"/>
        <c:axId val="764338559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折线图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587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8500</c:v>
                </c:pt>
                <c:pt idx="1">
                  <c:v>8200</c:v>
                </c:pt>
                <c:pt idx="2">
                  <c:v>8600</c:v>
                </c:pt>
                <c:pt idx="3">
                  <c:v>8400</c:v>
                </c:pt>
                <c:pt idx="4">
                  <c:v>9000</c:v>
                </c:pt>
                <c:pt idx="5">
                  <c:v>9200</c:v>
                </c:pt>
                <c:pt idx="6">
                  <c:v>8900</c:v>
                </c:pt>
                <c:pt idx="7">
                  <c:v>8700</c:v>
                </c:pt>
                <c:pt idx="8">
                  <c:v>8800</c:v>
                </c:pt>
                <c:pt idx="9">
                  <c:v>9100</c:v>
                </c:pt>
                <c:pt idx="10">
                  <c:v>9300</c:v>
                </c:pt>
                <c:pt idx="11">
                  <c:v>9500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90A-AE46-8E3D-C8BEB940A9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64337599"/>
        <c:axId val="764338559"/>
      </c:lineChart>
      <c:catAx>
        <c:axId val="7643375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64338559"/>
        <c:crosses val="autoZero"/>
        <c:auto val="1"/>
        <c:lblAlgn val="ctr"/>
        <c:lblOffset val="100"/>
        <c:noMultiLvlLbl val="0"/>
      </c:catAx>
      <c:valAx>
        <c:axId val="7643385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643375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9276030980438497E-2"/>
          <c:y val="0.25464486648169399"/>
          <c:w val="0.89320691581355904"/>
          <c:h val="0.5917539678502059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成本支出（万元）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587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75</c:v>
                </c:pt>
                <c:pt idx="2">
                  <c:v>82</c:v>
                </c:pt>
                <c:pt idx="3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C73-EE47-94B1-5A369D2A31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64337599"/>
        <c:axId val="764338559"/>
      </c:lineChart>
      <c:catAx>
        <c:axId val="76433759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64338559"/>
        <c:crosses val="autoZero"/>
        <c:auto val="1"/>
        <c:lblAlgn val="ctr"/>
        <c:lblOffset val="100"/>
        <c:noMultiLvlLbl val="0"/>
      </c:catAx>
      <c:valAx>
        <c:axId val="7643385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643375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转化率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直接访问</c:v>
                </c:pt>
                <c:pt idx="1">
                  <c:v>付费搜索</c:v>
                </c:pt>
                <c:pt idx="2">
                  <c:v>自然搜索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0.88</c:v>
                </c:pt>
                <c:pt idx="1">
                  <c:v>0.77</c:v>
                </c:pt>
                <c:pt idx="2" formatCode="0%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46-B443-B666-435A6E9D00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107589967"/>
        <c:axId val="107590447"/>
      </c:barChart>
      <c:catAx>
        <c:axId val="107589967"/>
        <c:scaling>
          <c:orientation val="maxMin"/>
        </c:scaling>
        <c:delete val="0"/>
        <c:axPos val="l"/>
        <c:numFmt formatCode="0%" sourceLinked="0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alt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  <c:crossAx val="107590447"/>
        <c:crosses val="autoZero"/>
        <c:auto val="1"/>
        <c:lblAlgn val="ctr"/>
        <c:lblOffset val="100"/>
        <c:noMultiLvlLbl val="0"/>
      </c:catAx>
      <c:valAx>
        <c:axId val="107590447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0.00%" sourceLinked="1"/>
        <c:majorTickMark val="out"/>
        <c:minorTickMark val="none"/>
        <c:tickLblPos val="nextTo"/>
        <c:crossAx val="1075899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 w="9525">
              <a:solidFill>
                <a:schemeClr val="lt1"/>
              </a:solidFill>
            </a:ln>
          </c:spPr>
          <c:dPt>
            <c:idx val="0"/>
            <c:bubble3D val="0"/>
            <c:spPr>
              <a:solidFill>
                <a:schemeClr val="accent2">
                  <a:lumMod val="75000"/>
                </a:schemeClr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53B-4540-83CA-8EDF11A3309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53B-4540-83CA-8EDF11A3309F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53B-4540-83CA-8EDF11A3309F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53B-4540-83CA-8EDF11A3309F}"/>
              </c:ext>
            </c:extLst>
          </c:dPt>
          <c:dLbls>
            <c:dLbl>
              <c:idx val="1"/>
              <c:layout>
                <c:manualLayout>
                  <c:x val="4.5535120126666499E-3"/>
                  <c:y val="-1.7156860537689701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53B-4540-83CA-8EDF11A3309F}"/>
                </c:ext>
              </c:extLst>
            </c:dLbl>
            <c:dLbl>
              <c:idx val="2"/>
              <c:layout>
                <c:manualLayout>
                  <c:x val="-4.1740044598220599E-17"/>
                  <c:y val="-1.1437907025126599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53B-4540-83CA-8EDF11A3309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华北</c:v>
                </c:pt>
                <c:pt idx="1">
                  <c:v>西北</c:v>
                </c:pt>
                <c:pt idx="2">
                  <c:v>华东</c:v>
                </c:pt>
                <c:pt idx="3">
                  <c:v>南方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0.22</c:v>
                </c:pt>
                <c:pt idx="1">
                  <c:v>0.18</c:v>
                </c:pt>
                <c:pt idx="2">
                  <c:v>0.25</c:v>
                </c:pt>
                <c:pt idx="3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53B-4540-83CA-8EDF11A330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支出成本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B5C-7846-9442-BE6E87298D8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B5C-7846-9442-BE6E87298D8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B5C-7846-9442-BE6E87298D84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B5C-7846-9442-BE6E87298D8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800</c:v>
                </c:pt>
                <c:pt idx="1">
                  <c:v>850</c:v>
                </c:pt>
                <c:pt idx="2">
                  <c:v>830</c:v>
                </c:pt>
                <c:pt idx="3">
                  <c:v>880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B5C-7846-9442-BE6E87298D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4"/>
        <c:axId val="986049087"/>
        <c:axId val="986048607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支出占比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6.4718246311922398E-2"/>
                  <c:y val="-7.372658046409219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B5C-7846-9442-BE6E87298D84}"/>
                </c:ext>
              </c:extLst>
            </c:dLbl>
            <c:dLbl>
              <c:idx val="1"/>
              <c:layout>
                <c:manualLayout>
                  <c:x val="-6.4718246311922398E-2"/>
                  <c:y val="-5.3619331246612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B5C-7846-9442-BE6E87298D84}"/>
                </c:ext>
              </c:extLst>
            </c:dLbl>
            <c:dLbl>
              <c:idx val="2"/>
              <c:layout>
                <c:manualLayout>
                  <c:x val="-6.4718246311922398E-2"/>
                  <c:y val="-6.032174765243909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B5C-7846-9442-BE6E87298D84}"/>
                </c:ext>
              </c:extLst>
            </c:dLbl>
            <c:dLbl>
              <c:idx val="3"/>
              <c:layout>
                <c:manualLayout>
                  <c:x val="-6.9696572951300995E-2"/>
                  <c:y val="-8.042899686991880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B5C-7846-9442-BE6E87298D8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0.23</c:v>
                </c:pt>
                <c:pt idx="1">
                  <c:v>0.26</c:v>
                </c:pt>
                <c:pt idx="2">
                  <c:v>0.22</c:v>
                </c:pt>
                <c:pt idx="3">
                  <c:v>0.28999999999999998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6B5C-7846-9442-BE6E87298D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3017743"/>
        <c:axId val="1013019663"/>
      </c:lineChart>
      <c:catAx>
        <c:axId val="9860490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986048607"/>
        <c:crosses val="autoZero"/>
        <c:auto val="1"/>
        <c:lblAlgn val="ctr"/>
        <c:lblOffset val="100"/>
        <c:noMultiLvlLbl val="0"/>
      </c:catAx>
      <c:valAx>
        <c:axId val="986048607"/>
        <c:scaling>
          <c:orientation val="minMax"/>
        </c:scaling>
        <c:delete val="0"/>
        <c:axPos val="l"/>
        <c:majorGridlines>
          <c:spPr>
            <a:ln w="3175" cap="flat" cmpd="sng" algn="ctr">
              <a:solidFill>
                <a:schemeClr val="tx1">
                  <a:lumMod val="15000"/>
                  <a:lumOff val="85000"/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986049087"/>
        <c:crosses val="autoZero"/>
        <c:crossBetween val="between"/>
      </c:valAx>
      <c:catAx>
        <c:axId val="101301774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13019663"/>
        <c:crosses val="autoZero"/>
        <c:auto val="1"/>
        <c:lblAlgn val="ctr"/>
        <c:lblOffset val="100"/>
        <c:noMultiLvlLbl val="0"/>
      </c:catAx>
      <c:valAx>
        <c:axId val="1013019663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01301774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  <a:endParaRPr lang="zh-CN"/>
    </a:p>
  </c:txPr>
  <c:externalData r:id="rId3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 w="9525">
              <a:solidFill>
                <a:schemeClr val="lt1"/>
              </a:solidFill>
            </a:ln>
          </c:spPr>
          <c:dPt>
            <c:idx val="0"/>
            <c:bubble3D val="0"/>
            <c:spPr>
              <a:solidFill>
                <a:schemeClr val="accent2">
                  <a:lumMod val="75000"/>
                </a:schemeClr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21E-1742-B4FD-B7AF408E35C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21E-1742-B4FD-B7AF408E35CC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21E-1742-B4FD-B7AF408E35CC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21E-1742-B4FD-B7AF408E35CC}"/>
              </c:ext>
            </c:extLst>
          </c:dPt>
          <c:dLbls>
            <c:dLbl>
              <c:idx val="1"/>
              <c:layout>
                <c:manualLayout>
                  <c:x val="4.5535120126666499E-3"/>
                  <c:y val="-1.7156860537689701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21E-1742-B4FD-B7AF408E35CC}"/>
                </c:ext>
              </c:extLst>
            </c:dLbl>
            <c:dLbl>
              <c:idx val="2"/>
              <c:layout>
                <c:manualLayout>
                  <c:x val="-4.1740044598220599E-17"/>
                  <c:y val="-1.1437907025126599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21E-1742-B4FD-B7AF408E35C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华北</c:v>
                </c:pt>
                <c:pt idx="1">
                  <c:v>西北</c:v>
                </c:pt>
                <c:pt idx="2">
                  <c:v>华东</c:v>
                </c:pt>
                <c:pt idx="3">
                  <c:v>南方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0.23</c:v>
                </c:pt>
                <c:pt idx="1">
                  <c:v>0.2</c:v>
                </c:pt>
                <c:pt idx="2">
                  <c:v>0.26</c:v>
                </c:pt>
                <c:pt idx="3">
                  <c:v>0.24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21E-1742-B4FD-B7AF408E35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 w="9525">
              <a:solidFill>
                <a:schemeClr val="lt1"/>
              </a:solidFill>
            </a:ln>
          </c:spPr>
          <c:dPt>
            <c:idx val="0"/>
            <c:bubble3D val="0"/>
            <c:spPr>
              <a:solidFill>
                <a:schemeClr val="accent2">
                  <a:lumMod val="75000"/>
                </a:schemeClr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892-9E45-81EE-46B44C45990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892-9E45-81EE-46B44C459903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892-9E45-81EE-46B44C459903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892-9E45-81EE-46B44C459903}"/>
              </c:ext>
            </c:extLst>
          </c:dPt>
          <c:dLbls>
            <c:dLbl>
              <c:idx val="1"/>
              <c:layout>
                <c:manualLayout>
                  <c:x val="4.5535120126666499E-3"/>
                  <c:y val="-1.7156860537689701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892-9E45-81EE-46B44C459903}"/>
                </c:ext>
              </c:extLst>
            </c:dLbl>
            <c:dLbl>
              <c:idx val="2"/>
              <c:layout>
                <c:manualLayout>
                  <c:x val="-4.1740044598220599E-17"/>
                  <c:y val="-1.1437907025126599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892-9E45-81EE-46B44C45990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华北</c:v>
                </c:pt>
                <c:pt idx="1">
                  <c:v>西北</c:v>
                </c:pt>
                <c:pt idx="2">
                  <c:v>华东</c:v>
                </c:pt>
                <c:pt idx="3">
                  <c:v>南方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0.21</c:v>
                </c:pt>
                <c:pt idx="1">
                  <c:v>0.27</c:v>
                </c:pt>
                <c:pt idx="2">
                  <c:v>0.24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892-9E45-81EE-46B44C4599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  <a:scene3d>
              <a:camera prst="orthographicFront"/>
              <a:lightRig rig="glow" dir="t"/>
            </a:scene3d>
          </c:spPr>
          <c:dPt>
            <c:idx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  <a:effectLst/>
              <a:scene3d>
                <a:camera prst="orthographicFront"/>
                <a:lightRig rig="glow" dir="t"/>
              </a:scene3d>
            </c:spPr>
            <c:extLst>
              <c:ext xmlns:c16="http://schemas.microsoft.com/office/drawing/2014/chart" uri="{C3380CC4-5D6E-409C-BE32-E72D297353CC}">
                <c16:uniqueId val="{00000001-B27C-E149-8C3B-75C4CFE328C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  <a:scene3d>
                <a:camera prst="orthographicFront"/>
                <a:lightRig rig="glow" dir="t"/>
              </a:scene3d>
            </c:spPr>
            <c:extLst>
              <c:ext xmlns:c16="http://schemas.microsoft.com/office/drawing/2014/chart" uri="{C3380CC4-5D6E-409C-BE32-E72D297353CC}">
                <c16:uniqueId val="{00000003-B27C-E149-8C3B-75C4CFE328C9}"/>
              </c:ext>
            </c:extLst>
          </c:dPt>
          <c:dPt>
            <c:idx val="2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noFill/>
              </a:ln>
              <a:effectLst/>
              <a:scene3d>
                <a:camera prst="orthographicFront"/>
                <a:lightRig rig="glow" dir="t"/>
              </a:scene3d>
            </c:spPr>
            <c:extLst>
              <c:ext xmlns:c16="http://schemas.microsoft.com/office/drawing/2014/chart" uri="{C3380CC4-5D6E-409C-BE32-E72D297353CC}">
                <c16:uniqueId val="{00000005-B27C-E149-8C3B-75C4CFE328C9}"/>
              </c:ext>
            </c:extLst>
          </c:dPt>
          <c:dPt>
            <c:idx val="3"/>
            <c:bubble3D val="0"/>
            <c:spPr>
              <a:solidFill>
                <a:schemeClr val="accent2">
                  <a:lumMod val="75000"/>
                </a:schemeClr>
              </a:solidFill>
              <a:ln w="19050">
                <a:noFill/>
              </a:ln>
              <a:effectLst/>
              <a:scene3d>
                <a:camera prst="orthographicFront"/>
                <a:lightRig rig="glow" dir="t"/>
              </a:scene3d>
            </c:spPr>
            <c:extLst>
              <c:ext xmlns:c16="http://schemas.microsoft.com/office/drawing/2014/chart" uri="{C3380CC4-5D6E-409C-BE32-E72D297353CC}">
                <c16:uniqueId val="{00000007-B27C-E149-8C3B-75C4CFE328C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0.18</c:v>
                </c:pt>
                <c:pt idx="1">
                  <c:v>0.28000000000000003</c:v>
                </c:pt>
                <c:pt idx="2">
                  <c:v>0.27</c:v>
                </c:pt>
                <c:pt idx="3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27C-E149-8C3B-75C4CFE328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06048526981822"/>
          <c:y val="7.0759724257008202E-2"/>
          <c:w val="0.78790294603635702"/>
          <c:h val="6.127944607422820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成本支出（万元）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4000</c:v>
                </c:pt>
                <c:pt idx="1">
                  <c:v>4500</c:v>
                </c:pt>
                <c:pt idx="2">
                  <c:v>5100</c:v>
                </c:pt>
                <c:pt idx="3">
                  <c:v>5800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4B-1845-95D9-538D8CB23B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607279808"/>
        <c:axId val="33608144"/>
      </c:barChart>
      <c:catAx>
        <c:axId val="60727980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33608144"/>
        <c:crosses val="autoZero"/>
        <c:auto val="1"/>
        <c:lblAlgn val="ctr"/>
        <c:lblOffset val="100"/>
        <c:noMultiLvlLbl val="0"/>
      </c:catAx>
      <c:valAx>
        <c:axId val="33608144"/>
        <c:scaling>
          <c:orientation val="minMax"/>
        </c:scaling>
        <c:delete val="1"/>
        <c:axPos val="t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07279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月营收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 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2300</c:v>
                </c:pt>
                <c:pt idx="1">
                  <c:v>2300</c:v>
                </c:pt>
                <c:pt idx="2">
                  <c:v>2300</c:v>
                </c:pt>
                <c:pt idx="3">
                  <c:v>2800</c:v>
                </c:pt>
                <c:pt idx="4">
                  <c:v>2800</c:v>
                </c:pt>
                <c:pt idx="5">
                  <c:v>2800</c:v>
                </c:pt>
                <c:pt idx="6">
                  <c:v>3000</c:v>
                </c:pt>
                <c:pt idx="7">
                  <c:v>3200</c:v>
                </c:pt>
                <c:pt idx="8">
                  <c:v>3400</c:v>
                </c:pt>
                <c:pt idx="9">
                  <c:v>3690</c:v>
                </c:pt>
                <c:pt idx="10">
                  <c:v>3720</c:v>
                </c:pt>
                <c:pt idx="11">
                  <c:v>4120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27-4740-9EDE-25946531F4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月支出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600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 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1169</c:v>
                </c:pt>
                <c:pt idx="1">
                  <c:v>1138</c:v>
                </c:pt>
                <c:pt idx="2">
                  <c:v>1533</c:v>
                </c:pt>
                <c:pt idx="3">
                  <c:v>1763</c:v>
                </c:pt>
                <c:pt idx="4">
                  <c:v>2368</c:v>
                </c:pt>
                <c:pt idx="5">
                  <c:v>1775</c:v>
                </c:pt>
                <c:pt idx="6">
                  <c:v>2178</c:v>
                </c:pt>
                <c:pt idx="7">
                  <c:v>2018</c:v>
                </c:pt>
                <c:pt idx="8">
                  <c:v>2300</c:v>
                </c:pt>
                <c:pt idx="9">
                  <c:v>2103</c:v>
                </c:pt>
                <c:pt idx="10">
                  <c:v>2374</c:v>
                </c:pt>
                <c:pt idx="11">
                  <c:v>2778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27-4740-9EDE-25946531F4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376216016"/>
        <c:axId val="376217936"/>
      </c:barChart>
      <c:catAx>
        <c:axId val="37621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376217936"/>
        <c:crosses val="autoZero"/>
        <c:auto val="1"/>
        <c:lblAlgn val="ctr"/>
        <c:lblOffset val="100"/>
        <c:noMultiLvlLbl val="0"/>
      </c:catAx>
      <c:valAx>
        <c:axId val="376217936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75000"/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376216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最终成交数</c:v>
                </c:pt>
              </c:strCache>
            </c:strRef>
          </c:tx>
          <c:spPr>
            <a:ln w="28575" cap="rnd">
              <a:solidFill>
                <a:schemeClr val="bg1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5875">
                <a:solidFill>
                  <a:schemeClr val="bg1">
                    <a:lumMod val="75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2778</c:v>
                </c:pt>
                <c:pt idx="1">
                  <c:v>1069</c:v>
                </c:pt>
                <c:pt idx="2">
                  <c:v>1778</c:v>
                </c:pt>
                <c:pt idx="3">
                  <c:v>1314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C3B-DA46-97CB-8401B6BFB0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实际成交数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587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600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2069</c:v>
                </c:pt>
                <c:pt idx="1">
                  <c:v>899</c:v>
                </c:pt>
                <c:pt idx="2">
                  <c:v>1234</c:v>
                </c:pt>
                <c:pt idx="3">
                  <c:v>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C3B-DA46-97CB-8401B6BFB0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76216016"/>
        <c:axId val="376217936"/>
      </c:lineChart>
      <c:catAx>
        <c:axId val="37621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376217936"/>
        <c:crosses val="autoZero"/>
        <c:auto val="1"/>
        <c:lblAlgn val="ctr"/>
        <c:lblOffset val="100"/>
        <c:noMultiLvlLbl val="0"/>
      </c:catAx>
      <c:valAx>
        <c:axId val="376217936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75000"/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376216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5952161913523497E-2"/>
          <c:y val="0.12374323279195699"/>
          <c:w val="0.86517019319227195"/>
          <c:h val="0.77958236658932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2800</c:v>
                </c:pt>
                <c:pt idx="1">
                  <c:v>3600</c:v>
                </c:pt>
                <c:pt idx="2">
                  <c:v>3900</c:v>
                </c:pt>
                <c:pt idx="3">
                  <c:v>3400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2E-1841-9162-F505112B62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600" b="1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3400</c:v>
                </c:pt>
                <c:pt idx="1">
                  <c:v>6000</c:v>
                </c:pt>
                <c:pt idx="2">
                  <c:v>2650</c:v>
                </c:pt>
                <c:pt idx="3">
                  <c:v>3800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2E-1841-9162-F505112B62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85936031"/>
        <c:axId val="1285944671"/>
      </c:barChart>
      <c:catAx>
        <c:axId val="12859360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285944671"/>
        <c:crosses val="autoZero"/>
        <c:auto val="1"/>
        <c:lblAlgn val="ctr"/>
        <c:lblOffset val="100"/>
        <c:noMultiLvlLbl val="0"/>
      </c:catAx>
      <c:valAx>
        <c:axId val="12859446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2859360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600"/>
      </a:pPr>
      <a:endParaRPr lang="zh-CN"/>
    </a:p>
  </c:txPr>
  <c:externalData r:id="rId3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7316550443926"/>
          <c:y val="0.112243691566564"/>
          <c:w val="0.78767603356401905"/>
          <c:h val="0.71597533953330506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线上广告引流占比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0.57999999999999996</c:v>
                </c:pt>
                <c:pt idx="1">
                  <c:v>0.62</c:v>
                </c:pt>
                <c:pt idx="2">
                  <c:v>0.65</c:v>
                </c:pt>
                <c:pt idx="3">
                  <c:v>0.68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A2-2C43-B136-2077B8E6EA3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线下活动引流占比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0.48</c:v>
                </c:pt>
                <c:pt idx="1">
                  <c:v>0.4</c:v>
                </c:pt>
                <c:pt idx="2">
                  <c:v>0.35</c:v>
                </c:pt>
                <c:pt idx="3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A2-2C43-B136-2077B8E6EA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31524191"/>
        <c:axId val="731512191"/>
      </c:barChart>
      <c:catAx>
        <c:axId val="73152419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31512191"/>
        <c:crosses val="autoZero"/>
        <c:auto val="1"/>
        <c:lblAlgn val="ctr"/>
        <c:lblOffset val="100"/>
        <c:noMultiLvlLbl val="0"/>
      </c:catAx>
      <c:valAx>
        <c:axId val="731512191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315241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488289963809497E-2"/>
          <c:y val="0.18855610943617401"/>
          <c:w val="0.87791042615943604"/>
          <c:h val="0.80702234206745804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技术岗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 w="1905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3C3-1644-A7C2-E078720F258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招聘完成率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3C3-1644-A7C2-E078720F25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生产岗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 w="1905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招聘完成率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3C3-1644-A7C2-E078720F258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营销岗</c:v>
                </c:pt>
              </c:strCache>
            </c:strRef>
          </c:tx>
          <c:spPr>
            <a:solidFill>
              <a:schemeClr val="accent2"/>
            </a:solidFill>
            <a:ln w="1905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招聘完成率</c:v>
                </c:pt>
              </c:strCache>
            </c:strRef>
          </c:cat>
          <c:val>
            <c:numRef>
              <c:f>Sheet1!$D$2</c:f>
              <c:numCache>
                <c:formatCode>0%</c:formatCode>
                <c:ptCount val="1"/>
                <c:pt idx="0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3C3-1644-A7C2-E078720F258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行政岗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 w="1905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招聘完成率</c:v>
                </c:pt>
              </c:strCache>
            </c:strRef>
          </c:cat>
          <c:val>
            <c:numRef>
              <c:f>Sheet1!$E$2</c:f>
              <c:numCache>
                <c:formatCode>0%</c:formatCode>
                <c:ptCount val="1"/>
                <c:pt idx="0">
                  <c:v>0.77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3C3-1644-A7C2-E078720F25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827927296"/>
        <c:axId val="827913376"/>
      </c:barChart>
      <c:catAx>
        <c:axId val="82792729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827913376"/>
        <c:crosses val="autoZero"/>
        <c:auto val="1"/>
        <c:lblAlgn val="ctr"/>
        <c:lblOffset val="100"/>
        <c:noMultiLvlLbl val="0"/>
      </c:catAx>
      <c:valAx>
        <c:axId val="827913376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crossAx val="827927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>
      <a:innerShdw blurRad="63500" dist="50800" dir="18900000">
        <a:prstClr val="black">
          <a:alpha val="50000"/>
        </a:prstClr>
      </a:innerShdw>
    </a:effectLst>
  </c:spPr>
  <c:txPr>
    <a:bodyPr/>
    <a:lstStyle/>
    <a:p>
      <a:pPr>
        <a:defRPr lang="zh-CN" sz="600"/>
      </a:pPr>
      <a:endParaRPr lang="zh-CN"/>
    </a:p>
  </c:txPr>
  <c:externalData r:id="rId3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培训覆盖率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2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358-A847-938E-CECB38DFB25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358-A847-938E-CECB38DFB251}"/>
              </c:ext>
            </c:extLst>
          </c:dPt>
          <c:dPt>
            <c:idx val="2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358-A847-938E-CECB38DFB251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358-A847-938E-CECB38DFB251}"/>
              </c:ext>
            </c:extLst>
          </c:dPt>
          <c:dLbls>
            <c:dLbl>
              <c:idx val="3"/>
              <c:layout>
                <c:manualLayout>
                  <c:x val="5.7466217577605498E-2"/>
                  <c:y val="0.14174177602858401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358-A847-938E-CECB38DFB25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1次</c:v>
                </c:pt>
                <c:pt idx="1">
                  <c:v>2次</c:v>
                </c:pt>
                <c:pt idx="2">
                  <c:v>3次</c:v>
                </c:pt>
                <c:pt idx="3">
                  <c:v>≥4次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0.99</c:v>
                </c:pt>
                <c:pt idx="1">
                  <c:v>0.8</c:v>
                </c:pt>
                <c:pt idx="2">
                  <c:v>0.7</c:v>
                </c:pt>
                <c:pt idx="3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358-A847-938E-CECB38DFB2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4913473119579499"/>
          <c:y val="0.27579855467648101"/>
          <c:w val="0.17663893112815901"/>
          <c:h val="0.4888750170474149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1001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100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1011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1012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7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2026/5/27</a:t>
            </a:fld>
            <a:endParaRPr lang="zh-CN" altLang="en-US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‹#›</a:t>
            </a:fld>
            <a:endParaRPr lang="zh-CN" altLang="en-US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lvl1pPr>
          </a:lstStyle>
          <a:p>
            <a:fld id="{BC069971-B1BC-4B27-94D7-B118D9E8002B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lvl1pPr>
          </a:lstStyle>
          <a:p>
            <a:fld id="{A35B9FB7-9104-4377-ADBC-2A7A5FF434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54EB165-D954-4E89-B5E4-60CDD91A3C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  <a:t>38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  <a:t>39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  <a:t>40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  <a:t>41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8ACF1-C2FA-4D89-A612-30F607EFFAD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D44C-221E-4448-960C-8AA9A474619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 userDrawn="1"/>
        </p:nvCxnSpPr>
        <p:spPr>
          <a:xfrm>
            <a:off x="0" y="616035"/>
            <a:ext cx="121889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08BF2-F0E7-4509-84A4-913F97B3591C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DDAD0-62D5-415E-8F4D-BC5C1043F9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 userDrawn="1"/>
        </p:nvCxnSpPr>
        <p:spPr>
          <a:xfrm>
            <a:off x="238125" y="685800"/>
            <a:ext cx="116967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9" name="稻壳儿原创设计师【幻雨工作室】_3"/>
          <p:cNvSpPr/>
          <p:nvPr userDrawn="1"/>
        </p:nvSpPr>
        <p:spPr>
          <a:xfrm>
            <a:off x="571047" y="452542"/>
            <a:ext cx="11049907" cy="5793469"/>
          </a:xfrm>
          <a:prstGeom prst="roundRect">
            <a:avLst>
              <a:gd name="adj" fmla="val 1042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bg1">
                <a:alpha val="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9" name="稻壳儿原创设计师【幻雨工作室】_3"/>
          <p:cNvSpPr/>
          <p:nvPr userDrawn="1"/>
        </p:nvSpPr>
        <p:spPr>
          <a:xfrm>
            <a:off x="571047" y="452542"/>
            <a:ext cx="11049907" cy="5793469"/>
          </a:xfrm>
          <a:prstGeom prst="roundRect">
            <a:avLst>
              <a:gd name="adj" fmla="val 1042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bg1">
                <a:alpha val="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37" name="稻壳儿原创设计师【幻雨工作室】_3"/>
          <p:cNvCxnSpPr/>
          <p:nvPr userDrawn="1">
            <p:custDataLst>
              <p:tags r:id="rId1"/>
            </p:custDataLst>
          </p:nvPr>
        </p:nvCxnSpPr>
        <p:spPr>
          <a:xfrm flipH="1">
            <a:off x="1241661" y="3410727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稻壳儿原创设计师【幻雨工作室】_4"/>
          <p:cNvCxnSpPr/>
          <p:nvPr userDrawn="1">
            <p:custDataLst>
              <p:tags r:id="rId2"/>
            </p:custDataLst>
          </p:nvPr>
        </p:nvCxnSpPr>
        <p:spPr>
          <a:xfrm flipH="1">
            <a:off x="1241661" y="363663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1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cs typeface="思源黑体 CN Bold" panose="020B0800000000000000" pitchFamily="34" charset="-122"/>
              </a:rPr>
              <a:t>研究背景概述</a:t>
            </a:r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1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cs typeface="思源黑体 CN Bold" panose="020B0800000000000000" pitchFamily="34" charset="-122"/>
              </a:rPr>
              <a:t>研究意义阐述</a:t>
            </a:r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1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cs typeface="思源黑体 CN Bold" panose="020B0800000000000000" pitchFamily="34" charset="-122"/>
              </a:rPr>
              <a:t>国内外研究现状</a:t>
            </a:r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1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cs typeface="思源黑体 CN Bold" panose="020B0800000000000000" pitchFamily="34" charset="-122"/>
              </a:rPr>
              <a:t>研究目标与内容</a:t>
            </a:r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1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cs typeface="思源黑体 CN Bold" panose="020B0800000000000000" pitchFamily="34" charset="-122"/>
              </a:rPr>
              <a:t>研究方法与技术路线</a:t>
            </a:r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1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cs typeface="思源黑体 CN Bold" panose="020B0800000000000000" pitchFamily="34" charset="-122"/>
              </a:rPr>
              <a:t>研究创新点</a:t>
            </a:r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1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Single Corner Snipped 3"/>
          <p:cNvSpPr/>
          <p:nvPr userDrawn="1"/>
        </p:nvSpPr>
        <p:spPr>
          <a:xfrm flipH="1">
            <a:off x="419100" y="419100"/>
            <a:ext cx="11353800" cy="601980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a typeface="思源黑体 CN Bold" panose="020B0800000000000000" pitchFamily="34" charset="-122"/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3C3B3-0A11-4369-9A0C-64D95D3C1F3C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451C-4E6D-4F1B-9FF2-A014A181AF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同心圆 1"/>
          <p:cNvSpPr/>
          <p:nvPr userDrawn="1"/>
        </p:nvSpPr>
        <p:spPr>
          <a:xfrm>
            <a:off x="393290" y="557057"/>
            <a:ext cx="481781" cy="481781"/>
          </a:xfrm>
          <a:prstGeom prst="donu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cs typeface="思源黑体 CN Bold" panose="020B0800000000000000" pitchFamily="34" charset="-122"/>
            </a:endParaRPr>
          </a:p>
        </p:txBody>
      </p:sp>
      <p:cxnSp>
        <p:nvCxnSpPr>
          <p:cNvPr id="3" name="直线连接符 7"/>
          <p:cNvCxnSpPr/>
          <p:nvPr userDrawn="1"/>
        </p:nvCxnSpPr>
        <p:spPr>
          <a:xfrm>
            <a:off x="612058" y="1018869"/>
            <a:ext cx="10906842" cy="9776"/>
          </a:xfrm>
          <a:prstGeom prst="line">
            <a:avLst/>
          </a:prstGeom>
          <a:ln w="28575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形状 12"/>
          <p:cNvSpPr/>
          <p:nvPr userDrawn="1"/>
        </p:nvSpPr>
        <p:spPr>
          <a:xfrm>
            <a:off x="0" y="6464698"/>
            <a:ext cx="12192000" cy="393302"/>
          </a:xfrm>
          <a:custGeom>
            <a:avLst/>
            <a:gdLst>
              <a:gd name="connsiteX0" fmla="*/ 12192000 w 12192000"/>
              <a:gd name="connsiteY0" fmla="*/ 0 h 909447"/>
              <a:gd name="connsiteX1" fmla="*/ 12192000 w 12192000"/>
              <a:gd name="connsiteY1" fmla="*/ 909447 h 909447"/>
              <a:gd name="connsiteX2" fmla="*/ 0 w 12192000"/>
              <a:gd name="connsiteY2" fmla="*/ 909447 h 909447"/>
              <a:gd name="connsiteX3" fmla="*/ 0 w 12192000"/>
              <a:gd name="connsiteY3" fmla="*/ 401788 h 909447"/>
              <a:gd name="connsiteX4" fmla="*/ 271475 w 12192000"/>
              <a:gd name="connsiteY4" fmla="*/ 389839 h 909447"/>
              <a:gd name="connsiteX5" fmla="*/ 8190271 w 12192000"/>
              <a:gd name="connsiteY5" fmla="*/ 639060 h 909447"/>
              <a:gd name="connsiteX6" fmla="*/ 12049480 w 12192000"/>
              <a:gd name="connsiteY6" fmla="*/ 34242 h 909447"/>
              <a:gd name="connsiteX0-1" fmla="*/ 12192000 w 12192000"/>
              <a:gd name="connsiteY0-2" fmla="*/ 0 h 909447"/>
              <a:gd name="connsiteX1-3" fmla="*/ 12192000 w 12192000"/>
              <a:gd name="connsiteY1-4" fmla="*/ 909447 h 909447"/>
              <a:gd name="connsiteX2-5" fmla="*/ 0 w 12192000"/>
              <a:gd name="connsiteY2-6" fmla="*/ 909447 h 909447"/>
              <a:gd name="connsiteX3-7" fmla="*/ 0 w 12192000"/>
              <a:gd name="connsiteY3-8" fmla="*/ 401788 h 909447"/>
              <a:gd name="connsiteX4-9" fmla="*/ 8190271 w 12192000"/>
              <a:gd name="connsiteY4-10" fmla="*/ 639060 h 909447"/>
              <a:gd name="connsiteX5-11" fmla="*/ 12049480 w 12192000"/>
              <a:gd name="connsiteY5-12" fmla="*/ 34242 h 909447"/>
              <a:gd name="connsiteX6-13" fmla="*/ 12192000 w 12192000"/>
              <a:gd name="connsiteY6-14" fmla="*/ 0 h 909447"/>
              <a:gd name="connsiteX0-15" fmla="*/ 12192000 w 12192000"/>
              <a:gd name="connsiteY0-16" fmla="*/ 0 h 909447"/>
              <a:gd name="connsiteX1-17" fmla="*/ 12192000 w 12192000"/>
              <a:gd name="connsiteY1-18" fmla="*/ 909447 h 909447"/>
              <a:gd name="connsiteX2-19" fmla="*/ 0 w 12192000"/>
              <a:gd name="connsiteY2-20" fmla="*/ 909447 h 909447"/>
              <a:gd name="connsiteX3-21" fmla="*/ 0 w 12192000"/>
              <a:gd name="connsiteY3-22" fmla="*/ 401788 h 909447"/>
              <a:gd name="connsiteX4-23" fmla="*/ 12049480 w 12192000"/>
              <a:gd name="connsiteY4-24" fmla="*/ 34242 h 909447"/>
              <a:gd name="connsiteX5-25" fmla="*/ 12192000 w 12192000"/>
              <a:gd name="connsiteY5-26" fmla="*/ 0 h 909447"/>
              <a:gd name="connsiteX0-27" fmla="*/ 12192000 w 12192000"/>
              <a:gd name="connsiteY0-28" fmla="*/ 0 h 909447"/>
              <a:gd name="connsiteX1-29" fmla="*/ 12192000 w 12192000"/>
              <a:gd name="connsiteY1-30" fmla="*/ 909447 h 909447"/>
              <a:gd name="connsiteX2-31" fmla="*/ 0 w 12192000"/>
              <a:gd name="connsiteY2-32" fmla="*/ 909447 h 909447"/>
              <a:gd name="connsiteX3-33" fmla="*/ 0 w 12192000"/>
              <a:gd name="connsiteY3-34" fmla="*/ 401788 h 909447"/>
              <a:gd name="connsiteX4-35" fmla="*/ 12192000 w 12192000"/>
              <a:gd name="connsiteY4-36" fmla="*/ 0 h 909447"/>
              <a:gd name="connsiteX0-37" fmla="*/ 12192000 w 12192000"/>
              <a:gd name="connsiteY0-38" fmla="*/ 0 h 909447"/>
              <a:gd name="connsiteX1-39" fmla="*/ 12192000 w 12192000"/>
              <a:gd name="connsiteY1-40" fmla="*/ 909447 h 909447"/>
              <a:gd name="connsiteX2-41" fmla="*/ 0 w 12192000"/>
              <a:gd name="connsiteY2-42" fmla="*/ 909447 h 909447"/>
              <a:gd name="connsiteX3-43" fmla="*/ 0 w 12192000"/>
              <a:gd name="connsiteY3-44" fmla="*/ 401788 h 909447"/>
              <a:gd name="connsiteX4-45" fmla="*/ 12192000 w 12192000"/>
              <a:gd name="connsiteY4-46" fmla="*/ 0 h 909447"/>
              <a:gd name="connsiteX0-47" fmla="*/ 12192000 w 12192000"/>
              <a:gd name="connsiteY0-48" fmla="*/ 0 h 909447"/>
              <a:gd name="connsiteX1-49" fmla="*/ 12192000 w 12192000"/>
              <a:gd name="connsiteY1-50" fmla="*/ 909447 h 909447"/>
              <a:gd name="connsiteX2-51" fmla="*/ 0 w 12192000"/>
              <a:gd name="connsiteY2-52" fmla="*/ 909447 h 909447"/>
              <a:gd name="connsiteX3-53" fmla="*/ 0 w 12192000"/>
              <a:gd name="connsiteY3-54" fmla="*/ 401788 h 909447"/>
              <a:gd name="connsiteX4-55" fmla="*/ 12192000 w 12192000"/>
              <a:gd name="connsiteY4-56" fmla="*/ 0 h 9094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909447">
                <a:moveTo>
                  <a:pt x="12192000" y="0"/>
                </a:moveTo>
                <a:lnTo>
                  <a:pt x="12192000" y="909447"/>
                </a:lnTo>
                <a:lnTo>
                  <a:pt x="0" y="909447"/>
                </a:lnTo>
                <a:lnTo>
                  <a:pt x="0" y="401788"/>
                </a:lnTo>
                <a:cubicBezTo>
                  <a:pt x="2540000" y="700478"/>
                  <a:pt x="6289368" y="812355"/>
                  <a:pt x="12192000" y="0"/>
                </a:cubicBezTo>
                <a:close/>
              </a:path>
            </a:pathLst>
          </a:cu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Relationship Id="rId4" Type="http://schemas.openxmlformats.org/officeDocument/2006/relationships/tags" Target="../tags/tag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思源黑体 CN Bold" panose="020B0800000000000000" pitchFamily="34" charset="-122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6"/>
          <p:cNvSpPr/>
          <p:nvPr userDrawn="1">
            <p:custDataLst>
              <p:tags r:id="rId4"/>
            </p:custDataLst>
          </p:nvPr>
        </p:nvSpPr>
        <p:spPr>
          <a:xfrm>
            <a:off x="3035" y="4804824"/>
            <a:ext cx="12188965" cy="2053176"/>
          </a:xfrm>
          <a:custGeom>
            <a:avLst/>
            <a:gdLst>
              <a:gd name="connsiteX0" fmla="*/ 12163307 w 12188965"/>
              <a:gd name="connsiteY0" fmla="*/ 2001858 h 2053176"/>
              <a:gd name="connsiteX1" fmla="*/ 12188965 w 12188965"/>
              <a:gd name="connsiteY1" fmla="*/ 2027517 h 2053176"/>
              <a:gd name="connsiteX2" fmla="*/ 12163307 w 12188965"/>
              <a:gd name="connsiteY2" fmla="*/ 2053176 h 2053176"/>
              <a:gd name="connsiteX3" fmla="*/ 12137649 w 12188965"/>
              <a:gd name="connsiteY3" fmla="*/ 2027517 h 2053176"/>
              <a:gd name="connsiteX4" fmla="*/ 12163307 w 12188965"/>
              <a:gd name="connsiteY4" fmla="*/ 2001858 h 2053176"/>
              <a:gd name="connsiteX5" fmla="*/ 12099103 w 12188965"/>
              <a:gd name="connsiteY5" fmla="*/ 2001858 h 2053176"/>
              <a:gd name="connsiteX6" fmla="*/ 12124761 w 12188965"/>
              <a:gd name="connsiteY6" fmla="*/ 2027517 h 2053176"/>
              <a:gd name="connsiteX7" fmla="*/ 12099103 w 12188965"/>
              <a:gd name="connsiteY7" fmla="*/ 2053176 h 2053176"/>
              <a:gd name="connsiteX8" fmla="*/ 12073441 w 12188965"/>
              <a:gd name="connsiteY8" fmla="*/ 2027517 h 2053176"/>
              <a:gd name="connsiteX9" fmla="*/ 12099103 w 12188965"/>
              <a:gd name="connsiteY9" fmla="*/ 2001858 h 2053176"/>
              <a:gd name="connsiteX10" fmla="*/ 12034897 w 12188965"/>
              <a:gd name="connsiteY10" fmla="*/ 2001858 h 2053176"/>
              <a:gd name="connsiteX11" fmla="*/ 12060557 w 12188965"/>
              <a:gd name="connsiteY11" fmla="*/ 2027517 h 2053176"/>
              <a:gd name="connsiteX12" fmla="*/ 12034897 w 12188965"/>
              <a:gd name="connsiteY12" fmla="*/ 2053176 h 2053176"/>
              <a:gd name="connsiteX13" fmla="*/ 12009237 w 12188965"/>
              <a:gd name="connsiteY13" fmla="*/ 2027517 h 2053176"/>
              <a:gd name="connsiteX14" fmla="*/ 12034897 w 12188965"/>
              <a:gd name="connsiteY14" fmla="*/ 2001858 h 2053176"/>
              <a:gd name="connsiteX15" fmla="*/ 11970691 w 12188965"/>
              <a:gd name="connsiteY15" fmla="*/ 2001858 h 2053176"/>
              <a:gd name="connsiteX16" fmla="*/ 11996349 w 12188965"/>
              <a:gd name="connsiteY16" fmla="*/ 2027517 h 2053176"/>
              <a:gd name="connsiteX17" fmla="*/ 11970691 w 12188965"/>
              <a:gd name="connsiteY17" fmla="*/ 2053176 h 2053176"/>
              <a:gd name="connsiteX18" fmla="*/ 11945033 w 12188965"/>
              <a:gd name="connsiteY18" fmla="*/ 2027517 h 2053176"/>
              <a:gd name="connsiteX19" fmla="*/ 11970691 w 12188965"/>
              <a:gd name="connsiteY19" fmla="*/ 2001858 h 2053176"/>
              <a:gd name="connsiteX20" fmla="*/ 11906483 w 12188965"/>
              <a:gd name="connsiteY20" fmla="*/ 2001858 h 2053176"/>
              <a:gd name="connsiteX21" fmla="*/ 11932145 w 12188965"/>
              <a:gd name="connsiteY21" fmla="*/ 2027517 h 2053176"/>
              <a:gd name="connsiteX22" fmla="*/ 11906483 w 12188965"/>
              <a:gd name="connsiteY22" fmla="*/ 2053176 h 2053176"/>
              <a:gd name="connsiteX23" fmla="*/ 11880825 w 12188965"/>
              <a:gd name="connsiteY23" fmla="*/ 2027517 h 2053176"/>
              <a:gd name="connsiteX24" fmla="*/ 11906483 w 12188965"/>
              <a:gd name="connsiteY24" fmla="*/ 2001858 h 2053176"/>
              <a:gd name="connsiteX25" fmla="*/ 11842279 w 12188965"/>
              <a:gd name="connsiteY25" fmla="*/ 2001858 h 2053176"/>
              <a:gd name="connsiteX26" fmla="*/ 11867941 w 12188965"/>
              <a:gd name="connsiteY26" fmla="*/ 2027517 h 2053176"/>
              <a:gd name="connsiteX27" fmla="*/ 11842279 w 12188965"/>
              <a:gd name="connsiteY27" fmla="*/ 2053176 h 2053176"/>
              <a:gd name="connsiteX28" fmla="*/ 11816621 w 12188965"/>
              <a:gd name="connsiteY28" fmla="*/ 2027517 h 2053176"/>
              <a:gd name="connsiteX29" fmla="*/ 11842279 w 12188965"/>
              <a:gd name="connsiteY29" fmla="*/ 2001858 h 2053176"/>
              <a:gd name="connsiteX30" fmla="*/ 11775107 w 12188965"/>
              <a:gd name="connsiteY30" fmla="*/ 2001858 h 2053176"/>
              <a:gd name="connsiteX31" fmla="*/ 11800767 w 12188965"/>
              <a:gd name="connsiteY31" fmla="*/ 2027517 h 2053176"/>
              <a:gd name="connsiteX32" fmla="*/ 11775107 w 12188965"/>
              <a:gd name="connsiteY32" fmla="*/ 2053176 h 2053176"/>
              <a:gd name="connsiteX33" fmla="*/ 11749449 w 12188965"/>
              <a:gd name="connsiteY33" fmla="*/ 2027517 h 2053176"/>
              <a:gd name="connsiteX34" fmla="*/ 11775107 w 12188965"/>
              <a:gd name="connsiteY34" fmla="*/ 2001858 h 2053176"/>
              <a:gd name="connsiteX35" fmla="*/ 11710901 w 12188965"/>
              <a:gd name="connsiteY35" fmla="*/ 2001858 h 2053176"/>
              <a:gd name="connsiteX36" fmla="*/ 11736561 w 12188965"/>
              <a:gd name="connsiteY36" fmla="*/ 2027517 h 2053176"/>
              <a:gd name="connsiteX37" fmla="*/ 11710901 w 12188965"/>
              <a:gd name="connsiteY37" fmla="*/ 2053176 h 2053176"/>
              <a:gd name="connsiteX38" fmla="*/ 11685243 w 12188965"/>
              <a:gd name="connsiteY38" fmla="*/ 2027517 h 2053176"/>
              <a:gd name="connsiteX39" fmla="*/ 11710901 w 12188965"/>
              <a:gd name="connsiteY39" fmla="*/ 2001858 h 2053176"/>
              <a:gd name="connsiteX40" fmla="*/ 11646697 w 12188965"/>
              <a:gd name="connsiteY40" fmla="*/ 2001858 h 2053176"/>
              <a:gd name="connsiteX41" fmla="*/ 11672355 w 12188965"/>
              <a:gd name="connsiteY41" fmla="*/ 2027517 h 2053176"/>
              <a:gd name="connsiteX42" fmla="*/ 11646697 w 12188965"/>
              <a:gd name="connsiteY42" fmla="*/ 2053176 h 2053176"/>
              <a:gd name="connsiteX43" fmla="*/ 11621037 w 12188965"/>
              <a:gd name="connsiteY43" fmla="*/ 2027517 h 2053176"/>
              <a:gd name="connsiteX44" fmla="*/ 11646697 w 12188965"/>
              <a:gd name="connsiteY44" fmla="*/ 2001858 h 2053176"/>
              <a:gd name="connsiteX45" fmla="*/ 11582491 w 12188965"/>
              <a:gd name="connsiteY45" fmla="*/ 2001858 h 2053176"/>
              <a:gd name="connsiteX46" fmla="*/ 11608149 w 12188965"/>
              <a:gd name="connsiteY46" fmla="*/ 2027517 h 2053176"/>
              <a:gd name="connsiteX47" fmla="*/ 11582491 w 12188965"/>
              <a:gd name="connsiteY47" fmla="*/ 2053176 h 2053176"/>
              <a:gd name="connsiteX48" fmla="*/ 11556833 w 12188965"/>
              <a:gd name="connsiteY48" fmla="*/ 2027517 h 2053176"/>
              <a:gd name="connsiteX49" fmla="*/ 11582491 w 12188965"/>
              <a:gd name="connsiteY49" fmla="*/ 2001858 h 2053176"/>
              <a:gd name="connsiteX50" fmla="*/ 11518287 w 12188965"/>
              <a:gd name="connsiteY50" fmla="*/ 2001858 h 2053176"/>
              <a:gd name="connsiteX51" fmla="*/ 11543945 w 12188965"/>
              <a:gd name="connsiteY51" fmla="*/ 2027517 h 2053176"/>
              <a:gd name="connsiteX52" fmla="*/ 11518287 w 12188965"/>
              <a:gd name="connsiteY52" fmla="*/ 2053176 h 2053176"/>
              <a:gd name="connsiteX53" fmla="*/ 11492627 w 12188965"/>
              <a:gd name="connsiteY53" fmla="*/ 2027517 h 2053176"/>
              <a:gd name="connsiteX54" fmla="*/ 11518287 w 12188965"/>
              <a:gd name="connsiteY54" fmla="*/ 2001858 h 2053176"/>
              <a:gd name="connsiteX55" fmla="*/ 11454081 w 12188965"/>
              <a:gd name="connsiteY55" fmla="*/ 2001858 h 2053176"/>
              <a:gd name="connsiteX56" fmla="*/ 11479739 w 12188965"/>
              <a:gd name="connsiteY56" fmla="*/ 2027517 h 2053176"/>
              <a:gd name="connsiteX57" fmla="*/ 11454081 w 12188965"/>
              <a:gd name="connsiteY57" fmla="*/ 2053176 h 2053176"/>
              <a:gd name="connsiteX58" fmla="*/ 11428421 w 12188965"/>
              <a:gd name="connsiteY58" fmla="*/ 2027517 h 2053176"/>
              <a:gd name="connsiteX59" fmla="*/ 11454081 w 12188965"/>
              <a:gd name="connsiteY59" fmla="*/ 2001858 h 2053176"/>
              <a:gd name="connsiteX60" fmla="*/ 11389875 w 12188965"/>
              <a:gd name="connsiteY60" fmla="*/ 2001858 h 2053176"/>
              <a:gd name="connsiteX61" fmla="*/ 11415533 w 12188965"/>
              <a:gd name="connsiteY61" fmla="*/ 2027517 h 2053176"/>
              <a:gd name="connsiteX62" fmla="*/ 11389875 w 12188965"/>
              <a:gd name="connsiteY62" fmla="*/ 2053176 h 2053176"/>
              <a:gd name="connsiteX63" fmla="*/ 11364217 w 12188965"/>
              <a:gd name="connsiteY63" fmla="*/ 2027517 h 2053176"/>
              <a:gd name="connsiteX64" fmla="*/ 11389875 w 12188965"/>
              <a:gd name="connsiteY64" fmla="*/ 2001858 h 2053176"/>
              <a:gd name="connsiteX65" fmla="*/ 11325670 w 12188965"/>
              <a:gd name="connsiteY65" fmla="*/ 2001858 h 2053176"/>
              <a:gd name="connsiteX66" fmla="*/ 11351329 w 12188965"/>
              <a:gd name="connsiteY66" fmla="*/ 2027517 h 2053176"/>
              <a:gd name="connsiteX67" fmla="*/ 11325670 w 12188965"/>
              <a:gd name="connsiteY67" fmla="*/ 2053176 h 2053176"/>
              <a:gd name="connsiteX68" fmla="*/ 11300012 w 12188965"/>
              <a:gd name="connsiteY68" fmla="*/ 2027517 h 2053176"/>
              <a:gd name="connsiteX69" fmla="*/ 11325670 w 12188965"/>
              <a:gd name="connsiteY69" fmla="*/ 2001858 h 2053176"/>
              <a:gd name="connsiteX70" fmla="*/ 11261466 w 12188965"/>
              <a:gd name="connsiteY70" fmla="*/ 2001858 h 2053176"/>
              <a:gd name="connsiteX71" fmla="*/ 11287124 w 12188965"/>
              <a:gd name="connsiteY71" fmla="*/ 2027517 h 2053176"/>
              <a:gd name="connsiteX72" fmla="*/ 11261466 w 12188965"/>
              <a:gd name="connsiteY72" fmla="*/ 2053176 h 2053176"/>
              <a:gd name="connsiteX73" fmla="*/ 11235805 w 12188965"/>
              <a:gd name="connsiteY73" fmla="*/ 2027517 h 2053176"/>
              <a:gd name="connsiteX74" fmla="*/ 11261466 w 12188965"/>
              <a:gd name="connsiteY74" fmla="*/ 2001858 h 2053176"/>
              <a:gd name="connsiteX75" fmla="*/ 11197259 w 12188965"/>
              <a:gd name="connsiteY75" fmla="*/ 2001858 h 2053176"/>
              <a:gd name="connsiteX76" fmla="*/ 11222917 w 12188965"/>
              <a:gd name="connsiteY76" fmla="*/ 2027517 h 2053176"/>
              <a:gd name="connsiteX77" fmla="*/ 11197259 w 12188965"/>
              <a:gd name="connsiteY77" fmla="*/ 2053176 h 2053176"/>
              <a:gd name="connsiteX78" fmla="*/ 11171601 w 12188965"/>
              <a:gd name="connsiteY78" fmla="*/ 2027517 h 2053176"/>
              <a:gd name="connsiteX79" fmla="*/ 11197259 w 12188965"/>
              <a:gd name="connsiteY79" fmla="*/ 2001858 h 2053176"/>
              <a:gd name="connsiteX80" fmla="*/ 11133055 w 12188965"/>
              <a:gd name="connsiteY80" fmla="*/ 2001858 h 2053176"/>
              <a:gd name="connsiteX81" fmla="*/ 11158713 w 12188965"/>
              <a:gd name="connsiteY81" fmla="*/ 2027517 h 2053176"/>
              <a:gd name="connsiteX82" fmla="*/ 11133055 w 12188965"/>
              <a:gd name="connsiteY82" fmla="*/ 2053176 h 2053176"/>
              <a:gd name="connsiteX83" fmla="*/ 11107396 w 12188965"/>
              <a:gd name="connsiteY83" fmla="*/ 2027517 h 2053176"/>
              <a:gd name="connsiteX84" fmla="*/ 11133055 w 12188965"/>
              <a:gd name="connsiteY84" fmla="*/ 2001858 h 2053176"/>
              <a:gd name="connsiteX85" fmla="*/ 11068848 w 12188965"/>
              <a:gd name="connsiteY85" fmla="*/ 2001858 h 2053176"/>
              <a:gd name="connsiteX86" fmla="*/ 11094509 w 12188965"/>
              <a:gd name="connsiteY86" fmla="*/ 2027517 h 2053176"/>
              <a:gd name="connsiteX87" fmla="*/ 11068848 w 12188965"/>
              <a:gd name="connsiteY87" fmla="*/ 2053176 h 2053176"/>
              <a:gd name="connsiteX88" fmla="*/ 11043189 w 12188965"/>
              <a:gd name="connsiteY88" fmla="*/ 2027517 h 2053176"/>
              <a:gd name="connsiteX89" fmla="*/ 11068848 w 12188965"/>
              <a:gd name="connsiteY89" fmla="*/ 2001858 h 2053176"/>
              <a:gd name="connsiteX90" fmla="*/ 11004643 w 12188965"/>
              <a:gd name="connsiteY90" fmla="*/ 2001858 h 2053176"/>
              <a:gd name="connsiteX91" fmla="*/ 11030301 w 12188965"/>
              <a:gd name="connsiteY91" fmla="*/ 2027517 h 2053176"/>
              <a:gd name="connsiteX92" fmla="*/ 11004643 w 12188965"/>
              <a:gd name="connsiteY92" fmla="*/ 2053176 h 2053176"/>
              <a:gd name="connsiteX93" fmla="*/ 10978985 w 12188965"/>
              <a:gd name="connsiteY93" fmla="*/ 2027517 h 2053176"/>
              <a:gd name="connsiteX94" fmla="*/ 11004643 w 12188965"/>
              <a:gd name="connsiteY94" fmla="*/ 2001858 h 2053176"/>
              <a:gd name="connsiteX95" fmla="*/ 10940321 w 12188965"/>
              <a:gd name="connsiteY95" fmla="*/ 2001858 h 2053176"/>
              <a:gd name="connsiteX96" fmla="*/ 10965982 w 12188965"/>
              <a:gd name="connsiteY96" fmla="*/ 2027517 h 2053176"/>
              <a:gd name="connsiteX97" fmla="*/ 10940321 w 12188965"/>
              <a:gd name="connsiteY97" fmla="*/ 2053176 h 2053176"/>
              <a:gd name="connsiteX98" fmla="*/ 10914663 w 12188965"/>
              <a:gd name="connsiteY98" fmla="*/ 2027517 h 2053176"/>
              <a:gd name="connsiteX99" fmla="*/ 10940321 w 12188965"/>
              <a:gd name="connsiteY99" fmla="*/ 2001858 h 2053176"/>
              <a:gd name="connsiteX100" fmla="*/ 10876117 w 12188965"/>
              <a:gd name="connsiteY100" fmla="*/ 2001858 h 2053176"/>
              <a:gd name="connsiteX101" fmla="*/ 10901775 w 12188965"/>
              <a:gd name="connsiteY101" fmla="*/ 2027517 h 2053176"/>
              <a:gd name="connsiteX102" fmla="*/ 10876117 w 12188965"/>
              <a:gd name="connsiteY102" fmla="*/ 2053176 h 2053176"/>
              <a:gd name="connsiteX103" fmla="*/ 10850459 w 12188965"/>
              <a:gd name="connsiteY103" fmla="*/ 2027517 h 2053176"/>
              <a:gd name="connsiteX104" fmla="*/ 10876117 w 12188965"/>
              <a:gd name="connsiteY104" fmla="*/ 2001858 h 2053176"/>
              <a:gd name="connsiteX105" fmla="*/ 10811912 w 12188965"/>
              <a:gd name="connsiteY105" fmla="*/ 2001858 h 2053176"/>
              <a:gd name="connsiteX106" fmla="*/ 10837571 w 12188965"/>
              <a:gd name="connsiteY106" fmla="*/ 2027517 h 2053176"/>
              <a:gd name="connsiteX107" fmla="*/ 10811912 w 12188965"/>
              <a:gd name="connsiteY107" fmla="*/ 2053176 h 2053176"/>
              <a:gd name="connsiteX108" fmla="*/ 10786254 w 12188965"/>
              <a:gd name="connsiteY108" fmla="*/ 2027517 h 2053176"/>
              <a:gd name="connsiteX109" fmla="*/ 10811912 w 12188965"/>
              <a:gd name="connsiteY109" fmla="*/ 2001858 h 2053176"/>
              <a:gd name="connsiteX110" fmla="*/ 10747708 w 12188965"/>
              <a:gd name="connsiteY110" fmla="*/ 2001858 h 2053176"/>
              <a:gd name="connsiteX111" fmla="*/ 10773366 w 12188965"/>
              <a:gd name="connsiteY111" fmla="*/ 2027517 h 2053176"/>
              <a:gd name="connsiteX112" fmla="*/ 10747708 w 12188965"/>
              <a:gd name="connsiteY112" fmla="*/ 2053176 h 2053176"/>
              <a:gd name="connsiteX113" fmla="*/ 10722047 w 12188965"/>
              <a:gd name="connsiteY113" fmla="*/ 2027517 h 2053176"/>
              <a:gd name="connsiteX114" fmla="*/ 10747708 w 12188965"/>
              <a:gd name="connsiteY114" fmla="*/ 2001858 h 2053176"/>
              <a:gd name="connsiteX115" fmla="*/ 10683501 w 12188965"/>
              <a:gd name="connsiteY115" fmla="*/ 2001858 h 2053176"/>
              <a:gd name="connsiteX116" fmla="*/ 10709159 w 12188965"/>
              <a:gd name="connsiteY116" fmla="*/ 2027517 h 2053176"/>
              <a:gd name="connsiteX117" fmla="*/ 10683501 w 12188965"/>
              <a:gd name="connsiteY117" fmla="*/ 2053176 h 2053176"/>
              <a:gd name="connsiteX118" fmla="*/ 10657843 w 12188965"/>
              <a:gd name="connsiteY118" fmla="*/ 2027517 h 2053176"/>
              <a:gd name="connsiteX119" fmla="*/ 10683501 w 12188965"/>
              <a:gd name="connsiteY119" fmla="*/ 2001858 h 2053176"/>
              <a:gd name="connsiteX120" fmla="*/ 10619297 w 12188965"/>
              <a:gd name="connsiteY120" fmla="*/ 2001858 h 2053176"/>
              <a:gd name="connsiteX121" fmla="*/ 10644955 w 12188965"/>
              <a:gd name="connsiteY121" fmla="*/ 2027517 h 2053176"/>
              <a:gd name="connsiteX122" fmla="*/ 10619297 w 12188965"/>
              <a:gd name="connsiteY122" fmla="*/ 2053176 h 2053176"/>
              <a:gd name="connsiteX123" fmla="*/ 10593639 w 12188965"/>
              <a:gd name="connsiteY123" fmla="*/ 2027517 h 2053176"/>
              <a:gd name="connsiteX124" fmla="*/ 10619297 w 12188965"/>
              <a:gd name="connsiteY124" fmla="*/ 2001858 h 2053176"/>
              <a:gd name="connsiteX125" fmla="*/ 10555092 w 12188965"/>
              <a:gd name="connsiteY125" fmla="*/ 2001858 h 2053176"/>
              <a:gd name="connsiteX126" fmla="*/ 10580751 w 12188965"/>
              <a:gd name="connsiteY126" fmla="*/ 2027517 h 2053176"/>
              <a:gd name="connsiteX127" fmla="*/ 10555092 w 12188965"/>
              <a:gd name="connsiteY127" fmla="*/ 2053176 h 2053176"/>
              <a:gd name="connsiteX128" fmla="*/ 10529432 w 12188965"/>
              <a:gd name="connsiteY128" fmla="*/ 2027517 h 2053176"/>
              <a:gd name="connsiteX129" fmla="*/ 10555092 w 12188965"/>
              <a:gd name="connsiteY129" fmla="*/ 2001858 h 2053176"/>
              <a:gd name="connsiteX130" fmla="*/ 10490885 w 12188965"/>
              <a:gd name="connsiteY130" fmla="*/ 2001858 h 2053176"/>
              <a:gd name="connsiteX131" fmla="*/ 10516544 w 12188965"/>
              <a:gd name="connsiteY131" fmla="*/ 2027517 h 2053176"/>
              <a:gd name="connsiteX132" fmla="*/ 10490885 w 12188965"/>
              <a:gd name="connsiteY132" fmla="*/ 2053176 h 2053176"/>
              <a:gd name="connsiteX133" fmla="*/ 10465227 w 12188965"/>
              <a:gd name="connsiteY133" fmla="*/ 2027517 h 2053176"/>
              <a:gd name="connsiteX134" fmla="*/ 10490885 w 12188965"/>
              <a:gd name="connsiteY134" fmla="*/ 2001858 h 2053176"/>
              <a:gd name="connsiteX135" fmla="*/ 10426681 w 12188965"/>
              <a:gd name="connsiteY135" fmla="*/ 2001858 h 2053176"/>
              <a:gd name="connsiteX136" fmla="*/ 10452339 w 12188965"/>
              <a:gd name="connsiteY136" fmla="*/ 2027517 h 2053176"/>
              <a:gd name="connsiteX137" fmla="*/ 10426681 w 12188965"/>
              <a:gd name="connsiteY137" fmla="*/ 2053176 h 2053176"/>
              <a:gd name="connsiteX138" fmla="*/ 10401020 w 12188965"/>
              <a:gd name="connsiteY138" fmla="*/ 2027517 h 2053176"/>
              <a:gd name="connsiteX139" fmla="*/ 10426681 w 12188965"/>
              <a:gd name="connsiteY139" fmla="*/ 2001858 h 2053176"/>
              <a:gd name="connsiteX140" fmla="*/ 10362474 w 12188965"/>
              <a:gd name="connsiteY140" fmla="*/ 2001858 h 2053176"/>
              <a:gd name="connsiteX141" fmla="*/ 10388135 w 12188965"/>
              <a:gd name="connsiteY141" fmla="*/ 2027517 h 2053176"/>
              <a:gd name="connsiteX142" fmla="*/ 10362474 w 12188965"/>
              <a:gd name="connsiteY142" fmla="*/ 2053176 h 2053176"/>
              <a:gd name="connsiteX143" fmla="*/ 10336816 w 12188965"/>
              <a:gd name="connsiteY143" fmla="*/ 2027517 h 2053176"/>
              <a:gd name="connsiteX144" fmla="*/ 10362474 w 12188965"/>
              <a:gd name="connsiteY144" fmla="*/ 2001858 h 2053176"/>
              <a:gd name="connsiteX145" fmla="*/ 10298270 w 12188965"/>
              <a:gd name="connsiteY145" fmla="*/ 2001858 h 2053176"/>
              <a:gd name="connsiteX146" fmla="*/ 10323928 w 12188965"/>
              <a:gd name="connsiteY146" fmla="*/ 2027517 h 2053176"/>
              <a:gd name="connsiteX147" fmla="*/ 10298270 w 12188965"/>
              <a:gd name="connsiteY147" fmla="*/ 2053176 h 2053176"/>
              <a:gd name="connsiteX148" fmla="*/ 10272611 w 12188965"/>
              <a:gd name="connsiteY148" fmla="*/ 2027517 h 2053176"/>
              <a:gd name="connsiteX149" fmla="*/ 10298270 w 12188965"/>
              <a:gd name="connsiteY149" fmla="*/ 2001858 h 2053176"/>
              <a:gd name="connsiteX150" fmla="*/ 10234065 w 12188965"/>
              <a:gd name="connsiteY150" fmla="*/ 2001858 h 2053176"/>
              <a:gd name="connsiteX151" fmla="*/ 10259723 w 12188965"/>
              <a:gd name="connsiteY151" fmla="*/ 2027517 h 2053176"/>
              <a:gd name="connsiteX152" fmla="*/ 10234065 w 12188965"/>
              <a:gd name="connsiteY152" fmla="*/ 2053176 h 2053176"/>
              <a:gd name="connsiteX153" fmla="*/ 10208404 w 12188965"/>
              <a:gd name="connsiteY153" fmla="*/ 2027517 h 2053176"/>
              <a:gd name="connsiteX154" fmla="*/ 10234065 w 12188965"/>
              <a:gd name="connsiteY154" fmla="*/ 2001858 h 2053176"/>
              <a:gd name="connsiteX155" fmla="*/ 10169858 w 12188965"/>
              <a:gd name="connsiteY155" fmla="*/ 2001858 h 2053176"/>
              <a:gd name="connsiteX156" fmla="*/ 10195519 w 12188965"/>
              <a:gd name="connsiteY156" fmla="*/ 2027517 h 2053176"/>
              <a:gd name="connsiteX157" fmla="*/ 10169858 w 12188965"/>
              <a:gd name="connsiteY157" fmla="*/ 2053176 h 2053176"/>
              <a:gd name="connsiteX158" fmla="*/ 10144200 w 12188965"/>
              <a:gd name="connsiteY158" fmla="*/ 2027517 h 2053176"/>
              <a:gd name="connsiteX159" fmla="*/ 10169858 w 12188965"/>
              <a:gd name="connsiteY159" fmla="*/ 2001858 h 2053176"/>
              <a:gd name="connsiteX160" fmla="*/ 10105654 w 12188965"/>
              <a:gd name="connsiteY160" fmla="*/ 2001858 h 2053176"/>
              <a:gd name="connsiteX161" fmla="*/ 10131312 w 12188965"/>
              <a:gd name="connsiteY161" fmla="*/ 2027517 h 2053176"/>
              <a:gd name="connsiteX162" fmla="*/ 10105654 w 12188965"/>
              <a:gd name="connsiteY162" fmla="*/ 2053176 h 2053176"/>
              <a:gd name="connsiteX163" fmla="*/ 10079996 w 12188965"/>
              <a:gd name="connsiteY163" fmla="*/ 2027517 h 2053176"/>
              <a:gd name="connsiteX164" fmla="*/ 10105654 w 12188965"/>
              <a:gd name="connsiteY164" fmla="*/ 2001858 h 2053176"/>
              <a:gd name="connsiteX165" fmla="*/ 10041447 w 12188965"/>
              <a:gd name="connsiteY165" fmla="*/ 2001858 h 2053176"/>
              <a:gd name="connsiteX166" fmla="*/ 10067108 w 12188965"/>
              <a:gd name="connsiteY166" fmla="*/ 2027517 h 2053176"/>
              <a:gd name="connsiteX167" fmla="*/ 10041447 w 12188965"/>
              <a:gd name="connsiteY167" fmla="*/ 2053176 h 2053176"/>
              <a:gd name="connsiteX168" fmla="*/ 10015789 w 12188965"/>
              <a:gd name="connsiteY168" fmla="*/ 2027517 h 2053176"/>
              <a:gd name="connsiteX169" fmla="*/ 10041447 w 12188965"/>
              <a:gd name="connsiteY169" fmla="*/ 2001858 h 2053176"/>
              <a:gd name="connsiteX170" fmla="*/ 9977242 w 12188965"/>
              <a:gd name="connsiteY170" fmla="*/ 2001858 h 2053176"/>
              <a:gd name="connsiteX171" fmla="*/ 10002903 w 12188965"/>
              <a:gd name="connsiteY171" fmla="*/ 2027517 h 2053176"/>
              <a:gd name="connsiteX172" fmla="*/ 9977242 w 12188965"/>
              <a:gd name="connsiteY172" fmla="*/ 2053176 h 2053176"/>
              <a:gd name="connsiteX173" fmla="*/ 9951584 w 12188965"/>
              <a:gd name="connsiteY173" fmla="*/ 2027517 h 2053176"/>
              <a:gd name="connsiteX174" fmla="*/ 9977242 w 12188965"/>
              <a:gd name="connsiteY174" fmla="*/ 2001858 h 2053176"/>
              <a:gd name="connsiteX175" fmla="*/ 9913038 w 12188965"/>
              <a:gd name="connsiteY175" fmla="*/ 2001858 h 2053176"/>
              <a:gd name="connsiteX176" fmla="*/ 9938696 w 12188965"/>
              <a:gd name="connsiteY176" fmla="*/ 2027517 h 2053176"/>
              <a:gd name="connsiteX177" fmla="*/ 9913038 w 12188965"/>
              <a:gd name="connsiteY177" fmla="*/ 2053176 h 2053176"/>
              <a:gd name="connsiteX178" fmla="*/ 9887380 w 12188965"/>
              <a:gd name="connsiteY178" fmla="*/ 2027517 h 2053176"/>
              <a:gd name="connsiteX179" fmla="*/ 9913038 w 12188965"/>
              <a:gd name="connsiteY179" fmla="*/ 2001858 h 2053176"/>
              <a:gd name="connsiteX180" fmla="*/ 9848716 w 12188965"/>
              <a:gd name="connsiteY180" fmla="*/ 2001858 h 2053176"/>
              <a:gd name="connsiteX181" fmla="*/ 9874374 w 12188965"/>
              <a:gd name="connsiteY181" fmla="*/ 2027517 h 2053176"/>
              <a:gd name="connsiteX182" fmla="*/ 9848716 w 12188965"/>
              <a:gd name="connsiteY182" fmla="*/ 2053176 h 2053176"/>
              <a:gd name="connsiteX183" fmla="*/ 9823058 w 12188965"/>
              <a:gd name="connsiteY183" fmla="*/ 2027517 h 2053176"/>
              <a:gd name="connsiteX184" fmla="*/ 9848716 w 12188965"/>
              <a:gd name="connsiteY184" fmla="*/ 2001858 h 2053176"/>
              <a:gd name="connsiteX185" fmla="*/ 9784512 w 12188965"/>
              <a:gd name="connsiteY185" fmla="*/ 2001858 h 2053176"/>
              <a:gd name="connsiteX186" fmla="*/ 9810170 w 12188965"/>
              <a:gd name="connsiteY186" fmla="*/ 2027517 h 2053176"/>
              <a:gd name="connsiteX187" fmla="*/ 9784512 w 12188965"/>
              <a:gd name="connsiteY187" fmla="*/ 2053176 h 2053176"/>
              <a:gd name="connsiteX188" fmla="*/ 9758853 w 12188965"/>
              <a:gd name="connsiteY188" fmla="*/ 2027517 h 2053176"/>
              <a:gd name="connsiteX189" fmla="*/ 9784512 w 12188965"/>
              <a:gd name="connsiteY189" fmla="*/ 2001858 h 2053176"/>
              <a:gd name="connsiteX190" fmla="*/ 9720307 w 12188965"/>
              <a:gd name="connsiteY190" fmla="*/ 2001858 h 2053176"/>
              <a:gd name="connsiteX191" fmla="*/ 9745965 w 12188965"/>
              <a:gd name="connsiteY191" fmla="*/ 2027517 h 2053176"/>
              <a:gd name="connsiteX192" fmla="*/ 9720307 w 12188965"/>
              <a:gd name="connsiteY192" fmla="*/ 2053176 h 2053176"/>
              <a:gd name="connsiteX193" fmla="*/ 9694646 w 12188965"/>
              <a:gd name="connsiteY193" fmla="*/ 2027517 h 2053176"/>
              <a:gd name="connsiteX194" fmla="*/ 9720307 w 12188965"/>
              <a:gd name="connsiteY194" fmla="*/ 2001858 h 2053176"/>
              <a:gd name="connsiteX195" fmla="*/ 9656100 w 12188965"/>
              <a:gd name="connsiteY195" fmla="*/ 2001858 h 2053176"/>
              <a:gd name="connsiteX196" fmla="*/ 9681758 w 12188965"/>
              <a:gd name="connsiteY196" fmla="*/ 2027517 h 2053176"/>
              <a:gd name="connsiteX197" fmla="*/ 9656100 w 12188965"/>
              <a:gd name="connsiteY197" fmla="*/ 2053176 h 2053176"/>
              <a:gd name="connsiteX198" fmla="*/ 9630442 w 12188965"/>
              <a:gd name="connsiteY198" fmla="*/ 2027517 h 2053176"/>
              <a:gd name="connsiteX199" fmla="*/ 9656100 w 12188965"/>
              <a:gd name="connsiteY199" fmla="*/ 2001858 h 2053176"/>
              <a:gd name="connsiteX200" fmla="*/ 9591896 w 12188965"/>
              <a:gd name="connsiteY200" fmla="*/ 2001858 h 2053176"/>
              <a:gd name="connsiteX201" fmla="*/ 9617554 w 12188965"/>
              <a:gd name="connsiteY201" fmla="*/ 2027517 h 2053176"/>
              <a:gd name="connsiteX202" fmla="*/ 9591896 w 12188965"/>
              <a:gd name="connsiteY202" fmla="*/ 2053176 h 2053176"/>
              <a:gd name="connsiteX203" fmla="*/ 9566238 w 12188965"/>
              <a:gd name="connsiteY203" fmla="*/ 2027517 h 2053176"/>
              <a:gd name="connsiteX204" fmla="*/ 9591896 w 12188965"/>
              <a:gd name="connsiteY204" fmla="*/ 2001858 h 2053176"/>
              <a:gd name="connsiteX205" fmla="*/ 9527689 w 12188965"/>
              <a:gd name="connsiteY205" fmla="*/ 2001858 h 2053176"/>
              <a:gd name="connsiteX206" fmla="*/ 9553350 w 12188965"/>
              <a:gd name="connsiteY206" fmla="*/ 2027517 h 2053176"/>
              <a:gd name="connsiteX207" fmla="*/ 9527689 w 12188965"/>
              <a:gd name="connsiteY207" fmla="*/ 2053176 h 2053176"/>
              <a:gd name="connsiteX208" fmla="*/ 9502031 w 12188965"/>
              <a:gd name="connsiteY208" fmla="*/ 2027517 h 2053176"/>
              <a:gd name="connsiteX209" fmla="*/ 9527689 w 12188965"/>
              <a:gd name="connsiteY209" fmla="*/ 2001858 h 2053176"/>
              <a:gd name="connsiteX210" fmla="*/ 9463485 w 12188965"/>
              <a:gd name="connsiteY210" fmla="*/ 2001858 h 2053176"/>
              <a:gd name="connsiteX211" fmla="*/ 9489143 w 12188965"/>
              <a:gd name="connsiteY211" fmla="*/ 2027517 h 2053176"/>
              <a:gd name="connsiteX212" fmla="*/ 9463485 w 12188965"/>
              <a:gd name="connsiteY212" fmla="*/ 2053176 h 2053176"/>
              <a:gd name="connsiteX213" fmla="*/ 9437826 w 12188965"/>
              <a:gd name="connsiteY213" fmla="*/ 2027517 h 2053176"/>
              <a:gd name="connsiteX214" fmla="*/ 9463485 w 12188965"/>
              <a:gd name="connsiteY214" fmla="*/ 2001858 h 2053176"/>
              <a:gd name="connsiteX215" fmla="*/ 9399280 w 12188965"/>
              <a:gd name="connsiteY215" fmla="*/ 2001858 h 2053176"/>
              <a:gd name="connsiteX216" fmla="*/ 9424938 w 12188965"/>
              <a:gd name="connsiteY216" fmla="*/ 2027517 h 2053176"/>
              <a:gd name="connsiteX217" fmla="*/ 9399280 w 12188965"/>
              <a:gd name="connsiteY217" fmla="*/ 2053176 h 2053176"/>
              <a:gd name="connsiteX218" fmla="*/ 9373619 w 12188965"/>
              <a:gd name="connsiteY218" fmla="*/ 2027517 h 2053176"/>
              <a:gd name="connsiteX219" fmla="*/ 9399280 w 12188965"/>
              <a:gd name="connsiteY219" fmla="*/ 2001858 h 2053176"/>
              <a:gd name="connsiteX220" fmla="*/ 9335073 w 12188965"/>
              <a:gd name="connsiteY220" fmla="*/ 2001858 h 2053176"/>
              <a:gd name="connsiteX221" fmla="*/ 9360734 w 12188965"/>
              <a:gd name="connsiteY221" fmla="*/ 2027517 h 2053176"/>
              <a:gd name="connsiteX222" fmla="*/ 9335073 w 12188965"/>
              <a:gd name="connsiteY222" fmla="*/ 2053176 h 2053176"/>
              <a:gd name="connsiteX223" fmla="*/ 9309415 w 12188965"/>
              <a:gd name="connsiteY223" fmla="*/ 2027517 h 2053176"/>
              <a:gd name="connsiteX224" fmla="*/ 9335073 w 12188965"/>
              <a:gd name="connsiteY224" fmla="*/ 2001858 h 2053176"/>
              <a:gd name="connsiteX225" fmla="*/ 9270869 w 12188965"/>
              <a:gd name="connsiteY225" fmla="*/ 2001858 h 2053176"/>
              <a:gd name="connsiteX226" fmla="*/ 9296527 w 12188965"/>
              <a:gd name="connsiteY226" fmla="*/ 2027517 h 2053176"/>
              <a:gd name="connsiteX227" fmla="*/ 9270869 w 12188965"/>
              <a:gd name="connsiteY227" fmla="*/ 2053176 h 2053176"/>
              <a:gd name="connsiteX228" fmla="*/ 9245211 w 12188965"/>
              <a:gd name="connsiteY228" fmla="*/ 2027517 h 2053176"/>
              <a:gd name="connsiteX229" fmla="*/ 9270869 w 12188965"/>
              <a:gd name="connsiteY229" fmla="*/ 2001858 h 2053176"/>
              <a:gd name="connsiteX230" fmla="*/ 9206664 w 12188965"/>
              <a:gd name="connsiteY230" fmla="*/ 2001858 h 2053176"/>
              <a:gd name="connsiteX231" fmla="*/ 9232323 w 12188965"/>
              <a:gd name="connsiteY231" fmla="*/ 2027517 h 2053176"/>
              <a:gd name="connsiteX232" fmla="*/ 9206664 w 12188965"/>
              <a:gd name="connsiteY232" fmla="*/ 2053176 h 2053176"/>
              <a:gd name="connsiteX233" fmla="*/ 9181006 w 12188965"/>
              <a:gd name="connsiteY233" fmla="*/ 2027517 h 2053176"/>
              <a:gd name="connsiteX234" fmla="*/ 9206664 w 12188965"/>
              <a:gd name="connsiteY234" fmla="*/ 2001858 h 2053176"/>
              <a:gd name="connsiteX235" fmla="*/ 9142457 w 12188965"/>
              <a:gd name="connsiteY235" fmla="*/ 2001858 h 2053176"/>
              <a:gd name="connsiteX236" fmla="*/ 9168118 w 12188965"/>
              <a:gd name="connsiteY236" fmla="*/ 2027517 h 2053176"/>
              <a:gd name="connsiteX237" fmla="*/ 9142457 w 12188965"/>
              <a:gd name="connsiteY237" fmla="*/ 2053176 h 2053176"/>
              <a:gd name="connsiteX238" fmla="*/ 9116799 w 12188965"/>
              <a:gd name="connsiteY238" fmla="*/ 2027517 h 2053176"/>
              <a:gd name="connsiteX239" fmla="*/ 9142457 w 12188965"/>
              <a:gd name="connsiteY239" fmla="*/ 2001858 h 2053176"/>
              <a:gd name="connsiteX240" fmla="*/ 9078253 w 12188965"/>
              <a:gd name="connsiteY240" fmla="*/ 2001858 h 2053176"/>
              <a:gd name="connsiteX241" fmla="*/ 9103911 w 12188965"/>
              <a:gd name="connsiteY241" fmla="*/ 2027517 h 2053176"/>
              <a:gd name="connsiteX242" fmla="*/ 9078253 w 12188965"/>
              <a:gd name="connsiteY242" fmla="*/ 2053176 h 2053176"/>
              <a:gd name="connsiteX243" fmla="*/ 9052595 w 12188965"/>
              <a:gd name="connsiteY243" fmla="*/ 2027517 h 2053176"/>
              <a:gd name="connsiteX244" fmla="*/ 9078253 w 12188965"/>
              <a:gd name="connsiteY244" fmla="*/ 2001858 h 2053176"/>
              <a:gd name="connsiteX245" fmla="*/ 9014049 w 12188965"/>
              <a:gd name="connsiteY245" fmla="*/ 2001858 h 2053176"/>
              <a:gd name="connsiteX246" fmla="*/ 9039707 w 12188965"/>
              <a:gd name="connsiteY246" fmla="*/ 2027517 h 2053176"/>
              <a:gd name="connsiteX247" fmla="*/ 9014049 w 12188965"/>
              <a:gd name="connsiteY247" fmla="*/ 2053176 h 2053176"/>
              <a:gd name="connsiteX248" fmla="*/ 8988388 w 12188965"/>
              <a:gd name="connsiteY248" fmla="*/ 2027517 h 2053176"/>
              <a:gd name="connsiteX249" fmla="*/ 9014049 w 12188965"/>
              <a:gd name="connsiteY249" fmla="*/ 2001858 h 2053176"/>
              <a:gd name="connsiteX250" fmla="*/ 8949842 w 12188965"/>
              <a:gd name="connsiteY250" fmla="*/ 2001858 h 2053176"/>
              <a:gd name="connsiteX251" fmla="*/ 8975503 w 12188965"/>
              <a:gd name="connsiteY251" fmla="*/ 2027517 h 2053176"/>
              <a:gd name="connsiteX252" fmla="*/ 8949842 w 12188965"/>
              <a:gd name="connsiteY252" fmla="*/ 2053176 h 2053176"/>
              <a:gd name="connsiteX253" fmla="*/ 8924183 w 12188965"/>
              <a:gd name="connsiteY253" fmla="*/ 2027517 h 2053176"/>
              <a:gd name="connsiteX254" fmla="*/ 8949842 w 12188965"/>
              <a:gd name="connsiteY254" fmla="*/ 2001858 h 2053176"/>
              <a:gd name="connsiteX255" fmla="*/ 8885637 w 12188965"/>
              <a:gd name="connsiteY255" fmla="*/ 2001858 h 2053176"/>
              <a:gd name="connsiteX256" fmla="*/ 8911296 w 12188965"/>
              <a:gd name="connsiteY256" fmla="*/ 2027517 h 2053176"/>
              <a:gd name="connsiteX257" fmla="*/ 8885637 w 12188965"/>
              <a:gd name="connsiteY257" fmla="*/ 2053176 h 2053176"/>
              <a:gd name="connsiteX258" fmla="*/ 8859979 w 12188965"/>
              <a:gd name="connsiteY258" fmla="*/ 2027517 h 2053176"/>
              <a:gd name="connsiteX259" fmla="*/ 8885637 w 12188965"/>
              <a:gd name="connsiteY259" fmla="*/ 2001858 h 2053176"/>
              <a:gd name="connsiteX260" fmla="*/ 8821433 w 12188965"/>
              <a:gd name="connsiteY260" fmla="*/ 2001858 h 2053176"/>
              <a:gd name="connsiteX261" fmla="*/ 8847091 w 12188965"/>
              <a:gd name="connsiteY261" fmla="*/ 2027517 h 2053176"/>
              <a:gd name="connsiteX262" fmla="*/ 8821433 w 12188965"/>
              <a:gd name="connsiteY262" fmla="*/ 2053176 h 2053176"/>
              <a:gd name="connsiteX263" fmla="*/ 8795772 w 12188965"/>
              <a:gd name="connsiteY263" fmla="*/ 2027517 h 2053176"/>
              <a:gd name="connsiteX264" fmla="*/ 8821433 w 12188965"/>
              <a:gd name="connsiteY264" fmla="*/ 2001858 h 2053176"/>
              <a:gd name="connsiteX265" fmla="*/ 8757226 w 12188965"/>
              <a:gd name="connsiteY265" fmla="*/ 2001858 h 2053176"/>
              <a:gd name="connsiteX266" fmla="*/ 8782887 w 12188965"/>
              <a:gd name="connsiteY266" fmla="*/ 2027517 h 2053176"/>
              <a:gd name="connsiteX267" fmla="*/ 8757226 w 12188965"/>
              <a:gd name="connsiteY267" fmla="*/ 2053176 h 2053176"/>
              <a:gd name="connsiteX268" fmla="*/ 8731568 w 12188965"/>
              <a:gd name="connsiteY268" fmla="*/ 2027517 h 2053176"/>
              <a:gd name="connsiteX269" fmla="*/ 8757226 w 12188965"/>
              <a:gd name="connsiteY269" fmla="*/ 2001858 h 2053176"/>
              <a:gd name="connsiteX270" fmla="*/ 8692904 w 12188965"/>
              <a:gd name="connsiteY270" fmla="*/ 2001858 h 2053176"/>
              <a:gd name="connsiteX271" fmla="*/ 8718565 w 12188965"/>
              <a:gd name="connsiteY271" fmla="*/ 2027517 h 2053176"/>
              <a:gd name="connsiteX272" fmla="*/ 8692904 w 12188965"/>
              <a:gd name="connsiteY272" fmla="*/ 2053176 h 2053176"/>
              <a:gd name="connsiteX273" fmla="*/ 8667246 w 12188965"/>
              <a:gd name="connsiteY273" fmla="*/ 2027517 h 2053176"/>
              <a:gd name="connsiteX274" fmla="*/ 8692904 w 12188965"/>
              <a:gd name="connsiteY274" fmla="*/ 2001858 h 2053176"/>
              <a:gd name="connsiteX275" fmla="*/ 8628699 w 12188965"/>
              <a:gd name="connsiteY275" fmla="*/ 2001858 h 2053176"/>
              <a:gd name="connsiteX276" fmla="*/ 8654358 w 12188965"/>
              <a:gd name="connsiteY276" fmla="*/ 2027517 h 2053176"/>
              <a:gd name="connsiteX277" fmla="*/ 8628699 w 12188965"/>
              <a:gd name="connsiteY277" fmla="*/ 2053176 h 2053176"/>
              <a:gd name="connsiteX278" fmla="*/ 8603041 w 12188965"/>
              <a:gd name="connsiteY278" fmla="*/ 2027517 h 2053176"/>
              <a:gd name="connsiteX279" fmla="*/ 8628699 w 12188965"/>
              <a:gd name="connsiteY279" fmla="*/ 2001858 h 2053176"/>
              <a:gd name="connsiteX280" fmla="*/ 8564495 w 12188965"/>
              <a:gd name="connsiteY280" fmla="*/ 2001858 h 2053176"/>
              <a:gd name="connsiteX281" fmla="*/ 8590153 w 12188965"/>
              <a:gd name="connsiteY281" fmla="*/ 2027517 h 2053176"/>
              <a:gd name="connsiteX282" fmla="*/ 8564495 w 12188965"/>
              <a:gd name="connsiteY282" fmla="*/ 2053176 h 2053176"/>
              <a:gd name="connsiteX283" fmla="*/ 8538837 w 12188965"/>
              <a:gd name="connsiteY283" fmla="*/ 2027517 h 2053176"/>
              <a:gd name="connsiteX284" fmla="*/ 8564495 w 12188965"/>
              <a:gd name="connsiteY284" fmla="*/ 2001858 h 2053176"/>
              <a:gd name="connsiteX285" fmla="*/ 8500288 w 12188965"/>
              <a:gd name="connsiteY285" fmla="*/ 2001858 h 2053176"/>
              <a:gd name="connsiteX286" fmla="*/ 8525949 w 12188965"/>
              <a:gd name="connsiteY286" fmla="*/ 2027517 h 2053176"/>
              <a:gd name="connsiteX287" fmla="*/ 8500288 w 12188965"/>
              <a:gd name="connsiteY287" fmla="*/ 2053176 h 2053176"/>
              <a:gd name="connsiteX288" fmla="*/ 8474630 w 12188965"/>
              <a:gd name="connsiteY288" fmla="*/ 2027517 h 2053176"/>
              <a:gd name="connsiteX289" fmla="*/ 8500288 w 12188965"/>
              <a:gd name="connsiteY289" fmla="*/ 2001858 h 2053176"/>
              <a:gd name="connsiteX290" fmla="*/ 8436084 w 12188965"/>
              <a:gd name="connsiteY290" fmla="*/ 2001858 h 2053176"/>
              <a:gd name="connsiteX291" fmla="*/ 8461745 w 12188965"/>
              <a:gd name="connsiteY291" fmla="*/ 2027517 h 2053176"/>
              <a:gd name="connsiteX292" fmla="*/ 8436084 w 12188965"/>
              <a:gd name="connsiteY292" fmla="*/ 2053176 h 2053176"/>
              <a:gd name="connsiteX293" fmla="*/ 8410426 w 12188965"/>
              <a:gd name="connsiteY293" fmla="*/ 2027517 h 2053176"/>
              <a:gd name="connsiteX294" fmla="*/ 8436084 w 12188965"/>
              <a:gd name="connsiteY294" fmla="*/ 2001858 h 2053176"/>
              <a:gd name="connsiteX295" fmla="*/ 8371879 w 12188965"/>
              <a:gd name="connsiteY295" fmla="*/ 2001858 h 2053176"/>
              <a:gd name="connsiteX296" fmla="*/ 8397538 w 12188965"/>
              <a:gd name="connsiteY296" fmla="*/ 2027517 h 2053176"/>
              <a:gd name="connsiteX297" fmla="*/ 8371879 w 12188965"/>
              <a:gd name="connsiteY297" fmla="*/ 2053176 h 2053176"/>
              <a:gd name="connsiteX298" fmla="*/ 8346221 w 12188965"/>
              <a:gd name="connsiteY298" fmla="*/ 2027517 h 2053176"/>
              <a:gd name="connsiteX299" fmla="*/ 8371879 w 12188965"/>
              <a:gd name="connsiteY299" fmla="*/ 2001858 h 2053176"/>
              <a:gd name="connsiteX300" fmla="*/ 8307675 w 12188965"/>
              <a:gd name="connsiteY300" fmla="*/ 2001858 h 2053176"/>
              <a:gd name="connsiteX301" fmla="*/ 8333333 w 12188965"/>
              <a:gd name="connsiteY301" fmla="*/ 2027517 h 2053176"/>
              <a:gd name="connsiteX302" fmla="*/ 8307675 w 12188965"/>
              <a:gd name="connsiteY302" fmla="*/ 2053176 h 2053176"/>
              <a:gd name="connsiteX303" fmla="*/ 8282014 w 12188965"/>
              <a:gd name="connsiteY303" fmla="*/ 2027517 h 2053176"/>
              <a:gd name="connsiteX304" fmla="*/ 8307675 w 12188965"/>
              <a:gd name="connsiteY304" fmla="*/ 2001858 h 2053176"/>
              <a:gd name="connsiteX305" fmla="*/ 8243468 w 12188965"/>
              <a:gd name="connsiteY305" fmla="*/ 2001858 h 2053176"/>
              <a:gd name="connsiteX306" fmla="*/ 8269126 w 12188965"/>
              <a:gd name="connsiteY306" fmla="*/ 2027517 h 2053176"/>
              <a:gd name="connsiteX307" fmla="*/ 8243468 w 12188965"/>
              <a:gd name="connsiteY307" fmla="*/ 2053176 h 2053176"/>
              <a:gd name="connsiteX308" fmla="*/ 8217810 w 12188965"/>
              <a:gd name="connsiteY308" fmla="*/ 2027517 h 2053176"/>
              <a:gd name="connsiteX309" fmla="*/ 8243468 w 12188965"/>
              <a:gd name="connsiteY309" fmla="*/ 2001858 h 2053176"/>
              <a:gd name="connsiteX310" fmla="*/ 8179264 w 12188965"/>
              <a:gd name="connsiteY310" fmla="*/ 2001858 h 2053176"/>
              <a:gd name="connsiteX311" fmla="*/ 8204922 w 12188965"/>
              <a:gd name="connsiteY311" fmla="*/ 2027517 h 2053176"/>
              <a:gd name="connsiteX312" fmla="*/ 8179264 w 12188965"/>
              <a:gd name="connsiteY312" fmla="*/ 2053176 h 2053176"/>
              <a:gd name="connsiteX313" fmla="*/ 8153603 w 12188965"/>
              <a:gd name="connsiteY313" fmla="*/ 2027517 h 2053176"/>
              <a:gd name="connsiteX314" fmla="*/ 8179264 w 12188965"/>
              <a:gd name="connsiteY314" fmla="*/ 2001858 h 2053176"/>
              <a:gd name="connsiteX315" fmla="*/ 8115057 w 12188965"/>
              <a:gd name="connsiteY315" fmla="*/ 2001858 h 2053176"/>
              <a:gd name="connsiteX316" fmla="*/ 8140717 w 12188965"/>
              <a:gd name="connsiteY316" fmla="*/ 2027517 h 2053176"/>
              <a:gd name="connsiteX317" fmla="*/ 8115057 w 12188965"/>
              <a:gd name="connsiteY317" fmla="*/ 2053176 h 2053176"/>
              <a:gd name="connsiteX318" fmla="*/ 8089398 w 12188965"/>
              <a:gd name="connsiteY318" fmla="*/ 2027517 h 2053176"/>
              <a:gd name="connsiteX319" fmla="*/ 8115057 w 12188965"/>
              <a:gd name="connsiteY319" fmla="*/ 2001858 h 2053176"/>
              <a:gd name="connsiteX320" fmla="*/ 8050852 w 12188965"/>
              <a:gd name="connsiteY320" fmla="*/ 2001858 h 2053176"/>
              <a:gd name="connsiteX321" fmla="*/ 8076510 w 12188965"/>
              <a:gd name="connsiteY321" fmla="*/ 2027517 h 2053176"/>
              <a:gd name="connsiteX322" fmla="*/ 8050852 w 12188965"/>
              <a:gd name="connsiteY322" fmla="*/ 2053176 h 2053176"/>
              <a:gd name="connsiteX323" fmla="*/ 8025194 w 12188965"/>
              <a:gd name="connsiteY323" fmla="*/ 2027517 h 2053176"/>
              <a:gd name="connsiteX324" fmla="*/ 8050852 w 12188965"/>
              <a:gd name="connsiteY324" fmla="*/ 2001858 h 2053176"/>
              <a:gd name="connsiteX325" fmla="*/ 7986648 w 12188965"/>
              <a:gd name="connsiteY325" fmla="*/ 2001858 h 2053176"/>
              <a:gd name="connsiteX326" fmla="*/ 8012306 w 12188965"/>
              <a:gd name="connsiteY326" fmla="*/ 2027517 h 2053176"/>
              <a:gd name="connsiteX327" fmla="*/ 7986648 w 12188965"/>
              <a:gd name="connsiteY327" fmla="*/ 2053176 h 2053176"/>
              <a:gd name="connsiteX328" fmla="*/ 7960990 w 12188965"/>
              <a:gd name="connsiteY328" fmla="*/ 2027517 h 2053176"/>
              <a:gd name="connsiteX329" fmla="*/ 7986648 w 12188965"/>
              <a:gd name="connsiteY329" fmla="*/ 2001858 h 2053176"/>
              <a:gd name="connsiteX330" fmla="*/ 7922444 w 12188965"/>
              <a:gd name="connsiteY330" fmla="*/ 2001858 h 2053176"/>
              <a:gd name="connsiteX331" fmla="*/ 7948102 w 12188965"/>
              <a:gd name="connsiteY331" fmla="*/ 2027517 h 2053176"/>
              <a:gd name="connsiteX332" fmla="*/ 7922444 w 12188965"/>
              <a:gd name="connsiteY332" fmla="*/ 2053176 h 2053176"/>
              <a:gd name="connsiteX333" fmla="*/ 7896783 w 12188965"/>
              <a:gd name="connsiteY333" fmla="*/ 2027517 h 2053176"/>
              <a:gd name="connsiteX334" fmla="*/ 7922444 w 12188965"/>
              <a:gd name="connsiteY334" fmla="*/ 2001858 h 2053176"/>
              <a:gd name="connsiteX335" fmla="*/ 7858237 w 12188965"/>
              <a:gd name="connsiteY335" fmla="*/ 2001858 h 2053176"/>
              <a:gd name="connsiteX336" fmla="*/ 7883895 w 12188965"/>
              <a:gd name="connsiteY336" fmla="*/ 2027517 h 2053176"/>
              <a:gd name="connsiteX337" fmla="*/ 7858237 w 12188965"/>
              <a:gd name="connsiteY337" fmla="*/ 2053176 h 2053176"/>
              <a:gd name="connsiteX338" fmla="*/ 7832578 w 12188965"/>
              <a:gd name="connsiteY338" fmla="*/ 2027517 h 2053176"/>
              <a:gd name="connsiteX339" fmla="*/ 7858237 w 12188965"/>
              <a:gd name="connsiteY339" fmla="*/ 2001858 h 2053176"/>
              <a:gd name="connsiteX340" fmla="*/ 7794032 w 12188965"/>
              <a:gd name="connsiteY340" fmla="*/ 2001858 h 2053176"/>
              <a:gd name="connsiteX341" fmla="*/ 7819690 w 12188965"/>
              <a:gd name="connsiteY341" fmla="*/ 2027517 h 2053176"/>
              <a:gd name="connsiteX342" fmla="*/ 7794032 w 12188965"/>
              <a:gd name="connsiteY342" fmla="*/ 2053176 h 2053176"/>
              <a:gd name="connsiteX343" fmla="*/ 7768371 w 12188965"/>
              <a:gd name="connsiteY343" fmla="*/ 2027517 h 2053176"/>
              <a:gd name="connsiteX344" fmla="*/ 7794032 w 12188965"/>
              <a:gd name="connsiteY344" fmla="*/ 2001858 h 2053176"/>
              <a:gd name="connsiteX345" fmla="*/ 7729825 w 12188965"/>
              <a:gd name="connsiteY345" fmla="*/ 2001858 h 2053176"/>
              <a:gd name="connsiteX346" fmla="*/ 7755486 w 12188965"/>
              <a:gd name="connsiteY346" fmla="*/ 2027517 h 2053176"/>
              <a:gd name="connsiteX347" fmla="*/ 7729825 w 12188965"/>
              <a:gd name="connsiteY347" fmla="*/ 2053176 h 2053176"/>
              <a:gd name="connsiteX348" fmla="*/ 7704167 w 12188965"/>
              <a:gd name="connsiteY348" fmla="*/ 2027517 h 2053176"/>
              <a:gd name="connsiteX349" fmla="*/ 7729825 w 12188965"/>
              <a:gd name="connsiteY349" fmla="*/ 2001858 h 2053176"/>
              <a:gd name="connsiteX350" fmla="*/ 7665621 w 12188965"/>
              <a:gd name="connsiteY350" fmla="*/ 2001858 h 2053176"/>
              <a:gd name="connsiteX351" fmla="*/ 7691279 w 12188965"/>
              <a:gd name="connsiteY351" fmla="*/ 2027517 h 2053176"/>
              <a:gd name="connsiteX352" fmla="*/ 7665621 w 12188965"/>
              <a:gd name="connsiteY352" fmla="*/ 2053176 h 2053176"/>
              <a:gd name="connsiteX353" fmla="*/ 7639963 w 12188965"/>
              <a:gd name="connsiteY353" fmla="*/ 2027517 h 2053176"/>
              <a:gd name="connsiteX354" fmla="*/ 7665621 w 12188965"/>
              <a:gd name="connsiteY354" fmla="*/ 2001858 h 2053176"/>
              <a:gd name="connsiteX355" fmla="*/ 7601299 w 12188965"/>
              <a:gd name="connsiteY355" fmla="*/ 2001858 h 2053176"/>
              <a:gd name="connsiteX356" fmla="*/ 7626959 w 12188965"/>
              <a:gd name="connsiteY356" fmla="*/ 2027517 h 2053176"/>
              <a:gd name="connsiteX357" fmla="*/ 7601299 w 12188965"/>
              <a:gd name="connsiteY357" fmla="*/ 2053176 h 2053176"/>
              <a:gd name="connsiteX358" fmla="*/ 7575640 w 12188965"/>
              <a:gd name="connsiteY358" fmla="*/ 2027517 h 2053176"/>
              <a:gd name="connsiteX359" fmla="*/ 7601299 w 12188965"/>
              <a:gd name="connsiteY359" fmla="*/ 2001858 h 2053176"/>
              <a:gd name="connsiteX360" fmla="*/ 7537094 w 12188965"/>
              <a:gd name="connsiteY360" fmla="*/ 2001858 h 2053176"/>
              <a:gd name="connsiteX361" fmla="*/ 7562752 w 12188965"/>
              <a:gd name="connsiteY361" fmla="*/ 2027517 h 2053176"/>
              <a:gd name="connsiteX362" fmla="*/ 7537094 w 12188965"/>
              <a:gd name="connsiteY362" fmla="*/ 2053176 h 2053176"/>
              <a:gd name="connsiteX363" fmla="*/ 7511436 w 12188965"/>
              <a:gd name="connsiteY363" fmla="*/ 2027517 h 2053176"/>
              <a:gd name="connsiteX364" fmla="*/ 7537094 w 12188965"/>
              <a:gd name="connsiteY364" fmla="*/ 2001858 h 2053176"/>
              <a:gd name="connsiteX365" fmla="*/ 7472890 w 12188965"/>
              <a:gd name="connsiteY365" fmla="*/ 2001858 h 2053176"/>
              <a:gd name="connsiteX366" fmla="*/ 7498548 w 12188965"/>
              <a:gd name="connsiteY366" fmla="*/ 2027517 h 2053176"/>
              <a:gd name="connsiteX367" fmla="*/ 7472890 w 12188965"/>
              <a:gd name="connsiteY367" fmla="*/ 2053176 h 2053176"/>
              <a:gd name="connsiteX368" fmla="*/ 7447229 w 12188965"/>
              <a:gd name="connsiteY368" fmla="*/ 2027517 h 2053176"/>
              <a:gd name="connsiteX369" fmla="*/ 7472890 w 12188965"/>
              <a:gd name="connsiteY369" fmla="*/ 2001858 h 2053176"/>
              <a:gd name="connsiteX370" fmla="*/ 7408683 w 12188965"/>
              <a:gd name="connsiteY370" fmla="*/ 2001858 h 2053176"/>
              <a:gd name="connsiteX371" fmla="*/ 7434341 w 12188965"/>
              <a:gd name="connsiteY371" fmla="*/ 2027517 h 2053176"/>
              <a:gd name="connsiteX372" fmla="*/ 7408683 w 12188965"/>
              <a:gd name="connsiteY372" fmla="*/ 2053176 h 2053176"/>
              <a:gd name="connsiteX373" fmla="*/ 7383025 w 12188965"/>
              <a:gd name="connsiteY373" fmla="*/ 2027517 h 2053176"/>
              <a:gd name="connsiteX374" fmla="*/ 7408683 w 12188965"/>
              <a:gd name="connsiteY374" fmla="*/ 2001858 h 2053176"/>
              <a:gd name="connsiteX375" fmla="*/ 7344479 w 12188965"/>
              <a:gd name="connsiteY375" fmla="*/ 2001858 h 2053176"/>
              <a:gd name="connsiteX376" fmla="*/ 7370137 w 12188965"/>
              <a:gd name="connsiteY376" fmla="*/ 2027517 h 2053176"/>
              <a:gd name="connsiteX377" fmla="*/ 7344479 w 12188965"/>
              <a:gd name="connsiteY377" fmla="*/ 2053176 h 2053176"/>
              <a:gd name="connsiteX378" fmla="*/ 7318820 w 12188965"/>
              <a:gd name="connsiteY378" fmla="*/ 2027517 h 2053176"/>
              <a:gd name="connsiteX379" fmla="*/ 7344479 w 12188965"/>
              <a:gd name="connsiteY379" fmla="*/ 2001858 h 2053176"/>
              <a:gd name="connsiteX380" fmla="*/ 7280274 w 12188965"/>
              <a:gd name="connsiteY380" fmla="*/ 2001858 h 2053176"/>
              <a:gd name="connsiteX381" fmla="*/ 7305932 w 12188965"/>
              <a:gd name="connsiteY381" fmla="*/ 2027517 h 2053176"/>
              <a:gd name="connsiteX382" fmla="*/ 7280274 w 12188965"/>
              <a:gd name="connsiteY382" fmla="*/ 2053176 h 2053176"/>
              <a:gd name="connsiteX383" fmla="*/ 7254613 w 12188965"/>
              <a:gd name="connsiteY383" fmla="*/ 2027517 h 2053176"/>
              <a:gd name="connsiteX384" fmla="*/ 7280274 w 12188965"/>
              <a:gd name="connsiteY384" fmla="*/ 2001858 h 2053176"/>
              <a:gd name="connsiteX385" fmla="*/ 7216067 w 12188965"/>
              <a:gd name="connsiteY385" fmla="*/ 2001858 h 2053176"/>
              <a:gd name="connsiteX386" fmla="*/ 7241725 w 12188965"/>
              <a:gd name="connsiteY386" fmla="*/ 2027517 h 2053176"/>
              <a:gd name="connsiteX387" fmla="*/ 7216067 w 12188965"/>
              <a:gd name="connsiteY387" fmla="*/ 2053176 h 2053176"/>
              <a:gd name="connsiteX388" fmla="*/ 7190409 w 12188965"/>
              <a:gd name="connsiteY388" fmla="*/ 2027517 h 2053176"/>
              <a:gd name="connsiteX389" fmla="*/ 7216067 w 12188965"/>
              <a:gd name="connsiteY389" fmla="*/ 2001858 h 2053176"/>
              <a:gd name="connsiteX390" fmla="*/ 7151863 w 12188965"/>
              <a:gd name="connsiteY390" fmla="*/ 2001858 h 2053176"/>
              <a:gd name="connsiteX391" fmla="*/ 7177521 w 12188965"/>
              <a:gd name="connsiteY391" fmla="*/ 2027517 h 2053176"/>
              <a:gd name="connsiteX392" fmla="*/ 7151863 w 12188965"/>
              <a:gd name="connsiteY392" fmla="*/ 2053176 h 2053176"/>
              <a:gd name="connsiteX393" fmla="*/ 7126205 w 12188965"/>
              <a:gd name="connsiteY393" fmla="*/ 2027517 h 2053176"/>
              <a:gd name="connsiteX394" fmla="*/ 7151863 w 12188965"/>
              <a:gd name="connsiteY394" fmla="*/ 2001858 h 2053176"/>
              <a:gd name="connsiteX395" fmla="*/ 7087658 w 12188965"/>
              <a:gd name="connsiteY395" fmla="*/ 2001858 h 2053176"/>
              <a:gd name="connsiteX396" fmla="*/ 7113317 w 12188965"/>
              <a:gd name="connsiteY396" fmla="*/ 2027517 h 2053176"/>
              <a:gd name="connsiteX397" fmla="*/ 7087658 w 12188965"/>
              <a:gd name="connsiteY397" fmla="*/ 2053176 h 2053176"/>
              <a:gd name="connsiteX398" fmla="*/ 7061998 w 12188965"/>
              <a:gd name="connsiteY398" fmla="*/ 2027517 h 2053176"/>
              <a:gd name="connsiteX399" fmla="*/ 7087658 w 12188965"/>
              <a:gd name="connsiteY399" fmla="*/ 2001858 h 2053176"/>
              <a:gd name="connsiteX400" fmla="*/ 7023451 w 12188965"/>
              <a:gd name="connsiteY400" fmla="*/ 2001858 h 2053176"/>
              <a:gd name="connsiteX401" fmla="*/ 7049112 w 12188965"/>
              <a:gd name="connsiteY401" fmla="*/ 2027517 h 2053176"/>
              <a:gd name="connsiteX402" fmla="*/ 7023451 w 12188965"/>
              <a:gd name="connsiteY402" fmla="*/ 2053176 h 2053176"/>
              <a:gd name="connsiteX403" fmla="*/ 6997793 w 12188965"/>
              <a:gd name="connsiteY403" fmla="*/ 2027517 h 2053176"/>
              <a:gd name="connsiteX404" fmla="*/ 7023451 w 12188965"/>
              <a:gd name="connsiteY404" fmla="*/ 2001858 h 2053176"/>
              <a:gd name="connsiteX405" fmla="*/ 6959247 w 12188965"/>
              <a:gd name="connsiteY405" fmla="*/ 2001858 h 2053176"/>
              <a:gd name="connsiteX406" fmla="*/ 6984905 w 12188965"/>
              <a:gd name="connsiteY406" fmla="*/ 2027517 h 2053176"/>
              <a:gd name="connsiteX407" fmla="*/ 6959247 w 12188965"/>
              <a:gd name="connsiteY407" fmla="*/ 2053176 h 2053176"/>
              <a:gd name="connsiteX408" fmla="*/ 6933589 w 12188965"/>
              <a:gd name="connsiteY408" fmla="*/ 2027517 h 2053176"/>
              <a:gd name="connsiteX409" fmla="*/ 6959247 w 12188965"/>
              <a:gd name="connsiteY409" fmla="*/ 2001858 h 2053176"/>
              <a:gd name="connsiteX410" fmla="*/ 6895043 w 12188965"/>
              <a:gd name="connsiteY410" fmla="*/ 2001858 h 2053176"/>
              <a:gd name="connsiteX411" fmla="*/ 6920701 w 12188965"/>
              <a:gd name="connsiteY411" fmla="*/ 2027517 h 2053176"/>
              <a:gd name="connsiteX412" fmla="*/ 6895043 w 12188965"/>
              <a:gd name="connsiteY412" fmla="*/ 2053176 h 2053176"/>
              <a:gd name="connsiteX413" fmla="*/ 6869382 w 12188965"/>
              <a:gd name="connsiteY413" fmla="*/ 2027517 h 2053176"/>
              <a:gd name="connsiteX414" fmla="*/ 6895043 w 12188965"/>
              <a:gd name="connsiteY414" fmla="*/ 2001858 h 2053176"/>
              <a:gd name="connsiteX415" fmla="*/ 6830836 w 12188965"/>
              <a:gd name="connsiteY415" fmla="*/ 2001858 h 2053176"/>
              <a:gd name="connsiteX416" fmla="*/ 6856494 w 12188965"/>
              <a:gd name="connsiteY416" fmla="*/ 2027517 h 2053176"/>
              <a:gd name="connsiteX417" fmla="*/ 6830836 w 12188965"/>
              <a:gd name="connsiteY417" fmla="*/ 2053176 h 2053176"/>
              <a:gd name="connsiteX418" fmla="*/ 6805178 w 12188965"/>
              <a:gd name="connsiteY418" fmla="*/ 2027517 h 2053176"/>
              <a:gd name="connsiteX419" fmla="*/ 6830836 w 12188965"/>
              <a:gd name="connsiteY419" fmla="*/ 2001858 h 2053176"/>
              <a:gd name="connsiteX420" fmla="*/ 6766631 w 12188965"/>
              <a:gd name="connsiteY420" fmla="*/ 2001858 h 2053176"/>
              <a:gd name="connsiteX421" fmla="*/ 6792290 w 12188965"/>
              <a:gd name="connsiteY421" fmla="*/ 2027517 h 2053176"/>
              <a:gd name="connsiteX422" fmla="*/ 6766631 w 12188965"/>
              <a:gd name="connsiteY422" fmla="*/ 2053176 h 2053176"/>
              <a:gd name="connsiteX423" fmla="*/ 6740973 w 12188965"/>
              <a:gd name="connsiteY423" fmla="*/ 2027517 h 2053176"/>
              <a:gd name="connsiteX424" fmla="*/ 6766631 w 12188965"/>
              <a:gd name="connsiteY424" fmla="*/ 2001858 h 2053176"/>
              <a:gd name="connsiteX425" fmla="*/ 6702427 w 12188965"/>
              <a:gd name="connsiteY425" fmla="*/ 2001858 h 2053176"/>
              <a:gd name="connsiteX426" fmla="*/ 6728085 w 12188965"/>
              <a:gd name="connsiteY426" fmla="*/ 2027517 h 2053176"/>
              <a:gd name="connsiteX427" fmla="*/ 6702427 w 12188965"/>
              <a:gd name="connsiteY427" fmla="*/ 2053176 h 2053176"/>
              <a:gd name="connsiteX428" fmla="*/ 6676766 w 12188965"/>
              <a:gd name="connsiteY428" fmla="*/ 2027517 h 2053176"/>
              <a:gd name="connsiteX429" fmla="*/ 6702427 w 12188965"/>
              <a:gd name="connsiteY429" fmla="*/ 2001858 h 2053176"/>
              <a:gd name="connsiteX430" fmla="*/ 6638220 w 12188965"/>
              <a:gd name="connsiteY430" fmla="*/ 2001858 h 2053176"/>
              <a:gd name="connsiteX431" fmla="*/ 6663881 w 12188965"/>
              <a:gd name="connsiteY431" fmla="*/ 2027517 h 2053176"/>
              <a:gd name="connsiteX432" fmla="*/ 6638220 w 12188965"/>
              <a:gd name="connsiteY432" fmla="*/ 2053176 h 2053176"/>
              <a:gd name="connsiteX433" fmla="*/ 6612562 w 12188965"/>
              <a:gd name="connsiteY433" fmla="*/ 2027517 h 2053176"/>
              <a:gd name="connsiteX434" fmla="*/ 6638220 w 12188965"/>
              <a:gd name="connsiteY434" fmla="*/ 2001858 h 2053176"/>
              <a:gd name="connsiteX435" fmla="*/ 6574016 w 12188965"/>
              <a:gd name="connsiteY435" fmla="*/ 2001858 h 2053176"/>
              <a:gd name="connsiteX436" fmla="*/ 6599674 w 12188965"/>
              <a:gd name="connsiteY436" fmla="*/ 2027517 h 2053176"/>
              <a:gd name="connsiteX437" fmla="*/ 6574016 w 12188965"/>
              <a:gd name="connsiteY437" fmla="*/ 2053176 h 2053176"/>
              <a:gd name="connsiteX438" fmla="*/ 6548357 w 12188965"/>
              <a:gd name="connsiteY438" fmla="*/ 2027517 h 2053176"/>
              <a:gd name="connsiteX439" fmla="*/ 6574016 w 12188965"/>
              <a:gd name="connsiteY439" fmla="*/ 2001858 h 2053176"/>
              <a:gd name="connsiteX440" fmla="*/ 6509693 w 12188965"/>
              <a:gd name="connsiteY440" fmla="*/ 2001858 h 2053176"/>
              <a:gd name="connsiteX441" fmla="*/ 6535352 w 12188965"/>
              <a:gd name="connsiteY441" fmla="*/ 2027517 h 2053176"/>
              <a:gd name="connsiteX442" fmla="*/ 6509693 w 12188965"/>
              <a:gd name="connsiteY442" fmla="*/ 2053176 h 2053176"/>
              <a:gd name="connsiteX443" fmla="*/ 6484035 w 12188965"/>
              <a:gd name="connsiteY443" fmla="*/ 2027517 h 2053176"/>
              <a:gd name="connsiteX444" fmla="*/ 6509693 w 12188965"/>
              <a:gd name="connsiteY444" fmla="*/ 2001858 h 2053176"/>
              <a:gd name="connsiteX445" fmla="*/ 6445489 w 12188965"/>
              <a:gd name="connsiteY445" fmla="*/ 2001858 h 2053176"/>
              <a:gd name="connsiteX446" fmla="*/ 6471147 w 12188965"/>
              <a:gd name="connsiteY446" fmla="*/ 2027517 h 2053176"/>
              <a:gd name="connsiteX447" fmla="*/ 6445489 w 12188965"/>
              <a:gd name="connsiteY447" fmla="*/ 2053176 h 2053176"/>
              <a:gd name="connsiteX448" fmla="*/ 6419831 w 12188965"/>
              <a:gd name="connsiteY448" fmla="*/ 2027517 h 2053176"/>
              <a:gd name="connsiteX449" fmla="*/ 6445489 w 12188965"/>
              <a:gd name="connsiteY449" fmla="*/ 2001858 h 2053176"/>
              <a:gd name="connsiteX450" fmla="*/ 6381282 w 12188965"/>
              <a:gd name="connsiteY450" fmla="*/ 2001858 h 2053176"/>
              <a:gd name="connsiteX451" fmla="*/ 6406943 w 12188965"/>
              <a:gd name="connsiteY451" fmla="*/ 2027517 h 2053176"/>
              <a:gd name="connsiteX452" fmla="*/ 6381282 w 12188965"/>
              <a:gd name="connsiteY452" fmla="*/ 2053176 h 2053176"/>
              <a:gd name="connsiteX453" fmla="*/ 6355624 w 12188965"/>
              <a:gd name="connsiteY453" fmla="*/ 2027517 h 2053176"/>
              <a:gd name="connsiteX454" fmla="*/ 6381282 w 12188965"/>
              <a:gd name="connsiteY454" fmla="*/ 2001858 h 2053176"/>
              <a:gd name="connsiteX455" fmla="*/ 6317078 w 12188965"/>
              <a:gd name="connsiteY455" fmla="*/ 2001858 h 2053176"/>
              <a:gd name="connsiteX456" fmla="*/ 6342736 w 12188965"/>
              <a:gd name="connsiteY456" fmla="*/ 2027517 h 2053176"/>
              <a:gd name="connsiteX457" fmla="*/ 6317078 w 12188965"/>
              <a:gd name="connsiteY457" fmla="*/ 2053176 h 2053176"/>
              <a:gd name="connsiteX458" fmla="*/ 6291420 w 12188965"/>
              <a:gd name="connsiteY458" fmla="*/ 2027517 h 2053176"/>
              <a:gd name="connsiteX459" fmla="*/ 6317078 w 12188965"/>
              <a:gd name="connsiteY459" fmla="*/ 2001858 h 2053176"/>
              <a:gd name="connsiteX460" fmla="*/ 6252873 w 12188965"/>
              <a:gd name="connsiteY460" fmla="*/ 2001858 h 2053176"/>
              <a:gd name="connsiteX461" fmla="*/ 6278532 w 12188965"/>
              <a:gd name="connsiteY461" fmla="*/ 2027517 h 2053176"/>
              <a:gd name="connsiteX462" fmla="*/ 6252873 w 12188965"/>
              <a:gd name="connsiteY462" fmla="*/ 2053176 h 2053176"/>
              <a:gd name="connsiteX463" fmla="*/ 6227213 w 12188965"/>
              <a:gd name="connsiteY463" fmla="*/ 2027517 h 2053176"/>
              <a:gd name="connsiteX464" fmla="*/ 6252873 w 12188965"/>
              <a:gd name="connsiteY464" fmla="*/ 2001858 h 2053176"/>
              <a:gd name="connsiteX465" fmla="*/ 6188666 w 12188965"/>
              <a:gd name="connsiteY465" fmla="*/ 2001858 h 2053176"/>
              <a:gd name="connsiteX466" fmla="*/ 6214327 w 12188965"/>
              <a:gd name="connsiteY466" fmla="*/ 2027517 h 2053176"/>
              <a:gd name="connsiteX467" fmla="*/ 6188666 w 12188965"/>
              <a:gd name="connsiteY467" fmla="*/ 2053176 h 2053176"/>
              <a:gd name="connsiteX468" fmla="*/ 6163008 w 12188965"/>
              <a:gd name="connsiteY468" fmla="*/ 2027517 h 2053176"/>
              <a:gd name="connsiteX469" fmla="*/ 6188666 w 12188965"/>
              <a:gd name="connsiteY469" fmla="*/ 2001858 h 2053176"/>
              <a:gd name="connsiteX470" fmla="*/ 6124462 w 12188965"/>
              <a:gd name="connsiteY470" fmla="*/ 2001858 h 2053176"/>
              <a:gd name="connsiteX471" fmla="*/ 6150123 w 12188965"/>
              <a:gd name="connsiteY471" fmla="*/ 2027517 h 2053176"/>
              <a:gd name="connsiteX472" fmla="*/ 6124462 w 12188965"/>
              <a:gd name="connsiteY472" fmla="*/ 2053176 h 2053176"/>
              <a:gd name="connsiteX473" fmla="*/ 6098804 w 12188965"/>
              <a:gd name="connsiteY473" fmla="*/ 2027517 h 2053176"/>
              <a:gd name="connsiteX474" fmla="*/ 6124462 w 12188965"/>
              <a:gd name="connsiteY474" fmla="*/ 2001858 h 2053176"/>
              <a:gd name="connsiteX475" fmla="*/ 6064505 w 12188965"/>
              <a:gd name="connsiteY475" fmla="*/ 2001858 h 2053176"/>
              <a:gd name="connsiteX476" fmla="*/ 6090163 w 12188965"/>
              <a:gd name="connsiteY476" fmla="*/ 2027517 h 2053176"/>
              <a:gd name="connsiteX477" fmla="*/ 6064505 w 12188965"/>
              <a:gd name="connsiteY477" fmla="*/ 2053176 h 2053176"/>
              <a:gd name="connsiteX478" fmla="*/ 6038844 w 12188965"/>
              <a:gd name="connsiteY478" fmla="*/ 2027517 h 2053176"/>
              <a:gd name="connsiteX479" fmla="*/ 6064505 w 12188965"/>
              <a:gd name="connsiteY479" fmla="*/ 2001858 h 2053176"/>
              <a:gd name="connsiteX480" fmla="*/ 6000298 w 12188965"/>
              <a:gd name="connsiteY480" fmla="*/ 2001858 h 2053176"/>
              <a:gd name="connsiteX481" fmla="*/ 6025956 w 12188965"/>
              <a:gd name="connsiteY481" fmla="*/ 2027517 h 2053176"/>
              <a:gd name="connsiteX482" fmla="*/ 6000298 w 12188965"/>
              <a:gd name="connsiteY482" fmla="*/ 2053176 h 2053176"/>
              <a:gd name="connsiteX483" fmla="*/ 5974639 w 12188965"/>
              <a:gd name="connsiteY483" fmla="*/ 2027517 h 2053176"/>
              <a:gd name="connsiteX484" fmla="*/ 6000298 w 12188965"/>
              <a:gd name="connsiteY484" fmla="*/ 2001858 h 2053176"/>
              <a:gd name="connsiteX485" fmla="*/ 5936092 w 12188965"/>
              <a:gd name="connsiteY485" fmla="*/ 2001858 h 2053176"/>
              <a:gd name="connsiteX486" fmla="*/ 5961751 w 12188965"/>
              <a:gd name="connsiteY486" fmla="*/ 2027517 h 2053176"/>
              <a:gd name="connsiteX487" fmla="*/ 5936092 w 12188965"/>
              <a:gd name="connsiteY487" fmla="*/ 2053176 h 2053176"/>
              <a:gd name="connsiteX488" fmla="*/ 5910435 w 12188965"/>
              <a:gd name="connsiteY488" fmla="*/ 2027517 h 2053176"/>
              <a:gd name="connsiteX489" fmla="*/ 5936092 w 12188965"/>
              <a:gd name="connsiteY489" fmla="*/ 2001858 h 2053176"/>
              <a:gd name="connsiteX490" fmla="*/ 5871887 w 12188965"/>
              <a:gd name="connsiteY490" fmla="*/ 2001858 h 2053176"/>
              <a:gd name="connsiteX491" fmla="*/ 5897547 w 12188965"/>
              <a:gd name="connsiteY491" fmla="*/ 2027517 h 2053176"/>
              <a:gd name="connsiteX492" fmla="*/ 5871887 w 12188965"/>
              <a:gd name="connsiteY492" fmla="*/ 2053176 h 2053176"/>
              <a:gd name="connsiteX493" fmla="*/ 5846228 w 12188965"/>
              <a:gd name="connsiteY493" fmla="*/ 2027517 h 2053176"/>
              <a:gd name="connsiteX494" fmla="*/ 5871887 w 12188965"/>
              <a:gd name="connsiteY494" fmla="*/ 2001858 h 2053176"/>
              <a:gd name="connsiteX495" fmla="*/ 5807683 w 12188965"/>
              <a:gd name="connsiteY495" fmla="*/ 2001858 h 2053176"/>
              <a:gd name="connsiteX496" fmla="*/ 5833341 w 12188965"/>
              <a:gd name="connsiteY496" fmla="*/ 2027517 h 2053176"/>
              <a:gd name="connsiteX497" fmla="*/ 5807683 w 12188965"/>
              <a:gd name="connsiteY497" fmla="*/ 2053176 h 2053176"/>
              <a:gd name="connsiteX498" fmla="*/ 5782024 w 12188965"/>
              <a:gd name="connsiteY498" fmla="*/ 2027517 h 2053176"/>
              <a:gd name="connsiteX499" fmla="*/ 5807683 w 12188965"/>
              <a:gd name="connsiteY499" fmla="*/ 2001858 h 2053176"/>
              <a:gd name="connsiteX500" fmla="*/ 5743477 w 12188965"/>
              <a:gd name="connsiteY500" fmla="*/ 2001858 h 2053176"/>
              <a:gd name="connsiteX501" fmla="*/ 5769136 w 12188965"/>
              <a:gd name="connsiteY501" fmla="*/ 2027517 h 2053176"/>
              <a:gd name="connsiteX502" fmla="*/ 5743477 w 12188965"/>
              <a:gd name="connsiteY502" fmla="*/ 2053176 h 2053176"/>
              <a:gd name="connsiteX503" fmla="*/ 5717818 w 12188965"/>
              <a:gd name="connsiteY503" fmla="*/ 2027517 h 2053176"/>
              <a:gd name="connsiteX504" fmla="*/ 5743477 w 12188965"/>
              <a:gd name="connsiteY504" fmla="*/ 2001858 h 2053176"/>
              <a:gd name="connsiteX505" fmla="*/ 5679272 w 12188965"/>
              <a:gd name="connsiteY505" fmla="*/ 2001858 h 2053176"/>
              <a:gd name="connsiteX506" fmla="*/ 5704930 w 12188965"/>
              <a:gd name="connsiteY506" fmla="*/ 2027517 h 2053176"/>
              <a:gd name="connsiteX507" fmla="*/ 5679272 w 12188965"/>
              <a:gd name="connsiteY507" fmla="*/ 2053176 h 2053176"/>
              <a:gd name="connsiteX508" fmla="*/ 5653614 w 12188965"/>
              <a:gd name="connsiteY508" fmla="*/ 2027517 h 2053176"/>
              <a:gd name="connsiteX509" fmla="*/ 5679272 w 12188965"/>
              <a:gd name="connsiteY509" fmla="*/ 2001858 h 2053176"/>
              <a:gd name="connsiteX510" fmla="*/ 5615066 w 12188965"/>
              <a:gd name="connsiteY510" fmla="*/ 2001858 h 2053176"/>
              <a:gd name="connsiteX511" fmla="*/ 5640726 w 12188965"/>
              <a:gd name="connsiteY511" fmla="*/ 2027517 h 2053176"/>
              <a:gd name="connsiteX512" fmla="*/ 5615066 w 12188965"/>
              <a:gd name="connsiteY512" fmla="*/ 2053176 h 2053176"/>
              <a:gd name="connsiteX513" fmla="*/ 5589407 w 12188965"/>
              <a:gd name="connsiteY513" fmla="*/ 2027517 h 2053176"/>
              <a:gd name="connsiteX514" fmla="*/ 5615066 w 12188965"/>
              <a:gd name="connsiteY514" fmla="*/ 2001858 h 2053176"/>
              <a:gd name="connsiteX515" fmla="*/ 5550862 w 12188965"/>
              <a:gd name="connsiteY515" fmla="*/ 2001858 h 2053176"/>
              <a:gd name="connsiteX516" fmla="*/ 5576520 w 12188965"/>
              <a:gd name="connsiteY516" fmla="*/ 2027517 h 2053176"/>
              <a:gd name="connsiteX517" fmla="*/ 5550862 w 12188965"/>
              <a:gd name="connsiteY517" fmla="*/ 2053176 h 2053176"/>
              <a:gd name="connsiteX518" fmla="*/ 5525203 w 12188965"/>
              <a:gd name="connsiteY518" fmla="*/ 2027517 h 2053176"/>
              <a:gd name="connsiteX519" fmla="*/ 5550862 w 12188965"/>
              <a:gd name="connsiteY519" fmla="*/ 2001858 h 2053176"/>
              <a:gd name="connsiteX520" fmla="*/ 5486655 w 12188965"/>
              <a:gd name="connsiteY520" fmla="*/ 2001858 h 2053176"/>
              <a:gd name="connsiteX521" fmla="*/ 5512316 w 12188965"/>
              <a:gd name="connsiteY521" fmla="*/ 2027517 h 2053176"/>
              <a:gd name="connsiteX522" fmla="*/ 5486655 w 12188965"/>
              <a:gd name="connsiteY522" fmla="*/ 2053176 h 2053176"/>
              <a:gd name="connsiteX523" fmla="*/ 5460997 w 12188965"/>
              <a:gd name="connsiteY523" fmla="*/ 2027517 h 2053176"/>
              <a:gd name="connsiteX524" fmla="*/ 5486655 w 12188965"/>
              <a:gd name="connsiteY524" fmla="*/ 2001858 h 2053176"/>
              <a:gd name="connsiteX525" fmla="*/ 5422451 w 12188965"/>
              <a:gd name="connsiteY525" fmla="*/ 2001858 h 2053176"/>
              <a:gd name="connsiteX526" fmla="*/ 5448109 w 12188965"/>
              <a:gd name="connsiteY526" fmla="*/ 2027517 h 2053176"/>
              <a:gd name="connsiteX527" fmla="*/ 5422451 w 12188965"/>
              <a:gd name="connsiteY527" fmla="*/ 2053176 h 2053176"/>
              <a:gd name="connsiteX528" fmla="*/ 5396791 w 12188965"/>
              <a:gd name="connsiteY528" fmla="*/ 2027517 h 2053176"/>
              <a:gd name="connsiteX529" fmla="*/ 5422451 w 12188965"/>
              <a:gd name="connsiteY529" fmla="*/ 2001858 h 2053176"/>
              <a:gd name="connsiteX530" fmla="*/ 5358245 w 12188965"/>
              <a:gd name="connsiteY530" fmla="*/ 2001858 h 2053176"/>
              <a:gd name="connsiteX531" fmla="*/ 5383904 w 12188965"/>
              <a:gd name="connsiteY531" fmla="*/ 2027517 h 2053176"/>
              <a:gd name="connsiteX532" fmla="*/ 5358245 w 12188965"/>
              <a:gd name="connsiteY532" fmla="*/ 2053176 h 2053176"/>
              <a:gd name="connsiteX533" fmla="*/ 5332587 w 12188965"/>
              <a:gd name="connsiteY533" fmla="*/ 2027517 h 2053176"/>
              <a:gd name="connsiteX534" fmla="*/ 5358245 w 12188965"/>
              <a:gd name="connsiteY534" fmla="*/ 2001858 h 2053176"/>
              <a:gd name="connsiteX535" fmla="*/ 5294040 w 12188965"/>
              <a:gd name="connsiteY535" fmla="*/ 2001858 h 2053176"/>
              <a:gd name="connsiteX536" fmla="*/ 5319699 w 12188965"/>
              <a:gd name="connsiteY536" fmla="*/ 2027517 h 2053176"/>
              <a:gd name="connsiteX537" fmla="*/ 5294040 w 12188965"/>
              <a:gd name="connsiteY537" fmla="*/ 2053176 h 2053176"/>
              <a:gd name="connsiteX538" fmla="*/ 5268382 w 12188965"/>
              <a:gd name="connsiteY538" fmla="*/ 2027517 h 2053176"/>
              <a:gd name="connsiteX539" fmla="*/ 5294040 w 12188965"/>
              <a:gd name="connsiteY539" fmla="*/ 2001858 h 2053176"/>
              <a:gd name="connsiteX540" fmla="*/ 5229719 w 12188965"/>
              <a:gd name="connsiteY540" fmla="*/ 2001858 h 2053176"/>
              <a:gd name="connsiteX541" fmla="*/ 5255377 w 12188965"/>
              <a:gd name="connsiteY541" fmla="*/ 2027517 h 2053176"/>
              <a:gd name="connsiteX542" fmla="*/ 5229719 w 12188965"/>
              <a:gd name="connsiteY542" fmla="*/ 2053176 h 2053176"/>
              <a:gd name="connsiteX543" fmla="*/ 5204058 w 12188965"/>
              <a:gd name="connsiteY543" fmla="*/ 2027517 h 2053176"/>
              <a:gd name="connsiteX544" fmla="*/ 5229719 w 12188965"/>
              <a:gd name="connsiteY544" fmla="*/ 2001858 h 2053176"/>
              <a:gd name="connsiteX545" fmla="*/ 5165514 w 12188965"/>
              <a:gd name="connsiteY545" fmla="*/ 2001858 h 2053176"/>
              <a:gd name="connsiteX546" fmla="*/ 5191171 w 12188965"/>
              <a:gd name="connsiteY546" fmla="*/ 2027517 h 2053176"/>
              <a:gd name="connsiteX547" fmla="*/ 5165514 w 12188965"/>
              <a:gd name="connsiteY547" fmla="*/ 2053176 h 2053176"/>
              <a:gd name="connsiteX548" fmla="*/ 5139855 w 12188965"/>
              <a:gd name="connsiteY548" fmla="*/ 2027517 h 2053176"/>
              <a:gd name="connsiteX549" fmla="*/ 5165514 w 12188965"/>
              <a:gd name="connsiteY549" fmla="*/ 2001858 h 2053176"/>
              <a:gd name="connsiteX550" fmla="*/ 5101309 w 12188965"/>
              <a:gd name="connsiteY550" fmla="*/ 2001858 h 2053176"/>
              <a:gd name="connsiteX551" fmla="*/ 5126967 w 12188965"/>
              <a:gd name="connsiteY551" fmla="*/ 2027517 h 2053176"/>
              <a:gd name="connsiteX552" fmla="*/ 5101309 w 12188965"/>
              <a:gd name="connsiteY552" fmla="*/ 2053176 h 2053176"/>
              <a:gd name="connsiteX553" fmla="*/ 5075649 w 12188965"/>
              <a:gd name="connsiteY553" fmla="*/ 2027517 h 2053176"/>
              <a:gd name="connsiteX554" fmla="*/ 5101309 w 12188965"/>
              <a:gd name="connsiteY554" fmla="*/ 2001858 h 2053176"/>
              <a:gd name="connsiteX555" fmla="*/ 5037104 w 12188965"/>
              <a:gd name="connsiteY555" fmla="*/ 2001858 h 2053176"/>
              <a:gd name="connsiteX556" fmla="*/ 5062762 w 12188965"/>
              <a:gd name="connsiteY556" fmla="*/ 2027517 h 2053176"/>
              <a:gd name="connsiteX557" fmla="*/ 5037104 w 12188965"/>
              <a:gd name="connsiteY557" fmla="*/ 2053176 h 2053176"/>
              <a:gd name="connsiteX558" fmla="*/ 5011445 w 12188965"/>
              <a:gd name="connsiteY558" fmla="*/ 2027517 h 2053176"/>
              <a:gd name="connsiteX559" fmla="*/ 5037104 w 12188965"/>
              <a:gd name="connsiteY559" fmla="*/ 2001858 h 2053176"/>
              <a:gd name="connsiteX560" fmla="*/ 4972896 w 12188965"/>
              <a:gd name="connsiteY560" fmla="*/ 2001858 h 2053176"/>
              <a:gd name="connsiteX561" fmla="*/ 4998557 w 12188965"/>
              <a:gd name="connsiteY561" fmla="*/ 2027517 h 2053176"/>
              <a:gd name="connsiteX562" fmla="*/ 4972896 w 12188965"/>
              <a:gd name="connsiteY562" fmla="*/ 2053176 h 2053176"/>
              <a:gd name="connsiteX563" fmla="*/ 4947240 w 12188965"/>
              <a:gd name="connsiteY563" fmla="*/ 2027517 h 2053176"/>
              <a:gd name="connsiteX564" fmla="*/ 4972896 w 12188965"/>
              <a:gd name="connsiteY564" fmla="*/ 2001858 h 2053176"/>
              <a:gd name="connsiteX565" fmla="*/ 4908693 w 12188965"/>
              <a:gd name="connsiteY565" fmla="*/ 2001858 h 2053176"/>
              <a:gd name="connsiteX566" fmla="*/ 4934352 w 12188965"/>
              <a:gd name="connsiteY566" fmla="*/ 2027517 h 2053176"/>
              <a:gd name="connsiteX567" fmla="*/ 4908693 w 12188965"/>
              <a:gd name="connsiteY567" fmla="*/ 2053176 h 2053176"/>
              <a:gd name="connsiteX568" fmla="*/ 4883033 w 12188965"/>
              <a:gd name="connsiteY568" fmla="*/ 2027517 h 2053176"/>
              <a:gd name="connsiteX569" fmla="*/ 4908693 w 12188965"/>
              <a:gd name="connsiteY569" fmla="*/ 2001858 h 2053176"/>
              <a:gd name="connsiteX570" fmla="*/ 4844487 w 12188965"/>
              <a:gd name="connsiteY570" fmla="*/ 2001858 h 2053176"/>
              <a:gd name="connsiteX571" fmla="*/ 4870146 w 12188965"/>
              <a:gd name="connsiteY571" fmla="*/ 2027517 h 2053176"/>
              <a:gd name="connsiteX572" fmla="*/ 4844487 w 12188965"/>
              <a:gd name="connsiteY572" fmla="*/ 2053176 h 2053176"/>
              <a:gd name="connsiteX573" fmla="*/ 4818828 w 12188965"/>
              <a:gd name="connsiteY573" fmla="*/ 2027517 h 2053176"/>
              <a:gd name="connsiteX574" fmla="*/ 4844487 w 12188965"/>
              <a:gd name="connsiteY574" fmla="*/ 2001858 h 2053176"/>
              <a:gd name="connsiteX575" fmla="*/ 4780282 w 12188965"/>
              <a:gd name="connsiteY575" fmla="*/ 2001858 h 2053176"/>
              <a:gd name="connsiteX576" fmla="*/ 4805941 w 12188965"/>
              <a:gd name="connsiteY576" fmla="*/ 2027517 h 2053176"/>
              <a:gd name="connsiteX577" fmla="*/ 4780282 w 12188965"/>
              <a:gd name="connsiteY577" fmla="*/ 2053176 h 2053176"/>
              <a:gd name="connsiteX578" fmla="*/ 4754622 w 12188965"/>
              <a:gd name="connsiteY578" fmla="*/ 2027517 h 2053176"/>
              <a:gd name="connsiteX579" fmla="*/ 4780282 w 12188965"/>
              <a:gd name="connsiteY579" fmla="*/ 2001858 h 2053176"/>
              <a:gd name="connsiteX580" fmla="*/ 4716077 w 12188965"/>
              <a:gd name="connsiteY580" fmla="*/ 2001858 h 2053176"/>
              <a:gd name="connsiteX581" fmla="*/ 4741736 w 12188965"/>
              <a:gd name="connsiteY581" fmla="*/ 2027517 h 2053176"/>
              <a:gd name="connsiteX582" fmla="*/ 4716077 w 12188965"/>
              <a:gd name="connsiteY582" fmla="*/ 2053176 h 2053176"/>
              <a:gd name="connsiteX583" fmla="*/ 4690417 w 12188965"/>
              <a:gd name="connsiteY583" fmla="*/ 2027517 h 2053176"/>
              <a:gd name="connsiteX584" fmla="*/ 4716077 w 12188965"/>
              <a:gd name="connsiteY584" fmla="*/ 2001858 h 2053176"/>
              <a:gd name="connsiteX585" fmla="*/ 4651872 w 12188965"/>
              <a:gd name="connsiteY585" fmla="*/ 2001858 h 2053176"/>
              <a:gd name="connsiteX586" fmla="*/ 4677531 w 12188965"/>
              <a:gd name="connsiteY586" fmla="*/ 2027517 h 2053176"/>
              <a:gd name="connsiteX587" fmla="*/ 4651872 w 12188965"/>
              <a:gd name="connsiteY587" fmla="*/ 2053176 h 2053176"/>
              <a:gd name="connsiteX588" fmla="*/ 4626213 w 12188965"/>
              <a:gd name="connsiteY588" fmla="*/ 2027517 h 2053176"/>
              <a:gd name="connsiteX589" fmla="*/ 4651872 w 12188965"/>
              <a:gd name="connsiteY589" fmla="*/ 2001858 h 2053176"/>
              <a:gd name="connsiteX590" fmla="*/ 4587666 w 12188965"/>
              <a:gd name="connsiteY590" fmla="*/ 2001858 h 2053176"/>
              <a:gd name="connsiteX591" fmla="*/ 4613324 w 12188965"/>
              <a:gd name="connsiteY591" fmla="*/ 2027517 h 2053176"/>
              <a:gd name="connsiteX592" fmla="*/ 4587666 w 12188965"/>
              <a:gd name="connsiteY592" fmla="*/ 2053176 h 2053176"/>
              <a:gd name="connsiteX593" fmla="*/ 4562007 w 12188965"/>
              <a:gd name="connsiteY593" fmla="*/ 2027517 h 2053176"/>
              <a:gd name="connsiteX594" fmla="*/ 4587666 w 12188965"/>
              <a:gd name="connsiteY594" fmla="*/ 2001858 h 2053176"/>
              <a:gd name="connsiteX595" fmla="*/ 4523461 w 12188965"/>
              <a:gd name="connsiteY595" fmla="*/ 2001858 h 2053176"/>
              <a:gd name="connsiteX596" fmla="*/ 4549121 w 12188965"/>
              <a:gd name="connsiteY596" fmla="*/ 2027517 h 2053176"/>
              <a:gd name="connsiteX597" fmla="*/ 4523461 w 12188965"/>
              <a:gd name="connsiteY597" fmla="*/ 2053176 h 2053176"/>
              <a:gd name="connsiteX598" fmla="*/ 4497802 w 12188965"/>
              <a:gd name="connsiteY598" fmla="*/ 2027517 h 2053176"/>
              <a:gd name="connsiteX599" fmla="*/ 4523461 w 12188965"/>
              <a:gd name="connsiteY599" fmla="*/ 2001858 h 2053176"/>
              <a:gd name="connsiteX600" fmla="*/ 4459256 w 12188965"/>
              <a:gd name="connsiteY600" fmla="*/ 2001858 h 2053176"/>
              <a:gd name="connsiteX601" fmla="*/ 4484914 w 12188965"/>
              <a:gd name="connsiteY601" fmla="*/ 2027517 h 2053176"/>
              <a:gd name="connsiteX602" fmla="*/ 4459256 w 12188965"/>
              <a:gd name="connsiteY602" fmla="*/ 2053176 h 2053176"/>
              <a:gd name="connsiteX603" fmla="*/ 4433596 w 12188965"/>
              <a:gd name="connsiteY603" fmla="*/ 2027517 h 2053176"/>
              <a:gd name="connsiteX604" fmla="*/ 4459256 w 12188965"/>
              <a:gd name="connsiteY604" fmla="*/ 2001858 h 2053176"/>
              <a:gd name="connsiteX605" fmla="*/ 4395050 w 12188965"/>
              <a:gd name="connsiteY605" fmla="*/ 2001858 h 2053176"/>
              <a:gd name="connsiteX606" fmla="*/ 4420710 w 12188965"/>
              <a:gd name="connsiteY606" fmla="*/ 2027517 h 2053176"/>
              <a:gd name="connsiteX607" fmla="*/ 4395050 w 12188965"/>
              <a:gd name="connsiteY607" fmla="*/ 2053176 h 2053176"/>
              <a:gd name="connsiteX608" fmla="*/ 4369391 w 12188965"/>
              <a:gd name="connsiteY608" fmla="*/ 2027517 h 2053176"/>
              <a:gd name="connsiteX609" fmla="*/ 4395050 w 12188965"/>
              <a:gd name="connsiteY609" fmla="*/ 2001858 h 2053176"/>
              <a:gd name="connsiteX610" fmla="*/ 4330845 w 12188965"/>
              <a:gd name="connsiteY610" fmla="*/ 2001858 h 2053176"/>
              <a:gd name="connsiteX611" fmla="*/ 4356504 w 12188965"/>
              <a:gd name="connsiteY611" fmla="*/ 2027517 h 2053176"/>
              <a:gd name="connsiteX612" fmla="*/ 4330845 w 12188965"/>
              <a:gd name="connsiteY612" fmla="*/ 2053176 h 2053176"/>
              <a:gd name="connsiteX613" fmla="*/ 4305185 w 12188965"/>
              <a:gd name="connsiteY613" fmla="*/ 2027517 h 2053176"/>
              <a:gd name="connsiteX614" fmla="*/ 4330845 w 12188965"/>
              <a:gd name="connsiteY614" fmla="*/ 2001858 h 2053176"/>
              <a:gd name="connsiteX615" fmla="*/ 4266640 w 12188965"/>
              <a:gd name="connsiteY615" fmla="*/ 2001858 h 2053176"/>
              <a:gd name="connsiteX616" fmla="*/ 4292298 w 12188965"/>
              <a:gd name="connsiteY616" fmla="*/ 2027517 h 2053176"/>
              <a:gd name="connsiteX617" fmla="*/ 4266640 w 12188965"/>
              <a:gd name="connsiteY617" fmla="*/ 2053176 h 2053176"/>
              <a:gd name="connsiteX618" fmla="*/ 4240981 w 12188965"/>
              <a:gd name="connsiteY618" fmla="*/ 2027517 h 2053176"/>
              <a:gd name="connsiteX619" fmla="*/ 4266640 w 12188965"/>
              <a:gd name="connsiteY619" fmla="*/ 2001858 h 2053176"/>
              <a:gd name="connsiteX620" fmla="*/ 4202435 w 12188965"/>
              <a:gd name="connsiteY620" fmla="*/ 2001858 h 2053176"/>
              <a:gd name="connsiteX621" fmla="*/ 4228093 w 12188965"/>
              <a:gd name="connsiteY621" fmla="*/ 2027517 h 2053176"/>
              <a:gd name="connsiteX622" fmla="*/ 4202435 w 12188965"/>
              <a:gd name="connsiteY622" fmla="*/ 2053176 h 2053176"/>
              <a:gd name="connsiteX623" fmla="*/ 4176776 w 12188965"/>
              <a:gd name="connsiteY623" fmla="*/ 2027517 h 2053176"/>
              <a:gd name="connsiteX624" fmla="*/ 4202435 w 12188965"/>
              <a:gd name="connsiteY624" fmla="*/ 2001858 h 2053176"/>
              <a:gd name="connsiteX625" fmla="*/ 4138112 w 12188965"/>
              <a:gd name="connsiteY625" fmla="*/ 2001858 h 2053176"/>
              <a:gd name="connsiteX626" fmla="*/ 4163773 w 12188965"/>
              <a:gd name="connsiteY626" fmla="*/ 2027517 h 2053176"/>
              <a:gd name="connsiteX627" fmla="*/ 4138112 w 12188965"/>
              <a:gd name="connsiteY627" fmla="*/ 2053176 h 2053176"/>
              <a:gd name="connsiteX628" fmla="*/ 4112454 w 12188965"/>
              <a:gd name="connsiteY628" fmla="*/ 2027517 h 2053176"/>
              <a:gd name="connsiteX629" fmla="*/ 4138112 w 12188965"/>
              <a:gd name="connsiteY629" fmla="*/ 2001858 h 2053176"/>
              <a:gd name="connsiteX630" fmla="*/ 4073908 w 12188965"/>
              <a:gd name="connsiteY630" fmla="*/ 2001858 h 2053176"/>
              <a:gd name="connsiteX631" fmla="*/ 4099565 w 12188965"/>
              <a:gd name="connsiteY631" fmla="*/ 2027517 h 2053176"/>
              <a:gd name="connsiteX632" fmla="*/ 4073908 w 12188965"/>
              <a:gd name="connsiteY632" fmla="*/ 2053176 h 2053176"/>
              <a:gd name="connsiteX633" fmla="*/ 4048248 w 12188965"/>
              <a:gd name="connsiteY633" fmla="*/ 2027517 h 2053176"/>
              <a:gd name="connsiteX634" fmla="*/ 4073908 w 12188965"/>
              <a:gd name="connsiteY634" fmla="*/ 2001858 h 2053176"/>
              <a:gd name="connsiteX635" fmla="*/ 4009702 w 12188965"/>
              <a:gd name="connsiteY635" fmla="*/ 2001858 h 2053176"/>
              <a:gd name="connsiteX636" fmla="*/ 4035362 w 12188965"/>
              <a:gd name="connsiteY636" fmla="*/ 2027517 h 2053176"/>
              <a:gd name="connsiteX637" fmla="*/ 4009702 w 12188965"/>
              <a:gd name="connsiteY637" fmla="*/ 2053176 h 2053176"/>
              <a:gd name="connsiteX638" fmla="*/ 3984043 w 12188965"/>
              <a:gd name="connsiteY638" fmla="*/ 2027517 h 2053176"/>
              <a:gd name="connsiteX639" fmla="*/ 4009702 w 12188965"/>
              <a:gd name="connsiteY639" fmla="*/ 2001858 h 2053176"/>
              <a:gd name="connsiteX640" fmla="*/ 3945497 w 12188965"/>
              <a:gd name="connsiteY640" fmla="*/ 2001858 h 2053176"/>
              <a:gd name="connsiteX641" fmla="*/ 3971155 w 12188965"/>
              <a:gd name="connsiteY641" fmla="*/ 2027517 h 2053176"/>
              <a:gd name="connsiteX642" fmla="*/ 3945497 w 12188965"/>
              <a:gd name="connsiteY642" fmla="*/ 2053176 h 2053176"/>
              <a:gd name="connsiteX643" fmla="*/ 3919838 w 12188965"/>
              <a:gd name="connsiteY643" fmla="*/ 2027517 h 2053176"/>
              <a:gd name="connsiteX644" fmla="*/ 3945497 w 12188965"/>
              <a:gd name="connsiteY644" fmla="*/ 2001858 h 2053176"/>
              <a:gd name="connsiteX645" fmla="*/ 3881291 w 12188965"/>
              <a:gd name="connsiteY645" fmla="*/ 2001858 h 2053176"/>
              <a:gd name="connsiteX646" fmla="*/ 3906950 w 12188965"/>
              <a:gd name="connsiteY646" fmla="*/ 2027517 h 2053176"/>
              <a:gd name="connsiteX647" fmla="*/ 3881291 w 12188965"/>
              <a:gd name="connsiteY647" fmla="*/ 2053176 h 2053176"/>
              <a:gd name="connsiteX648" fmla="*/ 3855633 w 12188965"/>
              <a:gd name="connsiteY648" fmla="*/ 2027517 h 2053176"/>
              <a:gd name="connsiteX649" fmla="*/ 3881291 w 12188965"/>
              <a:gd name="connsiteY649" fmla="*/ 2001858 h 2053176"/>
              <a:gd name="connsiteX650" fmla="*/ 3817085 w 12188965"/>
              <a:gd name="connsiteY650" fmla="*/ 2001858 h 2053176"/>
              <a:gd name="connsiteX651" fmla="*/ 3842745 w 12188965"/>
              <a:gd name="connsiteY651" fmla="*/ 2027517 h 2053176"/>
              <a:gd name="connsiteX652" fmla="*/ 3817085 w 12188965"/>
              <a:gd name="connsiteY652" fmla="*/ 2053176 h 2053176"/>
              <a:gd name="connsiteX653" fmla="*/ 3791427 w 12188965"/>
              <a:gd name="connsiteY653" fmla="*/ 2027517 h 2053176"/>
              <a:gd name="connsiteX654" fmla="*/ 3817085 w 12188965"/>
              <a:gd name="connsiteY654" fmla="*/ 2001858 h 2053176"/>
              <a:gd name="connsiteX655" fmla="*/ 3752882 w 12188965"/>
              <a:gd name="connsiteY655" fmla="*/ 2001858 h 2053176"/>
              <a:gd name="connsiteX656" fmla="*/ 3778539 w 12188965"/>
              <a:gd name="connsiteY656" fmla="*/ 2027517 h 2053176"/>
              <a:gd name="connsiteX657" fmla="*/ 3752882 w 12188965"/>
              <a:gd name="connsiteY657" fmla="*/ 2053176 h 2053176"/>
              <a:gd name="connsiteX658" fmla="*/ 3727221 w 12188965"/>
              <a:gd name="connsiteY658" fmla="*/ 2027517 h 2053176"/>
              <a:gd name="connsiteX659" fmla="*/ 3752882 w 12188965"/>
              <a:gd name="connsiteY659" fmla="*/ 2001858 h 2053176"/>
              <a:gd name="connsiteX660" fmla="*/ 3688674 w 12188965"/>
              <a:gd name="connsiteY660" fmla="*/ 2001858 h 2053176"/>
              <a:gd name="connsiteX661" fmla="*/ 3714335 w 12188965"/>
              <a:gd name="connsiteY661" fmla="*/ 2027517 h 2053176"/>
              <a:gd name="connsiteX662" fmla="*/ 3688674 w 12188965"/>
              <a:gd name="connsiteY662" fmla="*/ 2053176 h 2053176"/>
              <a:gd name="connsiteX663" fmla="*/ 3663017 w 12188965"/>
              <a:gd name="connsiteY663" fmla="*/ 2027517 h 2053176"/>
              <a:gd name="connsiteX664" fmla="*/ 3688674 w 12188965"/>
              <a:gd name="connsiteY664" fmla="*/ 2001858 h 2053176"/>
              <a:gd name="connsiteX665" fmla="*/ 3624471 w 12188965"/>
              <a:gd name="connsiteY665" fmla="*/ 2001858 h 2053176"/>
              <a:gd name="connsiteX666" fmla="*/ 3650129 w 12188965"/>
              <a:gd name="connsiteY666" fmla="*/ 2027517 h 2053176"/>
              <a:gd name="connsiteX667" fmla="*/ 3624471 w 12188965"/>
              <a:gd name="connsiteY667" fmla="*/ 2053176 h 2053176"/>
              <a:gd name="connsiteX668" fmla="*/ 3598810 w 12188965"/>
              <a:gd name="connsiteY668" fmla="*/ 2027517 h 2053176"/>
              <a:gd name="connsiteX669" fmla="*/ 3624471 w 12188965"/>
              <a:gd name="connsiteY669" fmla="*/ 2001858 h 2053176"/>
              <a:gd name="connsiteX670" fmla="*/ 3560264 w 12188965"/>
              <a:gd name="connsiteY670" fmla="*/ 2001858 h 2053176"/>
              <a:gd name="connsiteX671" fmla="*/ 3585923 w 12188965"/>
              <a:gd name="connsiteY671" fmla="*/ 2027517 h 2053176"/>
              <a:gd name="connsiteX672" fmla="*/ 3560264 w 12188965"/>
              <a:gd name="connsiteY672" fmla="*/ 2053176 h 2053176"/>
              <a:gd name="connsiteX673" fmla="*/ 3534607 w 12188965"/>
              <a:gd name="connsiteY673" fmla="*/ 2027517 h 2053176"/>
              <a:gd name="connsiteX674" fmla="*/ 3560264 w 12188965"/>
              <a:gd name="connsiteY674" fmla="*/ 2001858 h 2053176"/>
              <a:gd name="connsiteX675" fmla="*/ 3496060 w 12188965"/>
              <a:gd name="connsiteY675" fmla="*/ 2001858 h 2053176"/>
              <a:gd name="connsiteX676" fmla="*/ 3521719 w 12188965"/>
              <a:gd name="connsiteY676" fmla="*/ 2027517 h 2053176"/>
              <a:gd name="connsiteX677" fmla="*/ 3496060 w 12188965"/>
              <a:gd name="connsiteY677" fmla="*/ 2053176 h 2053176"/>
              <a:gd name="connsiteX678" fmla="*/ 3470400 w 12188965"/>
              <a:gd name="connsiteY678" fmla="*/ 2027517 h 2053176"/>
              <a:gd name="connsiteX679" fmla="*/ 3496060 w 12188965"/>
              <a:gd name="connsiteY679" fmla="*/ 2001858 h 2053176"/>
              <a:gd name="connsiteX680" fmla="*/ 3431855 w 12188965"/>
              <a:gd name="connsiteY680" fmla="*/ 2001858 h 2053176"/>
              <a:gd name="connsiteX681" fmla="*/ 3457512 w 12188965"/>
              <a:gd name="connsiteY681" fmla="*/ 2027517 h 2053176"/>
              <a:gd name="connsiteX682" fmla="*/ 3431855 w 12188965"/>
              <a:gd name="connsiteY682" fmla="*/ 2053176 h 2053176"/>
              <a:gd name="connsiteX683" fmla="*/ 3406196 w 12188965"/>
              <a:gd name="connsiteY683" fmla="*/ 2027517 h 2053176"/>
              <a:gd name="connsiteX684" fmla="*/ 3431855 w 12188965"/>
              <a:gd name="connsiteY684" fmla="*/ 2001858 h 2053176"/>
              <a:gd name="connsiteX685" fmla="*/ 3367649 w 12188965"/>
              <a:gd name="connsiteY685" fmla="*/ 2001858 h 2053176"/>
              <a:gd name="connsiteX686" fmla="*/ 3393308 w 12188965"/>
              <a:gd name="connsiteY686" fmla="*/ 2027517 h 2053176"/>
              <a:gd name="connsiteX687" fmla="*/ 3367649 w 12188965"/>
              <a:gd name="connsiteY687" fmla="*/ 2053176 h 2053176"/>
              <a:gd name="connsiteX688" fmla="*/ 3341990 w 12188965"/>
              <a:gd name="connsiteY688" fmla="*/ 2027517 h 2053176"/>
              <a:gd name="connsiteX689" fmla="*/ 3367649 w 12188965"/>
              <a:gd name="connsiteY689" fmla="*/ 2001858 h 2053176"/>
              <a:gd name="connsiteX690" fmla="*/ 3303444 w 12188965"/>
              <a:gd name="connsiteY690" fmla="*/ 2001858 h 2053176"/>
              <a:gd name="connsiteX691" fmla="*/ 3329102 w 12188965"/>
              <a:gd name="connsiteY691" fmla="*/ 2027517 h 2053176"/>
              <a:gd name="connsiteX692" fmla="*/ 3303444 w 12188965"/>
              <a:gd name="connsiteY692" fmla="*/ 2053176 h 2053176"/>
              <a:gd name="connsiteX693" fmla="*/ 3277785 w 12188965"/>
              <a:gd name="connsiteY693" fmla="*/ 2027517 h 2053176"/>
              <a:gd name="connsiteX694" fmla="*/ 3303444 w 12188965"/>
              <a:gd name="connsiteY694" fmla="*/ 2001858 h 2053176"/>
              <a:gd name="connsiteX695" fmla="*/ 3239238 w 12188965"/>
              <a:gd name="connsiteY695" fmla="*/ 2001858 h 2053176"/>
              <a:gd name="connsiteX696" fmla="*/ 3264898 w 12188965"/>
              <a:gd name="connsiteY696" fmla="*/ 2027517 h 2053176"/>
              <a:gd name="connsiteX697" fmla="*/ 3239238 w 12188965"/>
              <a:gd name="connsiteY697" fmla="*/ 2053176 h 2053176"/>
              <a:gd name="connsiteX698" fmla="*/ 3213580 w 12188965"/>
              <a:gd name="connsiteY698" fmla="*/ 2027517 h 2053176"/>
              <a:gd name="connsiteX699" fmla="*/ 3239238 w 12188965"/>
              <a:gd name="connsiteY699" fmla="*/ 2001858 h 2053176"/>
              <a:gd name="connsiteX700" fmla="*/ 3175034 w 12188965"/>
              <a:gd name="connsiteY700" fmla="*/ 2001858 h 2053176"/>
              <a:gd name="connsiteX701" fmla="*/ 3200692 w 12188965"/>
              <a:gd name="connsiteY701" fmla="*/ 2027517 h 2053176"/>
              <a:gd name="connsiteX702" fmla="*/ 3175034 w 12188965"/>
              <a:gd name="connsiteY702" fmla="*/ 2053176 h 2053176"/>
              <a:gd name="connsiteX703" fmla="*/ 3149375 w 12188965"/>
              <a:gd name="connsiteY703" fmla="*/ 2027517 h 2053176"/>
              <a:gd name="connsiteX704" fmla="*/ 3175034 w 12188965"/>
              <a:gd name="connsiteY704" fmla="*/ 2001858 h 2053176"/>
              <a:gd name="connsiteX705" fmla="*/ 3110828 w 12188965"/>
              <a:gd name="connsiteY705" fmla="*/ 2001858 h 2053176"/>
              <a:gd name="connsiteX706" fmla="*/ 3136487 w 12188965"/>
              <a:gd name="connsiteY706" fmla="*/ 2027517 h 2053176"/>
              <a:gd name="connsiteX707" fmla="*/ 3110828 w 12188965"/>
              <a:gd name="connsiteY707" fmla="*/ 2053176 h 2053176"/>
              <a:gd name="connsiteX708" fmla="*/ 3085170 w 12188965"/>
              <a:gd name="connsiteY708" fmla="*/ 2027517 h 2053176"/>
              <a:gd name="connsiteX709" fmla="*/ 3110828 w 12188965"/>
              <a:gd name="connsiteY709" fmla="*/ 2001858 h 2053176"/>
              <a:gd name="connsiteX710" fmla="*/ 3046623 w 12188965"/>
              <a:gd name="connsiteY710" fmla="*/ 2001858 h 2053176"/>
              <a:gd name="connsiteX711" fmla="*/ 3072282 w 12188965"/>
              <a:gd name="connsiteY711" fmla="*/ 2027517 h 2053176"/>
              <a:gd name="connsiteX712" fmla="*/ 3046623 w 12188965"/>
              <a:gd name="connsiteY712" fmla="*/ 2053176 h 2053176"/>
              <a:gd name="connsiteX713" fmla="*/ 3020964 w 12188965"/>
              <a:gd name="connsiteY713" fmla="*/ 2027517 h 2053176"/>
              <a:gd name="connsiteX714" fmla="*/ 3046623 w 12188965"/>
              <a:gd name="connsiteY714" fmla="*/ 2001858 h 2053176"/>
              <a:gd name="connsiteX715" fmla="*/ 2982301 w 12188965"/>
              <a:gd name="connsiteY715" fmla="*/ 2001858 h 2053176"/>
              <a:gd name="connsiteX716" fmla="*/ 3007960 w 12188965"/>
              <a:gd name="connsiteY716" fmla="*/ 2027517 h 2053176"/>
              <a:gd name="connsiteX717" fmla="*/ 2982301 w 12188965"/>
              <a:gd name="connsiteY717" fmla="*/ 2053176 h 2053176"/>
              <a:gd name="connsiteX718" fmla="*/ 2956642 w 12188965"/>
              <a:gd name="connsiteY718" fmla="*/ 2027517 h 2053176"/>
              <a:gd name="connsiteX719" fmla="*/ 2982301 w 12188965"/>
              <a:gd name="connsiteY719" fmla="*/ 2001858 h 2053176"/>
              <a:gd name="connsiteX720" fmla="*/ 2918096 w 12188965"/>
              <a:gd name="connsiteY720" fmla="*/ 2001858 h 2053176"/>
              <a:gd name="connsiteX721" fmla="*/ 2943755 w 12188965"/>
              <a:gd name="connsiteY721" fmla="*/ 2027517 h 2053176"/>
              <a:gd name="connsiteX722" fmla="*/ 2918096 w 12188965"/>
              <a:gd name="connsiteY722" fmla="*/ 2053176 h 2053176"/>
              <a:gd name="connsiteX723" fmla="*/ 2892438 w 12188965"/>
              <a:gd name="connsiteY723" fmla="*/ 2027517 h 2053176"/>
              <a:gd name="connsiteX724" fmla="*/ 2918096 w 12188965"/>
              <a:gd name="connsiteY724" fmla="*/ 2001858 h 2053176"/>
              <a:gd name="connsiteX725" fmla="*/ 2853890 w 12188965"/>
              <a:gd name="connsiteY725" fmla="*/ 2001858 h 2053176"/>
              <a:gd name="connsiteX726" fmla="*/ 2879550 w 12188965"/>
              <a:gd name="connsiteY726" fmla="*/ 2027517 h 2053176"/>
              <a:gd name="connsiteX727" fmla="*/ 2853890 w 12188965"/>
              <a:gd name="connsiteY727" fmla="*/ 2053176 h 2053176"/>
              <a:gd name="connsiteX728" fmla="*/ 2828231 w 12188965"/>
              <a:gd name="connsiteY728" fmla="*/ 2027517 h 2053176"/>
              <a:gd name="connsiteX729" fmla="*/ 2853890 w 12188965"/>
              <a:gd name="connsiteY729" fmla="*/ 2001858 h 2053176"/>
              <a:gd name="connsiteX730" fmla="*/ 2789686 w 12188965"/>
              <a:gd name="connsiteY730" fmla="*/ 2001858 h 2053176"/>
              <a:gd name="connsiteX731" fmla="*/ 2815344 w 12188965"/>
              <a:gd name="connsiteY731" fmla="*/ 2027517 h 2053176"/>
              <a:gd name="connsiteX732" fmla="*/ 2789686 w 12188965"/>
              <a:gd name="connsiteY732" fmla="*/ 2053176 h 2053176"/>
              <a:gd name="connsiteX733" fmla="*/ 2764027 w 12188965"/>
              <a:gd name="connsiteY733" fmla="*/ 2027517 h 2053176"/>
              <a:gd name="connsiteX734" fmla="*/ 2789686 w 12188965"/>
              <a:gd name="connsiteY734" fmla="*/ 2001858 h 2053176"/>
              <a:gd name="connsiteX735" fmla="*/ 2725480 w 12188965"/>
              <a:gd name="connsiteY735" fmla="*/ 2001858 h 2053176"/>
              <a:gd name="connsiteX736" fmla="*/ 2751140 w 12188965"/>
              <a:gd name="connsiteY736" fmla="*/ 2027517 h 2053176"/>
              <a:gd name="connsiteX737" fmla="*/ 2725480 w 12188965"/>
              <a:gd name="connsiteY737" fmla="*/ 2053176 h 2053176"/>
              <a:gd name="connsiteX738" fmla="*/ 2699821 w 12188965"/>
              <a:gd name="connsiteY738" fmla="*/ 2027517 h 2053176"/>
              <a:gd name="connsiteX739" fmla="*/ 2725480 w 12188965"/>
              <a:gd name="connsiteY739" fmla="*/ 2001858 h 2053176"/>
              <a:gd name="connsiteX740" fmla="*/ 2661276 w 12188965"/>
              <a:gd name="connsiteY740" fmla="*/ 2001858 h 2053176"/>
              <a:gd name="connsiteX741" fmla="*/ 2686933 w 12188965"/>
              <a:gd name="connsiteY741" fmla="*/ 2027517 h 2053176"/>
              <a:gd name="connsiteX742" fmla="*/ 2661276 w 12188965"/>
              <a:gd name="connsiteY742" fmla="*/ 2053176 h 2053176"/>
              <a:gd name="connsiteX743" fmla="*/ 2635616 w 12188965"/>
              <a:gd name="connsiteY743" fmla="*/ 2027517 h 2053176"/>
              <a:gd name="connsiteX744" fmla="*/ 2661276 w 12188965"/>
              <a:gd name="connsiteY744" fmla="*/ 2001858 h 2053176"/>
              <a:gd name="connsiteX745" fmla="*/ 2597069 w 12188965"/>
              <a:gd name="connsiteY745" fmla="*/ 2001858 h 2053176"/>
              <a:gd name="connsiteX746" fmla="*/ 2622729 w 12188965"/>
              <a:gd name="connsiteY746" fmla="*/ 2027517 h 2053176"/>
              <a:gd name="connsiteX747" fmla="*/ 2597069 w 12188965"/>
              <a:gd name="connsiteY747" fmla="*/ 2053176 h 2053176"/>
              <a:gd name="connsiteX748" fmla="*/ 2571410 w 12188965"/>
              <a:gd name="connsiteY748" fmla="*/ 2027517 h 2053176"/>
              <a:gd name="connsiteX749" fmla="*/ 2597069 w 12188965"/>
              <a:gd name="connsiteY749" fmla="*/ 2001858 h 2053176"/>
              <a:gd name="connsiteX750" fmla="*/ 2532865 w 12188965"/>
              <a:gd name="connsiteY750" fmla="*/ 2001858 h 2053176"/>
              <a:gd name="connsiteX751" fmla="*/ 2558523 w 12188965"/>
              <a:gd name="connsiteY751" fmla="*/ 2027517 h 2053176"/>
              <a:gd name="connsiteX752" fmla="*/ 2532865 w 12188965"/>
              <a:gd name="connsiteY752" fmla="*/ 2053176 h 2053176"/>
              <a:gd name="connsiteX753" fmla="*/ 2507205 w 12188965"/>
              <a:gd name="connsiteY753" fmla="*/ 2027517 h 2053176"/>
              <a:gd name="connsiteX754" fmla="*/ 2532865 w 12188965"/>
              <a:gd name="connsiteY754" fmla="*/ 2001858 h 2053176"/>
              <a:gd name="connsiteX755" fmla="*/ 2468659 w 12188965"/>
              <a:gd name="connsiteY755" fmla="*/ 2001858 h 2053176"/>
              <a:gd name="connsiteX756" fmla="*/ 2494318 w 12188965"/>
              <a:gd name="connsiteY756" fmla="*/ 2027517 h 2053176"/>
              <a:gd name="connsiteX757" fmla="*/ 2468659 w 12188965"/>
              <a:gd name="connsiteY757" fmla="*/ 2053176 h 2053176"/>
              <a:gd name="connsiteX758" fmla="*/ 2443000 w 12188965"/>
              <a:gd name="connsiteY758" fmla="*/ 2027517 h 2053176"/>
              <a:gd name="connsiteX759" fmla="*/ 2468659 w 12188965"/>
              <a:gd name="connsiteY759" fmla="*/ 2001858 h 2053176"/>
              <a:gd name="connsiteX760" fmla="*/ 2404454 w 12188965"/>
              <a:gd name="connsiteY760" fmla="*/ 2001858 h 2053176"/>
              <a:gd name="connsiteX761" fmla="*/ 2430112 w 12188965"/>
              <a:gd name="connsiteY761" fmla="*/ 2027517 h 2053176"/>
              <a:gd name="connsiteX762" fmla="*/ 2404454 w 12188965"/>
              <a:gd name="connsiteY762" fmla="*/ 2053176 h 2053176"/>
              <a:gd name="connsiteX763" fmla="*/ 2378795 w 12188965"/>
              <a:gd name="connsiteY763" fmla="*/ 2027517 h 2053176"/>
              <a:gd name="connsiteX764" fmla="*/ 2404454 w 12188965"/>
              <a:gd name="connsiteY764" fmla="*/ 2001858 h 2053176"/>
              <a:gd name="connsiteX765" fmla="*/ 2340249 w 12188965"/>
              <a:gd name="connsiteY765" fmla="*/ 2001858 h 2053176"/>
              <a:gd name="connsiteX766" fmla="*/ 2365908 w 12188965"/>
              <a:gd name="connsiteY766" fmla="*/ 2027517 h 2053176"/>
              <a:gd name="connsiteX767" fmla="*/ 2340249 w 12188965"/>
              <a:gd name="connsiteY767" fmla="*/ 2053176 h 2053176"/>
              <a:gd name="connsiteX768" fmla="*/ 2314590 w 12188965"/>
              <a:gd name="connsiteY768" fmla="*/ 2027517 h 2053176"/>
              <a:gd name="connsiteX769" fmla="*/ 2340249 w 12188965"/>
              <a:gd name="connsiteY769" fmla="*/ 2001858 h 2053176"/>
              <a:gd name="connsiteX770" fmla="*/ 2276044 w 12188965"/>
              <a:gd name="connsiteY770" fmla="*/ 2001858 h 2053176"/>
              <a:gd name="connsiteX771" fmla="*/ 2301702 w 12188965"/>
              <a:gd name="connsiteY771" fmla="*/ 2027517 h 2053176"/>
              <a:gd name="connsiteX772" fmla="*/ 2276044 w 12188965"/>
              <a:gd name="connsiteY772" fmla="*/ 2053176 h 2053176"/>
              <a:gd name="connsiteX773" fmla="*/ 2250385 w 12188965"/>
              <a:gd name="connsiteY773" fmla="*/ 2027517 h 2053176"/>
              <a:gd name="connsiteX774" fmla="*/ 2276044 w 12188965"/>
              <a:gd name="connsiteY774" fmla="*/ 2001858 h 2053176"/>
              <a:gd name="connsiteX775" fmla="*/ 2211838 w 12188965"/>
              <a:gd name="connsiteY775" fmla="*/ 2001858 h 2053176"/>
              <a:gd name="connsiteX776" fmla="*/ 2237497 w 12188965"/>
              <a:gd name="connsiteY776" fmla="*/ 2027517 h 2053176"/>
              <a:gd name="connsiteX777" fmla="*/ 2211838 w 12188965"/>
              <a:gd name="connsiteY777" fmla="*/ 2053176 h 2053176"/>
              <a:gd name="connsiteX778" fmla="*/ 2186178 w 12188965"/>
              <a:gd name="connsiteY778" fmla="*/ 2027517 h 2053176"/>
              <a:gd name="connsiteX779" fmla="*/ 2211838 w 12188965"/>
              <a:gd name="connsiteY779" fmla="*/ 2001858 h 2053176"/>
              <a:gd name="connsiteX780" fmla="*/ 2147633 w 12188965"/>
              <a:gd name="connsiteY780" fmla="*/ 2001858 h 2053176"/>
              <a:gd name="connsiteX781" fmla="*/ 2173293 w 12188965"/>
              <a:gd name="connsiteY781" fmla="*/ 2027517 h 2053176"/>
              <a:gd name="connsiteX782" fmla="*/ 2147633 w 12188965"/>
              <a:gd name="connsiteY782" fmla="*/ 2053176 h 2053176"/>
              <a:gd name="connsiteX783" fmla="*/ 2121975 w 12188965"/>
              <a:gd name="connsiteY783" fmla="*/ 2027517 h 2053176"/>
              <a:gd name="connsiteX784" fmla="*/ 2147633 w 12188965"/>
              <a:gd name="connsiteY784" fmla="*/ 2001858 h 2053176"/>
              <a:gd name="connsiteX785" fmla="*/ 2083427 w 12188965"/>
              <a:gd name="connsiteY785" fmla="*/ 2001858 h 2053176"/>
              <a:gd name="connsiteX786" fmla="*/ 2109087 w 12188965"/>
              <a:gd name="connsiteY786" fmla="*/ 2027517 h 2053176"/>
              <a:gd name="connsiteX787" fmla="*/ 2083427 w 12188965"/>
              <a:gd name="connsiteY787" fmla="*/ 2053176 h 2053176"/>
              <a:gd name="connsiteX788" fmla="*/ 2057768 w 12188965"/>
              <a:gd name="connsiteY788" fmla="*/ 2027517 h 2053176"/>
              <a:gd name="connsiteX789" fmla="*/ 2083427 w 12188965"/>
              <a:gd name="connsiteY789" fmla="*/ 2001858 h 2053176"/>
              <a:gd name="connsiteX790" fmla="*/ 2019222 w 12188965"/>
              <a:gd name="connsiteY790" fmla="*/ 2001858 h 2053176"/>
              <a:gd name="connsiteX791" fmla="*/ 2044880 w 12188965"/>
              <a:gd name="connsiteY791" fmla="*/ 2027517 h 2053176"/>
              <a:gd name="connsiteX792" fmla="*/ 2019222 w 12188965"/>
              <a:gd name="connsiteY792" fmla="*/ 2053176 h 2053176"/>
              <a:gd name="connsiteX793" fmla="*/ 1993563 w 12188965"/>
              <a:gd name="connsiteY793" fmla="*/ 2027517 h 2053176"/>
              <a:gd name="connsiteX794" fmla="*/ 2019222 w 12188965"/>
              <a:gd name="connsiteY794" fmla="*/ 2001858 h 2053176"/>
              <a:gd name="connsiteX795" fmla="*/ 1955016 w 12188965"/>
              <a:gd name="connsiteY795" fmla="*/ 2001858 h 2053176"/>
              <a:gd name="connsiteX796" fmla="*/ 1980676 w 12188965"/>
              <a:gd name="connsiteY796" fmla="*/ 2027517 h 2053176"/>
              <a:gd name="connsiteX797" fmla="*/ 1955016 w 12188965"/>
              <a:gd name="connsiteY797" fmla="*/ 2053176 h 2053176"/>
              <a:gd name="connsiteX798" fmla="*/ 1929358 w 12188965"/>
              <a:gd name="connsiteY798" fmla="*/ 2027517 h 2053176"/>
              <a:gd name="connsiteX799" fmla="*/ 1955016 w 12188965"/>
              <a:gd name="connsiteY799" fmla="*/ 2001858 h 2053176"/>
              <a:gd name="connsiteX800" fmla="*/ 1890696 w 12188965"/>
              <a:gd name="connsiteY800" fmla="*/ 2001858 h 2053176"/>
              <a:gd name="connsiteX801" fmla="*/ 1916355 w 12188965"/>
              <a:gd name="connsiteY801" fmla="*/ 2027517 h 2053176"/>
              <a:gd name="connsiteX802" fmla="*/ 1890696 w 12188965"/>
              <a:gd name="connsiteY802" fmla="*/ 2053176 h 2053176"/>
              <a:gd name="connsiteX803" fmla="*/ 1865037 w 12188965"/>
              <a:gd name="connsiteY803" fmla="*/ 2027517 h 2053176"/>
              <a:gd name="connsiteX804" fmla="*/ 1890696 w 12188965"/>
              <a:gd name="connsiteY804" fmla="*/ 2001858 h 2053176"/>
              <a:gd name="connsiteX805" fmla="*/ 1826490 w 12188965"/>
              <a:gd name="connsiteY805" fmla="*/ 2001858 h 2053176"/>
              <a:gd name="connsiteX806" fmla="*/ 1852149 w 12188965"/>
              <a:gd name="connsiteY806" fmla="*/ 2027517 h 2053176"/>
              <a:gd name="connsiteX807" fmla="*/ 1826490 w 12188965"/>
              <a:gd name="connsiteY807" fmla="*/ 2053176 h 2053176"/>
              <a:gd name="connsiteX808" fmla="*/ 1800830 w 12188965"/>
              <a:gd name="connsiteY808" fmla="*/ 2027517 h 2053176"/>
              <a:gd name="connsiteX809" fmla="*/ 1826490 w 12188965"/>
              <a:gd name="connsiteY809" fmla="*/ 2001858 h 2053176"/>
              <a:gd name="connsiteX810" fmla="*/ 1762285 w 12188965"/>
              <a:gd name="connsiteY810" fmla="*/ 2001858 h 2053176"/>
              <a:gd name="connsiteX811" fmla="*/ 1787944 w 12188965"/>
              <a:gd name="connsiteY811" fmla="*/ 2027517 h 2053176"/>
              <a:gd name="connsiteX812" fmla="*/ 1762285 w 12188965"/>
              <a:gd name="connsiteY812" fmla="*/ 2053176 h 2053176"/>
              <a:gd name="connsiteX813" fmla="*/ 1736626 w 12188965"/>
              <a:gd name="connsiteY813" fmla="*/ 2027517 h 2053176"/>
              <a:gd name="connsiteX814" fmla="*/ 1762285 w 12188965"/>
              <a:gd name="connsiteY814" fmla="*/ 2001858 h 2053176"/>
              <a:gd name="connsiteX815" fmla="*/ 1698080 w 12188965"/>
              <a:gd name="connsiteY815" fmla="*/ 2001858 h 2053176"/>
              <a:gd name="connsiteX816" fmla="*/ 1723738 w 12188965"/>
              <a:gd name="connsiteY816" fmla="*/ 2027517 h 2053176"/>
              <a:gd name="connsiteX817" fmla="*/ 1698080 w 12188965"/>
              <a:gd name="connsiteY817" fmla="*/ 2053176 h 2053176"/>
              <a:gd name="connsiteX818" fmla="*/ 1672420 w 12188965"/>
              <a:gd name="connsiteY818" fmla="*/ 2027517 h 2053176"/>
              <a:gd name="connsiteX819" fmla="*/ 1698080 w 12188965"/>
              <a:gd name="connsiteY819" fmla="*/ 2001858 h 2053176"/>
              <a:gd name="connsiteX820" fmla="*/ 1633874 w 12188965"/>
              <a:gd name="connsiteY820" fmla="*/ 2001858 h 2053176"/>
              <a:gd name="connsiteX821" fmla="*/ 1659533 w 12188965"/>
              <a:gd name="connsiteY821" fmla="*/ 2027517 h 2053176"/>
              <a:gd name="connsiteX822" fmla="*/ 1633874 w 12188965"/>
              <a:gd name="connsiteY822" fmla="*/ 2053176 h 2053176"/>
              <a:gd name="connsiteX823" fmla="*/ 1608216 w 12188965"/>
              <a:gd name="connsiteY823" fmla="*/ 2027517 h 2053176"/>
              <a:gd name="connsiteX824" fmla="*/ 1633874 w 12188965"/>
              <a:gd name="connsiteY824" fmla="*/ 2001858 h 2053176"/>
              <a:gd name="connsiteX825" fmla="*/ 1569669 w 12188965"/>
              <a:gd name="connsiteY825" fmla="*/ 2001858 h 2053176"/>
              <a:gd name="connsiteX826" fmla="*/ 1595328 w 12188965"/>
              <a:gd name="connsiteY826" fmla="*/ 2027517 h 2053176"/>
              <a:gd name="connsiteX827" fmla="*/ 1569669 w 12188965"/>
              <a:gd name="connsiteY827" fmla="*/ 2053176 h 2053176"/>
              <a:gd name="connsiteX828" fmla="*/ 1544010 w 12188965"/>
              <a:gd name="connsiteY828" fmla="*/ 2027517 h 2053176"/>
              <a:gd name="connsiteX829" fmla="*/ 1569669 w 12188965"/>
              <a:gd name="connsiteY829" fmla="*/ 2001858 h 2053176"/>
              <a:gd name="connsiteX830" fmla="*/ 1505464 w 12188965"/>
              <a:gd name="connsiteY830" fmla="*/ 2001858 h 2053176"/>
              <a:gd name="connsiteX831" fmla="*/ 1531123 w 12188965"/>
              <a:gd name="connsiteY831" fmla="*/ 2027517 h 2053176"/>
              <a:gd name="connsiteX832" fmla="*/ 1505464 w 12188965"/>
              <a:gd name="connsiteY832" fmla="*/ 2053176 h 2053176"/>
              <a:gd name="connsiteX833" fmla="*/ 1479806 w 12188965"/>
              <a:gd name="connsiteY833" fmla="*/ 2027517 h 2053176"/>
              <a:gd name="connsiteX834" fmla="*/ 1505464 w 12188965"/>
              <a:gd name="connsiteY834" fmla="*/ 2001858 h 2053176"/>
              <a:gd name="connsiteX835" fmla="*/ 1441258 w 12188965"/>
              <a:gd name="connsiteY835" fmla="*/ 2001858 h 2053176"/>
              <a:gd name="connsiteX836" fmla="*/ 1466917 w 12188965"/>
              <a:gd name="connsiteY836" fmla="*/ 2027517 h 2053176"/>
              <a:gd name="connsiteX837" fmla="*/ 1441258 w 12188965"/>
              <a:gd name="connsiteY837" fmla="*/ 2053176 h 2053176"/>
              <a:gd name="connsiteX838" fmla="*/ 1415599 w 12188965"/>
              <a:gd name="connsiteY838" fmla="*/ 2027517 h 2053176"/>
              <a:gd name="connsiteX839" fmla="*/ 1441258 w 12188965"/>
              <a:gd name="connsiteY839" fmla="*/ 2001858 h 2053176"/>
              <a:gd name="connsiteX840" fmla="*/ 1377053 w 12188965"/>
              <a:gd name="connsiteY840" fmla="*/ 2001858 h 2053176"/>
              <a:gd name="connsiteX841" fmla="*/ 1402712 w 12188965"/>
              <a:gd name="connsiteY841" fmla="*/ 2027517 h 2053176"/>
              <a:gd name="connsiteX842" fmla="*/ 1377053 w 12188965"/>
              <a:gd name="connsiteY842" fmla="*/ 2053176 h 2053176"/>
              <a:gd name="connsiteX843" fmla="*/ 1351395 w 12188965"/>
              <a:gd name="connsiteY843" fmla="*/ 2027517 h 2053176"/>
              <a:gd name="connsiteX844" fmla="*/ 1377053 w 12188965"/>
              <a:gd name="connsiteY844" fmla="*/ 2001858 h 2053176"/>
              <a:gd name="connsiteX845" fmla="*/ 1312848 w 12188965"/>
              <a:gd name="connsiteY845" fmla="*/ 2001858 h 2053176"/>
              <a:gd name="connsiteX846" fmla="*/ 1338507 w 12188965"/>
              <a:gd name="connsiteY846" fmla="*/ 2027517 h 2053176"/>
              <a:gd name="connsiteX847" fmla="*/ 1312848 w 12188965"/>
              <a:gd name="connsiteY847" fmla="*/ 2053176 h 2053176"/>
              <a:gd name="connsiteX848" fmla="*/ 1287190 w 12188965"/>
              <a:gd name="connsiteY848" fmla="*/ 2027517 h 2053176"/>
              <a:gd name="connsiteX849" fmla="*/ 1312848 w 12188965"/>
              <a:gd name="connsiteY849" fmla="*/ 2001858 h 2053176"/>
              <a:gd name="connsiteX850" fmla="*/ 1248643 w 12188965"/>
              <a:gd name="connsiteY850" fmla="*/ 2001858 h 2053176"/>
              <a:gd name="connsiteX851" fmla="*/ 1274302 w 12188965"/>
              <a:gd name="connsiteY851" fmla="*/ 2027517 h 2053176"/>
              <a:gd name="connsiteX852" fmla="*/ 1248643 w 12188965"/>
              <a:gd name="connsiteY852" fmla="*/ 2053176 h 2053176"/>
              <a:gd name="connsiteX853" fmla="*/ 1222984 w 12188965"/>
              <a:gd name="connsiteY853" fmla="*/ 2027517 h 2053176"/>
              <a:gd name="connsiteX854" fmla="*/ 1248643 w 12188965"/>
              <a:gd name="connsiteY854" fmla="*/ 2001858 h 2053176"/>
              <a:gd name="connsiteX855" fmla="*/ 1184437 w 12188965"/>
              <a:gd name="connsiteY855" fmla="*/ 2001858 h 2053176"/>
              <a:gd name="connsiteX856" fmla="*/ 1210096 w 12188965"/>
              <a:gd name="connsiteY856" fmla="*/ 2027517 h 2053176"/>
              <a:gd name="connsiteX857" fmla="*/ 1184437 w 12188965"/>
              <a:gd name="connsiteY857" fmla="*/ 2053176 h 2053176"/>
              <a:gd name="connsiteX858" fmla="*/ 1158780 w 12188965"/>
              <a:gd name="connsiteY858" fmla="*/ 2027517 h 2053176"/>
              <a:gd name="connsiteX859" fmla="*/ 1184437 w 12188965"/>
              <a:gd name="connsiteY859" fmla="*/ 2001858 h 2053176"/>
              <a:gd name="connsiteX860" fmla="*/ 1120233 w 12188965"/>
              <a:gd name="connsiteY860" fmla="*/ 2001858 h 2053176"/>
              <a:gd name="connsiteX861" fmla="*/ 1145892 w 12188965"/>
              <a:gd name="connsiteY861" fmla="*/ 2027517 h 2053176"/>
              <a:gd name="connsiteX862" fmla="*/ 1120233 w 12188965"/>
              <a:gd name="connsiteY862" fmla="*/ 2053176 h 2053176"/>
              <a:gd name="connsiteX863" fmla="*/ 1094573 w 12188965"/>
              <a:gd name="connsiteY863" fmla="*/ 2027517 h 2053176"/>
              <a:gd name="connsiteX864" fmla="*/ 1120233 w 12188965"/>
              <a:gd name="connsiteY864" fmla="*/ 2001858 h 2053176"/>
              <a:gd name="connsiteX865" fmla="*/ 1056027 w 12188965"/>
              <a:gd name="connsiteY865" fmla="*/ 2001858 h 2053176"/>
              <a:gd name="connsiteX866" fmla="*/ 1081685 w 12188965"/>
              <a:gd name="connsiteY866" fmla="*/ 2027517 h 2053176"/>
              <a:gd name="connsiteX867" fmla="*/ 1056027 w 12188965"/>
              <a:gd name="connsiteY867" fmla="*/ 2053176 h 2053176"/>
              <a:gd name="connsiteX868" fmla="*/ 1030369 w 12188965"/>
              <a:gd name="connsiteY868" fmla="*/ 2027517 h 2053176"/>
              <a:gd name="connsiteX869" fmla="*/ 1056027 w 12188965"/>
              <a:gd name="connsiteY869" fmla="*/ 2001858 h 2053176"/>
              <a:gd name="connsiteX870" fmla="*/ 991823 w 12188965"/>
              <a:gd name="connsiteY870" fmla="*/ 2001858 h 2053176"/>
              <a:gd name="connsiteX871" fmla="*/ 1017481 w 12188965"/>
              <a:gd name="connsiteY871" fmla="*/ 2027517 h 2053176"/>
              <a:gd name="connsiteX872" fmla="*/ 991823 w 12188965"/>
              <a:gd name="connsiteY872" fmla="*/ 2053176 h 2053176"/>
              <a:gd name="connsiteX873" fmla="*/ 966162 w 12188965"/>
              <a:gd name="connsiteY873" fmla="*/ 2027517 h 2053176"/>
              <a:gd name="connsiteX874" fmla="*/ 991823 w 12188965"/>
              <a:gd name="connsiteY874" fmla="*/ 2001858 h 2053176"/>
              <a:gd name="connsiteX875" fmla="*/ 927616 w 12188965"/>
              <a:gd name="connsiteY875" fmla="*/ 2001858 h 2053176"/>
              <a:gd name="connsiteX876" fmla="*/ 953275 w 12188965"/>
              <a:gd name="connsiteY876" fmla="*/ 2027517 h 2053176"/>
              <a:gd name="connsiteX877" fmla="*/ 927616 w 12188965"/>
              <a:gd name="connsiteY877" fmla="*/ 2053176 h 2053176"/>
              <a:gd name="connsiteX878" fmla="*/ 901957 w 12188965"/>
              <a:gd name="connsiteY878" fmla="*/ 2027517 h 2053176"/>
              <a:gd name="connsiteX879" fmla="*/ 927616 w 12188965"/>
              <a:gd name="connsiteY879" fmla="*/ 2001858 h 2053176"/>
              <a:gd name="connsiteX880" fmla="*/ 863411 w 12188965"/>
              <a:gd name="connsiteY880" fmla="*/ 2001858 h 2053176"/>
              <a:gd name="connsiteX881" fmla="*/ 889071 w 12188965"/>
              <a:gd name="connsiteY881" fmla="*/ 2027517 h 2053176"/>
              <a:gd name="connsiteX882" fmla="*/ 863411 w 12188965"/>
              <a:gd name="connsiteY882" fmla="*/ 2053176 h 2053176"/>
              <a:gd name="connsiteX883" fmla="*/ 837752 w 12188965"/>
              <a:gd name="connsiteY883" fmla="*/ 2027517 h 2053176"/>
              <a:gd name="connsiteX884" fmla="*/ 863411 w 12188965"/>
              <a:gd name="connsiteY884" fmla="*/ 2001858 h 2053176"/>
              <a:gd name="connsiteX885" fmla="*/ 799089 w 12188965"/>
              <a:gd name="connsiteY885" fmla="*/ 2001858 h 2053176"/>
              <a:gd name="connsiteX886" fmla="*/ 824748 w 12188965"/>
              <a:gd name="connsiteY886" fmla="*/ 2027517 h 2053176"/>
              <a:gd name="connsiteX887" fmla="*/ 799089 w 12188965"/>
              <a:gd name="connsiteY887" fmla="*/ 2053176 h 2053176"/>
              <a:gd name="connsiteX888" fmla="*/ 773432 w 12188965"/>
              <a:gd name="connsiteY888" fmla="*/ 2027517 h 2053176"/>
              <a:gd name="connsiteX889" fmla="*/ 799089 w 12188965"/>
              <a:gd name="connsiteY889" fmla="*/ 2001858 h 2053176"/>
              <a:gd name="connsiteX890" fmla="*/ 734885 w 12188965"/>
              <a:gd name="connsiteY890" fmla="*/ 2001858 h 2053176"/>
              <a:gd name="connsiteX891" fmla="*/ 760544 w 12188965"/>
              <a:gd name="connsiteY891" fmla="*/ 2027517 h 2053176"/>
              <a:gd name="connsiteX892" fmla="*/ 734885 w 12188965"/>
              <a:gd name="connsiteY892" fmla="*/ 2053176 h 2053176"/>
              <a:gd name="connsiteX893" fmla="*/ 709225 w 12188965"/>
              <a:gd name="connsiteY893" fmla="*/ 2027517 h 2053176"/>
              <a:gd name="connsiteX894" fmla="*/ 734885 w 12188965"/>
              <a:gd name="connsiteY894" fmla="*/ 2001858 h 2053176"/>
              <a:gd name="connsiteX895" fmla="*/ 670679 w 12188965"/>
              <a:gd name="connsiteY895" fmla="*/ 2001858 h 2053176"/>
              <a:gd name="connsiteX896" fmla="*/ 696338 w 12188965"/>
              <a:gd name="connsiteY896" fmla="*/ 2027517 h 2053176"/>
              <a:gd name="connsiteX897" fmla="*/ 670679 w 12188965"/>
              <a:gd name="connsiteY897" fmla="*/ 2053176 h 2053176"/>
              <a:gd name="connsiteX898" fmla="*/ 645020 w 12188965"/>
              <a:gd name="connsiteY898" fmla="*/ 2027517 h 2053176"/>
              <a:gd name="connsiteX899" fmla="*/ 670679 w 12188965"/>
              <a:gd name="connsiteY899" fmla="*/ 2001858 h 2053176"/>
              <a:gd name="connsiteX900" fmla="*/ 606475 w 12188965"/>
              <a:gd name="connsiteY900" fmla="*/ 2001858 h 2053176"/>
              <a:gd name="connsiteX901" fmla="*/ 632134 w 12188965"/>
              <a:gd name="connsiteY901" fmla="*/ 2027517 h 2053176"/>
              <a:gd name="connsiteX902" fmla="*/ 606475 w 12188965"/>
              <a:gd name="connsiteY902" fmla="*/ 2053176 h 2053176"/>
              <a:gd name="connsiteX903" fmla="*/ 580815 w 12188965"/>
              <a:gd name="connsiteY903" fmla="*/ 2027517 h 2053176"/>
              <a:gd name="connsiteX904" fmla="*/ 606475 w 12188965"/>
              <a:gd name="connsiteY904" fmla="*/ 2001858 h 2053176"/>
              <a:gd name="connsiteX905" fmla="*/ 542268 w 12188965"/>
              <a:gd name="connsiteY905" fmla="*/ 2001858 h 2053176"/>
              <a:gd name="connsiteX906" fmla="*/ 567927 w 12188965"/>
              <a:gd name="connsiteY906" fmla="*/ 2027517 h 2053176"/>
              <a:gd name="connsiteX907" fmla="*/ 542268 w 12188965"/>
              <a:gd name="connsiteY907" fmla="*/ 2053176 h 2053176"/>
              <a:gd name="connsiteX908" fmla="*/ 516610 w 12188965"/>
              <a:gd name="connsiteY908" fmla="*/ 2027517 h 2053176"/>
              <a:gd name="connsiteX909" fmla="*/ 542268 w 12188965"/>
              <a:gd name="connsiteY909" fmla="*/ 2001858 h 2053176"/>
              <a:gd name="connsiteX910" fmla="*/ 478063 w 12188965"/>
              <a:gd name="connsiteY910" fmla="*/ 2001858 h 2053176"/>
              <a:gd name="connsiteX911" fmla="*/ 503724 w 12188965"/>
              <a:gd name="connsiteY911" fmla="*/ 2027517 h 2053176"/>
              <a:gd name="connsiteX912" fmla="*/ 478063 w 12188965"/>
              <a:gd name="connsiteY912" fmla="*/ 2053176 h 2053176"/>
              <a:gd name="connsiteX913" fmla="*/ 452404 w 12188965"/>
              <a:gd name="connsiteY913" fmla="*/ 2027517 h 2053176"/>
              <a:gd name="connsiteX914" fmla="*/ 478063 w 12188965"/>
              <a:gd name="connsiteY914" fmla="*/ 2001858 h 2053176"/>
              <a:gd name="connsiteX915" fmla="*/ 413858 w 12188965"/>
              <a:gd name="connsiteY915" fmla="*/ 2001858 h 2053176"/>
              <a:gd name="connsiteX916" fmla="*/ 439517 w 12188965"/>
              <a:gd name="connsiteY916" fmla="*/ 2027517 h 2053176"/>
              <a:gd name="connsiteX917" fmla="*/ 413858 w 12188965"/>
              <a:gd name="connsiteY917" fmla="*/ 2053176 h 2053176"/>
              <a:gd name="connsiteX918" fmla="*/ 388200 w 12188965"/>
              <a:gd name="connsiteY918" fmla="*/ 2027517 h 2053176"/>
              <a:gd name="connsiteX919" fmla="*/ 413858 w 12188965"/>
              <a:gd name="connsiteY919" fmla="*/ 2001858 h 2053176"/>
              <a:gd name="connsiteX920" fmla="*/ 346686 w 12188965"/>
              <a:gd name="connsiteY920" fmla="*/ 2001858 h 2053176"/>
              <a:gd name="connsiteX921" fmla="*/ 372344 w 12188965"/>
              <a:gd name="connsiteY921" fmla="*/ 2027517 h 2053176"/>
              <a:gd name="connsiteX922" fmla="*/ 346686 w 12188965"/>
              <a:gd name="connsiteY922" fmla="*/ 2053176 h 2053176"/>
              <a:gd name="connsiteX923" fmla="*/ 321027 w 12188965"/>
              <a:gd name="connsiteY923" fmla="*/ 2027517 h 2053176"/>
              <a:gd name="connsiteX924" fmla="*/ 346686 w 12188965"/>
              <a:gd name="connsiteY924" fmla="*/ 2001858 h 2053176"/>
              <a:gd name="connsiteX925" fmla="*/ 282480 w 12188965"/>
              <a:gd name="connsiteY925" fmla="*/ 2001858 h 2053176"/>
              <a:gd name="connsiteX926" fmla="*/ 308138 w 12188965"/>
              <a:gd name="connsiteY926" fmla="*/ 2027517 h 2053176"/>
              <a:gd name="connsiteX927" fmla="*/ 282480 w 12188965"/>
              <a:gd name="connsiteY927" fmla="*/ 2053176 h 2053176"/>
              <a:gd name="connsiteX928" fmla="*/ 256820 w 12188965"/>
              <a:gd name="connsiteY928" fmla="*/ 2027517 h 2053176"/>
              <a:gd name="connsiteX929" fmla="*/ 282480 w 12188965"/>
              <a:gd name="connsiteY929" fmla="*/ 2001858 h 2053176"/>
              <a:gd name="connsiteX930" fmla="*/ 218274 w 12188965"/>
              <a:gd name="connsiteY930" fmla="*/ 2001858 h 2053176"/>
              <a:gd name="connsiteX931" fmla="*/ 243932 w 12188965"/>
              <a:gd name="connsiteY931" fmla="*/ 2027517 h 2053176"/>
              <a:gd name="connsiteX932" fmla="*/ 218274 w 12188965"/>
              <a:gd name="connsiteY932" fmla="*/ 2053176 h 2053176"/>
              <a:gd name="connsiteX933" fmla="*/ 192615 w 12188965"/>
              <a:gd name="connsiteY933" fmla="*/ 2027517 h 2053176"/>
              <a:gd name="connsiteX934" fmla="*/ 218274 w 12188965"/>
              <a:gd name="connsiteY934" fmla="*/ 2001858 h 2053176"/>
              <a:gd name="connsiteX935" fmla="*/ 154069 w 12188965"/>
              <a:gd name="connsiteY935" fmla="*/ 2001858 h 2053176"/>
              <a:gd name="connsiteX936" fmla="*/ 179727 w 12188965"/>
              <a:gd name="connsiteY936" fmla="*/ 2027517 h 2053176"/>
              <a:gd name="connsiteX937" fmla="*/ 154069 w 12188965"/>
              <a:gd name="connsiteY937" fmla="*/ 2053176 h 2053176"/>
              <a:gd name="connsiteX938" fmla="*/ 128410 w 12188965"/>
              <a:gd name="connsiteY938" fmla="*/ 2027517 h 2053176"/>
              <a:gd name="connsiteX939" fmla="*/ 154069 w 12188965"/>
              <a:gd name="connsiteY939" fmla="*/ 2001858 h 2053176"/>
              <a:gd name="connsiteX940" fmla="*/ 89864 w 12188965"/>
              <a:gd name="connsiteY940" fmla="*/ 2001858 h 2053176"/>
              <a:gd name="connsiteX941" fmla="*/ 115522 w 12188965"/>
              <a:gd name="connsiteY941" fmla="*/ 2027517 h 2053176"/>
              <a:gd name="connsiteX942" fmla="*/ 89864 w 12188965"/>
              <a:gd name="connsiteY942" fmla="*/ 2053176 h 2053176"/>
              <a:gd name="connsiteX943" fmla="*/ 64205 w 12188965"/>
              <a:gd name="connsiteY943" fmla="*/ 2027517 h 2053176"/>
              <a:gd name="connsiteX944" fmla="*/ 89864 w 12188965"/>
              <a:gd name="connsiteY944" fmla="*/ 2001858 h 2053176"/>
              <a:gd name="connsiteX945" fmla="*/ 25659 w 12188965"/>
              <a:gd name="connsiteY945" fmla="*/ 2001858 h 2053176"/>
              <a:gd name="connsiteX946" fmla="*/ 51317 w 12188965"/>
              <a:gd name="connsiteY946" fmla="*/ 2027517 h 2053176"/>
              <a:gd name="connsiteX947" fmla="*/ 25659 w 12188965"/>
              <a:gd name="connsiteY947" fmla="*/ 2053176 h 2053176"/>
              <a:gd name="connsiteX948" fmla="*/ 0 w 12188965"/>
              <a:gd name="connsiteY948" fmla="*/ 2027517 h 2053176"/>
              <a:gd name="connsiteX949" fmla="*/ 25659 w 12188965"/>
              <a:gd name="connsiteY949" fmla="*/ 2001858 h 2053176"/>
              <a:gd name="connsiteX950" fmla="*/ 12163307 w 12188965"/>
              <a:gd name="connsiteY950" fmla="*/ 1934634 h 2053176"/>
              <a:gd name="connsiteX951" fmla="*/ 12188965 w 12188965"/>
              <a:gd name="connsiteY951" fmla="*/ 1960293 h 2053176"/>
              <a:gd name="connsiteX952" fmla="*/ 12163307 w 12188965"/>
              <a:gd name="connsiteY952" fmla="*/ 1985952 h 2053176"/>
              <a:gd name="connsiteX953" fmla="*/ 12137649 w 12188965"/>
              <a:gd name="connsiteY953" fmla="*/ 1960293 h 2053176"/>
              <a:gd name="connsiteX954" fmla="*/ 12163307 w 12188965"/>
              <a:gd name="connsiteY954" fmla="*/ 1934634 h 2053176"/>
              <a:gd name="connsiteX955" fmla="*/ 12099103 w 12188965"/>
              <a:gd name="connsiteY955" fmla="*/ 1934634 h 2053176"/>
              <a:gd name="connsiteX956" fmla="*/ 12124761 w 12188965"/>
              <a:gd name="connsiteY956" fmla="*/ 1960293 h 2053176"/>
              <a:gd name="connsiteX957" fmla="*/ 12099103 w 12188965"/>
              <a:gd name="connsiteY957" fmla="*/ 1985952 h 2053176"/>
              <a:gd name="connsiteX958" fmla="*/ 12073441 w 12188965"/>
              <a:gd name="connsiteY958" fmla="*/ 1960293 h 2053176"/>
              <a:gd name="connsiteX959" fmla="*/ 12099103 w 12188965"/>
              <a:gd name="connsiteY959" fmla="*/ 1934634 h 2053176"/>
              <a:gd name="connsiteX960" fmla="*/ 12034897 w 12188965"/>
              <a:gd name="connsiteY960" fmla="*/ 1934634 h 2053176"/>
              <a:gd name="connsiteX961" fmla="*/ 12060557 w 12188965"/>
              <a:gd name="connsiteY961" fmla="*/ 1960293 h 2053176"/>
              <a:gd name="connsiteX962" fmla="*/ 12034897 w 12188965"/>
              <a:gd name="connsiteY962" fmla="*/ 1985952 h 2053176"/>
              <a:gd name="connsiteX963" fmla="*/ 12009237 w 12188965"/>
              <a:gd name="connsiteY963" fmla="*/ 1960293 h 2053176"/>
              <a:gd name="connsiteX964" fmla="*/ 12034897 w 12188965"/>
              <a:gd name="connsiteY964" fmla="*/ 1934634 h 2053176"/>
              <a:gd name="connsiteX965" fmla="*/ 11970691 w 12188965"/>
              <a:gd name="connsiteY965" fmla="*/ 1934634 h 2053176"/>
              <a:gd name="connsiteX966" fmla="*/ 11996349 w 12188965"/>
              <a:gd name="connsiteY966" fmla="*/ 1960293 h 2053176"/>
              <a:gd name="connsiteX967" fmla="*/ 11970691 w 12188965"/>
              <a:gd name="connsiteY967" fmla="*/ 1985952 h 2053176"/>
              <a:gd name="connsiteX968" fmla="*/ 11945033 w 12188965"/>
              <a:gd name="connsiteY968" fmla="*/ 1960293 h 2053176"/>
              <a:gd name="connsiteX969" fmla="*/ 11970691 w 12188965"/>
              <a:gd name="connsiteY969" fmla="*/ 1934634 h 2053176"/>
              <a:gd name="connsiteX970" fmla="*/ 11906483 w 12188965"/>
              <a:gd name="connsiteY970" fmla="*/ 1934634 h 2053176"/>
              <a:gd name="connsiteX971" fmla="*/ 11932145 w 12188965"/>
              <a:gd name="connsiteY971" fmla="*/ 1960293 h 2053176"/>
              <a:gd name="connsiteX972" fmla="*/ 11906483 w 12188965"/>
              <a:gd name="connsiteY972" fmla="*/ 1985952 h 2053176"/>
              <a:gd name="connsiteX973" fmla="*/ 11880825 w 12188965"/>
              <a:gd name="connsiteY973" fmla="*/ 1960293 h 2053176"/>
              <a:gd name="connsiteX974" fmla="*/ 11906483 w 12188965"/>
              <a:gd name="connsiteY974" fmla="*/ 1934634 h 2053176"/>
              <a:gd name="connsiteX975" fmla="*/ 11842279 w 12188965"/>
              <a:gd name="connsiteY975" fmla="*/ 1934634 h 2053176"/>
              <a:gd name="connsiteX976" fmla="*/ 11867941 w 12188965"/>
              <a:gd name="connsiteY976" fmla="*/ 1960293 h 2053176"/>
              <a:gd name="connsiteX977" fmla="*/ 11842279 w 12188965"/>
              <a:gd name="connsiteY977" fmla="*/ 1985952 h 2053176"/>
              <a:gd name="connsiteX978" fmla="*/ 11816621 w 12188965"/>
              <a:gd name="connsiteY978" fmla="*/ 1960293 h 2053176"/>
              <a:gd name="connsiteX979" fmla="*/ 11842279 w 12188965"/>
              <a:gd name="connsiteY979" fmla="*/ 1934634 h 2053176"/>
              <a:gd name="connsiteX980" fmla="*/ 11775107 w 12188965"/>
              <a:gd name="connsiteY980" fmla="*/ 1934634 h 2053176"/>
              <a:gd name="connsiteX981" fmla="*/ 11800767 w 12188965"/>
              <a:gd name="connsiteY981" fmla="*/ 1960293 h 2053176"/>
              <a:gd name="connsiteX982" fmla="*/ 11775107 w 12188965"/>
              <a:gd name="connsiteY982" fmla="*/ 1985952 h 2053176"/>
              <a:gd name="connsiteX983" fmla="*/ 11749449 w 12188965"/>
              <a:gd name="connsiteY983" fmla="*/ 1960293 h 2053176"/>
              <a:gd name="connsiteX984" fmla="*/ 11775107 w 12188965"/>
              <a:gd name="connsiteY984" fmla="*/ 1934634 h 2053176"/>
              <a:gd name="connsiteX985" fmla="*/ 11710901 w 12188965"/>
              <a:gd name="connsiteY985" fmla="*/ 1934634 h 2053176"/>
              <a:gd name="connsiteX986" fmla="*/ 11736561 w 12188965"/>
              <a:gd name="connsiteY986" fmla="*/ 1960293 h 2053176"/>
              <a:gd name="connsiteX987" fmla="*/ 11710901 w 12188965"/>
              <a:gd name="connsiteY987" fmla="*/ 1985952 h 2053176"/>
              <a:gd name="connsiteX988" fmla="*/ 11685243 w 12188965"/>
              <a:gd name="connsiteY988" fmla="*/ 1960293 h 2053176"/>
              <a:gd name="connsiteX989" fmla="*/ 11710901 w 12188965"/>
              <a:gd name="connsiteY989" fmla="*/ 1934634 h 2053176"/>
              <a:gd name="connsiteX990" fmla="*/ 11646697 w 12188965"/>
              <a:gd name="connsiteY990" fmla="*/ 1934634 h 2053176"/>
              <a:gd name="connsiteX991" fmla="*/ 11672355 w 12188965"/>
              <a:gd name="connsiteY991" fmla="*/ 1960293 h 2053176"/>
              <a:gd name="connsiteX992" fmla="*/ 11646697 w 12188965"/>
              <a:gd name="connsiteY992" fmla="*/ 1985952 h 2053176"/>
              <a:gd name="connsiteX993" fmla="*/ 11621037 w 12188965"/>
              <a:gd name="connsiteY993" fmla="*/ 1960293 h 2053176"/>
              <a:gd name="connsiteX994" fmla="*/ 11646697 w 12188965"/>
              <a:gd name="connsiteY994" fmla="*/ 1934634 h 2053176"/>
              <a:gd name="connsiteX995" fmla="*/ 11582491 w 12188965"/>
              <a:gd name="connsiteY995" fmla="*/ 1934634 h 2053176"/>
              <a:gd name="connsiteX996" fmla="*/ 11608149 w 12188965"/>
              <a:gd name="connsiteY996" fmla="*/ 1960293 h 2053176"/>
              <a:gd name="connsiteX997" fmla="*/ 11582491 w 12188965"/>
              <a:gd name="connsiteY997" fmla="*/ 1985952 h 2053176"/>
              <a:gd name="connsiteX998" fmla="*/ 11556833 w 12188965"/>
              <a:gd name="connsiteY998" fmla="*/ 1960293 h 2053176"/>
              <a:gd name="connsiteX999" fmla="*/ 11582491 w 12188965"/>
              <a:gd name="connsiteY999" fmla="*/ 1934634 h 2053176"/>
              <a:gd name="connsiteX1000" fmla="*/ 11518287 w 12188965"/>
              <a:gd name="connsiteY1000" fmla="*/ 1934634 h 2053176"/>
              <a:gd name="connsiteX1001" fmla="*/ 11543945 w 12188965"/>
              <a:gd name="connsiteY1001" fmla="*/ 1960293 h 2053176"/>
              <a:gd name="connsiteX1002" fmla="*/ 11518287 w 12188965"/>
              <a:gd name="connsiteY1002" fmla="*/ 1985952 h 2053176"/>
              <a:gd name="connsiteX1003" fmla="*/ 11492627 w 12188965"/>
              <a:gd name="connsiteY1003" fmla="*/ 1960293 h 2053176"/>
              <a:gd name="connsiteX1004" fmla="*/ 11518287 w 12188965"/>
              <a:gd name="connsiteY1004" fmla="*/ 1934634 h 2053176"/>
              <a:gd name="connsiteX1005" fmla="*/ 11454081 w 12188965"/>
              <a:gd name="connsiteY1005" fmla="*/ 1934634 h 2053176"/>
              <a:gd name="connsiteX1006" fmla="*/ 11479739 w 12188965"/>
              <a:gd name="connsiteY1006" fmla="*/ 1960293 h 2053176"/>
              <a:gd name="connsiteX1007" fmla="*/ 11454081 w 12188965"/>
              <a:gd name="connsiteY1007" fmla="*/ 1985952 h 2053176"/>
              <a:gd name="connsiteX1008" fmla="*/ 11428421 w 12188965"/>
              <a:gd name="connsiteY1008" fmla="*/ 1960293 h 2053176"/>
              <a:gd name="connsiteX1009" fmla="*/ 11454081 w 12188965"/>
              <a:gd name="connsiteY1009" fmla="*/ 1934634 h 2053176"/>
              <a:gd name="connsiteX1010" fmla="*/ 11389875 w 12188965"/>
              <a:gd name="connsiteY1010" fmla="*/ 1934634 h 2053176"/>
              <a:gd name="connsiteX1011" fmla="*/ 11415533 w 12188965"/>
              <a:gd name="connsiteY1011" fmla="*/ 1960293 h 2053176"/>
              <a:gd name="connsiteX1012" fmla="*/ 11389875 w 12188965"/>
              <a:gd name="connsiteY1012" fmla="*/ 1985952 h 2053176"/>
              <a:gd name="connsiteX1013" fmla="*/ 11364217 w 12188965"/>
              <a:gd name="connsiteY1013" fmla="*/ 1960293 h 2053176"/>
              <a:gd name="connsiteX1014" fmla="*/ 11389875 w 12188965"/>
              <a:gd name="connsiteY1014" fmla="*/ 1934634 h 2053176"/>
              <a:gd name="connsiteX1015" fmla="*/ 11325670 w 12188965"/>
              <a:gd name="connsiteY1015" fmla="*/ 1934634 h 2053176"/>
              <a:gd name="connsiteX1016" fmla="*/ 11351329 w 12188965"/>
              <a:gd name="connsiteY1016" fmla="*/ 1960293 h 2053176"/>
              <a:gd name="connsiteX1017" fmla="*/ 11325670 w 12188965"/>
              <a:gd name="connsiteY1017" fmla="*/ 1985952 h 2053176"/>
              <a:gd name="connsiteX1018" fmla="*/ 11300012 w 12188965"/>
              <a:gd name="connsiteY1018" fmla="*/ 1960293 h 2053176"/>
              <a:gd name="connsiteX1019" fmla="*/ 11325670 w 12188965"/>
              <a:gd name="connsiteY1019" fmla="*/ 1934634 h 2053176"/>
              <a:gd name="connsiteX1020" fmla="*/ 11261466 w 12188965"/>
              <a:gd name="connsiteY1020" fmla="*/ 1934634 h 2053176"/>
              <a:gd name="connsiteX1021" fmla="*/ 11287124 w 12188965"/>
              <a:gd name="connsiteY1021" fmla="*/ 1960293 h 2053176"/>
              <a:gd name="connsiteX1022" fmla="*/ 11261466 w 12188965"/>
              <a:gd name="connsiteY1022" fmla="*/ 1985952 h 2053176"/>
              <a:gd name="connsiteX1023" fmla="*/ 11235805 w 12188965"/>
              <a:gd name="connsiteY1023" fmla="*/ 1960293 h 2053176"/>
              <a:gd name="connsiteX1024" fmla="*/ 11261466 w 12188965"/>
              <a:gd name="connsiteY1024" fmla="*/ 1934634 h 2053176"/>
              <a:gd name="connsiteX1025" fmla="*/ 11197259 w 12188965"/>
              <a:gd name="connsiteY1025" fmla="*/ 1934634 h 2053176"/>
              <a:gd name="connsiteX1026" fmla="*/ 11222917 w 12188965"/>
              <a:gd name="connsiteY1026" fmla="*/ 1960293 h 2053176"/>
              <a:gd name="connsiteX1027" fmla="*/ 11197259 w 12188965"/>
              <a:gd name="connsiteY1027" fmla="*/ 1985952 h 2053176"/>
              <a:gd name="connsiteX1028" fmla="*/ 11171601 w 12188965"/>
              <a:gd name="connsiteY1028" fmla="*/ 1960293 h 2053176"/>
              <a:gd name="connsiteX1029" fmla="*/ 11197259 w 12188965"/>
              <a:gd name="connsiteY1029" fmla="*/ 1934634 h 2053176"/>
              <a:gd name="connsiteX1030" fmla="*/ 11133055 w 12188965"/>
              <a:gd name="connsiteY1030" fmla="*/ 1934634 h 2053176"/>
              <a:gd name="connsiteX1031" fmla="*/ 11158713 w 12188965"/>
              <a:gd name="connsiteY1031" fmla="*/ 1960293 h 2053176"/>
              <a:gd name="connsiteX1032" fmla="*/ 11133055 w 12188965"/>
              <a:gd name="connsiteY1032" fmla="*/ 1985952 h 2053176"/>
              <a:gd name="connsiteX1033" fmla="*/ 11107396 w 12188965"/>
              <a:gd name="connsiteY1033" fmla="*/ 1960293 h 2053176"/>
              <a:gd name="connsiteX1034" fmla="*/ 11133055 w 12188965"/>
              <a:gd name="connsiteY1034" fmla="*/ 1934634 h 2053176"/>
              <a:gd name="connsiteX1035" fmla="*/ 11068848 w 12188965"/>
              <a:gd name="connsiteY1035" fmla="*/ 1934634 h 2053176"/>
              <a:gd name="connsiteX1036" fmla="*/ 11094509 w 12188965"/>
              <a:gd name="connsiteY1036" fmla="*/ 1960293 h 2053176"/>
              <a:gd name="connsiteX1037" fmla="*/ 11068848 w 12188965"/>
              <a:gd name="connsiteY1037" fmla="*/ 1985952 h 2053176"/>
              <a:gd name="connsiteX1038" fmla="*/ 11043189 w 12188965"/>
              <a:gd name="connsiteY1038" fmla="*/ 1960293 h 2053176"/>
              <a:gd name="connsiteX1039" fmla="*/ 11068848 w 12188965"/>
              <a:gd name="connsiteY1039" fmla="*/ 1934634 h 2053176"/>
              <a:gd name="connsiteX1040" fmla="*/ 11004643 w 12188965"/>
              <a:gd name="connsiteY1040" fmla="*/ 1934634 h 2053176"/>
              <a:gd name="connsiteX1041" fmla="*/ 11030301 w 12188965"/>
              <a:gd name="connsiteY1041" fmla="*/ 1960293 h 2053176"/>
              <a:gd name="connsiteX1042" fmla="*/ 11004643 w 12188965"/>
              <a:gd name="connsiteY1042" fmla="*/ 1985952 h 2053176"/>
              <a:gd name="connsiteX1043" fmla="*/ 10978985 w 12188965"/>
              <a:gd name="connsiteY1043" fmla="*/ 1960293 h 2053176"/>
              <a:gd name="connsiteX1044" fmla="*/ 11004643 w 12188965"/>
              <a:gd name="connsiteY1044" fmla="*/ 1934634 h 2053176"/>
              <a:gd name="connsiteX1045" fmla="*/ 10940321 w 12188965"/>
              <a:gd name="connsiteY1045" fmla="*/ 1934634 h 2053176"/>
              <a:gd name="connsiteX1046" fmla="*/ 10965982 w 12188965"/>
              <a:gd name="connsiteY1046" fmla="*/ 1960293 h 2053176"/>
              <a:gd name="connsiteX1047" fmla="*/ 10940321 w 12188965"/>
              <a:gd name="connsiteY1047" fmla="*/ 1985952 h 2053176"/>
              <a:gd name="connsiteX1048" fmla="*/ 10914663 w 12188965"/>
              <a:gd name="connsiteY1048" fmla="*/ 1960293 h 2053176"/>
              <a:gd name="connsiteX1049" fmla="*/ 10940321 w 12188965"/>
              <a:gd name="connsiteY1049" fmla="*/ 1934634 h 2053176"/>
              <a:gd name="connsiteX1050" fmla="*/ 10876117 w 12188965"/>
              <a:gd name="connsiteY1050" fmla="*/ 1934634 h 2053176"/>
              <a:gd name="connsiteX1051" fmla="*/ 10901775 w 12188965"/>
              <a:gd name="connsiteY1051" fmla="*/ 1960293 h 2053176"/>
              <a:gd name="connsiteX1052" fmla="*/ 10876117 w 12188965"/>
              <a:gd name="connsiteY1052" fmla="*/ 1985952 h 2053176"/>
              <a:gd name="connsiteX1053" fmla="*/ 10850459 w 12188965"/>
              <a:gd name="connsiteY1053" fmla="*/ 1960293 h 2053176"/>
              <a:gd name="connsiteX1054" fmla="*/ 10876117 w 12188965"/>
              <a:gd name="connsiteY1054" fmla="*/ 1934634 h 2053176"/>
              <a:gd name="connsiteX1055" fmla="*/ 10811912 w 12188965"/>
              <a:gd name="connsiteY1055" fmla="*/ 1934634 h 2053176"/>
              <a:gd name="connsiteX1056" fmla="*/ 10837571 w 12188965"/>
              <a:gd name="connsiteY1056" fmla="*/ 1960293 h 2053176"/>
              <a:gd name="connsiteX1057" fmla="*/ 10811912 w 12188965"/>
              <a:gd name="connsiteY1057" fmla="*/ 1985952 h 2053176"/>
              <a:gd name="connsiteX1058" fmla="*/ 10786254 w 12188965"/>
              <a:gd name="connsiteY1058" fmla="*/ 1960293 h 2053176"/>
              <a:gd name="connsiteX1059" fmla="*/ 10811912 w 12188965"/>
              <a:gd name="connsiteY1059" fmla="*/ 1934634 h 2053176"/>
              <a:gd name="connsiteX1060" fmla="*/ 10747708 w 12188965"/>
              <a:gd name="connsiteY1060" fmla="*/ 1934634 h 2053176"/>
              <a:gd name="connsiteX1061" fmla="*/ 10773366 w 12188965"/>
              <a:gd name="connsiteY1061" fmla="*/ 1960293 h 2053176"/>
              <a:gd name="connsiteX1062" fmla="*/ 10747708 w 12188965"/>
              <a:gd name="connsiteY1062" fmla="*/ 1985952 h 2053176"/>
              <a:gd name="connsiteX1063" fmla="*/ 10722047 w 12188965"/>
              <a:gd name="connsiteY1063" fmla="*/ 1960293 h 2053176"/>
              <a:gd name="connsiteX1064" fmla="*/ 10747708 w 12188965"/>
              <a:gd name="connsiteY1064" fmla="*/ 1934634 h 2053176"/>
              <a:gd name="connsiteX1065" fmla="*/ 10683501 w 12188965"/>
              <a:gd name="connsiteY1065" fmla="*/ 1934634 h 2053176"/>
              <a:gd name="connsiteX1066" fmla="*/ 10709159 w 12188965"/>
              <a:gd name="connsiteY1066" fmla="*/ 1960293 h 2053176"/>
              <a:gd name="connsiteX1067" fmla="*/ 10683501 w 12188965"/>
              <a:gd name="connsiteY1067" fmla="*/ 1985952 h 2053176"/>
              <a:gd name="connsiteX1068" fmla="*/ 10657843 w 12188965"/>
              <a:gd name="connsiteY1068" fmla="*/ 1960293 h 2053176"/>
              <a:gd name="connsiteX1069" fmla="*/ 10683501 w 12188965"/>
              <a:gd name="connsiteY1069" fmla="*/ 1934634 h 2053176"/>
              <a:gd name="connsiteX1070" fmla="*/ 10619297 w 12188965"/>
              <a:gd name="connsiteY1070" fmla="*/ 1934634 h 2053176"/>
              <a:gd name="connsiteX1071" fmla="*/ 10644955 w 12188965"/>
              <a:gd name="connsiteY1071" fmla="*/ 1960293 h 2053176"/>
              <a:gd name="connsiteX1072" fmla="*/ 10619297 w 12188965"/>
              <a:gd name="connsiteY1072" fmla="*/ 1985952 h 2053176"/>
              <a:gd name="connsiteX1073" fmla="*/ 10593639 w 12188965"/>
              <a:gd name="connsiteY1073" fmla="*/ 1960293 h 2053176"/>
              <a:gd name="connsiteX1074" fmla="*/ 10619297 w 12188965"/>
              <a:gd name="connsiteY1074" fmla="*/ 1934634 h 2053176"/>
              <a:gd name="connsiteX1075" fmla="*/ 10555092 w 12188965"/>
              <a:gd name="connsiteY1075" fmla="*/ 1934634 h 2053176"/>
              <a:gd name="connsiteX1076" fmla="*/ 10580751 w 12188965"/>
              <a:gd name="connsiteY1076" fmla="*/ 1960293 h 2053176"/>
              <a:gd name="connsiteX1077" fmla="*/ 10555092 w 12188965"/>
              <a:gd name="connsiteY1077" fmla="*/ 1985952 h 2053176"/>
              <a:gd name="connsiteX1078" fmla="*/ 10529432 w 12188965"/>
              <a:gd name="connsiteY1078" fmla="*/ 1960293 h 2053176"/>
              <a:gd name="connsiteX1079" fmla="*/ 10555092 w 12188965"/>
              <a:gd name="connsiteY1079" fmla="*/ 1934634 h 2053176"/>
              <a:gd name="connsiteX1080" fmla="*/ 10490885 w 12188965"/>
              <a:gd name="connsiteY1080" fmla="*/ 1934634 h 2053176"/>
              <a:gd name="connsiteX1081" fmla="*/ 10516544 w 12188965"/>
              <a:gd name="connsiteY1081" fmla="*/ 1960293 h 2053176"/>
              <a:gd name="connsiteX1082" fmla="*/ 10490885 w 12188965"/>
              <a:gd name="connsiteY1082" fmla="*/ 1985952 h 2053176"/>
              <a:gd name="connsiteX1083" fmla="*/ 10465227 w 12188965"/>
              <a:gd name="connsiteY1083" fmla="*/ 1960293 h 2053176"/>
              <a:gd name="connsiteX1084" fmla="*/ 10490885 w 12188965"/>
              <a:gd name="connsiteY1084" fmla="*/ 1934634 h 2053176"/>
              <a:gd name="connsiteX1085" fmla="*/ 10426681 w 12188965"/>
              <a:gd name="connsiteY1085" fmla="*/ 1934634 h 2053176"/>
              <a:gd name="connsiteX1086" fmla="*/ 10452339 w 12188965"/>
              <a:gd name="connsiteY1086" fmla="*/ 1960293 h 2053176"/>
              <a:gd name="connsiteX1087" fmla="*/ 10426681 w 12188965"/>
              <a:gd name="connsiteY1087" fmla="*/ 1985952 h 2053176"/>
              <a:gd name="connsiteX1088" fmla="*/ 10401023 w 12188965"/>
              <a:gd name="connsiteY1088" fmla="*/ 1960293 h 2053176"/>
              <a:gd name="connsiteX1089" fmla="*/ 10426681 w 12188965"/>
              <a:gd name="connsiteY1089" fmla="*/ 1934634 h 2053176"/>
              <a:gd name="connsiteX1090" fmla="*/ 10362474 w 12188965"/>
              <a:gd name="connsiteY1090" fmla="*/ 1934634 h 2053176"/>
              <a:gd name="connsiteX1091" fmla="*/ 10388135 w 12188965"/>
              <a:gd name="connsiteY1091" fmla="*/ 1960293 h 2053176"/>
              <a:gd name="connsiteX1092" fmla="*/ 10362474 w 12188965"/>
              <a:gd name="connsiteY1092" fmla="*/ 1985952 h 2053176"/>
              <a:gd name="connsiteX1093" fmla="*/ 10336816 w 12188965"/>
              <a:gd name="connsiteY1093" fmla="*/ 1960293 h 2053176"/>
              <a:gd name="connsiteX1094" fmla="*/ 10362474 w 12188965"/>
              <a:gd name="connsiteY1094" fmla="*/ 1934634 h 2053176"/>
              <a:gd name="connsiteX1095" fmla="*/ 10298270 w 12188965"/>
              <a:gd name="connsiteY1095" fmla="*/ 1934634 h 2053176"/>
              <a:gd name="connsiteX1096" fmla="*/ 10323928 w 12188965"/>
              <a:gd name="connsiteY1096" fmla="*/ 1960293 h 2053176"/>
              <a:gd name="connsiteX1097" fmla="*/ 10298270 w 12188965"/>
              <a:gd name="connsiteY1097" fmla="*/ 1985952 h 2053176"/>
              <a:gd name="connsiteX1098" fmla="*/ 10272611 w 12188965"/>
              <a:gd name="connsiteY1098" fmla="*/ 1960293 h 2053176"/>
              <a:gd name="connsiteX1099" fmla="*/ 10298270 w 12188965"/>
              <a:gd name="connsiteY1099" fmla="*/ 1934634 h 2053176"/>
              <a:gd name="connsiteX1100" fmla="*/ 10234065 w 12188965"/>
              <a:gd name="connsiteY1100" fmla="*/ 1934634 h 2053176"/>
              <a:gd name="connsiteX1101" fmla="*/ 10259723 w 12188965"/>
              <a:gd name="connsiteY1101" fmla="*/ 1960293 h 2053176"/>
              <a:gd name="connsiteX1102" fmla="*/ 10234065 w 12188965"/>
              <a:gd name="connsiteY1102" fmla="*/ 1985952 h 2053176"/>
              <a:gd name="connsiteX1103" fmla="*/ 10208404 w 12188965"/>
              <a:gd name="connsiteY1103" fmla="*/ 1960293 h 2053176"/>
              <a:gd name="connsiteX1104" fmla="*/ 10234065 w 12188965"/>
              <a:gd name="connsiteY1104" fmla="*/ 1934634 h 2053176"/>
              <a:gd name="connsiteX1105" fmla="*/ 10169858 w 12188965"/>
              <a:gd name="connsiteY1105" fmla="*/ 1934634 h 2053176"/>
              <a:gd name="connsiteX1106" fmla="*/ 10195519 w 12188965"/>
              <a:gd name="connsiteY1106" fmla="*/ 1960293 h 2053176"/>
              <a:gd name="connsiteX1107" fmla="*/ 10169858 w 12188965"/>
              <a:gd name="connsiteY1107" fmla="*/ 1985952 h 2053176"/>
              <a:gd name="connsiteX1108" fmla="*/ 10144200 w 12188965"/>
              <a:gd name="connsiteY1108" fmla="*/ 1960293 h 2053176"/>
              <a:gd name="connsiteX1109" fmla="*/ 10169858 w 12188965"/>
              <a:gd name="connsiteY1109" fmla="*/ 1934634 h 2053176"/>
              <a:gd name="connsiteX1110" fmla="*/ 10105654 w 12188965"/>
              <a:gd name="connsiteY1110" fmla="*/ 1934634 h 2053176"/>
              <a:gd name="connsiteX1111" fmla="*/ 10131312 w 12188965"/>
              <a:gd name="connsiteY1111" fmla="*/ 1960293 h 2053176"/>
              <a:gd name="connsiteX1112" fmla="*/ 10105654 w 12188965"/>
              <a:gd name="connsiteY1112" fmla="*/ 1985952 h 2053176"/>
              <a:gd name="connsiteX1113" fmla="*/ 10079996 w 12188965"/>
              <a:gd name="connsiteY1113" fmla="*/ 1960293 h 2053176"/>
              <a:gd name="connsiteX1114" fmla="*/ 10105654 w 12188965"/>
              <a:gd name="connsiteY1114" fmla="*/ 1934634 h 2053176"/>
              <a:gd name="connsiteX1115" fmla="*/ 10041450 w 12188965"/>
              <a:gd name="connsiteY1115" fmla="*/ 1934634 h 2053176"/>
              <a:gd name="connsiteX1116" fmla="*/ 10067108 w 12188965"/>
              <a:gd name="connsiteY1116" fmla="*/ 1960293 h 2053176"/>
              <a:gd name="connsiteX1117" fmla="*/ 10041450 w 12188965"/>
              <a:gd name="connsiteY1117" fmla="*/ 1985952 h 2053176"/>
              <a:gd name="connsiteX1118" fmla="*/ 10015789 w 12188965"/>
              <a:gd name="connsiteY1118" fmla="*/ 1960293 h 2053176"/>
              <a:gd name="connsiteX1119" fmla="*/ 10041450 w 12188965"/>
              <a:gd name="connsiteY1119" fmla="*/ 1934634 h 2053176"/>
              <a:gd name="connsiteX1120" fmla="*/ 9977242 w 12188965"/>
              <a:gd name="connsiteY1120" fmla="*/ 1934634 h 2053176"/>
              <a:gd name="connsiteX1121" fmla="*/ 10002903 w 12188965"/>
              <a:gd name="connsiteY1121" fmla="*/ 1960293 h 2053176"/>
              <a:gd name="connsiteX1122" fmla="*/ 9977242 w 12188965"/>
              <a:gd name="connsiteY1122" fmla="*/ 1985952 h 2053176"/>
              <a:gd name="connsiteX1123" fmla="*/ 9951584 w 12188965"/>
              <a:gd name="connsiteY1123" fmla="*/ 1960293 h 2053176"/>
              <a:gd name="connsiteX1124" fmla="*/ 9977242 w 12188965"/>
              <a:gd name="connsiteY1124" fmla="*/ 1934634 h 2053176"/>
              <a:gd name="connsiteX1125" fmla="*/ 9913038 w 12188965"/>
              <a:gd name="connsiteY1125" fmla="*/ 1934634 h 2053176"/>
              <a:gd name="connsiteX1126" fmla="*/ 9938696 w 12188965"/>
              <a:gd name="connsiteY1126" fmla="*/ 1960293 h 2053176"/>
              <a:gd name="connsiteX1127" fmla="*/ 9913038 w 12188965"/>
              <a:gd name="connsiteY1127" fmla="*/ 1985952 h 2053176"/>
              <a:gd name="connsiteX1128" fmla="*/ 9887380 w 12188965"/>
              <a:gd name="connsiteY1128" fmla="*/ 1960293 h 2053176"/>
              <a:gd name="connsiteX1129" fmla="*/ 9913038 w 12188965"/>
              <a:gd name="connsiteY1129" fmla="*/ 1934634 h 2053176"/>
              <a:gd name="connsiteX1130" fmla="*/ 9848716 w 12188965"/>
              <a:gd name="connsiteY1130" fmla="*/ 1934634 h 2053176"/>
              <a:gd name="connsiteX1131" fmla="*/ 9874374 w 12188965"/>
              <a:gd name="connsiteY1131" fmla="*/ 1960293 h 2053176"/>
              <a:gd name="connsiteX1132" fmla="*/ 9848716 w 12188965"/>
              <a:gd name="connsiteY1132" fmla="*/ 1985952 h 2053176"/>
              <a:gd name="connsiteX1133" fmla="*/ 9823058 w 12188965"/>
              <a:gd name="connsiteY1133" fmla="*/ 1960293 h 2053176"/>
              <a:gd name="connsiteX1134" fmla="*/ 9848716 w 12188965"/>
              <a:gd name="connsiteY1134" fmla="*/ 1934634 h 2053176"/>
              <a:gd name="connsiteX1135" fmla="*/ 9784512 w 12188965"/>
              <a:gd name="connsiteY1135" fmla="*/ 1934634 h 2053176"/>
              <a:gd name="connsiteX1136" fmla="*/ 9810170 w 12188965"/>
              <a:gd name="connsiteY1136" fmla="*/ 1960293 h 2053176"/>
              <a:gd name="connsiteX1137" fmla="*/ 9784512 w 12188965"/>
              <a:gd name="connsiteY1137" fmla="*/ 1985952 h 2053176"/>
              <a:gd name="connsiteX1138" fmla="*/ 9758853 w 12188965"/>
              <a:gd name="connsiteY1138" fmla="*/ 1960293 h 2053176"/>
              <a:gd name="connsiteX1139" fmla="*/ 9784512 w 12188965"/>
              <a:gd name="connsiteY1139" fmla="*/ 1934634 h 2053176"/>
              <a:gd name="connsiteX1140" fmla="*/ 9720307 w 12188965"/>
              <a:gd name="connsiteY1140" fmla="*/ 1934634 h 2053176"/>
              <a:gd name="connsiteX1141" fmla="*/ 9745965 w 12188965"/>
              <a:gd name="connsiteY1141" fmla="*/ 1960293 h 2053176"/>
              <a:gd name="connsiteX1142" fmla="*/ 9720307 w 12188965"/>
              <a:gd name="connsiteY1142" fmla="*/ 1985952 h 2053176"/>
              <a:gd name="connsiteX1143" fmla="*/ 9694646 w 12188965"/>
              <a:gd name="connsiteY1143" fmla="*/ 1960293 h 2053176"/>
              <a:gd name="connsiteX1144" fmla="*/ 9720307 w 12188965"/>
              <a:gd name="connsiteY1144" fmla="*/ 1934634 h 2053176"/>
              <a:gd name="connsiteX1145" fmla="*/ 9656100 w 12188965"/>
              <a:gd name="connsiteY1145" fmla="*/ 1934634 h 2053176"/>
              <a:gd name="connsiteX1146" fmla="*/ 9681758 w 12188965"/>
              <a:gd name="connsiteY1146" fmla="*/ 1960293 h 2053176"/>
              <a:gd name="connsiteX1147" fmla="*/ 9656100 w 12188965"/>
              <a:gd name="connsiteY1147" fmla="*/ 1985952 h 2053176"/>
              <a:gd name="connsiteX1148" fmla="*/ 9630442 w 12188965"/>
              <a:gd name="connsiteY1148" fmla="*/ 1960293 h 2053176"/>
              <a:gd name="connsiteX1149" fmla="*/ 9656100 w 12188965"/>
              <a:gd name="connsiteY1149" fmla="*/ 1934634 h 2053176"/>
              <a:gd name="connsiteX1150" fmla="*/ 9591896 w 12188965"/>
              <a:gd name="connsiteY1150" fmla="*/ 1934634 h 2053176"/>
              <a:gd name="connsiteX1151" fmla="*/ 9617554 w 12188965"/>
              <a:gd name="connsiteY1151" fmla="*/ 1960293 h 2053176"/>
              <a:gd name="connsiteX1152" fmla="*/ 9591896 w 12188965"/>
              <a:gd name="connsiteY1152" fmla="*/ 1985952 h 2053176"/>
              <a:gd name="connsiteX1153" fmla="*/ 9566238 w 12188965"/>
              <a:gd name="connsiteY1153" fmla="*/ 1960293 h 2053176"/>
              <a:gd name="connsiteX1154" fmla="*/ 9591896 w 12188965"/>
              <a:gd name="connsiteY1154" fmla="*/ 1934634 h 2053176"/>
              <a:gd name="connsiteX1155" fmla="*/ 9527689 w 12188965"/>
              <a:gd name="connsiteY1155" fmla="*/ 1934634 h 2053176"/>
              <a:gd name="connsiteX1156" fmla="*/ 9553350 w 12188965"/>
              <a:gd name="connsiteY1156" fmla="*/ 1960293 h 2053176"/>
              <a:gd name="connsiteX1157" fmla="*/ 9527689 w 12188965"/>
              <a:gd name="connsiteY1157" fmla="*/ 1985952 h 2053176"/>
              <a:gd name="connsiteX1158" fmla="*/ 9502031 w 12188965"/>
              <a:gd name="connsiteY1158" fmla="*/ 1960293 h 2053176"/>
              <a:gd name="connsiteX1159" fmla="*/ 9527689 w 12188965"/>
              <a:gd name="connsiteY1159" fmla="*/ 1934634 h 2053176"/>
              <a:gd name="connsiteX1160" fmla="*/ 9463485 w 12188965"/>
              <a:gd name="connsiteY1160" fmla="*/ 1934634 h 2053176"/>
              <a:gd name="connsiteX1161" fmla="*/ 9489143 w 12188965"/>
              <a:gd name="connsiteY1161" fmla="*/ 1960293 h 2053176"/>
              <a:gd name="connsiteX1162" fmla="*/ 9463485 w 12188965"/>
              <a:gd name="connsiteY1162" fmla="*/ 1985952 h 2053176"/>
              <a:gd name="connsiteX1163" fmla="*/ 9437826 w 12188965"/>
              <a:gd name="connsiteY1163" fmla="*/ 1960293 h 2053176"/>
              <a:gd name="connsiteX1164" fmla="*/ 9463485 w 12188965"/>
              <a:gd name="connsiteY1164" fmla="*/ 1934634 h 2053176"/>
              <a:gd name="connsiteX1165" fmla="*/ 9399280 w 12188965"/>
              <a:gd name="connsiteY1165" fmla="*/ 1934634 h 2053176"/>
              <a:gd name="connsiteX1166" fmla="*/ 9424938 w 12188965"/>
              <a:gd name="connsiteY1166" fmla="*/ 1960293 h 2053176"/>
              <a:gd name="connsiteX1167" fmla="*/ 9399280 w 12188965"/>
              <a:gd name="connsiteY1167" fmla="*/ 1985952 h 2053176"/>
              <a:gd name="connsiteX1168" fmla="*/ 9373619 w 12188965"/>
              <a:gd name="connsiteY1168" fmla="*/ 1960293 h 2053176"/>
              <a:gd name="connsiteX1169" fmla="*/ 9399280 w 12188965"/>
              <a:gd name="connsiteY1169" fmla="*/ 1934634 h 2053176"/>
              <a:gd name="connsiteX1170" fmla="*/ 9335073 w 12188965"/>
              <a:gd name="connsiteY1170" fmla="*/ 1934634 h 2053176"/>
              <a:gd name="connsiteX1171" fmla="*/ 9360734 w 12188965"/>
              <a:gd name="connsiteY1171" fmla="*/ 1960293 h 2053176"/>
              <a:gd name="connsiteX1172" fmla="*/ 9335073 w 12188965"/>
              <a:gd name="connsiteY1172" fmla="*/ 1985952 h 2053176"/>
              <a:gd name="connsiteX1173" fmla="*/ 9309415 w 12188965"/>
              <a:gd name="connsiteY1173" fmla="*/ 1960293 h 2053176"/>
              <a:gd name="connsiteX1174" fmla="*/ 9335073 w 12188965"/>
              <a:gd name="connsiteY1174" fmla="*/ 1934634 h 2053176"/>
              <a:gd name="connsiteX1175" fmla="*/ 9270869 w 12188965"/>
              <a:gd name="connsiteY1175" fmla="*/ 1934634 h 2053176"/>
              <a:gd name="connsiteX1176" fmla="*/ 9296527 w 12188965"/>
              <a:gd name="connsiteY1176" fmla="*/ 1960293 h 2053176"/>
              <a:gd name="connsiteX1177" fmla="*/ 9270869 w 12188965"/>
              <a:gd name="connsiteY1177" fmla="*/ 1985952 h 2053176"/>
              <a:gd name="connsiteX1178" fmla="*/ 9245211 w 12188965"/>
              <a:gd name="connsiteY1178" fmla="*/ 1960293 h 2053176"/>
              <a:gd name="connsiteX1179" fmla="*/ 9270869 w 12188965"/>
              <a:gd name="connsiteY1179" fmla="*/ 1934634 h 2053176"/>
              <a:gd name="connsiteX1180" fmla="*/ 9206664 w 12188965"/>
              <a:gd name="connsiteY1180" fmla="*/ 1934634 h 2053176"/>
              <a:gd name="connsiteX1181" fmla="*/ 9232323 w 12188965"/>
              <a:gd name="connsiteY1181" fmla="*/ 1960293 h 2053176"/>
              <a:gd name="connsiteX1182" fmla="*/ 9206664 w 12188965"/>
              <a:gd name="connsiteY1182" fmla="*/ 1985952 h 2053176"/>
              <a:gd name="connsiteX1183" fmla="*/ 9181006 w 12188965"/>
              <a:gd name="connsiteY1183" fmla="*/ 1960293 h 2053176"/>
              <a:gd name="connsiteX1184" fmla="*/ 9206664 w 12188965"/>
              <a:gd name="connsiteY1184" fmla="*/ 1934634 h 2053176"/>
              <a:gd name="connsiteX1185" fmla="*/ 9142457 w 12188965"/>
              <a:gd name="connsiteY1185" fmla="*/ 1934634 h 2053176"/>
              <a:gd name="connsiteX1186" fmla="*/ 9168118 w 12188965"/>
              <a:gd name="connsiteY1186" fmla="*/ 1960293 h 2053176"/>
              <a:gd name="connsiteX1187" fmla="*/ 9142457 w 12188965"/>
              <a:gd name="connsiteY1187" fmla="*/ 1985952 h 2053176"/>
              <a:gd name="connsiteX1188" fmla="*/ 9116799 w 12188965"/>
              <a:gd name="connsiteY1188" fmla="*/ 1960293 h 2053176"/>
              <a:gd name="connsiteX1189" fmla="*/ 9142457 w 12188965"/>
              <a:gd name="connsiteY1189" fmla="*/ 1934634 h 2053176"/>
              <a:gd name="connsiteX1190" fmla="*/ 9078253 w 12188965"/>
              <a:gd name="connsiteY1190" fmla="*/ 1934634 h 2053176"/>
              <a:gd name="connsiteX1191" fmla="*/ 9103911 w 12188965"/>
              <a:gd name="connsiteY1191" fmla="*/ 1960293 h 2053176"/>
              <a:gd name="connsiteX1192" fmla="*/ 9078253 w 12188965"/>
              <a:gd name="connsiteY1192" fmla="*/ 1985952 h 2053176"/>
              <a:gd name="connsiteX1193" fmla="*/ 9052595 w 12188965"/>
              <a:gd name="connsiteY1193" fmla="*/ 1960293 h 2053176"/>
              <a:gd name="connsiteX1194" fmla="*/ 9078253 w 12188965"/>
              <a:gd name="connsiteY1194" fmla="*/ 1934634 h 2053176"/>
              <a:gd name="connsiteX1195" fmla="*/ 9014049 w 12188965"/>
              <a:gd name="connsiteY1195" fmla="*/ 1934634 h 2053176"/>
              <a:gd name="connsiteX1196" fmla="*/ 9039707 w 12188965"/>
              <a:gd name="connsiteY1196" fmla="*/ 1960293 h 2053176"/>
              <a:gd name="connsiteX1197" fmla="*/ 9014049 w 12188965"/>
              <a:gd name="connsiteY1197" fmla="*/ 1985952 h 2053176"/>
              <a:gd name="connsiteX1198" fmla="*/ 8988388 w 12188965"/>
              <a:gd name="connsiteY1198" fmla="*/ 1960293 h 2053176"/>
              <a:gd name="connsiteX1199" fmla="*/ 9014049 w 12188965"/>
              <a:gd name="connsiteY1199" fmla="*/ 1934634 h 2053176"/>
              <a:gd name="connsiteX1200" fmla="*/ 8949842 w 12188965"/>
              <a:gd name="connsiteY1200" fmla="*/ 1934634 h 2053176"/>
              <a:gd name="connsiteX1201" fmla="*/ 8975503 w 12188965"/>
              <a:gd name="connsiteY1201" fmla="*/ 1960293 h 2053176"/>
              <a:gd name="connsiteX1202" fmla="*/ 8949842 w 12188965"/>
              <a:gd name="connsiteY1202" fmla="*/ 1985952 h 2053176"/>
              <a:gd name="connsiteX1203" fmla="*/ 8924183 w 12188965"/>
              <a:gd name="connsiteY1203" fmla="*/ 1960293 h 2053176"/>
              <a:gd name="connsiteX1204" fmla="*/ 8949842 w 12188965"/>
              <a:gd name="connsiteY1204" fmla="*/ 1934634 h 2053176"/>
              <a:gd name="connsiteX1205" fmla="*/ 8885637 w 12188965"/>
              <a:gd name="connsiteY1205" fmla="*/ 1934634 h 2053176"/>
              <a:gd name="connsiteX1206" fmla="*/ 8911296 w 12188965"/>
              <a:gd name="connsiteY1206" fmla="*/ 1960293 h 2053176"/>
              <a:gd name="connsiteX1207" fmla="*/ 8885637 w 12188965"/>
              <a:gd name="connsiteY1207" fmla="*/ 1985952 h 2053176"/>
              <a:gd name="connsiteX1208" fmla="*/ 8859979 w 12188965"/>
              <a:gd name="connsiteY1208" fmla="*/ 1960293 h 2053176"/>
              <a:gd name="connsiteX1209" fmla="*/ 8885637 w 12188965"/>
              <a:gd name="connsiteY1209" fmla="*/ 1934634 h 2053176"/>
              <a:gd name="connsiteX1210" fmla="*/ 8821433 w 12188965"/>
              <a:gd name="connsiteY1210" fmla="*/ 1934634 h 2053176"/>
              <a:gd name="connsiteX1211" fmla="*/ 8847091 w 12188965"/>
              <a:gd name="connsiteY1211" fmla="*/ 1960293 h 2053176"/>
              <a:gd name="connsiteX1212" fmla="*/ 8821433 w 12188965"/>
              <a:gd name="connsiteY1212" fmla="*/ 1985952 h 2053176"/>
              <a:gd name="connsiteX1213" fmla="*/ 8795772 w 12188965"/>
              <a:gd name="connsiteY1213" fmla="*/ 1960293 h 2053176"/>
              <a:gd name="connsiteX1214" fmla="*/ 8821433 w 12188965"/>
              <a:gd name="connsiteY1214" fmla="*/ 1934634 h 2053176"/>
              <a:gd name="connsiteX1215" fmla="*/ 8757226 w 12188965"/>
              <a:gd name="connsiteY1215" fmla="*/ 1934634 h 2053176"/>
              <a:gd name="connsiteX1216" fmla="*/ 8782887 w 12188965"/>
              <a:gd name="connsiteY1216" fmla="*/ 1960293 h 2053176"/>
              <a:gd name="connsiteX1217" fmla="*/ 8757226 w 12188965"/>
              <a:gd name="connsiteY1217" fmla="*/ 1985952 h 2053176"/>
              <a:gd name="connsiteX1218" fmla="*/ 8731568 w 12188965"/>
              <a:gd name="connsiteY1218" fmla="*/ 1960293 h 2053176"/>
              <a:gd name="connsiteX1219" fmla="*/ 8757226 w 12188965"/>
              <a:gd name="connsiteY1219" fmla="*/ 1934634 h 2053176"/>
              <a:gd name="connsiteX1220" fmla="*/ 8692904 w 12188965"/>
              <a:gd name="connsiteY1220" fmla="*/ 1934634 h 2053176"/>
              <a:gd name="connsiteX1221" fmla="*/ 8718565 w 12188965"/>
              <a:gd name="connsiteY1221" fmla="*/ 1960293 h 2053176"/>
              <a:gd name="connsiteX1222" fmla="*/ 8692904 w 12188965"/>
              <a:gd name="connsiteY1222" fmla="*/ 1985952 h 2053176"/>
              <a:gd name="connsiteX1223" fmla="*/ 8667246 w 12188965"/>
              <a:gd name="connsiteY1223" fmla="*/ 1960293 h 2053176"/>
              <a:gd name="connsiteX1224" fmla="*/ 8692904 w 12188965"/>
              <a:gd name="connsiteY1224" fmla="*/ 1934634 h 2053176"/>
              <a:gd name="connsiteX1225" fmla="*/ 8628699 w 12188965"/>
              <a:gd name="connsiteY1225" fmla="*/ 1934634 h 2053176"/>
              <a:gd name="connsiteX1226" fmla="*/ 8654358 w 12188965"/>
              <a:gd name="connsiteY1226" fmla="*/ 1960293 h 2053176"/>
              <a:gd name="connsiteX1227" fmla="*/ 8628699 w 12188965"/>
              <a:gd name="connsiteY1227" fmla="*/ 1985952 h 2053176"/>
              <a:gd name="connsiteX1228" fmla="*/ 8603041 w 12188965"/>
              <a:gd name="connsiteY1228" fmla="*/ 1960293 h 2053176"/>
              <a:gd name="connsiteX1229" fmla="*/ 8628699 w 12188965"/>
              <a:gd name="connsiteY1229" fmla="*/ 1934634 h 2053176"/>
              <a:gd name="connsiteX1230" fmla="*/ 8564495 w 12188965"/>
              <a:gd name="connsiteY1230" fmla="*/ 1934634 h 2053176"/>
              <a:gd name="connsiteX1231" fmla="*/ 8590153 w 12188965"/>
              <a:gd name="connsiteY1231" fmla="*/ 1960293 h 2053176"/>
              <a:gd name="connsiteX1232" fmla="*/ 8564495 w 12188965"/>
              <a:gd name="connsiteY1232" fmla="*/ 1985952 h 2053176"/>
              <a:gd name="connsiteX1233" fmla="*/ 8538837 w 12188965"/>
              <a:gd name="connsiteY1233" fmla="*/ 1960293 h 2053176"/>
              <a:gd name="connsiteX1234" fmla="*/ 8564495 w 12188965"/>
              <a:gd name="connsiteY1234" fmla="*/ 1934634 h 2053176"/>
              <a:gd name="connsiteX1235" fmla="*/ 8500288 w 12188965"/>
              <a:gd name="connsiteY1235" fmla="*/ 1934634 h 2053176"/>
              <a:gd name="connsiteX1236" fmla="*/ 8525949 w 12188965"/>
              <a:gd name="connsiteY1236" fmla="*/ 1960293 h 2053176"/>
              <a:gd name="connsiteX1237" fmla="*/ 8500288 w 12188965"/>
              <a:gd name="connsiteY1237" fmla="*/ 1985952 h 2053176"/>
              <a:gd name="connsiteX1238" fmla="*/ 8474630 w 12188965"/>
              <a:gd name="connsiteY1238" fmla="*/ 1960293 h 2053176"/>
              <a:gd name="connsiteX1239" fmla="*/ 8500288 w 12188965"/>
              <a:gd name="connsiteY1239" fmla="*/ 1934634 h 2053176"/>
              <a:gd name="connsiteX1240" fmla="*/ 8436084 w 12188965"/>
              <a:gd name="connsiteY1240" fmla="*/ 1934634 h 2053176"/>
              <a:gd name="connsiteX1241" fmla="*/ 8461745 w 12188965"/>
              <a:gd name="connsiteY1241" fmla="*/ 1960293 h 2053176"/>
              <a:gd name="connsiteX1242" fmla="*/ 8436084 w 12188965"/>
              <a:gd name="connsiteY1242" fmla="*/ 1985952 h 2053176"/>
              <a:gd name="connsiteX1243" fmla="*/ 8410426 w 12188965"/>
              <a:gd name="connsiteY1243" fmla="*/ 1960293 h 2053176"/>
              <a:gd name="connsiteX1244" fmla="*/ 8436084 w 12188965"/>
              <a:gd name="connsiteY1244" fmla="*/ 1934634 h 2053176"/>
              <a:gd name="connsiteX1245" fmla="*/ 8371879 w 12188965"/>
              <a:gd name="connsiteY1245" fmla="*/ 1934634 h 2053176"/>
              <a:gd name="connsiteX1246" fmla="*/ 8397538 w 12188965"/>
              <a:gd name="connsiteY1246" fmla="*/ 1960293 h 2053176"/>
              <a:gd name="connsiteX1247" fmla="*/ 8371879 w 12188965"/>
              <a:gd name="connsiteY1247" fmla="*/ 1985952 h 2053176"/>
              <a:gd name="connsiteX1248" fmla="*/ 8346221 w 12188965"/>
              <a:gd name="connsiteY1248" fmla="*/ 1960293 h 2053176"/>
              <a:gd name="connsiteX1249" fmla="*/ 8371879 w 12188965"/>
              <a:gd name="connsiteY1249" fmla="*/ 1934634 h 2053176"/>
              <a:gd name="connsiteX1250" fmla="*/ 8307675 w 12188965"/>
              <a:gd name="connsiteY1250" fmla="*/ 1934634 h 2053176"/>
              <a:gd name="connsiteX1251" fmla="*/ 8333333 w 12188965"/>
              <a:gd name="connsiteY1251" fmla="*/ 1960293 h 2053176"/>
              <a:gd name="connsiteX1252" fmla="*/ 8307675 w 12188965"/>
              <a:gd name="connsiteY1252" fmla="*/ 1985952 h 2053176"/>
              <a:gd name="connsiteX1253" fmla="*/ 8282014 w 12188965"/>
              <a:gd name="connsiteY1253" fmla="*/ 1960293 h 2053176"/>
              <a:gd name="connsiteX1254" fmla="*/ 8307675 w 12188965"/>
              <a:gd name="connsiteY1254" fmla="*/ 1934634 h 2053176"/>
              <a:gd name="connsiteX1255" fmla="*/ 8243468 w 12188965"/>
              <a:gd name="connsiteY1255" fmla="*/ 1934634 h 2053176"/>
              <a:gd name="connsiteX1256" fmla="*/ 8269126 w 12188965"/>
              <a:gd name="connsiteY1256" fmla="*/ 1960293 h 2053176"/>
              <a:gd name="connsiteX1257" fmla="*/ 8243468 w 12188965"/>
              <a:gd name="connsiteY1257" fmla="*/ 1985952 h 2053176"/>
              <a:gd name="connsiteX1258" fmla="*/ 8217810 w 12188965"/>
              <a:gd name="connsiteY1258" fmla="*/ 1960293 h 2053176"/>
              <a:gd name="connsiteX1259" fmla="*/ 8243468 w 12188965"/>
              <a:gd name="connsiteY1259" fmla="*/ 1934634 h 2053176"/>
              <a:gd name="connsiteX1260" fmla="*/ 8179264 w 12188965"/>
              <a:gd name="connsiteY1260" fmla="*/ 1934634 h 2053176"/>
              <a:gd name="connsiteX1261" fmla="*/ 8204922 w 12188965"/>
              <a:gd name="connsiteY1261" fmla="*/ 1960293 h 2053176"/>
              <a:gd name="connsiteX1262" fmla="*/ 8179264 w 12188965"/>
              <a:gd name="connsiteY1262" fmla="*/ 1985952 h 2053176"/>
              <a:gd name="connsiteX1263" fmla="*/ 8153603 w 12188965"/>
              <a:gd name="connsiteY1263" fmla="*/ 1960293 h 2053176"/>
              <a:gd name="connsiteX1264" fmla="*/ 8179264 w 12188965"/>
              <a:gd name="connsiteY1264" fmla="*/ 1934634 h 2053176"/>
              <a:gd name="connsiteX1265" fmla="*/ 8115057 w 12188965"/>
              <a:gd name="connsiteY1265" fmla="*/ 1934634 h 2053176"/>
              <a:gd name="connsiteX1266" fmla="*/ 8140717 w 12188965"/>
              <a:gd name="connsiteY1266" fmla="*/ 1960293 h 2053176"/>
              <a:gd name="connsiteX1267" fmla="*/ 8115057 w 12188965"/>
              <a:gd name="connsiteY1267" fmla="*/ 1985952 h 2053176"/>
              <a:gd name="connsiteX1268" fmla="*/ 8089398 w 12188965"/>
              <a:gd name="connsiteY1268" fmla="*/ 1960293 h 2053176"/>
              <a:gd name="connsiteX1269" fmla="*/ 8115057 w 12188965"/>
              <a:gd name="connsiteY1269" fmla="*/ 1934634 h 2053176"/>
              <a:gd name="connsiteX1270" fmla="*/ 8050852 w 12188965"/>
              <a:gd name="connsiteY1270" fmla="*/ 1934634 h 2053176"/>
              <a:gd name="connsiteX1271" fmla="*/ 8076510 w 12188965"/>
              <a:gd name="connsiteY1271" fmla="*/ 1960293 h 2053176"/>
              <a:gd name="connsiteX1272" fmla="*/ 8050852 w 12188965"/>
              <a:gd name="connsiteY1272" fmla="*/ 1985952 h 2053176"/>
              <a:gd name="connsiteX1273" fmla="*/ 8025194 w 12188965"/>
              <a:gd name="connsiteY1273" fmla="*/ 1960293 h 2053176"/>
              <a:gd name="connsiteX1274" fmla="*/ 8050852 w 12188965"/>
              <a:gd name="connsiteY1274" fmla="*/ 1934634 h 2053176"/>
              <a:gd name="connsiteX1275" fmla="*/ 7986648 w 12188965"/>
              <a:gd name="connsiteY1275" fmla="*/ 1934634 h 2053176"/>
              <a:gd name="connsiteX1276" fmla="*/ 8012306 w 12188965"/>
              <a:gd name="connsiteY1276" fmla="*/ 1960293 h 2053176"/>
              <a:gd name="connsiteX1277" fmla="*/ 7986648 w 12188965"/>
              <a:gd name="connsiteY1277" fmla="*/ 1985952 h 2053176"/>
              <a:gd name="connsiteX1278" fmla="*/ 7960990 w 12188965"/>
              <a:gd name="connsiteY1278" fmla="*/ 1960293 h 2053176"/>
              <a:gd name="connsiteX1279" fmla="*/ 7986648 w 12188965"/>
              <a:gd name="connsiteY1279" fmla="*/ 1934634 h 2053176"/>
              <a:gd name="connsiteX1280" fmla="*/ 7922444 w 12188965"/>
              <a:gd name="connsiteY1280" fmla="*/ 1934634 h 2053176"/>
              <a:gd name="connsiteX1281" fmla="*/ 7948102 w 12188965"/>
              <a:gd name="connsiteY1281" fmla="*/ 1960293 h 2053176"/>
              <a:gd name="connsiteX1282" fmla="*/ 7922444 w 12188965"/>
              <a:gd name="connsiteY1282" fmla="*/ 1985952 h 2053176"/>
              <a:gd name="connsiteX1283" fmla="*/ 7896783 w 12188965"/>
              <a:gd name="connsiteY1283" fmla="*/ 1960293 h 2053176"/>
              <a:gd name="connsiteX1284" fmla="*/ 7922444 w 12188965"/>
              <a:gd name="connsiteY1284" fmla="*/ 1934634 h 2053176"/>
              <a:gd name="connsiteX1285" fmla="*/ 7858237 w 12188965"/>
              <a:gd name="connsiteY1285" fmla="*/ 1934634 h 2053176"/>
              <a:gd name="connsiteX1286" fmla="*/ 7883895 w 12188965"/>
              <a:gd name="connsiteY1286" fmla="*/ 1960293 h 2053176"/>
              <a:gd name="connsiteX1287" fmla="*/ 7858237 w 12188965"/>
              <a:gd name="connsiteY1287" fmla="*/ 1985952 h 2053176"/>
              <a:gd name="connsiteX1288" fmla="*/ 7832578 w 12188965"/>
              <a:gd name="connsiteY1288" fmla="*/ 1960293 h 2053176"/>
              <a:gd name="connsiteX1289" fmla="*/ 7858237 w 12188965"/>
              <a:gd name="connsiteY1289" fmla="*/ 1934634 h 2053176"/>
              <a:gd name="connsiteX1290" fmla="*/ 7794032 w 12188965"/>
              <a:gd name="connsiteY1290" fmla="*/ 1934634 h 2053176"/>
              <a:gd name="connsiteX1291" fmla="*/ 7819690 w 12188965"/>
              <a:gd name="connsiteY1291" fmla="*/ 1960293 h 2053176"/>
              <a:gd name="connsiteX1292" fmla="*/ 7794032 w 12188965"/>
              <a:gd name="connsiteY1292" fmla="*/ 1985952 h 2053176"/>
              <a:gd name="connsiteX1293" fmla="*/ 7768371 w 12188965"/>
              <a:gd name="connsiteY1293" fmla="*/ 1960293 h 2053176"/>
              <a:gd name="connsiteX1294" fmla="*/ 7794032 w 12188965"/>
              <a:gd name="connsiteY1294" fmla="*/ 1934634 h 2053176"/>
              <a:gd name="connsiteX1295" fmla="*/ 7729825 w 12188965"/>
              <a:gd name="connsiteY1295" fmla="*/ 1934634 h 2053176"/>
              <a:gd name="connsiteX1296" fmla="*/ 7755486 w 12188965"/>
              <a:gd name="connsiteY1296" fmla="*/ 1960293 h 2053176"/>
              <a:gd name="connsiteX1297" fmla="*/ 7729825 w 12188965"/>
              <a:gd name="connsiteY1297" fmla="*/ 1985952 h 2053176"/>
              <a:gd name="connsiteX1298" fmla="*/ 7704167 w 12188965"/>
              <a:gd name="connsiteY1298" fmla="*/ 1960293 h 2053176"/>
              <a:gd name="connsiteX1299" fmla="*/ 7729825 w 12188965"/>
              <a:gd name="connsiteY1299" fmla="*/ 1934634 h 2053176"/>
              <a:gd name="connsiteX1300" fmla="*/ 7665621 w 12188965"/>
              <a:gd name="connsiteY1300" fmla="*/ 1934634 h 2053176"/>
              <a:gd name="connsiteX1301" fmla="*/ 7691279 w 12188965"/>
              <a:gd name="connsiteY1301" fmla="*/ 1960293 h 2053176"/>
              <a:gd name="connsiteX1302" fmla="*/ 7665621 w 12188965"/>
              <a:gd name="connsiteY1302" fmla="*/ 1985952 h 2053176"/>
              <a:gd name="connsiteX1303" fmla="*/ 7639963 w 12188965"/>
              <a:gd name="connsiteY1303" fmla="*/ 1960293 h 2053176"/>
              <a:gd name="connsiteX1304" fmla="*/ 7665621 w 12188965"/>
              <a:gd name="connsiteY1304" fmla="*/ 1934634 h 2053176"/>
              <a:gd name="connsiteX1305" fmla="*/ 7601299 w 12188965"/>
              <a:gd name="connsiteY1305" fmla="*/ 1934634 h 2053176"/>
              <a:gd name="connsiteX1306" fmla="*/ 7626959 w 12188965"/>
              <a:gd name="connsiteY1306" fmla="*/ 1960293 h 2053176"/>
              <a:gd name="connsiteX1307" fmla="*/ 7601299 w 12188965"/>
              <a:gd name="connsiteY1307" fmla="*/ 1985952 h 2053176"/>
              <a:gd name="connsiteX1308" fmla="*/ 7575640 w 12188965"/>
              <a:gd name="connsiteY1308" fmla="*/ 1960293 h 2053176"/>
              <a:gd name="connsiteX1309" fmla="*/ 7601299 w 12188965"/>
              <a:gd name="connsiteY1309" fmla="*/ 1934634 h 2053176"/>
              <a:gd name="connsiteX1310" fmla="*/ 7537094 w 12188965"/>
              <a:gd name="connsiteY1310" fmla="*/ 1934634 h 2053176"/>
              <a:gd name="connsiteX1311" fmla="*/ 7562752 w 12188965"/>
              <a:gd name="connsiteY1311" fmla="*/ 1960293 h 2053176"/>
              <a:gd name="connsiteX1312" fmla="*/ 7537094 w 12188965"/>
              <a:gd name="connsiteY1312" fmla="*/ 1985952 h 2053176"/>
              <a:gd name="connsiteX1313" fmla="*/ 7511436 w 12188965"/>
              <a:gd name="connsiteY1313" fmla="*/ 1960293 h 2053176"/>
              <a:gd name="connsiteX1314" fmla="*/ 7537094 w 12188965"/>
              <a:gd name="connsiteY1314" fmla="*/ 1934634 h 2053176"/>
              <a:gd name="connsiteX1315" fmla="*/ 7472890 w 12188965"/>
              <a:gd name="connsiteY1315" fmla="*/ 1934634 h 2053176"/>
              <a:gd name="connsiteX1316" fmla="*/ 7498548 w 12188965"/>
              <a:gd name="connsiteY1316" fmla="*/ 1960293 h 2053176"/>
              <a:gd name="connsiteX1317" fmla="*/ 7472890 w 12188965"/>
              <a:gd name="connsiteY1317" fmla="*/ 1985952 h 2053176"/>
              <a:gd name="connsiteX1318" fmla="*/ 7447229 w 12188965"/>
              <a:gd name="connsiteY1318" fmla="*/ 1960293 h 2053176"/>
              <a:gd name="connsiteX1319" fmla="*/ 7472890 w 12188965"/>
              <a:gd name="connsiteY1319" fmla="*/ 1934634 h 2053176"/>
              <a:gd name="connsiteX1320" fmla="*/ 7408683 w 12188965"/>
              <a:gd name="connsiteY1320" fmla="*/ 1934634 h 2053176"/>
              <a:gd name="connsiteX1321" fmla="*/ 7434341 w 12188965"/>
              <a:gd name="connsiteY1321" fmla="*/ 1960293 h 2053176"/>
              <a:gd name="connsiteX1322" fmla="*/ 7408683 w 12188965"/>
              <a:gd name="connsiteY1322" fmla="*/ 1985952 h 2053176"/>
              <a:gd name="connsiteX1323" fmla="*/ 7383025 w 12188965"/>
              <a:gd name="connsiteY1323" fmla="*/ 1960293 h 2053176"/>
              <a:gd name="connsiteX1324" fmla="*/ 7408683 w 12188965"/>
              <a:gd name="connsiteY1324" fmla="*/ 1934634 h 2053176"/>
              <a:gd name="connsiteX1325" fmla="*/ 7344479 w 12188965"/>
              <a:gd name="connsiteY1325" fmla="*/ 1934634 h 2053176"/>
              <a:gd name="connsiteX1326" fmla="*/ 7370137 w 12188965"/>
              <a:gd name="connsiteY1326" fmla="*/ 1960293 h 2053176"/>
              <a:gd name="connsiteX1327" fmla="*/ 7344479 w 12188965"/>
              <a:gd name="connsiteY1327" fmla="*/ 1985952 h 2053176"/>
              <a:gd name="connsiteX1328" fmla="*/ 7318820 w 12188965"/>
              <a:gd name="connsiteY1328" fmla="*/ 1960293 h 2053176"/>
              <a:gd name="connsiteX1329" fmla="*/ 7344479 w 12188965"/>
              <a:gd name="connsiteY1329" fmla="*/ 1934634 h 2053176"/>
              <a:gd name="connsiteX1330" fmla="*/ 7280274 w 12188965"/>
              <a:gd name="connsiteY1330" fmla="*/ 1934634 h 2053176"/>
              <a:gd name="connsiteX1331" fmla="*/ 7305932 w 12188965"/>
              <a:gd name="connsiteY1331" fmla="*/ 1960293 h 2053176"/>
              <a:gd name="connsiteX1332" fmla="*/ 7280274 w 12188965"/>
              <a:gd name="connsiteY1332" fmla="*/ 1985952 h 2053176"/>
              <a:gd name="connsiteX1333" fmla="*/ 7254613 w 12188965"/>
              <a:gd name="connsiteY1333" fmla="*/ 1960293 h 2053176"/>
              <a:gd name="connsiteX1334" fmla="*/ 7280274 w 12188965"/>
              <a:gd name="connsiteY1334" fmla="*/ 1934634 h 2053176"/>
              <a:gd name="connsiteX1335" fmla="*/ 7216067 w 12188965"/>
              <a:gd name="connsiteY1335" fmla="*/ 1934634 h 2053176"/>
              <a:gd name="connsiteX1336" fmla="*/ 7241725 w 12188965"/>
              <a:gd name="connsiteY1336" fmla="*/ 1960293 h 2053176"/>
              <a:gd name="connsiteX1337" fmla="*/ 7216067 w 12188965"/>
              <a:gd name="connsiteY1337" fmla="*/ 1985952 h 2053176"/>
              <a:gd name="connsiteX1338" fmla="*/ 7190409 w 12188965"/>
              <a:gd name="connsiteY1338" fmla="*/ 1960293 h 2053176"/>
              <a:gd name="connsiteX1339" fmla="*/ 7216067 w 12188965"/>
              <a:gd name="connsiteY1339" fmla="*/ 1934634 h 2053176"/>
              <a:gd name="connsiteX1340" fmla="*/ 7151863 w 12188965"/>
              <a:gd name="connsiteY1340" fmla="*/ 1934634 h 2053176"/>
              <a:gd name="connsiteX1341" fmla="*/ 7177521 w 12188965"/>
              <a:gd name="connsiteY1341" fmla="*/ 1960293 h 2053176"/>
              <a:gd name="connsiteX1342" fmla="*/ 7151863 w 12188965"/>
              <a:gd name="connsiteY1342" fmla="*/ 1985952 h 2053176"/>
              <a:gd name="connsiteX1343" fmla="*/ 7126205 w 12188965"/>
              <a:gd name="connsiteY1343" fmla="*/ 1960293 h 2053176"/>
              <a:gd name="connsiteX1344" fmla="*/ 7151863 w 12188965"/>
              <a:gd name="connsiteY1344" fmla="*/ 1934634 h 2053176"/>
              <a:gd name="connsiteX1345" fmla="*/ 7087658 w 12188965"/>
              <a:gd name="connsiteY1345" fmla="*/ 1934634 h 2053176"/>
              <a:gd name="connsiteX1346" fmla="*/ 7113317 w 12188965"/>
              <a:gd name="connsiteY1346" fmla="*/ 1960293 h 2053176"/>
              <a:gd name="connsiteX1347" fmla="*/ 7087658 w 12188965"/>
              <a:gd name="connsiteY1347" fmla="*/ 1985952 h 2053176"/>
              <a:gd name="connsiteX1348" fmla="*/ 7061998 w 12188965"/>
              <a:gd name="connsiteY1348" fmla="*/ 1960293 h 2053176"/>
              <a:gd name="connsiteX1349" fmla="*/ 7087658 w 12188965"/>
              <a:gd name="connsiteY1349" fmla="*/ 1934634 h 2053176"/>
              <a:gd name="connsiteX1350" fmla="*/ 7023451 w 12188965"/>
              <a:gd name="connsiteY1350" fmla="*/ 1934634 h 2053176"/>
              <a:gd name="connsiteX1351" fmla="*/ 7049112 w 12188965"/>
              <a:gd name="connsiteY1351" fmla="*/ 1960293 h 2053176"/>
              <a:gd name="connsiteX1352" fmla="*/ 7023451 w 12188965"/>
              <a:gd name="connsiteY1352" fmla="*/ 1985952 h 2053176"/>
              <a:gd name="connsiteX1353" fmla="*/ 6997793 w 12188965"/>
              <a:gd name="connsiteY1353" fmla="*/ 1960293 h 2053176"/>
              <a:gd name="connsiteX1354" fmla="*/ 7023451 w 12188965"/>
              <a:gd name="connsiteY1354" fmla="*/ 1934634 h 2053176"/>
              <a:gd name="connsiteX1355" fmla="*/ 6959247 w 12188965"/>
              <a:gd name="connsiteY1355" fmla="*/ 1934634 h 2053176"/>
              <a:gd name="connsiteX1356" fmla="*/ 6984905 w 12188965"/>
              <a:gd name="connsiteY1356" fmla="*/ 1960293 h 2053176"/>
              <a:gd name="connsiteX1357" fmla="*/ 6959247 w 12188965"/>
              <a:gd name="connsiteY1357" fmla="*/ 1985952 h 2053176"/>
              <a:gd name="connsiteX1358" fmla="*/ 6933589 w 12188965"/>
              <a:gd name="connsiteY1358" fmla="*/ 1960293 h 2053176"/>
              <a:gd name="connsiteX1359" fmla="*/ 6959247 w 12188965"/>
              <a:gd name="connsiteY1359" fmla="*/ 1934634 h 2053176"/>
              <a:gd name="connsiteX1360" fmla="*/ 6895043 w 12188965"/>
              <a:gd name="connsiteY1360" fmla="*/ 1934634 h 2053176"/>
              <a:gd name="connsiteX1361" fmla="*/ 6920701 w 12188965"/>
              <a:gd name="connsiteY1361" fmla="*/ 1960293 h 2053176"/>
              <a:gd name="connsiteX1362" fmla="*/ 6895043 w 12188965"/>
              <a:gd name="connsiteY1362" fmla="*/ 1985952 h 2053176"/>
              <a:gd name="connsiteX1363" fmla="*/ 6869382 w 12188965"/>
              <a:gd name="connsiteY1363" fmla="*/ 1960293 h 2053176"/>
              <a:gd name="connsiteX1364" fmla="*/ 6895043 w 12188965"/>
              <a:gd name="connsiteY1364" fmla="*/ 1934634 h 2053176"/>
              <a:gd name="connsiteX1365" fmla="*/ 6830836 w 12188965"/>
              <a:gd name="connsiteY1365" fmla="*/ 1934634 h 2053176"/>
              <a:gd name="connsiteX1366" fmla="*/ 6856494 w 12188965"/>
              <a:gd name="connsiteY1366" fmla="*/ 1960293 h 2053176"/>
              <a:gd name="connsiteX1367" fmla="*/ 6830836 w 12188965"/>
              <a:gd name="connsiteY1367" fmla="*/ 1985952 h 2053176"/>
              <a:gd name="connsiteX1368" fmla="*/ 6805178 w 12188965"/>
              <a:gd name="connsiteY1368" fmla="*/ 1960293 h 2053176"/>
              <a:gd name="connsiteX1369" fmla="*/ 6830836 w 12188965"/>
              <a:gd name="connsiteY1369" fmla="*/ 1934634 h 2053176"/>
              <a:gd name="connsiteX1370" fmla="*/ 6766631 w 12188965"/>
              <a:gd name="connsiteY1370" fmla="*/ 1934634 h 2053176"/>
              <a:gd name="connsiteX1371" fmla="*/ 6792290 w 12188965"/>
              <a:gd name="connsiteY1371" fmla="*/ 1960293 h 2053176"/>
              <a:gd name="connsiteX1372" fmla="*/ 6766631 w 12188965"/>
              <a:gd name="connsiteY1372" fmla="*/ 1985952 h 2053176"/>
              <a:gd name="connsiteX1373" fmla="*/ 6740973 w 12188965"/>
              <a:gd name="connsiteY1373" fmla="*/ 1960293 h 2053176"/>
              <a:gd name="connsiteX1374" fmla="*/ 6766631 w 12188965"/>
              <a:gd name="connsiteY1374" fmla="*/ 1934634 h 2053176"/>
              <a:gd name="connsiteX1375" fmla="*/ 6702427 w 12188965"/>
              <a:gd name="connsiteY1375" fmla="*/ 1934634 h 2053176"/>
              <a:gd name="connsiteX1376" fmla="*/ 6728085 w 12188965"/>
              <a:gd name="connsiteY1376" fmla="*/ 1960293 h 2053176"/>
              <a:gd name="connsiteX1377" fmla="*/ 6702427 w 12188965"/>
              <a:gd name="connsiteY1377" fmla="*/ 1985952 h 2053176"/>
              <a:gd name="connsiteX1378" fmla="*/ 6676766 w 12188965"/>
              <a:gd name="connsiteY1378" fmla="*/ 1960293 h 2053176"/>
              <a:gd name="connsiteX1379" fmla="*/ 6702427 w 12188965"/>
              <a:gd name="connsiteY1379" fmla="*/ 1934634 h 2053176"/>
              <a:gd name="connsiteX1380" fmla="*/ 6638220 w 12188965"/>
              <a:gd name="connsiteY1380" fmla="*/ 1934634 h 2053176"/>
              <a:gd name="connsiteX1381" fmla="*/ 6663881 w 12188965"/>
              <a:gd name="connsiteY1381" fmla="*/ 1960293 h 2053176"/>
              <a:gd name="connsiteX1382" fmla="*/ 6638220 w 12188965"/>
              <a:gd name="connsiteY1382" fmla="*/ 1985952 h 2053176"/>
              <a:gd name="connsiteX1383" fmla="*/ 6612562 w 12188965"/>
              <a:gd name="connsiteY1383" fmla="*/ 1960293 h 2053176"/>
              <a:gd name="connsiteX1384" fmla="*/ 6638220 w 12188965"/>
              <a:gd name="connsiteY1384" fmla="*/ 1934634 h 2053176"/>
              <a:gd name="connsiteX1385" fmla="*/ 6574016 w 12188965"/>
              <a:gd name="connsiteY1385" fmla="*/ 1934634 h 2053176"/>
              <a:gd name="connsiteX1386" fmla="*/ 6599674 w 12188965"/>
              <a:gd name="connsiteY1386" fmla="*/ 1960293 h 2053176"/>
              <a:gd name="connsiteX1387" fmla="*/ 6574016 w 12188965"/>
              <a:gd name="connsiteY1387" fmla="*/ 1985952 h 2053176"/>
              <a:gd name="connsiteX1388" fmla="*/ 6548357 w 12188965"/>
              <a:gd name="connsiteY1388" fmla="*/ 1960293 h 2053176"/>
              <a:gd name="connsiteX1389" fmla="*/ 6574016 w 12188965"/>
              <a:gd name="connsiteY1389" fmla="*/ 1934634 h 2053176"/>
              <a:gd name="connsiteX1390" fmla="*/ 6509693 w 12188965"/>
              <a:gd name="connsiteY1390" fmla="*/ 1934634 h 2053176"/>
              <a:gd name="connsiteX1391" fmla="*/ 6535352 w 12188965"/>
              <a:gd name="connsiteY1391" fmla="*/ 1960293 h 2053176"/>
              <a:gd name="connsiteX1392" fmla="*/ 6509693 w 12188965"/>
              <a:gd name="connsiteY1392" fmla="*/ 1985952 h 2053176"/>
              <a:gd name="connsiteX1393" fmla="*/ 6484035 w 12188965"/>
              <a:gd name="connsiteY1393" fmla="*/ 1960293 h 2053176"/>
              <a:gd name="connsiteX1394" fmla="*/ 6509693 w 12188965"/>
              <a:gd name="connsiteY1394" fmla="*/ 1934634 h 2053176"/>
              <a:gd name="connsiteX1395" fmla="*/ 6445489 w 12188965"/>
              <a:gd name="connsiteY1395" fmla="*/ 1934634 h 2053176"/>
              <a:gd name="connsiteX1396" fmla="*/ 6471147 w 12188965"/>
              <a:gd name="connsiteY1396" fmla="*/ 1960293 h 2053176"/>
              <a:gd name="connsiteX1397" fmla="*/ 6445489 w 12188965"/>
              <a:gd name="connsiteY1397" fmla="*/ 1985952 h 2053176"/>
              <a:gd name="connsiteX1398" fmla="*/ 6419831 w 12188965"/>
              <a:gd name="connsiteY1398" fmla="*/ 1960293 h 2053176"/>
              <a:gd name="connsiteX1399" fmla="*/ 6445489 w 12188965"/>
              <a:gd name="connsiteY1399" fmla="*/ 1934634 h 2053176"/>
              <a:gd name="connsiteX1400" fmla="*/ 6381282 w 12188965"/>
              <a:gd name="connsiteY1400" fmla="*/ 1934634 h 2053176"/>
              <a:gd name="connsiteX1401" fmla="*/ 6406943 w 12188965"/>
              <a:gd name="connsiteY1401" fmla="*/ 1960293 h 2053176"/>
              <a:gd name="connsiteX1402" fmla="*/ 6381282 w 12188965"/>
              <a:gd name="connsiteY1402" fmla="*/ 1985952 h 2053176"/>
              <a:gd name="connsiteX1403" fmla="*/ 6355624 w 12188965"/>
              <a:gd name="connsiteY1403" fmla="*/ 1960293 h 2053176"/>
              <a:gd name="connsiteX1404" fmla="*/ 6381282 w 12188965"/>
              <a:gd name="connsiteY1404" fmla="*/ 1934634 h 2053176"/>
              <a:gd name="connsiteX1405" fmla="*/ 6317078 w 12188965"/>
              <a:gd name="connsiteY1405" fmla="*/ 1934634 h 2053176"/>
              <a:gd name="connsiteX1406" fmla="*/ 6342736 w 12188965"/>
              <a:gd name="connsiteY1406" fmla="*/ 1960293 h 2053176"/>
              <a:gd name="connsiteX1407" fmla="*/ 6317078 w 12188965"/>
              <a:gd name="connsiteY1407" fmla="*/ 1985952 h 2053176"/>
              <a:gd name="connsiteX1408" fmla="*/ 6291420 w 12188965"/>
              <a:gd name="connsiteY1408" fmla="*/ 1960293 h 2053176"/>
              <a:gd name="connsiteX1409" fmla="*/ 6317078 w 12188965"/>
              <a:gd name="connsiteY1409" fmla="*/ 1934634 h 2053176"/>
              <a:gd name="connsiteX1410" fmla="*/ 6252873 w 12188965"/>
              <a:gd name="connsiteY1410" fmla="*/ 1934634 h 2053176"/>
              <a:gd name="connsiteX1411" fmla="*/ 6278532 w 12188965"/>
              <a:gd name="connsiteY1411" fmla="*/ 1960293 h 2053176"/>
              <a:gd name="connsiteX1412" fmla="*/ 6252873 w 12188965"/>
              <a:gd name="connsiteY1412" fmla="*/ 1985952 h 2053176"/>
              <a:gd name="connsiteX1413" fmla="*/ 6227213 w 12188965"/>
              <a:gd name="connsiteY1413" fmla="*/ 1960293 h 2053176"/>
              <a:gd name="connsiteX1414" fmla="*/ 6252873 w 12188965"/>
              <a:gd name="connsiteY1414" fmla="*/ 1934634 h 2053176"/>
              <a:gd name="connsiteX1415" fmla="*/ 6188666 w 12188965"/>
              <a:gd name="connsiteY1415" fmla="*/ 1934634 h 2053176"/>
              <a:gd name="connsiteX1416" fmla="*/ 6214327 w 12188965"/>
              <a:gd name="connsiteY1416" fmla="*/ 1960293 h 2053176"/>
              <a:gd name="connsiteX1417" fmla="*/ 6188666 w 12188965"/>
              <a:gd name="connsiteY1417" fmla="*/ 1985952 h 2053176"/>
              <a:gd name="connsiteX1418" fmla="*/ 6163008 w 12188965"/>
              <a:gd name="connsiteY1418" fmla="*/ 1960293 h 2053176"/>
              <a:gd name="connsiteX1419" fmla="*/ 6188666 w 12188965"/>
              <a:gd name="connsiteY1419" fmla="*/ 1934634 h 2053176"/>
              <a:gd name="connsiteX1420" fmla="*/ 6124462 w 12188965"/>
              <a:gd name="connsiteY1420" fmla="*/ 1934634 h 2053176"/>
              <a:gd name="connsiteX1421" fmla="*/ 6150123 w 12188965"/>
              <a:gd name="connsiteY1421" fmla="*/ 1960293 h 2053176"/>
              <a:gd name="connsiteX1422" fmla="*/ 6124462 w 12188965"/>
              <a:gd name="connsiteY1422" fmla="*/ 1985952 h 2053176"/>
              <a:gd name="connsiteX1423" fmla="*/ 6098804 w 12188965"/>
              <a:gd name="connsiteY1423" fmla="*/ 1960293 h 2053176"/>
              <a:gd name="connsiteX1424" fmla="*/ 6124462 w 12188965"/>
              <a:gd name="connsiteY1424" fmla="*/ 1934634 h 2053176"/>
              <a:gd name="connsiteX1425" fmla="*/ 6064505 w 12188965"/>
              <a:gd name="connsiteY1425" fmla="*/ 1934634 h 2053176"/>
              <a:gd name="connsiteX1426" fmla="*/ 6090163 w 12188965"/>
              <a:gd name="connsiteY1426" fmla="*/ 1960293 h 2053176"/>
              <a:gd name="connsiteX1427" fmla="*/ 6064505 w 12188965"/>
              <a:gd name="connsiteY1427" fmla="*/ 1985952 h 2053176"/>
              <a:gd name="connsiteX1428" fmla="*/ 6038844 w 12188965"/>
              <a:gd name="connsiteY1428" fmla="*/ 1960293 h 2053176"/>
              <a:gd name="connsiteX1429" fmla="*/ 6064505 w 12188965"/>
              <a:gd name="connsiteY1429" fmla="*/ 1934634 h 2053176"/>
              <a:gd name="connsiteX1430" fmla="*/ 6000298 w 12188965"/>
              <a:gd name="connsiteY1430" fmla="*/ 1934634 h 2053176"/>
              <a:gd name="connsiteX1431" fmla="*/ 6025956 w 12188965"/>
              <a:gd name="connsiteY1431" fmla="*/ 1960293 h 2053176"/>
              <a:gd name="connsiteX1432" fmla="*/ 6000298 w 12188965"/>
              <a:gd name="connsiteY1432" fmla="*/ 1985952 h 2053176"/>
              <a:gd name="connsiteX1433" fmla="*/ 5974639 w 12188965"/>
              <a:gd name="connsiteY1433" fmla="*/ 1960293 h 2053176"/>
              <a:gd name="connsiteX1434" fmla="*/ 6000298 w 12188965"/>
              <a:gd name="connsiteY1434" fmla="*/ 1934634 h 2053176"/>
              <a:gd name="connsiteX1435" fmla="*/ 5936092 w 12188965"/>
              <a:gd name="connsiteY1435" fmla="*/ 1934634 h 2053176"/>
              <a:gd name="connsiteX1436" fmla="*/ 5961751 w 12188965"/>
              <a:gd name="connsiteY1436" fmla="*/ 1960293 h 2053176"/>
              <a:gd name="connsiteX1437" fmla="*/ 5936092 w 12188965"/>
              <a:gd name="connsiteY1437" fmla="*/ 1985952 h 2053176"/>
              <a:gd name="connsiteX1438" fmla="*/ 5910435 w 12188965"/>
              <a:gd name="connsiteY1438" fmla="*/ 1960293 h 2053176"/>
              <a:gd name="connsiteX1439" fmla="*/ 5936092 w 12188965"/>
              <a:gd name="connsiteY1439" fmla="*/ 1934634 h 2053176"/>
              <a:gd name="connsiteX1440" fmla="*/ 5871887 w 12188965"/>
              <a:gd name="connsiteY1440" fmla="*/ 1934634 h 2053176"/>
              <a:gd name="connsiteX1441" fmla="*/ 5897547 w 12188965"/>
              <a:gd name="connsiteY1441" fmla="*/ 1960293 h 2053176"/>
              <a:gd name="connsiteX1442" fmla="*/ 5871887 w 12188965"/>
              <a:gd name="connsiteY1442" fmla="*/ 1985952 h 2053176"/>
              <a:gd name="connsiteX1443" fmla="*/ 5846228 w 12188965"/>
              <a:gd name="connsiteY1443" fmla="*/ 1960293 h 2053176"/>
              <a:gd name="connsiteX1444" fmla="*/ 5871887 w 12188965"/>
              <a:gd name="connsiteY1444" fmla="*/ 1934634 h 2053176"/>
              <a:gd name="connsiteX1445" fmla="*/ 5807683 w 12188965"/>
              <a:gd name="connsiteY1445" fmla="*/ 1934634 h 2053176"/>
              <a:gd name="connsiteX1446" fmla="*/ 5833341 w 12188965"/>
              <a:gd name="connsiteY1446" fmla="*/ 1960293 h 2053176"/>
              <a:gd name="connsiteX1447" fmla="*/ 5807683 w 12188965"/>
              <a:gd name="connsiteY1447" fmla="*/ 1985952 h 2053176"/>
              <a:gd name="connsiteX1448" fmla="*/ 5782024 w 12188965"/>
              <a:gd name="connsiteY1448" fmla="*/ 1960293 h 2053176"/>
              <a:gd name="connsiteX1449" fmla="*/ 5807683 w 12188965"/>
              <a:gd name="connsiteY1449" fmla="*/ 1934634 h 2053176"/>
              <a:gd name="connsiteX1450" fmla="*/ 5743477 w 12188965"/>
              <a:gd name="connsiteY1450" fmla="*/ 1934634 h 2053176"/>
              <a:gd name="connsiteX1451" fmla="*/ 5769136 w 12188965"/>
              <a:gd name="connsiteY1451" fmla="*/ 1960293 h 2053176"/>
              <a:gd name="connsiteX1452" fmla="*/ 5743477 w 12188965"/>
              <a:gd name="connsiteY1452" fmla="*/ 1985952 h 2053176"/>
              <a:gd name="connsiteX1453" fmla="*/ 5717818 w 12188965"/>
              <a:gd name="connsiteY1453" fmla="*/ 1960293 h 2053176"/>
              <a:gd name="connsiteX1454" fmla="*/ 5743477 w 12188965"/>
              <a:gd name="connsiteY1454" fmla="*/ 1934634 h 2053176"/>
              <a:gd name="connsiteX1455" fmla="*/ 5679272 w 12188965"/>
              <a:gd name="connsiteY1455" fmla="*/ 1934634 h 2053176"/>
              <a:gd name="connsiteX1456" fmla="*/ 5704930 w 12188965"/>
              <a:gd name="connsiteY1456" fmla="*/ 1960293 h 2053176"/>
              <a:gd name="connsiteX1457" fmla="*/ 5679272 w 12188965"/>
              <a:gd name="connsiteY1457" fmla="*/ 1985952 h 2053176"/>
              <a:gd name="connsiteX1458" fmla="*/ 5653614 w 12188965"/>
              <a:gd name="connsiteY1458" fmla="*/ 1960293 h 2053176"/>
              <a:gd name="connsiteX1459" fmla="*/ 5679272 w 12188965"/>
              <a:gd name="connsiteY1459" fmla="*/ 1934634 h 2053176"/>
              <a:gd name="connsiteX1460" fmla="*/ 5615066 w 12188965"/>
              <a:gd name="connsiteY1460" fmla="*/ 1934634 h 2053176"/>
              <a:gd name="connsiteX1461" fmla="*/ 5640726 w 12188965"/>
              <a:gd name="connsiteY1461" fmla="*/ 1960293 h 2053176"/>
              <a:gd name="connsiteX1462" fmla="*/ 5615066 w 12188965"/>
              <a:gd name="connsiteY1462" fmla="*/ 1985952 h 2053176"/>
              <a:gd name="connsiteX1463" fmla="*/ 5589407 w 12188965"/>
              <a:gd name="connsiteY1463" fmla="*/ 1960293 h 2053176"/>
              <a:gd name="connsiteX1464" fmla="*/ 5615066 w 12188965"/>
              <a:gd name="connsiteY1464" fmla="*/ 1934634 h 2053176"/>
              <a:gd name="connsiteX1465" fmla="*/ 5550862 w 12188965"/>
              <a:gd name="connsiteY1465" fmla="*/ 1934634 h 2053176"/>
              <a:gd name="connsiteX1466" fmla="*/ 5576520 w 12188965"/>
              <a:gd name="connsiteY1466" fmla="*/ 1960293 h 2053176"/>
              <a:gd name="connsiteX1467" fmla="*/ 5550862 w 12188965"/>
              <a:gd name="connsiteY1467" fmla="*/ 1985952 h 2053176"/>
              <a:gd name="connsiteX1468" fmla="*/ 5525203 w 12188965"/>
              <a:gd name="connsiteY1468" fmla="*/ 1960293 h 2053176"/>
              <a:gd name="connsiteX1469" fmla="*/ 5550862 w 12188965"/>
              <a:gd name="connsiteY1469" fmla="*/ 1934634 h 2053176"/>
              <a:gd name="connsiteX1470" fmla="*/ 5486655 w 12188965"/>
              <a:gd name="connsiteY1470" fmla="*/ 1934634 h 2053176"/>
              <a:gd name="connsiteX1471" fmla="*/ 5512316 w 12188965"/>
              <a:gd name="connsiteY1471" fmla="*/ 1960293 h 2053176"/>
              <a:gd name="connsiteX1472" fmla="*/ 5486655 w 12188965"/>
              <a:gd name="connsiteY1472" fmla="*/ 1985952 h 2053176"/>
              <a:gd name="connsiteX1473" fmla="*/ 5460997 w 12188965"/>
              <a:gd name="connsiteY1473" fmla="*/ 1960293 h 2053176"/>
              <a:gd name="connsiteX1474" fmla="*/ 5486655 w 12188965"/>
              <a:gd name="connsiteY1474" fmla="*/ 1934634 h 2053176"/>
              <a:gd name="connsiteX1475" fmla="*/ 5422451 w 12188965"/>
              <a:gd name="connsiteY1475" fmla="*/ 1934634 h 2053176"/>
              <a:gd name="connsiteX1476" fmla="*/ 5448109 w 12188965"/>
              <a:gd name="connsiteY1476" fmla="*/ 1960293 h 2053176"/>
              <a:gd name="connsiteX1477" fmla="*/ 5422451 w 12188965"/>
              <a:gd name="connsiteY1477" fmla="*/ 1985952 h 2053176"/>
              <a:gd name="connsiteX1478" fmla="*/ 5396791 w 12188965"/>
              <a:gd name="connsiteY1478" fmla="*/ 1960293 h 2053176"/>
              <a:gd name="connsiteX1479" fmla="*/ 5422451 w 12188965"/>
              <a:gd name="connsiteY1479" fmla="*/ 1934634 h 2053176"/>
              <a:gd name="connsiteX1480" fmla="*/ 5358245 w 12188965"/>
              <a:gd name="connsiteY1480" fmla="*/ 1934634 h 2053176"/>
              <a:gd name="connsiteX1481" fmla="*/ 5383904 w 12188965"/>
              <a:gd name="connsiteY1481" fmla="*/ 1960293 h 2053176"/>
              <a:gd name="connsiteX1482" fmla="*/ 5358245 w 12188965"/>
              <a:gd name="connsiteY1482" fmla="*/ 1985952 h 2053176"/>
              <a:gd name="connsiteX1483" fmla="*/ 5332587 w 12188965"/>
              <a:gd name="connsiteY1483" fmla="*/ 1960293 h 2053176"/>
              <a:gd name="connsiteX1484" fmla="*/ 5358245 w 12188965"/>
              <a:gd name="connsiteY1484" fmla="*/ 1934634 h 2053176"/>
              <a:gd name="connsiteX1485" fmla="*/ 5294040 w 12188965"/>
              <a:gd name="connsiteY1485" fmla="*/ 1934634 h 2053176"/>
              <a:gd name="connsiteX1486" fmla="*/ 5319699 w 12188965"/>
              <a:gd name="connsiteY1486" fmla="*/ 1960293 h 2053176"/>
              <a:gd name="connsiteX1487" fmla="*/ 5294040 w 12188965"/>
              <a:gd name="connsiteY1487" fmla="*/ 1985952 h 2053176"/>
              <a:gd name="connsiteX1488" fmla="*/ 5268382 w 12188965"/>
              <a:gd name="connsiteY1488" fmla="*/ 1960293 h 2053176"/>
              <a:gd name="connsiteX1489" fmla="*/ 5294040 w 12188965"/>
              <a:gd name="connsiteY1489" fmla="*/ 1934634 h 2053176"/>
              <a:gd name="connsiteX1490" fmla="*/ 5229719 w 12188965"/>
              <a:gd name="connsiteY1490" fmla="*/ 1934634 h 2053176"/>
              <a:gd name="connsiteX1491" fmla="*/ 5255377 w 12188965"/>
              <a:gd name="connsiteY1491" fmla="*/ 1960293 h 2053176"/>
              <a:gd name="connsiteX1492" fmla="*/ 5229719 w 12188965"/>
              <a:gd name="connsiteY1492" fmla="*/ 1985952 h 2053176"/>
              <a:gd name="connsiteX1493" fmla="*/ 5204058 w 12188965"/>
              <a:gd name="connsiteY1493" fmla="*/ 1960293 h 2053176"/>
              <a:gd name="connsiteX1494" fmla="*/ 5229719 w 12188965"/>
              <a:gd name="connsiteY1494" fmla="*/ 1934634 h 2053176"/>
              <a:gd name="connsiteX1495" fmla="*/ 5165514 w 12188965"/>
              <a:gd name="connsiteY1495" fmla="*/ 1934634 h 2053176"/>
              <a:gd name="connsiteX1496" fmla="*/ 5191171 w 12188965"/>
              <a:gd name="connsiteY1496" fmla="*/ 1960293 h 2053176"/>
              <a:gd name="connsiteX1497" fmla="*/ 5165514 w 12188965"/>
              <a:gd name="connsiteY1497" fmla="*/ 1985952 h 2053176"/>
              <a:gd name="connsiteX1498" fmla="*/ 5139855 w 12188965"/>
              <a:gd name="connsiteY1498" fmla="*/ 1960293 h 2053176"/>
              <a:gd name="connsiteX1499" fmla="*/ 5165514 w 12188965"/>
              <a:gd name="connsiteY1499" fmla="*/ 1934634 h 2053176"/>
              <a:gd name="connsiteX1500" fmla="*/ 5101309 w 12188965"/>
              <a:gd name="connsiteY1500" fmla="*/ 1934634 h 2053176"/>
              <a:gd name="connsiteX1501" fmla="*/ 5126967 w 12188965"/>
              <a:gd name="connsiteY1501" fmla="*/ 1960293 h 2053176"/>
              <a:gd name="connsiteX1502" fmla="*/ 5101309 w 12188965"/>
              <a:gd name="connsiteY1502" fmla="*/ 1985952 h 2053176"/>
              <a:gd name="connsiteX1503" fmla="*/ 5075649 w 12188965"/>
              <a:gd name="connsiteY1503" fmla="*/ 1960293 h 2053176"/>
              <a:gd name="connsiteX1504" fmla="*/ 5101309 w 12188965"/>
              <a:gd name="connsiteY1504" fmla="*/ 1934634 h 2053176"/>
              <a:gd name="connsiteX1505" fmla="*/ 5037104 w 12188965"/>
              <a:gd name="connsiteY1505" fmla="*/ 1934634 h 2053176"/>
              <a:gd name="connsiteX1506" fmla="*/ 5062762 w 12188965"/>
              <a:gd name="connsiteY1506" fmla="*/ 1960293 h 2053176"/>
              <a:gd name="connsiteX1507" fmla="*/ 5037104 w 12188965"/>
              <a:gd name="connsiteY1507" fmla="*/ 1985952 h 2053176"/>
              <a:gd name="connsiteX1508" fmla="*/ 5011444 w 12188965"/>
              <a:gd name="connsiteY1508" fmla="*/ 1960293 h 2053176"/>
              <a:gd name="connsiteX1509" fmla="*/ 5037104 w 12188965"/>
              <a:gd name="connsiteY1509" fmla="*/ 1934634 h 2053176"/>
              <a:gd name="connsiteX1510" fmla="*/ 4972896 w 12188965"/>
              <a:gd name="connsiteY1510" fmla="*/ 1934634 h 2053176"/>
              <a:gd name="connsiteX1511" fmla="*/ 4998557 w 12188965"/>
              <a:gd name="connsiteY1511" fmla="*/ 1960293 h 2053176"/>
              <a:gd name="connsiteX1512" fmla="*/ 4972896 w 12188965"/>
              <a:gd name="connsiteY1512" fmla="*/ 1985952 h 2053176"/>
              <a:gd name="connsiteX1513" fmla="*/ 4947240 w 12188965"/>
              <a:gd name="connsiteY1513" fmla="*/ 1960293 h 2053176"/>
              <a:gd name="connsiteX1514" fmla="*/ 4972896 w 12188965"/>
              <a:gd name="connsiteY1514" fmla="*/ 1934634 h 2053176"/>
              <a:gd name="connsiteX1515" fmla="*/ 4908693 w 12188965"/>
              <a:gd name="connsiteY1515" fmla="*/ 1934634 h 2053176"/>
              <a:gd name="connsiteX1516" fmla="*/ 4934352 w 12188965"/>
              <a:gd name="connsiteY1516" fmla="*/ 1960293 h 2053176"/>
              <a:gd name="connsiteX1517" fmla="*/ 4908693 w 12188965"/>
              <a:gd name="connsiteY1517" fmla="*/ 1985952 h 2053176"/>
              <a:gd name="connsiteX1518" fmla="*/ 4883033 w 12188965"/>
              <a:gd name="connsiteY1518" fmla="*/ 1960293 h 2053176"/>
              <a:gd name="connsiteX1519" fmla="*/ 4908693 w 12188965"/>
              <a:gd name="connsiteY1519" fmla="*/ 1934634 h 2053176"/>
              <a:gd name="connsiteX1520" fmla="*/ 4844487 w 12188965"/>
              <a:gd name="connsiteY1520" fmla="*/ 1934634 h 2053176"/>
              <a:gd name="connsiteX1521" fmla="*/ 4870146 w 12188965"/>
              <a:gd name="connsiteY1521" fmla="*/ 1960293 h 2053176"/>
              <a:gd name="connsiteX1522" fmla="*/ 4844487 w 12188965"/>
              <a:gd name="connsiteY1522" fmla="*/ 1985952 h 2053176"/>
              <a:gd name="connsiteX1523" fmla="*/ 4818828 w 12188965"/>
              <a:gd name="connsiteY1523" fmla="*/ 1960293 h 2053176"/>
              <a:gd name="connsiteX1524" fmla="*/ 4844487 w 12188965"/>
              <a:gd name="connsiteY1524" fmla="*/ 1934634 h 2053176"/>
              <a:gd name="connsiteX1525" fmla="*/ 4780282 w 12188965"/>
              <a:gd name="connsiteY1525" fmla="*/ 1934634 h 2053176"/>
              <a:gd name="connsiteX1526" fmla="*/ 4805941 w 12188965"/>
              <a:gd name="connsiteY1526" fmla="*/ 1960293 h 2053176"/>
              <a:gd name="connsiteX1527" fmla="*/ 4780282 w 12188965"/>
              <a:gd name="connsiteY1527" fmla="*/ 1985952 h 2053176"/>
              <a:gd name="connsiteX1528" fmla="*/ 4754622 w 12188965"/>
              <a:gd name="connsiteY1528" fmla="*/ 1960293 h 2053176"/>
              <a:gd name="connsiteX1529" fmla="*/ 4780282 w 12188965"/>
              <a:gd name="connsiteY1529" fmla="*/ 1934634 h 2053176"/>
              <a:gd name="connsiteX1530" fmla="*/ 4716077 w 12188965"/>
              <a:gd name="connsiteY1530" fmla="*/ 1934634 h 2053176"/>
              <a:gd name="connsiteX1531" fmla="*/ 4741736 w 12188965"/>
              <a:gd name="connsiteY1531" fmla="*/ 1960293 h 2053176"/>
              <a:gd name="connsiteX1532" fmla="*/ 4716077 w 12188965"/>
              <a:gd name="connsiteY1532" fmla="*/ 1985952 h 2053176"/>
              <a:gd name="connsiteX1533" fmla="*/ 4690419 w 12188965"/>
              <a:gd name="connsiteY1533" fmla="*/ 1960293 h 2053176"/>
              <a:gd name="connsiteX1534" fmla="*/ 4716077 w 12188965"/>
              <a:gd name="connsiteY1534" fmla="*/ 1934634 h 2053176"/>
              <a:gd name="connsiteX1535" fmla="*/ 4651872 w 12188965"/>
              <a:gd name="connsiteY1535" fmla="*/ 1934634 h 2053176"/>
              <a:gd name="connsiteX1536" fmla="*/ 4677531 w 12188965"/>
              <a:gd name="connsiteY1536" fmla="*/ 1960293 h 2053176"/>
              <a:gd name="connsiteX1537" fmla="*/ 4651872 w 12188965"/>
              <a:gd name="connsiteY1537" fmla="*/ 1985952 h 2053176"/>
              <a:gd name="connsiteX1538" fmla="*/ 4626213 w 12188965"/>
              <a:gd name="connsiteY1538" fmla="*/ 1960293 h 2053176"/>
              <a:gd name="connsiteX1539" fmla="*/ 4651872 w 12188965"/>
              <a:gd name="connsiteY1539" fmla="*/ 1934634 h 2053176"/>
              <a:gd name="connsiteX1540" fmla="*/ 4587666 w 12188965"/>
              <a:gd name="connsiteY1540" fmla="*/ 1934634 h 2053176"/>
              <a:gd name="connsiteX1541" fmla="*/ 4613324 w 12188965"/>
              <a:gd name="connsiteY1541" fmla="*/ 1960293 h 2053176"/>
              <a:gd name="connsiteX1542" fmla="*/ 4587666 w 12188965"/>
              <a:gd name="connsiteY1542" fmla="*/ 1985952 h 2053176"/>
              <a:gd name="connsiteX1543" fmla="*/ 4562007 w 12188965"/>
              <a:gd name="connsiteY1543" fmla="*/ 1960293 h 2053176"/>
              <a:gd name="connsiteX1544" fmla="*/ 4587666 w 12188965"/>
              <a:gd name="connsiteY1544" fmla="*/ 1934634 h 2053176"/>
              <a:gd name="connsiteX1545" fmla="*/ 4523461 w 12188965"/>
              <a:gd name="connsiteY1545" fmla="*/ 1934634 h 2053176"/>
              <a:gd name="connsiteX1546" fmla="*/ 4549121 w 12188965"/>
              <a:gd name="connsiteY1546" fmla="*/ 1960293 h 2053176"/>
              <a:gd name="connsiteX1547" fmla="*/ 4523461 w 12188965"/>
              <a:gd name="connsiteY1547" fmla="*/ 1985952 h 2053176"/>
              <a:gd name="connsiteX1548" fmla="*/ 4497802 w 12188965"/>
              <a:gd name="connsiteY1548" fmla="*/ 1960293 h 2053176"/>
              <a:gd name="connsiteX1549" fmla="*/ 4523461 w 12188965"/>
              <a:gd name="connsiteY1549" fmla="*/ 1934634 h 2053176"/>
              <a:gd name="connsiteX1550" fmla="*/ 4459256 w 12188965"/>
              <a:gd name="connsiteY1550" fmla="*/ 1934634 h 2053176"/>
              <a:gd name="connsiteX1551" fmla="*/ 4484914 w 12188965"/>
              <a:gd name="connsiteY1551" fmla="*/ 1960293 h 2053176"/>
              <a:gd name="connsiteX1552" fmla="*/ 4459256 w 12188965"/>
              <a:gd name="connsiteY1552" fmla="*/ 1985952 h 2053176"/>
              <a:gd name="connsiteX1553" fmla="*/ 4433596 w 12188965"/>
              <a:gd name="connsiteY1553" fmla="*/ 1960293 h 2053176"/>
              <a:gd name="connsiteX1554" fmla="*/ 4459256 w 12188965"/>
              <a:gd name="connsiteY1554" fmla="*/ 1934634 h 2053176"/>
              <a:gd name="connsiteX1555" fmla="*/ 4395050 w 12188965"/>
              <a:gd name="connsiteY1555" fmla="*/ 1934634 h 2053176"/>
              <a:gd name="connsiteX1556" fmla="*/ 4420710 w 12188965"/>
              <a:gd name="connsiteY1556" fmla="*/ 1960293 h 2053176"/>
              <a:gd name="connsiteX1557" fmla="*/ 4395050 w 12188965"/>
              <a:gd name="connsiteY1557" fmla="*/ 1985952 h 2053176"/>
              <a:gd name="connsiteX1558" fmla="*/ 4369391 w 12188965"/>
              <a:gd name="connsiteY1558" fmla="*/ 1960293 h 2053176"/>
              <a:gd name="connsiteX1559" fmla="*/ 4395050 w 12188965"/>
              <a:gd name="connsiteY1559" fmla="*/ 1934634 h 2053176"/>
              <a:gd name="connsiteX1560" fmla="*/ 4330845 w 12188965"/>
              <a:gd name="connsiteY1560" fmla="*/ 1934634 h 2053176"/>
              <a:gd name="connsiteX1561" fmla="*/ 4356504 w 12188965"/>
              <a:gd name="connsiteY1561" fmla="*/ 1960293 h 2053176"/>
              <a:gd name="connsiteX1562" fmla="*/ 4330845 w 12188965"/>
              <a:gd name="connsiteY1562" fmla="*/ 1985952 h 2053176"/>
              <a:gd name="connsiteX1563" fmla="*/ 4305186 w 12188965"/>
              <a:gd name="connsiteY1563" fmla="*/ 1960293 h 2053176"/>
              <a:gd name="connsiteX1564" fmla="*/ 4330845 w 12188965"/>
              <a:gd name="connsiteY1564" fmla="*/ 1934634 h 2053176"/>
              <a:gd name="connsiteX1565" fmla="*/ 4266640 w 12188965"/>
              <a:gd name="connsiteY1565" fmla="*/ 1934634 h 2053176"/>
              <a:gd name="connsiteX1566" fmla="*/ 4292298 w 12188965"/>
              <a:gd name="connsiteY1566" fmla="*/ 1960293 h 2053176"/>
              <a:gd name="connsiteX1567" fmla="*/ 4266640 w 12188965"/>
              <a:gd name="connsiteY1567" fmla="*/ 1985952 h 2053176"/>
              <a:gd name="connsiteX1568" fmla="*/ 4240981 w 12188965"/>
              <a:gd name="connsiteY1568" fmla="*/ 1960293 h 2053176"/>
              <a:gd name="connsiteX1569" fmla="*/ 4266640 w 12188965"/>
              <a:gd name="connsiteY1569" fmla="*/ 1934634 h 2053176"/>
              <a:gd name="connsiteX1570" fmla="*/ 4202435 w 12188965"/>
              <a:gd name="connsiteY1570" fmla="*/ 1934634 h 2053176"/>
              <a:gd name="connsiteX1571" fmla="*/ 4228093 w 12188965"/>
              <a:gd name="connsiteY1571" fmla="*/ 1960293 h 2053176"/>
              <a:gd name="connsiteX1572" fmla="*/ 4202435 w 12188965"/>
              <a:gd name="connsiteY1572" fmla="*/ 1985952 h 2053176"/>
              <a:gd name="connsiteX1573" fmla="*/ 4176776 w 12188965"/>
              <a:gd name="connsiteY1573" fmla="*/ 1960293 h 2053176"/>
              <a:gd name="connsiteX1574" fmla="*/ 4202435 w 12188965"/>
              <a:gd name="connsiteY1574" fmla="*/ 1934634 h 2053176"/>
              <a:gd name="connsiteX1575" fmla="*/ 4138112 w 12188965"/>
              <a:gd name="connsiteY1575" fmla="*/ 1934634 h 2053176"/>
              <a:gd name="connsiteX1576" fmla="*/ 4163773 w 12188965"/>
              <a:gd name="connsiteY1576" fmla="*/ 1960293 h 2053176"/>
              <a:gd name="connsiteX1577" fmla="*/ 4138112 w 12188965"/>
              <a:gd name="connsiteY1577" fmla="*/ 1985952 h 2053176"/>
              <a:gd name="connsiteX1578" fmla="*/ 4112454 w 12188965"/>
              <a:gd name="connsiteY1578" fmla="*/ 1960293 h 2053176"/>
              <a:gd name="connsiteX1579" fmla="*/ 4138112 w 12188965"/>
              <a:gd name="connsiteY1579" fmla="*/ 1934634 h 2053176"/>
              <a:gd name="connsiteX1580" fmla="*/ 4073908 w 12188965"/>
              <a:gd name="connsiteY1580" fmla="*/ 1934634 h 2053176"/>
              <a:gd name="connsiteX1581" fmla="*/ 4099565 w 12188965"/>
              <a:gd name="connsiteY1581" fmla="*/ 1960293 h 2053176"/>
              <a:gd name="connsiteX1582" fmla="*/ 4073908 w 12188965"/>
              <a:gd name="connsiteY1582" fmla="*/ 1985952 h 2053176"/>
              <a:gd name="connsiteX1583" fmla="*/ 4048248 w 12188965"/>
              <a:gd name="connsiteY1583" fmla="*/ 1960293 h 2053176"/>
              <a:gd name="connsiteX1584" fmla="*/ 4073908 w 12188965"/>
              <a:gd name="connsiteY1584" fmla="*/ 1934634 h 2053176"/>
              <a:gd name="connsiteX1585" fmla="*/ 4009702 w 12188965"/>
              <a:gd name="connsiteY1585" fmla="*/ 1934634 h 2053176"/>
              <a:gd name="connsiteX1586" fmla="*/ 4035362 w 12188965"/>
              <a:gd name="connsiteY1586" fmla="*/ 1960293 h 2053176"/>
              <a:gd name="connsiteX1587" fmla="*/ 4009702 w 12188965"/>
              <a:gd name="connsiteY1587" fmla="*/ 1985952 h 2053176"/>
              <a:gd name="connsiteX1588" fmla="*/ 3984043 w 12188965"/>
              <a:gd name="connsiteY1588" fmla="*/ 1960293 h 2053176"/>
              <a:gd name="connsiteX1589" fmla="*/ 4009702 w 12188965"/>
              <a:gd name="connsiteY1589" fmla="*/ 1934634 h 2053176"/>
              <a:gd name="connsiteX1590" fmla="*/ 3945497 w 12188965"/>
              <a:gd name="connsiteY1590" fmla="*/ 1934634 h 2053176"/>
              <a:gd name="connsiteX1591" fmla="*/ 3971155 w 12188965"/>
              <a:gd name="connsiteY1591" fmla="*/ 1960293 h 2053176"/>
              <a:gd name="connsiteX1592" fmla="*/ 3945497 w 12188965"/>
              <a:gd name="connsiteY1592" fmla="*/ 1985952 h 2053176"/>
              <a:gd name="connsiteX1593" fmla="*/ 3919838 w 12188965"/>
              <a:gd name="connsiteY1593" fmla="*/ 1960293 h 2053176"/>
              <a:gd name="connsiteX1594" fmla="*/ 3945497 w 12188965"/>
              <a:gd name="connsiteY1594" fmla="*/ 1934634 h 2053176"/>
              <a:gd name="connsiteX1595" fmla="*/ 3881291 w 12188965"/>
              <a:gd name="connsiteY1595" fmla="*/ 1934634 h 2053176"/>
              <a:gd name="connsiteX1596" fmla="*/ 3906950 w 12188965"/>
              <a:gd name="connsiteY1596" fmla="*/ 1960293 h 2053176"/>
              <a:gd name="connsiteX1597" fmla="*/ 3881291 w 12188965"/>
              <a:gd name="connsiteY1597" fmla="*/ 1985952 h 2053176"/>
              <a:gd name="connsiteX1598" fmla="*/ 3855633 w 12188965"/>
              <a:gd name="connsiteY1598" fmla="*/ 1960293 h 2053176"/>
              <a:gd name="connsiteX1599" fmla="*/ 3881291 w 12188965"/>
              <a:gd name="connsiteY1599" fmla="*/ 1934634 h 2053176"/>
              <a:gd name="connsiteX1600" fmla="*/ 3817085 w 12188965"/>
              <a:gd name="connsiteY1600" fmla="*/ 1934634 h 2053176"/>
              <a:gd name="connsiteX1601" fmla="*/ 3842745 w 12188965"/>
              <a:gd name="connsiteY1601" fmla="*/ 1960293 h 2053176"/>
              <a:gd name="connsiteX1602" fmla="*/ 3817085 w 12188965"/>
              <a:gd name="connsiteY1602" fmla="*/ 1985952 h 2053176"/>
              <a:gd name="connsiteX1603" fmla="*/ 3791427 w 12188965"/>
              <a:gd name="connsiteY1603" fmla="*/ 1960293 h 2053176"/>
              <a:gd name="connsiteX1604" fmla="*/ 3817085 w 12188965"/>
              <a:gd name="connsiteY1604" fmla="*/ 1934634 h 2053176"/>
              <a:gd name="connsiteX1605" fmla="*/ 3752882 w 12188965"/>
              <a:gd name="connsiteY1605" fmla="*/ 1934634 h 2053176"/>
              <a:gd name="connsiteX1606" fmla="*/ 3778539 w 12188965"/>
              <a:gd name="connsiteY1606" fmla="*/ 1960293 h 2053176"/>
              <a:gd name="connsiteX1607" fmla="*/ 3752882 w 12188965"/>
              <a:gd name="connsiteY1607" fmla="*/ 1985952 h 2053176"/>
              <a:gd name="connsiteX1608" fmla="*/ 3727221 w 12188965"/>
              <a:gd name="connsiteY1608" fmla="*/ 1960293 h 2053176"/>
              <a:gd name="connsiteX1609" fmla="*/ 3752882 w 12188965"/>
              <a:gd name="connsiteY1609" fmla="*/ 1934634 h 2053176"/>
              <a:gd name="connsiteX1610" fmla="*/ 3688674 w 12188965"/>
              <a:gd name="connsiteY1610" fmla="*/ 1934634 h 2053176"/>
              <a:gd name="connsiteX1611" fmla="*/ 3714335 w 12188965"/>
              <a:gd name="connsiteY1611" fmla="*/ 1960293 h 2053176"/>
              <a:gd name="connsiteX1612" fmla="*/ 3688674 w 12188965"/>
              <a:gd name="connsiteY1612" fmla="*/ 1985952 h 2053176"/>
              <a:gd name="connsiteX1613" fmla="*/ 3663017 w 12188965"/>
              <a:gd name="connsiteY1613" fmla="*/ 1960293 h 2053176"/>
              <a:gd name="connsiteX1614" fmla="*/ 3688674 w 12188965"/>
              <a:gd name="connsiteY1614" fmla="*/ 1934634 h 2053176"/>
              <a:gd name="connsiteX1615" fmla="*/ 3624472 w 12188965"/>
              <a:gd name="connsiteY1615" fmla="*/ 1934634 h 2053176"/>
              <a:gd name="connsiteX1616" fmla="*/ 3650129 w 12188965"/>
              <a:gd name="connsiteY1616" fmla="*/ 1960293 h 2053176"/>
              <a:gd name="connsiteX1617" fmla="*/ 3624472 w 12188965"/>
              <a:gd name="connsiteY1617" fmla="*/ 1985952 h 2053176"/>
              <a:gd name="connsiteX1618" fmla="*/ 3598810 w 12188965"/>
              <a:gd name="connsiteY1618" fmla="*/ 1960293 h 2053176"/>
              <a:gd name="connsiteX1619" fmla="*/ 3624472 w 12188965"/>
              <a:gd name="connsiteY1619" fmla="*/ 1934634 h 2053176"/>
              <a:gd name="connsiteX1620" fmla="*/ 3560264 w 12188965"/>
              <a:gd name="connsiteY1620" fmla="*/ 1934634 h 2053176"/>
              <a:gd name="connsiteX1621" fmla="*/ 3585923 w 12188965"/>
              <a:gd name="connsiteY1621" fmla="*/ 1960293 h 2053176"/>
              <a:gd name="connsiteX1622" fmla="*/ 3560264 w 12188965"/>
              <a:gd name="connsiteY1622" fmla="*/ 1985952 h 2053176"/>
              <a:gd name="connsiteX1623" fmla="*/ 3534607 w 12188965"/>
              <a:gd name="connsiteY1623" fmla="*/ 1960293 h 2053176"/>
              <a:gd name="connsiteX1624" fmla="*/ 3560264 w 12188965"/>
              <a:gd name="connsiteY1624" fmla="*/ 1934634 h 2053176"/>
              <a:gd name="connsiteX1625" fmla="*/ 3496060 w 12188965"/>
              <a:gd name="connsiteY1625" fmla="*/ 1934634 h 2053176"/>
              <a:gd name="connsiteX1626" fmla="*/ 3521719 w 12188965"/>
              <a:gd name="connsiteY1626" fmla="*/ 1960293 h 2053176"/>
              <a:gd name="connsiteX1627" fmla="*/ 3496060 w 12188965"/>
              <a:gd name="connsiteY1627" fmla="*/ 1985952 h 2053176"/>
              <a:gd name="connsiteX1628" fmla="*/ 3470400 w 12188965"/>
              <a:gd name="connsiteY1628" fmla="*/ 1960293 h 2053176"/>
              <a:gd name="connsiteX1629" fmla="*/ 3496060 w 12188965"/>
              <a:gd name="connsiteY1629" fmla="*/ 1934634 h 2053176"/>
              <a:gd name="connsiteX1630" fmla="*/ 3431855 w 12188965"/>
              <a:gd name="connsiteY1630" fmla="*/ 1934634 h 2053176"/>
              <a:gd name="connsiteX1631" fmla="*/ 3457512 w 12188965"/>
              <a:gd name="connsiteY1631" fmla="*/ 1960293 h 2053176"/>
              <a:gd name="connsiteX1632" fmla="*/ 3431855 w 12188965"/>
              <a:gd name="connsiteY1632" fmla="*/ 1985952 h 2053176"/>
              <a:gd name="connsiteX1633" fmla="*/ 3406196 w 12188965"/>
              <a:gd name="connsiteY1633" fmla="*/ 1960293 h 2053176"/>
              <a:gd name="connsiteX1634" fmla="*/ 3431855 w 12188965"/>
              <a:gd name="connsiteY1634" fmla="*/ 1934634 h 2053176"/>
              <a:gd name="connsiteX1635" fmla="*/ 3367649 w 12188965"/>
              <a:gd name="connsiteY1635" fmla="*/ 1934634 h 2053176"/>
              <a:gd name="connsiteX1636" fmla="*/ 3393308 w 12188965"/>
              <a:gd name="connsiteY1636" fmla="*/ 1960293 h 2053176"/>
              <a:gd name="connsiteX1637" fmla="*/ 3367649 w 12188965"/>
              <a:gd name="connsiteY1637" fmla="*/ 1985952 h 2053176"/>
              <a:gd name="connsiteX1638" fmla="*/ 3341990 w 12188965"/>
              <a:gd name="connsiteY1638" fmla="*/ 1960293 h 2053176"/>
              <a:gd name="connsiteX1639" fmla="*/ 3367649 w 12188965"/>
              <a:gd name="connsiteY1639" fmla="*/ 1934634 h 2053176"/>
              <a:gd name="connsiteX1640" fmla="*/ 3303444 w 12188965"/>
              <a:gd name="connsiteY1640" fmla="*/ 1934634 h 2053176"/>
              <a:gd name="connsiteX1641" fmla="*/ 3329102 w 12188965"/>
              <a:gd name="connsiteY1641" fmla="*/ 1960293 h 2053176"/>
              <a:gd name="connsiteX1642" fmla="*/ 3303444 w 12188965"/>
              <a:gd name="connsiteY1642" fmla="*/ 1985952 h 2053176"/>
              <a:gd name="connsiteX1643" fmla="*/ 3277785 w 12188965"/>
              <a:gd name="connsiteY1643" fmla="*/ 1960293 h 2053176"/>
              <a:gd name="connsiteX1644" fmla="*/ 3303444 w 12188965"/>
              <a:gd name="connsiteY1644" fmla="*/ 1934634 h 2053176"/>
              <a:gd name="connsiteX1645" fmla="*/ 3239238 w 12188965"/>
              <a:gd name="connsiteY1645" fmla="*/ 1934634 h 2053176"/>
              <a:gd name="connsiteX1646" fmla="*/ 3264898 w 12188965"/>
              <a:gd name="connsiteY1646" fmla="*/ 1960293 h 2053176"/>
              <a:gd name="connsiteX1647" fmla="*/ 3239238 w 12188965"/>
              <a:gd name="connsiteY1647" fmla="*/ 1985952 h 2053176"/>
              <a:gd name="connsiteX1648" fmla="*/ 3213580 w 12188965"/>
              <a:gd name="connsiteY1648" fmla="*/ 1960293 h 2053176"/>
              <a:gd name="connsiteX1649" fmla="*/ 3239238 w 12188965"/>
              <a:gd name="connsiteY1649" fmla="*/ 1934634 h 2053176"/>
              <a:gd name="connsiteX1650" fmla="*/ 3175034 w 12188965"/>
              <a:gd name="connsiteY1650" fmla="*/ 1934634 h 2053176"/>
              <a:gd name="connsiteX1651" fmla="*/ 3200692 w 12188965"/>
              <a:gd name="connsiteY1651" fmla="*/ 1960293 h 2053176"/>
              <a:gd name="connsiteX1652" fmla="*/ 3175034 w 12188965"/>
              <a:gd name="connsiteY1652" fmla="*/ 1985952 h 2053176"/>
              <a:gd name="connsiteX1653" fmla="*/ 3149375 w 12188965"/>
              <a:gd name="connsiteY1653" fmla="*/ 1960293 h 2053176"/>
              <a:gd name="connsiteX1654" fmla="*/ 3175034 w 12188965"/>
              <a:gd name="connsiteY1654" fmla="*/ 1934634 h 2053176"/>
              <a:gd name="connsiteX1655" fmla="*/ 3110828 w 12188965"/>
              <a:gd name="connsiteY1655" fmla="*/ 1934634 h 2053176"/>
              <a:gd name="connsiteX1656" fmla="*/ 3136487 w 12188965"/>
              <a:gd name="connsiteY1656" fmla="*/ 1960293 h 2053176"/>
              <a:gd name="connsiteX1657" fmla="*/ 3110828 w 12188965"/>
              <a:gd name="connsiteY1657" fmla="*/ 1985952 h 2053176"/>
              <a:gd name="connsiteX1658" fmla="*/ 3085170 w 12188965"/>
              <a:gd name="connsiteY1658" fmla="*/ 1960293 h 2053176"/>
              <a:gd name="connsiteX1659" fmla="*/ 3110828 w 12188965"/>
              <a:gd name="connsiteY1659" fmla="*/ 1934634 h 2053176"/>
              <a:gd name="connsiteX1660" fmla="*/ 3046623 w 12188965"/>
              <a:gd name="connsiteY1660" fmla="*/ 1934634 h 2053176"/>
              <a:gd name="connsiteX1661" fmla="*/ 3072282 w 12188965"/>
              <a:gd name="connsiteY1661" fmla="*/ 1960293 h 2053176"/>
              <a:gd name="connsiteX1662" fmla="*/ 3046623 w 12188965"/>
              <a:gd name="connsiteY1662" fmla="*/ 1985952 h 2053176"/>
              <a:gd name="connsiteX1663" fmla="*/ 3020964 w 12188965"/>
              <a:gd name="connsiteY1663" fmla="*/ 1960293 h 2053176"/>
              <a:gd name="connsiteX1664" fmla="*/ 3046623 w 12188965"/>
              <a:gd name="connsiteY1664" fmla="*/ 1934634 h 2053176"/>
              <a:gd name="connsiteX1665" fmla="*/ 2982301 w 12188965"/>
              <a:gd name="connsiteY1665" fmla="*/ 1934634 h 2053176"/>
              <a:gd name="connsiteX1666" fmla="*/ 3007960 w 12188965"/>
              <a:gd name="connsiteY1666" fmla="*/ 1960293 h 2053176"/>
              <a:gd name="connsiteX1667" fmla="*/ 2982301 w 12188965"/>
              <a:gd name="connsiteY1667" fmla="*/ 1985952 h 2053176"/>
              <a:gd name="connsiteX1668" fmla="*/ 2956642 w 12188965"/>
              <a:gd name="connsiteY1668" fmla="*/ 1960293 h 2053176"/>
              <a:gd name="connsiteX1669" fmla="*/ 2982301 w 12188965"/>
              <a:gd name="connsiteY1669" fmla="*/ 1934634 h 2053176"/>
              <a:gd name="connsiteX1670" fmla="*/ 2918096 w 12188965"/>
              <a:gd name="connsiteY1670" fmla="*/ 1934634 h 2053176"/>
              <a:gd name="connsiteX1671" fmla="*/ 2943755 w 12188965"/>
              <a:gd name="connsiteY1671" fmla="*/ 1960293 h 2053176"/>
              <a:gd name="connsiteX1672" fmla="*/ 2918096 w 12188965"/>
              <a:gd name="connsiteY1672" fmla="*/ 1985952 h 2053176"/>
              <a:gd name="connsiteX1673" fmla="*/ 2892438 w 12188965"/>
              <a:gd name="connsiteY1673" fmla="*/ 1960293 h 2053176"/>
              <a:gd name="connsiteX1674" fmla="*/ 2918096 w 12188965"/>
              <a:gd name="connsiteY1674" fmla="*/ 1934634 h 2053176"/>
              <a:gd name="connsiteX1675" fmla="*/ 2853890 w 12188965"/>
              <a:gd name="connsiteY1675" fmla="*/ 1934634 h 2053176"/>
              <a:gd name="connsiteX1676" fmla="*/ 2879550 w 12188965"/>
              <a:gd name="connsiteY1676" fmla="*/ 1960293 h 2053176"/>
              <a:gd name="connsiteX1677" fmla="*/ 2853890 w 12188965"/>
              <a:gd name="connsiteY1677" fmla="*/ 1985952 h 2053176"/>
              <a:gd name="connsiteX1678" fmla="*/ 2828231 w 12188965"/>
              <a:gd name="connsiteY1678" fmla="*/ 1960293 h 2053176"/>
              <a:gd name="connsiteX1679" fmla="*/ 2853890 w 12188965"/>
              <a:gd name="connsiteY1679" fmla="*/ 1934634 h 2053176"/>
              <a:gd name="connsiteX1680" fmla="*/ 2789686 w 12188965"/>
              <a:gd name="connsiteY1680" fmla="*/ 1934634 h 2053176"/>
              <a:gd name="connsiteX1681" fmla="*/ 2815344 w 12188965"/>
              <a:gd name="connsiteY1681" fmla="*/ 1960293 h 2053176"/>
              <a:gd name="connsiteX1682" fmla="*/ 2789686 w 12188965"/>
              <a:gd name="connsiteY1682" fmla="*/ 1985952 h 2053176"/>
              <a:gd name="connsiteX1683" fmla="*/ 2764027 w 12188965"/>
              <a:gd name="connsiteY1683" fmla="*/ 1960293 h 2053176"/>
              <a:gd name="connsiteX1684" fmla="*/ 2789686 w 12188965"/>
              <a:gd name="connsiteY1684" fmla="*/ 1934634 h 2053176"/>
              <a:gd name="connsiteX1685" fmla="*/ 2725480 w 12188965"/>
              <a:gd name="connsiteY1685" fmla="*/ 1934634 h 2053176"/>
              <a:gd name="connsiteX1686" fmla="*/ 2751140 w 12188965"/>
              <a:gd name="connsiteY1686" fmla="*/ 1960293 h 2053176"/>
              <a:gd name="connsiteX1687" fmla="*/ 2725480 w 12188965"/>
              <a:gd name="connsiteY1687" fmla="*/ 1985952 h 2053176"/>
              <a:gd name="connsiteX1688" fmla="*/ 2699821 w 12188965"/>
              <a:gd name="connsiteY1688" fmla="*/ 1960293 h 2053176"/>
              <a:gd name="connsiteX1689" fmla="*/ 2725480 w 12188965"/>
              <a:gd name="connsiteY1689" fmla="*/ 1934634 h 2053176"/>
              <a:gd name="connsiteX1690" fmla="*/ 2661276 w 12188965"/>
              <a:gd name="connsiteY1690" fmla="*/ 1934634 h 2053176"/>
              <a:gd name="connsiteX1691" fmla="*/ 2686933 w 12188965"/>
              <a:gd name="connsiteY1691" fmla="*/ 1960293 h 2053176"/>
              <a:gd name="connsiteX1692" fmla="*/ 2661276 w 12188965"/>
              <a:gd name="connsiteY1692" fmla="*/ 1985952 h 2053176"/>
              <a:gd name="connsiteX1693" fmla="*/ 2635616 w 12188965"/>
              <a:gd name="connsiteY1693" fmla="*/ 1960293 h 2053176"/>
              <a:gd name="connsiteX1694" fmla="*/ 2661276 w 12188965"/>
              <a:gd name="connsiteY1694" fmla="*/ 1934634 h 2053176"/>
              <a:gd name="connsiteX1695" fmla="*/ 2597069 w 12188965"/>
              <a:gd name="connsiteY1695" fmla="*/ 1934634 h 2053176"/>
              <a:gd name="connsiteX1696" fmla="*/ 2622729 w 12188965"/>
              <a:gd name="connsiteY1696" fmla="*/ 1960293 h 2053176"/>
              <a:gd name="connsiteX1697" fmla="*/ 2597069 w 12188965"/>
              <a:gd name="connsiteY1697" fmla="*/ 1985952 h 2053176"/>
              <a:gd name="connsiteX1698" fmla="*/ 2571410 w 12188965"/>
              <a:gd name="connsiteY1698" fmla="*/ 1960293 h 2053176"/>
              <a:gd name="connsiteX1699" fmla="*/ 2597069 w 12188965"/>
              <a:gd name="connsiteY1699" fmla="*/ 1934634 h 2053176"/>
              <a:gd name="connsiteX1700" fmla="*/ 2532865 w 12188965"/>
              <a:gd name="connsiteY1700" fmla="*/ 1934634 h 2053176"/>
              <a:gd name="connsiteX1701" fmla="*/ 2558523 w 12188965"/>
              <a:gd name="connsiteY1701" fmla="*/ 1960293 h 2053176"/>
              <a:gd name="connsiteX1702" fmla="*/ 2532865 w 12188965"/>
              <a:gd name="connsiteY1702" fmla="*/ 1985952 h 2053176"/>
              <a:gd name="connsiteX1703" fmla="*/ 2507205 w 12188965"/>
              <a:gd name="connsiteY1703" fmla="*/ 1960293 h 2053176"/>
              <a:gd name="connsiteX1704" fmla="*/ 2532865 w 12188965"/>
              <a:gd name="connsiteY1704" fmla="*/ 1934634 h 2053176"/>
              <a:gd name="connsiteX1705" fmla="*/ 2468658 w 12188965"/>
              <a:gd name="connsiteY1705" fmla="*/ 1934634 h 2053176"/>
              <a:gd name="connsiteX1706" fmla="*/ 2494318 w 12188965"/>
              <a:gd name="connsiteY1706" fmla="*/ 1960293 h 2053176"/>
              <a:gd name="connsiteX1707" fmla="*/ 2468658 w 12188965"/>
              <a:gd name="connsiteY1707" fmla="*/ 1985952 h 2053176"/>
              <a:gd name="connsiteX1708" fmla="*/ 2443000 w 12188965"/>
              <a:gd name="connsiteY1708" fmla="*/ 1960293 h 2053176"/>
              <a:gd name="connsiteX1709" fmla="*/ 2468658 w 12188965"/>
              <a:gd name="connsiteY1709" fmla="*/ 1934634 h 2053176"/>
              <a:gd name="connsiteX1710" fmla="*/ 2404454 w 12188965"/>
              <a:gd name="connsiteY1710" fmla="*/ 1934634 h 2053176"/>
              <a:gd name="connsiteX1711" fmla="*/ 2430112 w 12188965"/>
              <a:gd name="connsiteY1711" fmla="*/ 1960293 h 2053176"/>
              <a:gd name="connsiteX1712" fmla="*/ 2404454 w 12188965"/>
              <a:gd name="connsiteY1712" fmla="*/ 1985952 h 2053176"/>
              <a:gd name="connsiteX1713" fmla="*/ 2378795 w 12188965"/>
              <a:gd name="connsiteY1713" fmla="*/ 1960293 h 2053176"/>
              <a:gd name="connsiteX1714" fmla="*/ 2404454 w 12188965"/>
              <a:gd name="connsiteY1714" fmla="*/ 1934634 h 2053176"/>
              <a:gd name="connsiteX1715" fmla="*/ 2340249 w 12188965"/>
              <a:gd name="connsiteY1715" fmla="*/ 1934634 h 2053176"/>
              <a:gd name="connsiteX1716" fmla="*/ 2365908 w 12188965"/>
              <a:gd name="connsiteY1716" fmla="*/ 1960293 h 2053176"/>
              <a:gd name="connsiteX1717" fmla="*/ 2340249 w 12188965"/>
              <a:gd name="connsiteY1717" fmla="*/ 1985952 h 2053176"/>
              <a:gd name="connsiteX1718" fmla="*/ 2314590 w 12188965"/>
              <a:gd name="connsiteY1718" fmla="*/ 1960293 h 2053176"/>
              <a:gd name="connsiteX1719" fmla="*/ 2340249 w 12188965"/>
              <a:gd name="connsiteY1719" fmla="*/ 1934634 h 2053176"/>
              <a:gd name="connsiteX1720" fmla="*/ 2276044 w 12188965"/>
              <a:gd name="connsiteY1720" fmla="*/ 1934634 h 2053176"/>
              <a:gd name="connsiteX1721" fmla="*/ 2301702 w 12188965"/>
              <a:gd name="connsiteY1721" fmla="*/ 1960293 h 2053176"/>
              <a:gd name="connsiteX1722" fmla="*/ 2276044 w 12188965"/>
              <a:gd name="connsiteY1722" fmla="*/ 1985952 h 2053176"/>
              <a:gd name="connsiteX1723" fmla="*/ 2250385 w 12188965"/>
              <a:gd name="connsiteY1723" fmla="*/ 1960293 h 2053176"/>
              <a:gd name="connsiteX1724" fmla="*/ 2276044 w 12188965"/>
              <a:gd name="connsiteY1724" fmla="*/ 1934634 h 2053176"/>
              <a:gd name="connsiteX1725" fmla="*/ 2211838 w 12188965"/>
              <a:gd name="connsiteY1725" fmla="*/ 1934634 h 2053176"/>
              <a:gd name="connsiteX1726" fmla="*/ 2237497 w 12188965"/>
              <a:gd name="connsiteY1726" fmla="*/ 1960293 h 2053176"/>
              <a:gd name="connsiteX1727" fmla="*/ 2211838 w 12188965"/>
              <a:gd name="connsiteY1727" fmla="*/ 1985952 h 2053176"/>
              <a:gd name="connsiteX1728" fmla="*/ 2186178 w 12188965"/>
              <a:gd name="connsiteY1728" fmla="*/ 1960293 h 2053176"/>
              <a:gd name="connsiteX1729" fmla="*/ 2211838 w 12188965"/>
              <a:gd name="connsiteY1729" fmla="*/ 1934634 h 2053176"/>
              <a:gd name="connsiteX1730" fmla="*/ 2147633 w 12188965"/>
              <a:gd name="connsiteY1730" fmla="*/ 1934634 h 2053176"/>
              <a:gd name="connsiteX1731" fmla="*/ 2173293 w 12188965"/>
              <a:gd name="connsiteY1731" fmla="*/ 1960293 h 2053176"/>
              <a:gd name="connsiteX1732" fmla="*/ 2147633 w 12188965"/>
              <a:gd name="connsiteY1732" fmla="*/ 1985952 h 2053176"/>
              <a:gd name="connsiteX1733" fmla="*/ 2121975 w 12188965"/>
              <a:gd name="connsiteY1733" fmla="*/ 1960293 h 2053176"/>
              <a:gd name="connsiteX1734" fmla="*/ 2147633 w 12188965"/>
              <a:gd name="connsiteY1734" fmla="*/ 1934634 h 2053176"/>
              <a:gd name="connsiteX1735" fmla="*/ 2083427 w 12188965"/>
              <a:gd name="connsiteY1735" fmla="*/ 1934634 h 2053176"/>
              <a:gd name="connsiteX1736" fmla="*/ 2109087 w 12188965"/>
              <a:gd name="connsiteY1736" fmla="*/ 1960293 h 2053176"/>
              <a:gd name="connsiteX1737" fmla="*/ 2083427 w 12188965"/>
              <a:gd name="connsiteY1737" fmla="*/ 1985952 h 2053176"/>
              <a:gd name="connsiteX1738" fmla="*/ 2057768 w 12188965"/>
              <a:gd name="connsiteY1738" fmla="*/ 1960293 h 2053176"/>
              <a:gd name="connsiteX1739" fmla="*/ 2083427 w 12188965"/>
              <a:gd name="connsiteY1739" fmla="*/ 1934634 h 2053176"/>
              <a:gd name="connsiteX1740" fmla="*/ 2019222 w 12188965"/>
              <a:gd name="connsiteY1740" fmla="*/ 1934634 h 2053176"/>
              <a:gd name="connsiteX1741" fmla="*/ 2044880 w 12188965"/>
              <a:gd name="connsiteY1741" fmla="*/ 1960293 h 2053176"/>
              <a:gd name="connsiteX1742" fmla="*/ 2019222 w 12188965"/>
              <a:gd name="connsiteY1742" fmla="*/ 1985952 h 2053176"/>
              <a:gd name="connsiteX1743" fmla="*/ 1993563 w 12188965"/>
              <a:gd name="connsiteY1743" fmla="*/ 1960293 h 2053176"/>
              <a:gd name="connsiteX1744" fmla="*/ 2019222 w 12188965"/>
              <a:gd name="connsiteY1744" fmla="*/ 1934634 h 2053176"/>
              <a:gd name="connsiteX1745" fmla="*/ 1955016 w 12188965"/>
              <a:gd name="connsiteY1745" fmla="*/ 1934634 h 2053176"/>
              <a:gd name="connsiteX1746" fmla="*/ 1980676 w 12188965"/>
              <a:gd name="connsiteY1746" fmla="*/ 1960293 h 2053176"/>
              <a:gd name="connsiteX1747" fmla="*/ 1955016 w 12188965"/>
              <a:gd name="connsiteY1747" fmla="*/ 1985952 h 2053176"/>
              <a:gd name="connsiteX1748" fmla="*/ 1929358 w 12188965"/>
              <a:gd name="connsiteY1748" fmla="*/ 1960293 h 2053176"/>
              <a:gd name="connsiteX1749" fmla="*/ 1955016 w 12188965"/>
              <a:gd name="connsiteY1749" fmla="*/ 1934634 h 2053176"/>
              <a:gd name="connsiteX1750" fmla="*/ 1890696 w 12188965"/>
              <a:gd name="connsiteY1750" fmla="*/ 1934634 h 2053176"/>
              <a:gd name="connsiteX1751" fmla="*/ 1916355 w 12188965"/>
              <a:gd name="connsiteY1751" fmla="*/ 1960293 h 2053176"/>
              <a:gd name="connsiteX1752" fmla="*/ 1890696 w 12188965"/>
              <a:gd name="connsiteY1752" fmla="*/ 1985952 h 2053176"/>
              <a:gd name="connsiteX1753" fmla="*/ 1865037 w 12188965"/>
              <a:gd name="connsiteY1753" fmla="*/ 1960293 h 2053176"/>
              <a:gd name="connsiteX1754" fmla="*/ 1890696 w 12188965"/>
              <a:gd name="connsiteY1754" fmla="*/ 1934634 h 2053176"/>
              <a:gd name="connsiteX1755" fmla="*/ 1826490 w 12188965"/>
              <a:gd name="connsiteY1755" fmla="*/ 1934634 h 2053176"/>
              <a:gd name="connsiteX1756" fmla="*/ 1852149 w 12188965"/>
              <a:gd name="connsiteY1756" fmla="*/ 1960293 h 2053176"/>
              <a:gd name="connsiteX1757" fmla="*/ 1826490 w 12188965"/>
              <a:gd name="connsiteY1757" fmla="*/ 1985952 h 2053176"/>
              <a:gd name="connsiteX1758" fmla="*/ 1800830 w 12188965"/>
              <a:gd name="connsiteY1758" fmla="*/ 1960293 h 2053176"/>
              <a:gd name="connsiteX1759" fmla="*/ 1826490 w 12188965"/>
              <a:gd name="connsiteY1759" fmla="*/ 1934634 h 2053176"/>
              <a:gd name="connsiteX1760" fmla="*/ 1762285 w 12188965"/>
              <a:gd name="connsiteY1760" fmla="*/ 1934634 h 2053176"/>
              <a:gd name="connsiteX1761" fmla="*/ 1787944 w 12188965"/>
              <a:gd name="connsiteY1761" fmla="*/ 1960293 h 2053176"/>
              <a:gd name="connsiteX1762" fmla="*/ 1762285 w 12188965"/>
              <a:gd name="connsiteY1762" fmla="*/ 1985952 h 2053176"/>
              <a:gd name="connsiteX1763" fmla="*/ 1736626 w 12188965"/>
              <a:gd name="connsiteY1763" fmla="*/ 1960293 h 2053176"/>
              <a:gd name="connsiteX1764" fmla="*/ 1762285 w 12188965"/>
              <a:gd name="connsiteY1764" fmla="*/ 1934634 h 2053176"/>
              <a:gd name="connsiteX1765" fmla="*/ 1698080 w 12188965"/>
              <a:gd name="connsiteY1765" fmla="*/ 1934634 h 2053176"/>
              <a:gd name="connsiteX1766" fmla="*/ 1723738 w 12188965"/>
              <a:gd name="connsiteY1766" fmla="*/ 1960293 h 2053176"/>
              <a:gd name="connsiteX1767" fmla="*/ 1698080 w 12188965"/>
              <a:gd name="connsiteY1767" fmla="*/ 1985952 h 2053176"/>
              <a:gd name="connsiteX1768" fmla="*/ 1672420 w 12188965"/>
              <a:gd name="connsiteY1768" fmla="*/ 1960293 h 2053176"/>
              <a:gd name="connsiteX1769" fmla="*/ 1698080 w 12188965"/>
              <a:gd name="connsiteY1769" fmla="*/ 1934634 h 2053176"/>
              <a:gd name="connsiteX1770" fmla="*/ 1633874 w 12188965"/>
              <a:gd name="connsiteY1770" fmla="*/ 1934634 h 2053176"/>
              <a:gd name="connsiteX1771" fmla="*/ 1659533 w 12188965"/>
              <a:gd name="connsiteY1771" fmla="*/ 1960293 h 2053176"/>
              <a:gd name="connsiteX1772" fmla="*/ 1633874 w 12188965"/>
              <a:gd name="connsiteY1772" fmla="*/ 1985952 h 2053176"/>
              <a:gd name="connsiteX1773" fmla="*/ 1608216 w 12188965"/>
              <a:gd name="connsiteY1773" fmla="*/ 1960293 h 2053176"/>
              <a:gd name="connsiteX1774" fmla="*/ 1633874 w 12188965"/>
              <a:gd name="connsiteY1774" fmla="*/ 1934634 h 2053176"/>
              <a:gd name="connsiteX1775" fmla="*/ 1569669 w 12188965"/>
              <a:gd name="connsiteY1775" fmla="*/ 1934634 h 2053176"/>
              <a:gd name="connsiteX1776" fmla="*/ 1595328 w 12188965"/>
              <a:gd name="connsiteY1776" fmla="*/ 1960293 h 2053176"/>
              <a:gd name="connsiteX1777" fmla="*/ 1569669 w 12188965"/>
              <a:gd name="connsiteY1777" fmla="*/ 1985952 h 2053176"/>
              <a:gd name="connsiteX1778" fmla="*/ 1544010 w 12188965"/>
              <a:gd name="connsiteY1778" fmla="*/ 1960293 h 2053176"/>
              <a:gd name="connsiteX1779" fmla="*/ 1569669 w 12188965"/>
              <a:gd name="connsiteY1779" fmla="*/ 1934634 h 2053176"/>
              <a:gd name="connsiteX1780" fmla="*/ 1505464 w 12188965"/>
              <a:gd name="connsiteY1780" fmla="*/ 1934634 h 2053176"/>
              <a:gd name="connsiteX1781" fmla="*/ 1531123 w 12188965"/>
              <a:gd name="connsiteY1781" fmla="*/ 1960293 h 2053176"/>
              <a:gd name="connsiteX1782" fmla="*/ 1505464 w 12188965"/>
              <a:gd name="connsiteY1782" fmla="*/ 1985952 h 2053176"/>
              <a:gd name="connsiteX1783" fmla="*/ 1479806 w 12188965"/>
              <a:gd name="connsiteY1783" fmla="*/ 1960293 h 2053176"/>
              <a:gd name="connsiteX1784" fmla="*/ 1505464 w 12188965"/>
              <a:gd name="connsiteY1784" fmla="*/ 1934634 h 2053176"/>
              <a:gd name="connsiteX1785" fmla="*/ 1441258 w 12188965"/>
              <a:gd name="connsiteY1785" fmla="*/ 1934634 h 2053176"/>
              <a:gd name="connsiteX1786" fmla="*/ 1466917 w 12188965"/>
              <a:gd name="connsiteY1786" fmla="*/ 1960293 h 2053176"/>
              <a:gd name="connsiteX1787" fmla="*/ 1441258 w 12188965"/>
              <a:gd name="connsiteY1787" fmla="*/ 1985952 h 2053176"/>
              <a:gd name="connsiteX1788" fmla="*/ 1415599 w 12188965"/>
              <a:gd name="connsiteY1788" fmla="*/ 1960293 h 2053176"/>
              <a:gd name="connsiteX1789" fmla="*/ 1441258 w 12188965"/>
              <a:gd name="connsiteY1789" fmla="*/ 1934634 h 2053176"/>
              <a:gd name="connsiteX1790" fmla="*/ 1377053 w 12188965"/>
              <a:gd name="connsiteY1790" fmla="*/ 1934634 h 2053176"/>
              <a:gd name="connsiteX1791" fmla="*/ 1402712 w 12188965"/>
              <a:gd name="connsiteY1791" fmla="*/ 1960293 h 2053176"/>
              <a:gd name="connsiteX1792" fmla="*/ 1377053 w 12188965"/>
              <a:gd name="connsiteY1792" fmla="*/ 1985952 h 2053176"/>
              <a:gd name="connsiteX1793" fmla="*/ 1351395 w 12188965"/>
              <a:gd name="connsiteY1793" fmla="*/ 1960293 h 2053176"/>
              <a:gd name="connsiteX1794" fmla="*/ 1377053 w 12188965"/>
              <a:gd name="connsiteY1794" fmla="*/ 1934634 h 2053176"/>
              <a:gd name="connsiteX1795" fmla="*/ 1312848 w 12188965"/>
              <a:gd name="connsiteY1795" fmla="*/ 1934634 h 2053176"/>
              <a:gd name="connsiteX1796" fmla="*/ 1338507 w 12188965"/>
              <a:gd name="connsiteY1796" fmla="*/ 1960293 h 2053176"/>
              <a:gd name="connsiteX1797" fmla="*/ 1312848 w 12188965"/>
              <a:gd name="connsiteY1797" fmla="*/ 1985952 h 2053176"/>
              <a:gd name="connsiteX1798" fmla="*/ 1287190 w 12188965"/>
              <a:gd name="connsiteY1798" fmla="*/ 1960293 h 2053176"/>
              <a:gd name="connsiteX1799" fmla="*/ 1312848 w 12188965"/>
              <a:gd name="connsiteY1799" fmla="*/ 1934634 h 2053176"/>
              <a:gd name="connsiteX1800" fmla="*/ 1248643 w 12188965"/>
              <a:gd name="connsiteY1800" fmla="*/ 1934634 h 2053176"/>
              <a:gd name="connsiteX1801" fmla="*/ 1274302 w 12188965"/>
              <a:gd name="connsiteY1801" fmla="*/ 1960293 h 2053176"/>
              <a:gd name="connsiteX1802" fmla="*/ 1248643 w 12188965"/>
              <a:gd name="connsiteY1802" fmla="*/ 1985952 h 2053176"/>
              <a:gd name="connsiteX1803" fmla="*/ 1222984 w 12188965"/>
              <a:gd name="connsiteY1803" fmla="*/ 1960293 h 2053176"/>
              <a:gd name="connsiteX1804" fmla="*/ 1248643 w 12188965"/>
              <a:gd name="connsiteY1804" fmla="*/ 1934634 h 2053176"/>
              <a:gd name="connsiteX1805" fmla="*/ 1184437 w 12188965"/>
              <a:gd name="connsiteY1805" fmla="*/ 1934634 h 2053176"/>
              <a:gd name="connsiteX1806" fmla="*/ 1210096 w 12188965"/>
              <a:gd name="connsiteY1806" fmla="*/ 1960293 h 2053176"/>
              <a:gd name="connsiteX1807" fmla="*/ 1184437 w 12188965"/>
              <a:gd name="connsiteY1807" fmla="*/ 1985952 h 2053176"/>
              <a:gd name="connsiteX1808" fmla="*/ 1158780 w 12188965"/>
              <a:gd name="connsiteY1808" fmla="*/ 1960293 h 2053176"/>
              <a:gd name="connsiteX1809" fmla="*/ 1184437 w 12188965"/>
              <a:gd name="connsiteY1809" fmla="*/ 1934634 h 2053176"/>
              <a:gd name="connsiteX1810" fmla="*/ 1120233 w 12188965"/>
              <a:gd name="connsiteY1810" fmla="*/ 1934634 h 2053176"/>
              <a:gd name="connsiteX1811" fmla="*/ 1145892 w 12188965"/>
              <a:gd name="connsiteY1811" fmla="*/ 1960293 h 2053176"/>
              <a:gd name="connsiteX1812" fmla="*/ 1120233 w 12188965"/>
              <a:gd name="connsiteY1812" fmla="*/ 1985952 h 2053176"/>
              <a:gd name="connsiteX1813" fmla="*/ 1094573 w 12188965"/>
              <a:gd name="connsiteY1813" fmla="*/ 1960293 h 2053176"/>
              <a:gd name="connsiteX1814" fmla="*/ 1120233 w 12188965"/>
              <a:gd name="connsiteY1814" fmla="*/ 1934634 h 2053176"/>
              <a:gd name="connsiteX1815" fmla="*/ 1056027 w 12188965"/>
              <a:gd name="connsiteY1815" fmla="*/ 1934634 h 2053176"/>
              <a:gd name="connsiteX1816" fmla="*/ 1081685 w 12188965"/>
              <a:gd name="connsiteY1816" fmla="*/ 1960293 h 2053176"/>
              <a:gd name="connsiteX1817" fmla="*/ 1056027 w 12188965"/>
              <a:gd name="connsiteY1817" fmla="*/ 1985952 h 2053176"/>
              <a:gd name="connsiteX1818" fmla="*/ 1030369 w 12188965"/>
              <a:gd name="connsiteY1818" fmla="*/ 1960293 h 2053176"/>
              <a:gd name="connsiteX1819" fmla="*/ 1056027 w 12188965"/>
              <a:gd name="connsiteY1819" fmla="*/ 1934634 h 2053176"/>
              <a:gd name="connsiteX1820" fmla="*/ 991823 w 12188965"/>
              <a:gd name="connsiteY1820" fmla="*/ 1934634 h 2053176"/>
              <a:gd name="connsiteX1821" fmla="*/ 1017481 w 12188965"/>
              <a:gd name="connsiteY1821" fmla="*/ 1960293 h 2053176"/>
              <a:gd name="connsiteX1822" fmla="*/ 991823 w 12188965"/>
              <a:gd name="connsiteY1822" fmla="*/ 1985952 h 2053176"/>
              <a:gd name="connsiteX1823" fmla="*/ 966162 w 12188965"/>
              <a:gd name="connsiteY1823" fmla="*/ 1960293 h 2053176"/>
              <a:gd name="connsiteX1824" fmla="*/ 991823 w 12188965"/>
              <a:gd name="connsiteY1824" fmla="*/ 1934634 h 2053176"/>
              <a:gd name="connsiteX1825" fmla="*/ 927616 w 12188965"/>
              <a:gd name="connsiteY1825" fmla="*/ 1934634 h 2053176"/>
              <a:gd name="connsiteX1826" fmla="*/ 953275 w 12188965"/>
              <a:gd name="connsiteY1826" fmla="*/ 1960293 h 2053176"/>
              <a:gd name="connsiteX1827" fmla="*/ 927616 w 12188965"/>
              <a:gd name="connsiteY1827" fmla="*/ 1985952 h 2053176"/>
              <a:gd name="connsiteX1828" fmla="*/ 901957 w 12188965"/>
              <a:gd name="connsiteY1828" fmla="*/ 1960293 h 2053176"/>
              <a:gd name="connsiteX1829" fmla="*/ 927616 w 12188965"/>
              <a:gd name="connsiteY1829" fmla="*/ 1934634 h 2053176"/>
              <a:gd name="connsiteX1830" fmla="*/ 863411 w 12188965"/>
              <a:gd name="connsiteY1830" fmla="*/ 1934634 h 2053176"/>
              <a:gd name="connsiteX1831" fmla="*/ 889071 w 12188965"/>
              <a:gd name="connsiteY1831" fmla="*/ 1960293 h 2053176"/>
              <a:gd name="connsiteX1832" fmla="*/ 863411 w 12188965"/>
              <a:gd name="connsiteY1832" fmla="*/ 1985952 h 2053176"/>
              <a:gd name="connsiteX1833" fmla="*/ 837752 w 12188965"/>
              <a:gd name="connsiteY1833" fmla="*/ 1960293 h 2053176"/>
              <a:gd name="connsiteX1834" fmla="*/ 863411 w 12188965"/>
              <a:gd name="connsiteY1834" fmla="*/ 1934634 h 2053176"/>
              <a:gd name="connsiteX1835" fmla="*/ 799089 w 12188965"/>
              <a:gd name="connsiteY1835" fmla="*/ 1934634 h 2053176"/>
              <a:gd name="connsiteX1836" fmla="*/ 824748 w 12188965"/>
              <a:gd name="connsiteY1836" fmla="*/ 1960293 h 2053176"/>
              <a:gd name="connsiteX1837" fmla="*/ 799089 w 12188965"/>
              <a:gd name="connsiteY1837" fmla="*/ 1985952 h 2053176"/>
              <a:gd name="connsiteX1838" fmla="*/ 773432 w 12188965"/>
              <a:gd name="connsiteY1838" fmla="*/ 1960293 h 2053176"/>
              <a:gd name="connsiteX1839" fmla="*/ 799089 w 12188965"/>
              <a:gd name="connsiteY1839" fmla="*/ 1934634 h 2053176"/>
              <a:gd name="connsiteX1840" fmla="*/ 734885 w 12188965"/>
              <a:gd name="connsiteY1840" fmla="*/ 1934634 h 2053176"/>
              <a:gd name="connsiteX1841" fmla="*/ 760544 w 12188965"/>
              <a:gd name="connsiteY1841" fmla="*/ 1960293 h 2053176"/>
              <a:gd name="connsiteX1842" fmla="*/ 734885 w 12188965"/>
              <a:gd name="connsiteY1842" fmla="*/ 1985952 h 2053176"/>
              <a:gd name="connsiteX1843" fmla="*/ 709225 w 12188965"/>
              <a:gd name="connsiteY1843" fmla="*/ 1960293 h 2053176"/>
              <a:gd name="connsiteX1844" fmla="*/ 734885 w 12188965"/>
              <a:gd name="connsiteY1844" fmla="*/ 1934634 h 2053176"/>
              <a:gd name="connsiteX1845" fmla="*/ 670679 w 12188965"/>
              <a:gd name="connsiteY1845" fmla="*/ 1934634 h 2053176"/>
              <a:gd name="connsiteX1846" fmla="*/ 696338 w 12188965"/>
              <a:gd name="connsiteY1846" fmla="*/ 1960293 h 2053176"/>
              <a:gd name="connsiteX1847" fmla="*/ 670679 w 12188965"/>
              <a:gd name="connsiteY1847" fmla="*/ 1985952 h 2053176"/>
              <a:gd name="connsiteX1848" fmla="*/ 645020 w 12188965"/>
              <a:gd name="connsiteY1848" fmla="*/ 1960293 h 2053176"/>
              <a:gd name="connsiteX1849" fmla="*/ 670679 w 12188965"/>
              <a:gd name="connsiteY1849" fmla="*/ 1934634 h 2053176"/>
              <a:gd name="connsiteX1850" fmla="*/ 606475 w 12188965"/>
              <a:gd name="connsiteY1850" fmla="*/ 1934634 h 2053176"/>
              <a:gd name="connsiteX1851" fmla="*/ 632134 w 12188965"/>
              <a:gd name="connsiteY1851" fmla="*/ 1960293 h 2053176"/>
              <a:gd name="connsiteX1852" fmla="*/ 606475 w 12188965"/>
              <a:gd name="connsiteY1852" fmla="*/ 1985952 h 2053176"/>
              <a:gd name="connsiteX1853" fmla="*/ 580815 w 12188965"/>
              <a:gd name="connsiteY1853" fmla="*/ 1960293 h 2053176"/>
              <a:gd name="connsiteX1854" fmla="*/ 606475 w 12188965"/>
              <a:gd name="connsiteY1854" fmla="*/ 1934634 h 2053176"/>
              <a:gd name="connsiteX1855" fmla="*/ 542268 w 12188965"/>
              <a:gd name="connsiteY1855" fmla="*/ 1934634 h 2053176"/>
              <a:gd name="connsiteX1856" fmla="*/ 567927 w 12188965"/>
              <a:gd name="connsiteY1856" fmla="*/ 1960293 h 2053176"/>
              <a:gd name="connsiteX1857" fmla="*/ 542268 w 12188965"/>
              <a:gd name="connsiteY1857" fmla="*/ 1985952 h 2053176"/>
              <a:gd name="connsiteX1858" fmla="*/ 516610 w 12188965"/>
              <a:gd name="connsiteY1858" fmla="*/ 1960293 h 2053176"/>
              <a:gd name="connsiteX1859" fmla="*/ 542268 w 12188965"/>
              <a:gd name="connsiteY1859" fmla="*/ 1934634 h 2053176"/>
              <a:gd name="connsiteX1860" fmla="*/ 478063 w 12188965"/>
              <a:gd name="connsiteY1860" fmla="*/ 1934634 h 2053176"/>
              <a:gd name="connsiteX1861" fmla="*/ 503724 w 12188965"/>
              <a:gd name="connsiteY1861" fmla="*/ 1960293 h 2053176"/>
              <a:gd name="connsiteX1862" fmla="*/ 478063 w 12188965"/>
              <a:gd name="connsiteY1862" fmla="*/ 1985952 h 2053176"/>
              <a:gd name="connsiteX1863" fmla="*/ 452404 w 12188965"/>
              <a:gd name="connsiteY1863" fmla="*/ 1960293 h 2053176"/>
              <a:gd name="connsiteX1864" fmla="*/ 478063 w 12188965"/>
              <a:gd name="connsiteY1864" fmla="*/ 1934634 h 2053176"/>
              <a:gd name="connsiteX1865" fmla="*/ 413858 w 12188965"/>
              <a:gd name="connsiteY1865" fmla="*/ 1934634 h 2053176"/>
              <a:gd name="connsiteX1866" fmla="*/ 439517 w 12188965"/>
              <a:gd name="connsiteY1866" fmla="*/ 1960293 h 2053176"/>
              <a:gd name="connsiteX1867" fmla="*/ 413858 w 12188965"/>
              <a:gd name="connsiteY1867" fmla="*/ 1985952 h 2053176"/>
              <a:gd name="connsiteX1868" fmla="*/ 388200 w 12188965"/>
              <a:gd name="connsiteY1868" fmla="*/ 1960293 h 2053176"/>
              <a:gd name="connsiteX1869" fmla="*/ 413858 w 12188965"/>
              <a:gd name="connsiteY1869" fmla="*/ 1934634 h 2053176"/>
              <a:gd name="connsiteX1870" fmla="*/ 346686 w 12188965"/>
              <a:gd name="connsiteY1870" fmla="*/ 1934634 h 2053176"/>
              <a:gd name="connsiteX1871" fmla="*/ 372344 w 12188965"/>
              <a:gd name="connsiteY1871" fmla="*/ 1960293 h 2053176"/>
              <a:gd name="connsiteX1872" fmla="*/ 346686 w 12188965"/>
              <a:gd name="connsiteY1872" fmla="*/ 1985952 h 2053176"/>
              <a:gd name="connsiteX1873" fmla="*/ 321027 w 12188965"/>
              <a:gd name="connsiteY1873" fmla="*/ 1960293 h 2053176"/>
              <a:gd name="connsiteX1874" fmla="*/ 346686 w 12188965"/>
              <a:gd name="connsiteY1874" fmla="*/ 1934634 h 2053176"/>
              <a:gd name="connsiteX1875" fmla="*/ 282480 w 12188965"/>
              <a:gd name="connsiteY1875" fmla="*/ 1934634 h 2053176"/>
              <a:gd name="connsiteX1876" fmla="*/ 308138 w 12188965"/>
              <a:gd name="connsiteY1876" fmla="*/ 1960293 h 2053176"/>
              <a:gd name="connsiteX1877" fmla="*/ 282480 w 12188965"/>
              <a:gd name="connsiteY1877" fmla="*/ 1985952 h 2053176"/>
              <a:gd name="connsiteX1878" fmla="*/ 256820 w 12188965"/>
              <a:gd name="connsiteY1878" fmla="*/ 1960293 h 2053176"/>
              <a:gd name="connsiteX1879" fmla="*/ 282480 w 12188965"/>
              <a:gd name="connsiteY1879" fmla="*/ 1934634 h 2053176"/>
              <a:gd name="connsiteX1880" fmla="*/ 218274 w 12188965"/>
              <a:gd name="connsiteY1880" fmla="*/ 1934634 h 2053176"/>
              <a:gd name="connsiteX1881" fmla="*/ 243932 w 12188965"/>
              <a:gd name="connsiteY1881" fmla="*/ 1960293 h 2053176"/>
              <a:gd name="connsiteX1882" fmla="*/ 218274 w 12188965"/>
              <a:gd name="connsiteY1882" fmla="*/ 1985952 h 2053176"/>
              <a:gd name="connsiteX1883" fmla="*/ 192615 w 12188965"/>
              <a:gd name="connsiteY1883" fmla="*/ 1960293 h 2053176"/>
              <a:gd name="connsiteX1884" fmla="*/ 218274 w 12188965"/>
              <a:gd name="connsiteY1884" fmla="*/ 1934634 h 2053176"/>
              <a:gd name="connsiteX1885" fmla="*/ 154069 w 12188965"/>
              <a:gd name="connsiteY1885" fmla="*/ 1934634 h 2053176"/>
              <a:gd name="connsiteX1886" fmla="*/ 179727 w 12188965"/>
              <a:gd name="connsiteY1886" fmla="*/ 1960293 h 2053176"/>
              <a:gd name="connsiteX1887" fmla="*/ 154069 w 12188965"/>
              <a:gd name="connsiteY1887" fmla="*/ 1985952 h 2053176"/>
              <a:gd name="connsiteX1888" fmla="*/ 128410 w 12188965"/>
              <a:gd name="connsiteY1888" fmla="*/ 1960293 h 2053176"/>
              <a:gd name="connsiteX1889" fmla="*/ 154069 w 12188965"/>
              <a:gd name="connsiteY1889" fmla="*/ 1934634 h 2053176"/>
              <a:gd name="connsiteX1890" fmla="*/ 89864 w 12188965"/>
              <a:gd name="connsiteY1890" fmla="*/ 1934634 h 2053176"/>
              <a:gd name="connsiteX1891" fmla="*/ 115522 w 12188965"/>
              <a:gd name="connsiteY1891" fmla="*/ 1960293 h 2053176"/>
              <a:gd name="connsiteX1892" fmla="*/ 89864 w 12188965"/>
              <a:gd name="connsiteY1892" fmla="*/ 1985952 h 2053176"/>
              <a:gd name="connsiteX1893" fmla="*/ 64205 w 12188965"/>
              <a:gd name="connsiteY1893" fmla="*/ 1960293 h 2053176"/>
              <a:gd name="connsiteX1894" fmla="*/ 89864 w 12188965"/>
              <a:gd name="connsiteY1894" fmla="*/ 1934634 h 2053176"/>
              <a:gd name="connsiteX1895" fmla="*/ 25659 w 12188965"/>
              <a:gd name="connsiteY1895" fmla="*/ 1934634 h 2053176"/>
              <a:gd name="connsiteX1896" fmla="*/ 51317 w 12188965"/>
              <a:gd name="connsiteY1896" fmla="*/ 1960293 h 2053176"/>
              <a:gd name="connsiteX1897" fmla="*/ 25659 w 12188965"/>
              <a:gd name="connsiteY1897" fmla="*/ 1985952 h 2053176"/>
              <a:gd name="connsiteX1898" fmla="*/ 0 w 12188965"/>
              <a:gd name="connsiteY1898" fmla="*/ 1960293 h 2053176"/>
              <a:gd name="connsiteX1899" fmla="*/ 25659 w 12188965"/>
              <a:gd name="connsiteY1899" fmla="*/ 1934634 h 2053176"/>
              <a:gd name="connsiteX1900" fmla="*/ 12163307 w 12188965"/>
              <a:gd name="connsiteY1900" fmla="*/ 1867527 h 2053176"/>
              <a:gd name="connsiteX1901" fmla="*/ 12188965 w 12188965"/>
              <a:gd name="connsiteY1901" fmla="*/ 1893185 h 2053176"/>
              <a:gd name="connsiteX1902" fmla="*/ 12163307 w 12188965"/>
              <a:gd name="connsiteY1902" fmla="*/ 1918844 h 2053176"/>
              <a:gd name="connsiteX1903" fmla="*/ 12137649 w 12188965"/>
              <a:gd name="connsiteY1903" fmla="*/ 1893185 h 2053176"/>
              <a:gd name="connsiteX1904" fmla="*/ 12163307 w 12188965"/>
              <a:gd name="connsiteY1904" fmla="*/ 1867527 h 2053176"/>
              <a:gd name="connsiteX1905" fmla="*/ 12099103 w 12188965"/>
              <a:gd name="connsiteY1905" fmla="*/ 1867527 h 2053176"/>
              <a:gd name="connsiteX1906" fmla="*/ 12124761 w 12188965"/>
              <a:gd name="connsiteY1906" fmla="*/ 1893185 h 2053176"/>
              <a:gd name="connsiteX1907" fmla="*/ 12099103 w 12188965"/>
              <a:gd name="connsiteY1907" fmla="*/ 1918844 h 2053176"/>
              <a:gd name="connsiteX1908" fmla="*/ 12073441 w 12188965"/>
              <a:gd name="connsiteY1908" fmla="*/ 1893185 h 2053176"/>
              <a:gd name="connsiteX1909" fmla="*/ 12099103 w 12188965"/>
              <a:gd name="connsiteY1909" fmla="*/ 1867527 h 2053176"/>
              <a:gd name="connsiteX1910" fmla="*/ 12034897 w 12188965"/>
              <a:gd name="connsiteY1910" fmla="*/ 1867527 h 2053176"/>
              <a:gd name="connsiteX1911" fmla="*/ 12060557 w 12188965"/>
              <a:gd name="connsiteY1911" fmla="*/ 1893185 h 2053176"/>
              <a:gd name="connsiteX1912" fmla="*/ 12034897 w 12188965"/>
              <a:gd name="connsiteY1912" fmla="*/ 1918844 h 2053176"/>
              <a:gd name="connsiteX1913" fmla="*/ 12009237 w 12188965"/>
              <a:gd name="connsiteY1913" fmla="*/ 1893185 h 2053176"/>
              <a:gd name="connsiteX1914" fmla="*/ 12034897 w 12188965"/>
              <a:gd name="connsiteY1914" fmla="*/ 1867527 h 2053176"/>
              <a:gd name="connsiteX1915" fmla="*/ 11970691 w 12188965"/>
              <a:gd name="connsiteY1915" fmla="*/ 1867527 h 2053176"/>
              <a:gd name="connsiteX1916" fmla="*/ 11996349 w 12188965"/>
              <a:gd name="connsiteY1916" fmla="*/ 1893185 h 2053176"/>
              <a:gd name="connsiteX1917" fmla="*/ 11970691 w 12188965"/>
              <a:gd name="connsiteY1917" fmla="*/ 1918844 h 2053176"/>
              <a:gd name="connsiteX1918" fmla="*/ 11945033 w 12188965"/>
              <a:gd name="connsiteY1918" fmla="*/ 1893185 h 2053176"/>
              <a:gd name="connsiteX1919" fmla="*/ 11970691 w 12188965"/>
              <a:gd name="connsiteY1919" fmla="*/ 1867527 h 2053176"/>
              <a:gd name="connsiteX1920" fmla="*/ 11906483 w 12188965"/>
              <a:gd name="connsiteY1920" fmla="*/ 1867527 h 2053176"/>
              <a:gd name="connsiteX1921" fmla="*/ 11932145 w 12188965"/>
              <a:gd name="connsiteY1921" fmla="*/ 1893185 h 2053176"/>
              <a:gd name="connsiteX1922" fmla="*/ 11906483 w 12188965"/>
              <a:gd name="connsiteY1922" fmla="*/ 1918844 h 2053176"/>
              <a:gd name="connsiteX1923" fmla="*/ 11880825 w 12188965"/>
              <a:gd name="connsiteY1923" fmla="*/ 1893185 h 2053176"/>
              <a:gd name="connsiteX1924" fmla="*/ 11906483 w 12188965"/>
              <a:gd name="connsiteY1924" fmla="*/ 1867527 h 2053176"/>
              <a:gd name="connsiteX1925" fmla="*/ 11842279 w 12188965"/>
              <a:gd name="connsiteY1925" fmla="*/ 1867527 h 2053176"/>
              <a:gd name="connsiteX1926" fmla="*/ 11867941 w 12188965"/>
              <a:gd name="connsiteY1926" fmla="*/ 1893185 h 2053176"/>
              <a:gd name="connsiteX1927" fmla="*/ 11842279 w 12188965"/>
              <a:gd name="connsiteY1927" fmla="*/ 1918844 h 2053176"/>
              <a:gd name="connsiteX1928" fmla="*/ 11816621 w 12188965"/>
              <a:gd name="connsiteY1928" fmla="*/ 1893185 h 2053176"/>
              <a:gd name="connsiteX1929" fmla="*/ 11842279 w 12188965"/>
              <a:gd name="connsiteY1929" fmla="*/ 1867527 h 2053176"/>
              <a:gd name="connsiteX1930" fmla="*/ 11775107 w 12188965"/>
              <a:gd name="connsiteY1930" fmla="*/ 1867527 h 2053176"/>
              <a:gd name="connsiteX1931" fmla="*/ 11800767 w 12188965"/>
              <a:gd name="connsiteY1931" fmla="*/ 1893185 h 2053176"/>
              <a:gd name="connsiteX1932" fmla="*/ 11775107 w 12188965"/>
              <a:gd name="connsiteY1932" fmla="*/ 1918844 h 2053176"/>
              <a:gd name="connsiteX1933" fmla="*/ 11749449 w 12188965"/>
              <a:gd name="connsiteY1933" fmla="*/ 1893185 h 2053176"/>
              <a:gd name="connsiteX1934" fmla="*/ 11775107 w 12188965"/>
              <a:gd name="connsiteY1934" fmla="*/ 1867527 h 2053176"/>
              <a:gd name="connsiteX1935" fmla="*/ 11710901 w 12188965"/>
              <a:gd name="connsiteY1935" fmla="*/ 1867527 h 2053176"/>
              <a:gd name="connsiteX1936" fmla="*/ 11736561 w 12188965"/>
              <a:gd name="connsiteY1936" fmla="*/ 1893185 h 2053176"/>
              <a:gd name="connsiteX1937" fmla="*/ 11710901 w 12188965"/>
              <a:gd name="connsiteY1937" fmla="*/ 1918844 h 2053176"/>
              <a:gd name="connsiteX1938" fmla="*/ 11685243 w 12188965"/>
              <a:gd name="connsiteY1938" fmla="*/ 1893185 h 2053176"/>
              <a:gd name="connsiteX1939" fmla="*/ 11710901 w 12188965"/>
              <a:gd name="connsiteY1939" fmla="*/ 1867527 h 2053176"/>
              <a:gd name="connsiteX1940" fmla="*/ 11646697 w 12188965"/>
              <a:gd name="connsiteY1940" fmla="*/ 1867527 h 2053176"/>
              <a:gd name="connsiteX1941" fmla="*/ 11672355 w 12188965"/>
              <a:gd name="connsiteY1941" fmla="*/ 1893185 h 2053176"/>
              <a:gd name="connsiteX1942" fmla="*/ 11646697 w 12188965"/>
              <a:gd name="connsiteY1942" fmla="*/ 1918844 h 2053176"/>
              <a:gd name="connsiteX1943" fmla="*/ 11621037 w 12188965"/>
              <a:gd name="connsiteY1943" fmla="*/ 1893185 h 2053176"/>
              <a:gd name="connsiteX1944" fmla="*/ 11646697 w 12188965"/>
              <a:gd name="connsiteY1944" fmla="*/ 1867527 h 2053176"/>
              <a:gd name="connsiteX1945" fmla="*/ 11582491 w 12188965"/>
              <a:gd name="connsiteY1945" fmla="*/ 1867527 h 2053176"/>
              <a:gd name="connsiteX1946" fmla="*/ 11608149 w 12188965"/>
              <a:gd name="connsiteY1946" fmla="*/ 1893185 h 2053176"/>
              <a:gd name="connsiteX1947" fmla="*/ 11582491 w 12188965"/>
              <a:gd name="connsiteY1947" fmla="*/ 1918844 h 2053176"/>
              <a:gd name="connsiteX1948" fmla="*/ 11556833 w 12188965"/>
              <a:gd name="connsiteY1948" fmla="*/ 1893185 h 2053176"/>
              <a:gd name="connsiteX1949" fmla="*/ 11582491 w 12188965"/>
              <a:gd name="connsiteY1949" fmla="*/ 1867527 h 2053176"/>
              <a:gd name="connsiteX1950" fmla="*/ 11518287 w 12188965"/>
              <a:gd name="connsiteY1950" fmla="*/ 1867527 h 2053176"/>
              <a:gd name="connsiteX1951" fmla="*/ 11543945 w 12188965"/>
              <a:gd name="connsiteY1951" fmla="*/ 1893185 h 2053176"/>
              <a:gd name="connsiteX1952" fmla="*/ 11518287 w 12188965"/>
              <a:gd name="connsiteY1952" fmla="*/ 1918844 h 2053176"/>
              <a:gd name="connsiteX1953" fmla="*/ 11492627 w 12188965"/>
              <a:gd name="connsiteY1953" fmla="*/ 1893185 h 2053176"/>
              <a:gd name="connsiteX1954" fmla="*/ 11518287 w 12188965"/>
              <a:gd name="connsiteY1954" fmla="*/ 1867527 h 2053176"/>
              <a:gd name="connsiteX1955" fmla="*/ 11454081 w 12188965"/>
              <a:gd name="connsiteY1955" fmla="*/ 1867527 h 2053176"/>
              <a:gd name="connsiteX1956" fmla="*/ 11479739 w 12188965"/>
              <a:gd name="connsiteY1956" fmla="*/ 1893185 h 2053176"/>
              <a:gd name="connsiteX1957" fmla="*/ 11454081 w 12188965"/>
              <a:gd name="connsiteY1957" fmla="*/ 1918844 h 2053176"/>
              <a:gd name="connsiteX1958" fmla="*/ 11428421 w 12188965"/>
              <a:gd name="connsiteY1958" fmla="*/ 1893185 h 2053176"/>
              <a:gd name="connsiteX1959" fmla="*/ 11454081 w 12188965"/>
              <a:gd name="connsiteY1959" fmla="*/ 1867527 h 2053176"/>
              <a:gd name="connsiteX1960" fmla="*/ 11389875 w 12188965"/>
              <a:gd name="connsiteY1960" fmla="*/ 1867527 h 2053176"/>
              <a:gd name="connsiteX1961" fmla="*/ 11415533 w 12188965"/>
              <a:gd name="connsiteY1961" fmla="*/ 1893185 h 2053176"/>
              <a:gd name="connsiteX1962" fmla="*/ 11389875 w 12188965"/>
              <a:gd name="connsiteY1962" fmla="*/ 1918844 h 2053176"/>
              <a:gd name="connsiteX1963" fmla="*/ 11364217 w 12188965"/>
              <a:gd name="connsiteY1963" fmla="*/ 1893185 h 2053176"/>
              <a:gd name="connsiteX1964" fmla="*/ 11389875 w 12188965"/>
              <a:gd name="connsiteY1964" fmla="*/ 1867527 h 2053176"/>
              <a:gd name="connsiteX1965" fmla="*/ 11325670 w 12188965"/>
              <a:gd name="connsiteY1965" fmla="*/ 1867527 h 2053176"/>
              <a:gd name="connsiteX1966" fmla="*/ 11351329 w 12188965"/>
              <a:gd name="connsiteY1966" fmla="*/ 1893185 h 2053176"/>
              <a:gd name="connsiteX1967" fmla="*/ 11325670 w 12188965"/>
              <a:gd name="connsiteY1967" fmla="*/ 1918844 h 2053176"/>
              <a:gd name="connsiteX1968" fmla="*/ 11300012 w 12188965"/>
              <a:gd name="connsiteY1968" fmla="*/ 1893185 h 2053176"/>
              <a:gd name="connsiteX1969" fmla="*/ 11325670 w 12188965"/>
              <a:gd name="connsiteY1969" fmla="*/ 1867527 h 2053176"/>
              <a:gd name="connsiteX1970" fmla="*/ 11261466 w 12188965"/>
              <a:gd name="connsiteY1970" fmla="*/ 1867527 h 2053176"/>
              <a:gd name="connsiteX1971" fmla="*/ 11287124 w 12188965"/>
              <a:gd name="connsiteY1971" fmla="*/ 1893185 h 2053176"/>
              <a:gd name="connsiteX1972" fmla="*/ 11261466 w 12188965"/>
              <a:gd name="connsiteY1972" fmla="*/ 1918844 h 2053176"/>
              <a:gd name="connsiteX1973" fmla="*/ 11235805 w 12188965"/>
              <a:gd name="connsiteY1973" fmla="*/ 1893185 h 2053176"/>
              <a:gd name="connsiteX1974" fmla="*/ 11261466 w 12188965"/>
              <a:gd name="connsiteY1974" fmla="*/ 1867527 h 2053176"/>
              <a:gd name="connsiteX1975" fmla="*/ 11197259 w 12188965"/>
              <a:gd name="connsiteY1975" fmla="*/ 1867527 h 2053176"/>
              <a:gd name="connsiteX1976" fmla="*/ 11222917 w 12188965"/>
              <a:gd name="connsiteY1976" fmla="*/ 1893185 h 2053176"/>
              <a:gd name="connsiteX1977" fmla="*/ 11197259 w 12188965"/>
              <a:gd name="connsiteY1977" fmla="*/ 1918844 h 2053176"/>
              <a:gd name="connsiteX1978" fmla="*/ 11171601 w 12188965"/>
              <a:gd name="connsiteY1978" fmla="*/ 1893185 h 2053176"/>
              <a:gd name="connsiteX1979" fmla="*/ 11197259 w 12188965"/>
              <a:gd name="connsiteY1979" fmla="*/ 1867527 h 2053176"/>
              <a:gd name="connsiteX1980" fmla="*/ 11133055 w 12188965"/>
              <a:gd name="connsiteY1980" fmla="*/ 1867527 h 2053176"/>
              <a:gd name="connsiteX1981" fmla="*/ 11158713 w 12188965"/>
              <a:gd name="connsiteY1981" fmla="*/ 1893185 h 2053176"/>
              <a:gd name="connsiteX1982" fmla="*/ 11133055 w 12188965"/>
              <a:gd name="connsiteY1982" fmla="*/ 1918844 h 2053176"/>
              <a:gd name="connsiteX1983" fmla="*/ 11107396 w 12188965"/>
              <a:gd name="connsiteY1983" fmla="*/ 1893185 h 2053176"/>
              <a:gd name="connsiteX1984" fmla="*/ 11133055 w 12188965"/>
              <a:gd name="connsiteY1984" fmla="*/ 1867527 h 2053176"/>
              <a:gd name="connsiteX1985" fmla="*/ 11068848 w 12188965"/>
              <a:gd name="connsiteY1985" fmla="*/ 1867527 h 2053176"/>
              <a:gd name="connsiteX1986" fmla="*/ 11094509 w 12188965"/>
              <a:gd name="connsiteY1986" fmla="*/ 1893185 h 2053176"/>
              <a:gd name="connsiteX1987" fmla="*/ 11068848 w 12188965"/>
              <a:gd name="connsiteY1987" fmla="*/ 1918844 h 2053176"/>
              <a:gd name="connsiteX1988" fmla="*/ 11043189 w 12188965"/>
              <a:gd name="connsiteY1988" fmla="*/ 1893185 h 2053176"/>
              <a:gd name="connsiteX1989" fmla="*/ 11068848 w 12188965"/>
              <a:gd name="connsiteY1989" fmla="*/ 1867527 h 2053176"/>
              <a:gd name="connsiteX1990" fmla="*/ 11004643 w 12188965"/>
              <a:gd name="connsiteY1990" fmla="*/ 1867527 h 2053176"/>
              <a:gd name="connsiteX1991" fmla="*/ 11030301 w 12188965"/>
              <a:gd name="connsiteY1991" fmla="*/ 1893185 h 2053176"/>
              <a:gd name="connsiteX1992" fmla="*/ 11004643 w 12188965"/>
              <a:gd name="connsiteY1992" fmla="*/ 1918844 h 2053176"/>
              <a:gd name="connsiteX1993" fmla="*/ 10978985 w 12188965"/>
              <a:gd name="connsiteY1993" fmla="*/ 1893185 h 2053176"/>
              <a:gd name="connsiteX1994" fmla="*/ 11004643 w 12188965"/>
              <a:gd name="connsiteY1994" fmla="*/ 1867527 h 2053176"/>
              <a:gd name="connsiteX1995" fmla="*/ 10940321 w 12188965"/>
              <a:gd name="connsiteY1995" fmla="*/ 1867527 h 2053176"/>
              <a:gd name="connsiteX1996" fmla="*/ 10965982 w 12188965"/>
              <a:gd name="connsiteY1996" fmla="*/ 1893185 h 2053176"/>
              <a:gd name="connsiteX1997" fmla="*/ 10940321 w 12188965"/>
              <a:gd name="connsiteY1997" fmla="*/ 1918844 h 2053176"/>
              <a:gd name="connsiteX1998" fmla="*/ 10914663 w 12188965"/>
              <a:gd name="connsiteY1998" fmla="*/ 1893185 h 2053176"/>
              <a:gd name="connsiteX1999" fmla="*/ 10940321 w 12188965"/>
              <a:gd name="connsiteY1999" fmla="*/ 1867527 h 2053176"/>
              <a:gd name="connsiteX2000" fmla="*/ 10876117 w 12188965"/>
              <a:gd name="connsiteY2000" fmla="*/ 1867527 h 2053176"/>
              <a:gd name="connsiteX2001" fmla="*/ 10901775 w 12188965"/>
              <a:gd name="connsiteY2001" fmla="*/ 1893185 h 2053176"/>
              <a:gd name="connsiteX2002" fmla="*/ 10876117 w 12188965"/>
              <a:gd name="connsiteY2002" fmla="*/ 1918844 h 2053176"/>
              <a:gd name="connsiteX2003" fmla="*/ 10850459 w 12188965"/>
              <a:gd name="connsiteY2003" fmla="*/ 1893185 h 2053176"/>
              <a:gd name="connsiteX2004" fmla="*/ 10876117 w 12188965"/>
              <a:gd name="connsiteY2004" fmla="*/ 1867527 h 2053176"/>
              <a:gd name="connsiteX2005" fmla="*/ 10811912 w 12188965"/>
              <a:gd name="connsiteY2005" fmla="*/ 1867527 h 2053176"/>
              <a:gd name="connsiteX2006" fmla="*/ 10837571 w 12188965"/>
              <a:gd name="connsiteY2006" fmla="*/ 1893185 h 2053176"/>
              <a:gd name="connsiteX2007" fmla="*/ 10811912 w 12188965"/>
              <a:gd name="connsiteY2007" fmla="*/ 1918844 h 2053176"/>
              <a:gd name="connsiteX2008" fmla="*/ 10786254 w 12188965"/>
              <a:gd name="connsiteY2008" fmla="*/ 1893185 h 2053176"/>
              <a:gd name="connsiteX2009" fmla="*/ 10811912 w 12188965"/>
              <a:gd name="connsiteY2009" fmla="*/ 1867527 h 2053176"/>
              <a:gd name="connsiteX2010" fmla="*/ 10747708 w 12188965"/>
              <a:gd name="connsiteY2010" fmla="*/ 1867527 h 2053176"/>
              <a:gd name="connsiteX2011" fmla="*/ 10773366 w 12188965"/>
              <a:gd name="connsiteY2011" fmla="*/ 1893185 h 2053176"/>
              <a:gd name="connsiteX2012" fmla="*/ 10747708 w 12188965"/>
              <a:gd name="connsiteY2012" fmla="*/ 1918844 h 2053176"/>
              <a:gd name="connsiteX2013" fmla="*/ 10722047 w 12188965"/>
              <a:gd name="connsiteY2013" fmla="*/ 1893185 h 2053176"/>
              <a:gd name="connsiteX2014" fmla="*/ 10747708 w 12188965"/>
              <a:gd name="connsiteY2014" fmla="*/ 1867527 h 2053176"/>
              <a:gd name="connsiteX2015" fmla="*/ 10683501 w 12188965"/>
              <a:gd name="connsiteY2015" fmla="*/ 1867527 h 2053176"/>
              <a:gd name="connsiteX2016" fmla="*/ 10709159 w 12188965"/>
              <a:gd name="connsiteY2016" fmla="*/ 1893185 h 2053176"/>
              <a:gd name="connsiteX2017" fmla="*/ 10683501 w 12188965"/>
              <a:gd name="connsiteY2017" fmla="*/ 1918844 h 2053176"/>
              <a:gd name="connsiteX2018" fmla="*/ 10657843 w 12188965"/>
              <a:gd name="connsiteY2018" fmla="*/ 1893185 h 2053176"/>
              <a:gd name="connsiteX2019" fmla="*/ 10683501 w 12188965"/>
              <a:gd name="connsiteY2019" fmla="*/ 1867527 h 2053176"/>
              <a:gd name="connsiteX2020" fmla="*/ 10619297 w 12188965"/>
              <a:gd name="connsiteY2020" fmla="*/ 1867527 h 2053176"/>
              <a:gd name="connsiteX2021" fmla="*/ 10644955 w 12188965"/>
              <a:gd name="connsiteY2021" fmla="*/ 1893185 h 2053176"/>
              <a:gd name="connsiteX2022" fmla="*/ 10619297 w 12188965"/>
              <a:gd name="connsiteY2022" fmla="*/ 1918844 h 2053176"/>
              <a:gd name="connsiteX2023" fmla="*/ 10593639 w 12188965"/>
              <a:gd name="connsiteY2023" fmla="*/ 1893185 h 2053176"/>
              <a:gd name="connsiteX2024" fmla="*/ 10619297 w 12188965"/>
              <a:gd name="connsiteY2024" fmla="*/ 1867527 h 2053176"/>
              <a:gd name="connsiteX2025" fmla="*/ 10555092 w 12188965"/>
              <a:gd name="connsiteY2025" fmla="*/ 1867527 h 2053176"/>
              <a:gd name="connsiteX2026" fmla="*/ 10580751 w 12188965"/>
              <a:gd name="connsiteY2026" fmla="*/ 1893185 h 2053176"/>
              <a:gd name="connsiteX2027" fmla="*/ 10555092 w 12188965"/>
              <a:gd name="connsiteY2027" fmla="*/ 1918844 h 2053176"/>
              <a:gd name="connsiteX2028" fmla="*/ 10529432 w 12188965"/>
              <a:gd name="connsiteY2028" fmla="*/ 1893185 h 2053176"/>
              <a:gd name="connsiteX2029" fmla="*/ 10555092 w 12188965"/>
              <a:gd name="connsiteY2029" fmla="*/ 1867527 h 2053176"/>
              <a:gd name="connsiteX2030" fmla="*/ 10490885 w 12188965"/>
              <a:gd name="connsiteY2030" fmla="*/ 1867527 h 2053176"/>
              <a:gd name="connsiteX2031" fmla="*/ 10516544 w 12188965"/>
              <a:gd name="connsiteY2031" fmla="*/ 1893185 h 2053176"/>
              <a:gd name="connsiteX2032" fmla="*/ 10490885 w 12188965"/>
              <a:gd name="connsiteY2032" fmla="*/ 1918844 h 2053176"/>
              <a:gd name="connsiteX2033" fmla="*/ 10465227 w 12188965"/>
              <a:gd name="connsiteY2033" fmla="*/ 1893185 h 2053176"/>
              <a:gd name="connsiteX2034" fmla="*/ 10490885 w 12188965"/>
              <a:gd name="connsiteY2034" fmla="*/ 1867527 h 2053176"/>
              <a:gd name="connsiteX2035" fmla="*/ 10426681 w 12188965"/>
              <a:gd name="connsiteY2035" fmla="*/ 1867527 h 2053176"/>
              <a:gd name="connsiteX2036" fmla="*/ 10452339 w 12188965"/>
              <a:gd name="connsiteY2036" fmla="*/ 1893185 h 2053176"/>
              <a:gd name="connsiteX2037" fmla="*/ 10426681 w 12188965"/>
              <a:gd name="connsiteY2037" fmla="*/ 1918844 h 2053176"/>
              <a:gd name="connsiteX2038" fmla="*/ 10401023 w 12188965"/>
              <a:gd name="connsiteY2038" fmla="*/ 1893185 h 2053176"/>
              <a:gd name="connsiteX2039" fmla="*/ 10426681 w 12188965"/>
              <a:gd name="connsiteY2039" fmla="*/ 1867527 h 2053176"/>
              <a:gd name="connsiteX2040" fmla="*/ 10362474 w 12188965"/>
              <a:gd name="connsiteY2040" fmla="*/ 1867527 h 2053176"/>
              <a:gd name="connsiteX2041" fmla="*/ 10388135 w 12188965"/>
              <a:gd name="connsiteY2041" fmla="*/ 1893185 h 2053176"/>
              <a:gd name="connsiteX2042" fmla="*/ 10362474 w 12188965"/>
              <a:gd name="connsiteY2042" fmla="*/ 1918844 h 2053176"/>
              <a:gd name="connsiteX2043" fmla="*/ 10336816 w 12188965"/>
              <a:gd name="connsiteY2043" fmla="*/ 1893185 h 2053176"/>
              <a:gd name="connsiteX2044" fmla="*/ 10362474 w 12188965"/>
              <a:gd name="connsiteY2044" fmla="*/ 1867527 h 2053176"/>
              <a:gd name="connsiteX2045" fmla="*/ 10298270 w 12188965"/>
              <a:gd name="connsiteY2045" fmla="*/ 1867527 h 2053176"/>
              <a:gd name="connsiteX2046" fmla="*/ 10323928 w 12188965"/>
              <a:gd name="connsiteY2046" fmla="*/ 1893185 h 2053176"/>
              <a:gd name="connsiteX2047" fmla="*/ 10298270 w 12188965"/>
              <a:gd name="connsiteY2047" fmla="*/ 1918844 h 2053176"/>
              <a:gd name="connsiteX2048" fmla="*/ 10272611 w 12188965"/>
              <a:gd name="connsiteY2048" fmla="*/ 1893185 h 2053176"/>
              <a:gd name="connsiteX2049" fmla="*/ 10298270 w 12188965"/>
              <a:gd name="connsiteY2049" fmla="*/ 1867527 h 2053176"/>
              <a:gd name="connsiteX2050" fmla="*/ 10234065 w 12188965"/>
              <a:gd name="connsiteY2050" fmla="*/ 1867527 h 2053176"/>
              <a:gd name="connsiteX2051" fmla="*/ 10259723 w 12188965"/>
              <a:gd name="connsiteY2051" fmla="*/ 1893185 h 2053176"/>
              <a:gd name="connsiteX2052" fmla="*/ 10234065 w 12188965"/>
              <a:gd name="connsiteY2052" fmla="*/ 1918844 h 2053176"/>
              <a:gd name="connsiteX2053" fmla="*/ 10208404 w 12188965"/>
              <a:gd name="connsiteY2053" fmla="*/ 1893185 h 2053176"/>
              <a:gd name="connsiteX2054" fmla="*/ 10234065 w 12188965"/>
              <a:gd name="connsiteY2054" fmla="*/ 1867527 h 2053176"/>
              <a:gd name="connsiteX2055" fmla="*/ 10169858 w 12188965"/>
              <a:gd name="connsiteY2055" fmla="*/ 1867527 h 2053176"/>
              <a:gd name="connsiteX2056" fmla="*/ 10195519 w 12188965"/>
              <a:gd name="connsiteY2056" fmla="*/ 1893185 h 2053176"/>
              <a:gd name="connsiteX2057" fmla="*/ 10169858 w 12188965"/>
              <a:gd name="connsiteY2057" fmla="*/ 1918844 h 2053176"/>
              <a:gd name="connsiteX2058" fmla="*/ 10144200 w 12188965"/>
              <a:gd name="connsiteY2058" fmla="*/ 1893185 h 2053176"/>
              <a:gd name="connsiteX2059" fmla="*/ 10169858 w 12188965"/>
              <a:gd name="connsiteY2059" fmla="*/ 1867527 h 2053176"/>
              <a:gd name="connsiteX2060" fmla="*/ 10105654 w 12188965"/>
              <a:gd name="connsiteY2060" fmla="*/ 1867527 h 2053176"/>
              <a:gd name="connsiteX2061" fmla="*/ 10131312 w 12188965"/>
              <a:gd name="connsiteY2061" fmla="*/ 1893185 h 2053176"/>
              <a:gd name="connsiteX2062" fmla="*/ 10105654 w 12188965"/>
              <a:gd name="connsiteY2062" fmla="*/ 1918844 h 2053176"/>
              <a:gd name="connsiteX2063" fmla="*/ 10079996 w 12188965"/>
              <a:gd name="connsiteY2063" fmla="*/ 1893185 h 2053176"/>
              <a:gd name="connsiteX2064" fmla="*/ 10105654 w 12188965"/>
              <a:gd name="connsiteY2064" fmla="*/ 1867527 h 2053176"/>
              <a:gd name="connsiteX2065" fmla="*/ 10041450 w 12188965"/>
              <a:gd name="connsiteY2065" fmla="*/ 1867527 h 2053176"/>
              <a:gd name="connsiteX2066" fmla="*/ 10067108 w 12188965"/>
              <a:gd name="connsiteY2066" fmla="*/ 1893185 h 2053176"/>
              <a:gd name="connsiteX2067" fmla="*/ 10041450 w 12188965"/>
              <a:gd name="connsiteY2067" fmla="*/ 1918844 h 2053176"/>
              <a:gd name="connsiteX2068" fmla="*/ 10015789 w 12188965"/>
              <a:gd name="connsiteY2068" fmla="*/ 1893185 h 2053176"/>
              <a:gd name="connsiteX2069" fmla="*/ 10041450 w 12188965"/>
              <a:gd name="connsiteY2069" fmla="*/ 1867527 h 2053176"/>
              <a:gd name="connsiteX2070" fmla="*/ 9977242 w 12188965"/>
              <a:gd name="connsiteY2070" fmla="*/ 1867527 h 2053176"/>
              <a:gd name="connsiteX2071" fmla="*/ 10002903 w 12188965"/>
              <a:gd name="connsiteY2071" fmla="*/ 1893185 h 2053176"/>
              <a:gd name="connsiteX2072" fmla="*/ 9977242 w 12188965"/>
              <a:gd name="connsiteY2072" fmla="*/ 1918844 h 2053176"/>
              <a:gd name="connsiteX2073" fmla="*/ 9951584 w 12188965"/>
              <a:gd name="connsiteY2073" fmla="*/ 1893185 h 2053176"/>
              <a:gd name="connsiteX2074" fmla="*/ 9977242 w 12188965"/>
              <a:gd name="connsiteY2074" fmla="*/ 1867527 h 2053176"/>
              <a:gd name="connsiteX2075" fmla="*/ 9913038 w 12188965"/>
              <a:gd name="connsiteY2075" fmla="*/ 1867527 h 2053176"/>
              <a:gd name="connsiteX2076" fmla="*/ 9938696 w 12188965"/>
              <a:gd name="connsiteY2076" fmla="*/ 1893185 h 2053176"/>
              <a:gd name="connsiteX2077" fmla="*/ 9913038 w 12188965"/>
              <a:gd name="connsiteY2077" fmla="*/ 1918844 h 2053176"/>
              <a:gd name="connsiteX2078" fmla="*/ 9887380 w 12188965"/>
              <a:gd name="connsiteY2078" fmla="*/ 1893185 h 2053176"/>
              <a:gd name="connsiteX2079" fmla="*/ 9913038 w 12188965"/>
              <a:gd name="connsiteY2079" fmla="*/ 1867527 h 2053176"/>
              <a:gd name="connsiteX2080" fmla="*/ 9848716 w 12188965"/>
              <a:gd name="connsiteY2080" fmla="*/ 1867527 h 2053176"/>
              <a:gd name="connsiteX2081" fmla="*/ 9874374 w 12188965"/>
              <a:gd name="connsiteY2081" fmla="*/ 1893185 h 2053176"/>
              <a:gd name="connsiteX2082" fmla="*/ 9848716 w 12188965"/>
              <a:gd name="connsiteY2082" fmla="*/ 1918844 h 2053176"/>
              <a:gd name="connsiteX2083" fmla="*/ 9823058 w 12188965"/>
              <a:gd name="connsiteY2083" fmla="*/ 1893185 h 2053176"/>
              <a:gd name="connsiteX2084" fmla="*/ 9848716 w 12188965"/>
              <a:gd name="connsiteY2084" fmla="*/ 1867527 h 2053176"/>
              <a:gd name="connsiteX2085" fmla="*/ 9784512 w 12188965"/>
              <a:gd name="connsiteY2085" fmla="*/ 1867527 h 2053176"/>
              <a:gd name="connsiteX2086" fmla="*/ 9810170 w 12188965"/>
              <a:gd name="connsiteY2086" fmla="*/ 1893185 h 2053176"/>
              <a:gd name="connsiteX2087" fmla="*/ 9784512 w 12188965"/>
              <a:gd name="connsiteY2087" fmla="*/ 1918844 h 2053176"/>
              <a:gd name="connsiteX2088" fmla="*/ 9758853 w 12188965"/>
              <a:gd name="connsiteY2088" fmla="*/ 1893185 h 2053176"/>
              <a:gd name="connsiteX2089" fmla="*/ 9784512 w 12188965"/>
              <a:gd name="connsiteY2089" fmla="*/ 1867527 h 2053176"/>
              <a:gd name="connsiteX2090" fmla="*/ 9720307 w 12188965"/>
              <a:gd name="connsiteY2090" fmla="*/ 1867527 h 2053176"/>
              <a:gd name="connsiteX2091" fmla="*/ 9745965 w 12188965"/>
              <a:gd name="connsiteY2091" fmla="*/ 1893185 h 2053176"/>
              <a:gd name="connsiteX2092" fmla="*/ 9720307 w 12188965"/>
              <a:gd name="connsiteY2092" fmla="*/ 1918844 h 2053176"/>
              <a:gd name="connsiteX2093" fmla="*/ 9694646 w 12188965"/>
              <a:gd name="connsiteY2093" fmla="*/ 1893185 h 2053176"/>
              <a:gd name="connsiteX2094" fmla="*/ 9720307 w 12188965"/>
              <a:gd name="connsiteY2094" fmla="*/ 1867527 h 2053176"/>
              <a:gd name="connsiteX2095" fmla="*/ 9656100 w 12188965"/>
              <a:gd name="connsiteY2095" fmla="*/ 1867527 h 2053176"/>
              <a:gd name="connsiteX2096" fmla="*/ 9681758 w 12188965"/>
              <a:gd name="connsiteY2096" fmla="*/ 1893185 h 2053176"/>
              <a:gd name="connsiteX2097" fmla="*/ 9656100 w 12188965"/>
              <a:gd name="connsiteY2097" fmla="*/ 1918844 h 2053176"/>
              <a:gd name="connsiteX2098" fmla="*/ 9630442 w 12188965"/>
              <a:gd name="connsiteY2098" fmla="*/ 1893185 h 2053176"/>
              <a:gd name="connsiteX2099" fmla="*/ 9656100 w 12188965"/>
              <a:gd name="connsiteY2099" fmla="*/ 1867527 h 2053176"/>
              <a:gd name="connsiteX2100" fmla="*/ 9591896 w 12188965"/>
              <a:gd name="connsiteY2100" fmla="*/ 1867527 h 2053176"/>
              <a:gd name="connsiteX2101" fmla="*/ 9617554 w 12188965"/>
              <a:gd name="connsiteY2101" fmla="*/ 1893185 h 2053176"/>
              <a:gd name="connsiteX2102" fmla="*/ 9591896 w 12188965"/>
              <a:gd name="connsiteY2102" fmla="*/ 1918844 h 2053176"/>
              <a:gd name="connsiteX2103" fmla="*/ 9566238 w 12188965"/>
              <a:gd name="connsiteY2103" fmla="*/ 1893185 h 2053176"/>
              <a:gd name="connsiteX2104" fmla="*/ 9591896 w 12188965"/>
              <a:gd name="connsiteY2104" fmla="*/ 1867527 h 2053176"/>
              <a:gd name="connsiteX2105" fmla="*/ 9527689 w 12188965"/>
              <a:gd name="connsiteY2105" fmla="*/ 1867527 h 2053176"/>
              <a:gd name="connsiteX2106" fmla="*/ 9553350 w 12188965"/>
              <a:gd name="connsiteY2106" fmla="*/ 1893185 h 2053176"/>
              <a:gd name="connsiteX2107" fmla="*/ 9527689 w 12188965"/>
              <a:gd name="connsiteY2107" fmla="*/ 1918844 h 2053176"/>
              <a:gd name="connsiteX2108" fmla="*/ 9502031 w 12188965"/>
              <a:gd name="connsiteY2108" fmla="*/ 1893185 h 2053176"/>
              <a:gd name="connsiteX2109" fmla="*/ 9527689 w 12188965"/>
              <a:gd name="connsiteY2109" fmla="*/ 1867527 h 2053176"/>
              <a:gd name="connsiteX2110" fmla="*/ 9463485 w 12188965"/>
              <a:gd name="connsiteY2110" fmla="*/ 1867527 h 2053176"/>
              <a:gd name="connsiteX2111" fmla="*/ 9489143 w 12188965"/>
              <a:gd name="connsiteY2111" fmla="*/ 1893185 h 2053176"/>
              <a:gd name="connsiteX2112" fmla="*/ 9463485 w 12188965"/>
              <a:gd name="connsiteY2112" fmla="*/ 1918844 h 2053176"/>
              <a:gd name="connsiteX2113" fmla="*/ 9437826 w 12188965"/>
              <a:gd name="connsiteY2113" fmla="*/ 1893185 h 2053176"/>
              <a:gd name="connsiteX2114" fmla="*/ 9463485 w 12188965"/>
              <a:gd name="connsiteY2114" fmla="*/ 1867527 h 2053176"/>
              <a:gd name="connsiteX2115" fmla="*/ 9399280 w 12188965"/>
              <a:gd name="connsiteY2115" fmla="*/ 1867527 h 2053176"/>
              <a:gd name="connsiteX2116" fmla="*/ 9424938 w 12188965"/>
              <a:gd name="connsiteY2116" fmla="*/ 1893185 h 2053176"/>
              <a:gd name="connsiteX2117" fmla="*/ 9399280 w 12188965"/>
              <a:gd name="connsiteY2117" fmla="*/ 1918844 h 2053176"/>
              <a:gd name="connsiteX2118" fmla="*/ 9373619 w 12188965"/>
              <a:gd name="connsiteY2118" fmla="*/ 1893185 h 2053176"/>
              <a:gd name="connsiteX2119" fmla="*/ 9399280 w 12188965"/>
              <a:gd name="connsiteY2119" fmla="*/ 1867527 h 2053176"/>
              <a:gd name="connsiteX2120" fmla="*/ 9335073 w 12188965"/>
              <a:gd name="connsiteY2120" fmla="*/ 1867527 h 2053176"/>
              <a:gd name="connsiteX2121" fmla="*/ 9360734 w 12188965"/>
              <a:gd name="connsiteY2121" fmla="*/ 1893185 h 2053176"/>
              <a:gd name="connsiteX2122" fmla="*/ 9335073 w 12188965"/>
              <a:gd name="connsiteY2122" fmla="*/ 1918844 h 2053176"/>
              <a:gd name="connsiteX2123" fmla="*/ 9309415 w 12188965"/>
              <a:gd name="connsiteY2123" fmla="*/ 1893185 h 2053176"/>
              <a:gd name="connsiteX2124" fmla="*/ 9335073 w 12188965"/>
              <a:gd name="connsiteY2124" fmla="*/ 1867527 h 2053176"/>
              <a:gd name="connsiteX2125" fmla="*/ 9270869 w 12188965"/>
              <a:gd name="connsiteY2125" fmla="*/ 1867527 h 2053176"/>
              <a:gd name="connsiteX2126" fmla="*/ 9296527 w 12188965"/>
              <a:gd name="connsiteY2126" fmla="*/ 1893185 h 2053176"/>
              <a:gd name="connsiteX2127" fmla="*/ 9270869 w 12188965"/>
              <a:gd name="connsiteY2127" fmla="*/ 1918844 h 2053176"/>
              <a:gd name="connsiteX2128" fmla="*/ 9245211 w 12188965"/>
              <a:gd name="connsiteY2128" fmla="*/ 1893185 h 2053176"/>
              <a:gd name="connsiteX2129" fmla="*/ 9270869 w 12188965"/>
              <a:gd name="connsiteY2129" fmla="*/ 1867527 h 2053176"/>
              <a:gd name="connsiteX2130" fmla="*/ 9206664 w 12188965"/>
              <a:gd name="connsiteY2130" fmla="*/ 1867527 h 2053176"/>
              <a:gd name="connsiteX2131" fmla="*/ 9232323 w 12188965"/>
              <a:gd name="connsiteY2131" fmla="*/ 1893185 h 2053176"/>
              <a:gd name="connsiteX2132" fmla="*/ 9206664 w 12188965"/>
              <a:gd name="connsiteY2132" fmla="*/ 1918844 h 2053176"/>
              <a:gd name="connsiteX2133" fmla="*/ 9181006 w 12188965"/>
              <a:gd name="connsiteY2133" fmla="*/ 1893185 h 2053176"/>
              <a:gd name="connsiteX2134" fmla="*/ 9206664 w 12188965"/>
              <a:gd name="connsiteY2134" fmla="*/ 1867527 h 2053176"/>
              <a:gd name="connsiteX2135" fmla="*/ 9142457 w 12188965"/>
              <a:gd name="connsiteY2135" fmla="*/ 1867527 h 2053176"/>
              <a:gd name="connsiteX2136" fmla="*/ 9168118 w 12188965"/>
              <a:gd name="connsiteY2136" fmla="*/ 1893185 h 2053176"/>
              <a:gd name="connsiteX2137" fmla="*/ 9142457 w 12188965"/>
              <a:gd name="connsiteY2137" fmla="*/ 1918844 h 2053176"/>
              <a:gd name="connsiteX2138" fmla="*/ 9116799 w 12188965"/>
              <a:gd name="connsiteY2138" fmla="*/ 1893185 h 2053176"/>
              <a:gd name="connsiteX2139" fmla="*/ 9142457 w 12188965"/>
              <a:gd name="connsiteY2139" fmla="*/ 1867527 h 2053176"/>
              <a:gd name="connsiteX2140" fmla="*/ 9078253 w 12188965"/>
              <a:gd name="connsiteY2140" fmla="*/ 1867527 h 2053176"/>
              <a:gd name="connsiteX2141" fmla="*/ 9103911 w 12188965"/>
              <a:gd name="connsiteY2141" fmla="*/ 1893185 h 2053176"/>
              <a:gd name="connsiteX2142" fmla="*/ 9078253 w 12188965"/>
              <a:gd name="connsiteY2142" fmla="*/ 1918844 h 2053176"/>
              <a:gd name="connsiteX2143" fmla="*/ 9052595 w 12188965"/>
              <a:gd name="connsiteY2143" fmla="*/ 1893185 h 2053176"/>
              <a:gd name="connsiteX2144" fmla="*/ 9078253 w 12188965"/>
              <a:gd name="connsiteY2144" fmla="*/ 1867527 h 2053176"/>
              <a:gd name="connsiteX2145" fmla="*/ 9014049 w 12188965"/>
              <a:gd name="connsiteY2145" fmla="*/ 1867527 h 2053176"/>
              <a:gd name="connsiteX2146" fmla="*/ 9039707 w 12188965"/>
              <a:gd name="connsiteY2146" fmla="*/ 1893185 h 2053176"/>
              <a:gd name="connsiteX2147" fmla="*/ 9014049 w 12188965"/>
              <a:gd name="connsiteY2147" fmla="*/ 1918844 h 2053176"/>
              <a:gd name="connsiteX2148" fmla="*/ 8988388 w 12188965"/>
              <a:gd name="connsiteY2148" fmla="*/ 1893185 h 2053176"/>
              <a:gd name="connsiteX2149" fmla="*/ 9014049 w 12188965"/>
              <a:gd name="connsiteY2149" fmla="*/ 1867527 h 2053176"/>
              <a:gd name="connsiteX2150" fmla="*/ 8949842 w 12188965"/>
              <a:gd name="connsiteY2150" fmla="*/ 1867527 h 2053176"/>
              <a:gd name="connsiteX2151" fmla="*/ 8975503 w 12188965"/>
              <a:gd name="connsiteY2151" fmla="*/ 1893185 h 2053176"/>
              <a:gd name="connsiteX2152" fmla="*/ 8949842 w 12188965"/>
              <a:gd name="connsiteY2152" fmla="*/ 1918844 h 2053176"/>
              <a:gd name="connsiteX2153" fmla="*/ 8924183 w 12188965"/>
              <a:gd name="connsiteY2153" fmla="*/ 1893185 h 2053176"/>
              <a:gd name="connsiteX2154" fmla="*/ 8949842 w 12188965"/>
              <a:gd name="connsiteY2154" fmla="*/ 1867527 h 2053176"/>
              <a:gd name="connsiteX2155" fmla="*/ 8885637 w 12188965"/>
              <a:gd name="connsiteY2155" fmla="*/ 1867527 h 2053176"/>
              <a:gd name="connsiteX2156" fmla="*/ 8911296 w 12188965"/>
              <a:gd name="connsiteY2156" fmla="*/ 1893185 h 2053176"/>
              <a:gd name="connsiteX2157" fmla="*/ 8885637 w 12188965"/>
              <a:gd name="connsiteY2157" fmla="*/ 1918844 h 2053176"/>
              <a:gd name="connsiteX2158" fmla="*/ 8859979 w 12188965"/>
              <a:gd name="connsiteY2158" fmla="*/ 1893185 h 2053176"/>
              <a:gd name="connsiteX2159" fmla="*/ 8885637 w 12188965"/>
              <a:gd name="connsiteY2159" fmla="*/ 1867527 h 2053176"/>
              <a:gd name="connsiteX2160" fmla="*/ 8821433 w 12188965"/>
              <a:gd name="connsiteY2160" fmla="*/ 1867527 h 2053176"/>
              <a:gd name="connsiteX2161" fmla="*/ 8847091 w 12188965"/>
              <a:gd name="connsiteY2161" fmla="*/ 1893185 h 2053176"/>
              <a:gd name="connsiteX2162" fmla="*/ 8821433 w 12188965"/>
              <a:gd name="connsiteY2162" fmla="*/ 1918844 h 2053176"/>
              <a:gd name="connsiteX2163" fmla="*/ 8795772 w 12188965"/>
              <a:gd name="connsiteY2163" fmla="*/ 1893185 h 2053176"/>
              <a:gd name="connsiteX2164" fmla="*/ 8821433 w 12188965"/>
              <a:gd name="connsiteY2164" fmla="*/ 1867527 h 2053176"/>
              <a:gd name="connsiteX2165" fmla="*/ 8757226 w 12188965"/>
              <a:gd name="connsiteY2165" fmla="*/ 1867527 h 2053176"/>
              <a:gd name="connsiteX2166" fmla="*/ 8782887 w 12188965"/>
              <a:gd name="connsiteY2166" fmla="*/ 1893185 h 2053176"/>
              <a:gd name="connsiteX2167" fmla="*/ 8757226 w 12188965"/>
              <a:gd name="connsiteY2167" fmla="*/ 1918844 h 2053176"/>
              <a:gd name="connsiteX2168" fmla="*/ 8731568 w 12188965"/>
              <a:gd name="connsiteY2168" fmla="*/ 1893185 h 2053176"/>
              <a:gd name="connsiteX2169" fmla="*/ 8757226 w 12188965"/>
              <a:gd name="connsiteY2169" fmla="*/ 1867527 h 2053176"/>
              <a:gd name="connsiteX2170" fmla="*/ 8692904 w 12188965"/>
              <a:gd name="connsiteY2170" fmla="*/ 1867527 h 2053176"/>
              <a:gd name="connsiteX2171" fmla="*/ 8718565 w 12188965"/>
              <a:gd name="connsiteY2171" fmla="*/ 1893185 h 2053176"/>
              <a:gd name="connsiteX2172" fmla="*/ 8692904 w 12188965"/>
              <a:gd name="connsiteY2172" fmla="*/ 1918844 h 2053176"/>
              <a:gd name="connsiteX2173" fmla="*/ 8667246 w 12188965"/>
              <a:gd name="connsiteY2173" fmla="*/ 1893185 h 2053176"/>
              <a:gd name="connsiteX2174" fmla="*/ 8692904 w 12188965"/>
              <a:gd name="connsiteY2174" fmla="*/ 1867527 h 2053176"/>
              <a:gd name="connsiteX2175" fmla="*/ 8628699 w 12188965"/>
              <a:gd name="connsiteY2175" fmla="*/ 1867527 h 2053176"/>
              <a:gd name="connsiteX2176" fmla="*/ 8654358 w 12188965"/>
              <a:gd name="connsiteY2176" fmla="*/ 1893185 h 2053176"/>
              <a:gd name="connsiteX2177" fmla="*/ 8628699 w 12188965"/>
              <a:gd name="connsiteY2177" fmla="*/ 1918844 h 2053176"/>
              <a:gd name="connsiteX2178" fmla="*/ 8603041 w 12188965"/>
              <a:gd name="connsiteY2178" fmla="*/ 1893185 h 2053176"/>
              <a:gd name="connsiteX2179" fmla="*/ 8628699 w 12188965"/>
              <a:gd name="connsiteY2179" fmla="*/ 1867527 h 2053176"/>
              <a:gd name="connsiteX2180" fmla="*/ 8564495 w 12188965"/>
              <a:gd name="connsiteY2180" fmla="*/ 1867527 h 2053176"/>
              <a:gd name="connsiteX2181" fmla="*/ 8590153 w 12188965"/>
              <a:gd name="connsiteY2181" fmla="*/ 1893185 h 2053176"/>
              <a:gd name="connsiteX2182" fmla="*/ 8564495 w 12188965"/>
              <a:gd name="connsiteY2182" fmla="*/ 1918844 h 2053176"/>
              <a:gd name="connsiteX2183" fmla="*/ 8538837 w 12188965"/>
              <a:gd name="connsiteY2183" fmla="*/ 1893185 h 2053176"/>
              <a:gd name="connsiteX2184" fmla="*/ 8564495 w 12188965"/>
              <a:gd name="connsiteY2184" fmla="*/ 1867527 h 2053176"/>
              <a:gd name="connsiteX2185" fmla="*/ 8500288 w 12188965"/>
              <a:gd name="connsiteY2185" fmla="*/ 1867527 h 2053176"/>
              <a:gd name="connsiteX2186" fmla="*/ 8525949 w 12188965"/>
              <a:gd name="connsiteY2186" fmla="*/ 1893185 h 2053176"/>
              <a:gd name="connsiteX2187" fmla="*/ 8500288 w 12188965"/>
              <a:gd name="connsiteY2187" fmla="*/ 1918844 h 2053176"/>
              <a:gd name="connsiteX2188" fmla="*/ 8474630 w 12188965"/>
              <a:gd name="connsiteY2188" fmla="*/ 1893185 h 2053176"/>
              <a:gd name="connsiteX2189" fmla="*/ 8500288 w 12188965"/>
              <a:gd name="connsiteY2189" fmla="*/ 1867527 h 2053176"/>
              <a:gd name="connsiteX2190" fmla="*/ 8436084 w 12188965"/>
              <a:gd name="connsiteY2190" fmla="*/ 1867527 h 2053176"/>
              <a:gd name="connsiteX2191" fmla="*/ 8461745 w 12188965"/>
              <a:gd name="connsiteY2191" fmla="*/ 1893185 h 2053176"/>
              <a:gd name="connsiteX2192" fmla="*/ 8436084 w 12188965"/>
              <a:gd name="connsiteY2192" fmla="*/ 1918844 h 2053176"/>
              <a:gd name="connsiteX2193" fmla="*/ 8410426 w 12188965"/>
              <a:gd name="connsiteY2193" fmla="*/ 1893185 h 2053176"/>
              <a:gd name="connsiteX2194" fmla="*/ 8436084 w 12188965"/>
              <a:gd name="connsiteY2194" fmla="*/ 1867527 h 2053176"/>
              <a:gd name="connsiteX2195" fmla="*/ 8307675 w 12188965"/>
              <a:gd name="connsiteY2195" fmla="*/ 1867527 h 2053176"/>
              <a:gd name="connsiteX2196" fmla="*/ 8333333 w 12188965"/>
              <a:gd name="connsiteY2196" fmla="*/ 1893185 h 2053176"/>
              <a:gd name="connsiteX2197" fmla="*/ 8307675 w 12188965"/>
              <a:gd name="connsiteY2197" fmla="*/ 1918844 h 2053176"/>
              <a:gd name="connsiteX2198" fmla="*/ 8282014 w 12188965"/>
              <a:gd name="connsiteY2198" fmla="*/ 1893185 h 2053176"/>
              <a:gd name="connsiteX2199" fmla="*/ 8307675 w 12188965"/>
              <a:gd name="connsiteY2199" fmla="*/ 1867527 h 2053176"/>
              <a:gd name="connsiteX2200" fmla="*/ 8243468 w 12188965"/>
              <a:gd name="connsiteY2200" fmla="*/ 1867527 h 2053176"/>
              <a:gd name="connsiteX2201" fmla="*/ 8269126 w 12188965"/>
              <a:gd name="connsiteY2201" fmla="*/ 1893185 h 2053176"/>
              <a:gd name="connsiteX2202" fmla="*/ 8243468 w 12188965"/>
              <a:gd name="connsiteY2202" fmla="*/ 1918844 h 2053176"/>
              <a:gd name="connsiteX2203" fmla="*/ 8217810 w 12188965"/>
              <a:gd name="connsiteY2203" fmla="*/ 1893185 h 2053176"/>
              <a:gd name="connsiteX2204" fmla="*/ 8243468 w 12188965"/>
              <a:gd name="connsiteY2204" fmla="*/ 1867527 h 2053176"/>
              <a:gd name="connsiteX2205" fmla="*/ 8179264 w 12188965"/>
              <a:gd name="connsiteY2205" fmla="*/ 1867527 h 2053176"/>
              <a:gd name="connsiteX2206" fmla="*/ 8204922 w 12188965"/>
              <a:gd name="connsiteY2206" fmla="*/ 1893185 h 2053176"/>
              <a:gd name="connsiteX2207" fmla="*/ 8179264 w 12188965"/>
              <a:gd name="connsiteY2207" fmla="*/ 1918844 h 2053176"/>
              <a:gd name="connsiteX2208" fmla="*/ 8153603 w 12188965"/>
              <a:gd name="connsiteY2208" fmla="*/ 1893185 h 2053176"/>
              <a:gd name="connsiteX2209" fmla="*/ 8179264 w 12188965"/>
              <a:gd name="connsiteY2209" fmla="*/ 1867527 h 2053176"/>
              <a:gd name="connsiteX2210" fmla="*/ 8115057 w 12188965"/>
              <a:gd name="connsiteY2210" fmla="*/ 1867527 h 2053176"/>
              <a:gd name="connsiteX2211" fmla="*/ 8140717 w 12188965"/>
              <a:gd name="connsiteY2211" fmla="*/ 1893185 h 2053176"/>
              <a:gd name="connsiteX2212" fmla="*/ 8115057 w 12188965"/>
              <a:gd name="connsiteY2212" fmla="*/ 1918844 h 2053176"/>
              <a:gd name="connsiteX2213" fmla="*/ 8089398 w 12188965"/>
              <a:gd name="connsiteY2213" fmla="*/ 1893185 h 2053176"/>
              <a:gd name="connsiteX2214" fmla="*/ 8115057 w 12188965"/>
              <a:gd name="connsiteY2214" fmla="*/ 1867527 h 2053176"/>
              <a:gd name="connsiteX2215" fmla="*/ 8050852 w 12188965"/>
              <a:gd name="connsiteY2215" fmla="*/ 1867527 h 2053176"/>
              <a:gd name="connsiteX2216" fmla="*/ 8076510 w 12188965"/>
              <a:gd name="connsiteY2216" fmla="*/ 1893185 h 2053176"/>
              <a:gd name="connsiteX2217" fmla="*/ 8050852 w 12188965"/>
              <a:gd name="connsiteY2217" fmla="*/ 1918844 h 2053176"/>
              <a:gd name="connsiteX2218" fmla="*/ 8025194 w 12188965"/>
              <a:gd name="connsiteY2218" fmla="*/ 1893185 h 2053176"/>
              <a:gd name="connsiteX2219" fmla="*/ 8050852 w 12188965"/>
              <a:gd name="connsiteY2219" fmla="*/ 1867527 h 2053176"/>
              <a:gd name="connsiteX2220" fmla="*/ 7986648 w 12188965"/>
              <a:gd name="connsiteY2220" fmla="*/ 1867527 h 2053176"/>
              <a:gd name="connsiteX2221" fmla="*/ 8012306 w 12188965"/>
              <a:gd name="connsiteY2221" fmla="*/ 1893185 h 2053176"/>
              <a:gd name="connsiteX2222" fmla="*/ 7986648 w 12188965"/>
              <a:gd name="connsiteY2222" fmla="*/ 1918844 h 2053176"/>
              <a:gd name="connsiteX2223" fmla="*/ 7960990 w 12188965"/>
              <a:gd name="connsiteY2223" fmla="*/ 1893185 h 2053176"/>
              <a:gd name="connsiteX2224" fmla="*/ 7986648 w 12188965"/>
              <a:gd name="connsiteY2224" fmla="*/ 1867527 h 2053176"/>
              <a:gd name="connsiteX2225" fmla="*/ 7922444 w 12188965"/>
              <a:gd name="connsiteY2225" fmla="*/ 1867527 h 2053176"/>
              <a:gd name="connsiteX2226" fmla="*/ 7948102 w 12188965"/>
              <a:gd name="connsiteY2226" fmla="*/ 1893185 h 2053176"/>
              <a:gd name="connsiteX2227" fmla="*/ 7922444 w 12188965"/>
              <a:gd name="connsiteY2227" fmla="*/ 1918844 h 2053176"/>
              <a:gd name="connsiteX2228" fmla="*/ 7896783 w 12188965"/>
              <a:gd name="connsiteY2228" fmla="*/ 1893185 h 2053176"/>
              <a:gd name="connsiteX2229" fmla="*/ 7922444 w 12188965"/>
              <a:gd name="connsiteY2229" fmla="*/ 1867527 h 2053176"/>
              <a:gd name="connsiteX2230" fmla="*/ 7858237 w 12188965"/>
              <a:gd name="connsiteY2230" fmla="*/ 1867527 h 2053176"/>
              <a:gd name="connsiteX2231" fmla="*/ 7883895 w 12188965"/>
              <a:gd name="connsiteY2231" fmla="*/ 1893185 h 2053176"/>
              <a:gd name="connsiteX2232" fmla="*/ 7858237 w 12188965"/>
              <a:gd name="connsiteY2232" fmla="*/ 1918844 h 2053176"/>
              <a:gd name="connsiteX2233" fmla="*/ 7832578 w 12188965"/>
              <a:gd name="connsiteY2233" fmla="*/ 1893185 h 2053176"/>
              <a:gd name="connsiteX2234" fmla="*/ 7858237 w 12188965"/>
              <a:gd name="connsiteY2234" fmla="*/ 1867527 h 2053176"/>
              <a:gd name="connsiteX2235" fmla="*/ 7794032 w 12188965"/>
              <a:gd name="connsiteY2235" fmla="*/ 1867527 h 2053176"/>
              <a:gd name="connsiteX2236" fmla="*/ 7819690 w 12188965"/>
              <a:gd name="connsiteY2236" fmla="*/ 1893185 h 2053176"/>
              <a:gd name="connsiteX2237" fmla="*/ 7794032 w 12188965"/>
              <a:gd name="connsiteY2237" fmla="*/ 1918844 h 2053176"/>
              <a:gd name="connsiteX2238" fmla="*/ 7768371 w 12188965"/>
              <a:gd name="connsiteY2238" fmla="*/ 1893185 h 2053176"/>
              <a:gd name="connsiteX2239" fmla="*/ 7794032 w 12188965"/>
              <a:gd name="connsiteY2239" fmla="*/ 1867527 h 2053176"/>
              <a:gd name="connsiteX2240" fmla="*/ 7729825 w 12188965"/>
              <a:gd name="connsiteY2240" fmla="*/ 1867527 h 2053176"/>
              <a:gd name="connsiteX2241" fmla="*/ 7755486 w 12188965"/>
              <a:gd name="connsiteY2241" fmla="*/ 1893185 h 2053176"/>
              <a:gd name="connsiteX2242" fmla="*/ 7729825 w 12188965"/>
              <a:gd name="connsiteY2242" fmla="*/ 1918844 h 2053176"/>
              <a:gd name="connsiteX2243" fmla="*/ 7704167 w 12188965"/>
              <a:gd name="connsiteY2243" fmla="*/ 1893185 h 2053176"/>
              <a:gd name="connsiteX2244" fmla="*/ 7729825 w 12188965"/>
              <a:gd name="connsiteY2244" fmla="*/ 1867527 h 2053176"/>
              <a:gd name="connsiteX2245" fmla="*/ 7665621 w 12188965"/>
              <a:gd name="connsiteY2245" fmla="*/ 1867527 h 2053176"/>
              <a:gd name="connsiteX2246" fmla="*/ 7691279 w 12188965"/>
              <a:gd name="connsiteY2246" fmla="*/ 1893185 h 2053176"/>
              <a:gd name="connsiteX2247" fmla="*/ 7665621 w 12188965"/>
              <a:gd name="connsiteY2247" fmla="*/ 1918844 h 2053176"/>
              <a:gd name="connsiteX2248" fmla="*/ 7639963 w 12188965"/>
              <a:gd name="connsiteY2248" fmla="*/ 1893185 h 2053176"/>
              <a:gd name="connsiteX2249" fmla="*/ 7665621 w 12188965"/>
              <a:gd name="connsiteY2249" fmla="*/ 1867527 h 2053176"/>
              <a:gd name="connsiteX2250" fmla="*/ 7601299 w 12188965"/>
              <a:gd name="connsiteY2250" fmla="*/ 1867527 h 2053176"/>
              <a:gd name="connsiteX2251" fmla="*/ 7626959 w 12188965"/>
              <a:gd name="connsiteY2251" fmla="*/ 1893185 h 2053176"/>
              <a:gd name="connsiteX2252" fmla="*/ 7601299 w 12188965"/>
              <a:gd name="connsiteY2252" fmla="*/ 1918844 h 2053176"/>
              <a:gd name="connsiteX2253" fmla="*/ 7575640 w 12188965"/>
              <a:gd name="connsiteY2253" fmla="*/ 1893185 h 2053176"/>
              <a:gd name="connsiteX2254" fmla="*/ 7601299 w 12188965"/>
              <a:gd name="connsiteY2254" fmla="*/ 1867527 h 2053176"/>
              <a:gd name="connsiteX2255" fmla="*/ 7537094 w 12188965"/>
              <a:gd name="connsiteY2255" fmla="*/ 1867527 h 2053176"/>
              <a:gd name="connsiteX2256" fmla="*/ 7562752 w 12188965"/>
              <a:gd name="connsiteY2256" fmla="*/ 1893185 h 2053176"/>
              <a:gd name="connsiteX2257" fmla="*/ 7537094 w 12188965"/>
              <a:gd name="connsiteY2257" fmla="*/ 1918844 h 2053176"/>
              <a:gd name="connsiteX2258" fmla="*/ 7511436 w 12188965"/>
              <a:gd name="connsiteY2258" fmla="*/ 1893185 h 2053176"/>
              <a:gd name="connsiteX2259" fmla="*/ 7537094 w 12188965"/>
              <a:gd name="connsiteY2259" fmla="*/ 1867527 h 2053176"/>
              <a:gd name="connsiteX2260" fmla="*/ 7472890 w 12188965"/>
              <a:gd name="connsiteY2260" fmla="*/ 1867527 h 2053176"/>
              <a:gd name="connsiteX2261" fmla="*/ 7498548 w 12188965"/>
              <a:gd name="connsiteY2261" fmla="*/ 1893185 h 2053176"/>
              <a:gd name="connsiteX2262" fmla="*/ 7472890 w 12188965"/>
              <a:gd name="connsiteY2262" fmla="*/ 1918844 h 2053176"/>
              <a:gd name="connsiteX2263" fmla="*/ 7447229 w 12188965"/>
              <a:gd name="connsiteY2263" fmla="*/ 1893185 h 2053176"/>
              <a:gd name="connsiteX2264" fmla="*/ 7472890 w 12188965"/>
              <a:gd name="connsiteY2264" fmla="*/ 1867527 h 2053176"/>
              <a:gd name="connsiteX2265" fmla="*/ 7408683 w 12188965"/>
              <a:gd name="connsiteY2265" fmla="*/ 1867527 h 2053176"/>
              <a:gd name="connsiteX2266" fmla="*/ 7434341 w 12188965"/>
              <a:gd name="connsiteY2266" fmla="*/ 1893185 h 2053176"/>
              <a:gd name="connsiteX2267" fmla="*/ 7408683 w 12188965"/>
              <a:gd name="connsiteY2267" fmla="*/ 1918844 h 2053176"/>
              <a:gd name="connsiteX2268" fmla="*/ 7383025 w 12188965"/>
              <a:gd name="connsiteY2268" fmla="*/ 1893185 h 2053176"/>
              <a:gd name="connsiteX2269" fmla="*/ 7408683 w 12188965"/>
              <a:gd name="connsiteY2269" fmla="*/ 1867527 h 2053176"/>
              <a:gd name="connsiteX2270" fmla="*/ 7344479 w 12188965"/>
              <a:gd name="connsiteY2270" fmla="*/ 1867527 h 2053176"/>
              <a:gd name="connsiteX2271" fmla="*/ 7370137 w 12188965"/>
              <a:gd name="connsiteY2271" fmla="*/ 1893185 h 2053176"/>
              <a:gd name="connsiteX2272" fmla="*/ 7344479 w 12188965"/>
              <a:gd name="connsiteY2272" fmla="*/ 1918844 h 2053176"/>
              <a:gd name="connsiteX2273" fmla="*/ 7318820 w 12188965"/>
              <a:gd name="connsiteY2273" fmla="*/ 1893185 h 2053176"/>
              <a:gd name="connsiteX2274" fmla="*/ 7344479 w 12188965"/>
              <a:gd name="connsiteY2274" fmla="*/ 1867527 h 2053176"/>
              <a:gd name="connsiteX2275" fmla="*/ 7280274 w 12188965"/>
              <a:gd name="connsiteY2275" fmla="*/ 1867527 h 2053176"/>
              <a:gd name="connsiteX2276" fmla="*/ 7305932 w 12188965"/>
              <a:gd name="connsiteY2276" fmla="*/ 1893185 h 2053176"/>
              <a:gd name="connsiteX2277" fmla="*/ 7280274 w 12188965"/>
              <a:gd name="connsiteY2277" fmla="*/ 1918844 h 2053176"/>
              <a:gd name="connsiteX2278" fmla="*/ 7254613 w 12188965"/>
              <a:gd name="connsiteY2278" fmla="*/ 1893185 h 2053176"/>
              <a:gd name="connsiteX2279" fmla="*/ 7280274 w 12188965"/>
              <a:gd name="connsiteY2279" fmla="*/ 1867527 h 2053176"/>
              <a:gd name="connsiteX2280" fmla="*/ 7216067 w 12188965"/>
              <a:gd name="connsiteY2280" fmla="*/ 1867527 h 2053176"/>
              <a:gd name="connsiteX2281" fmla="*/ 7241725 w 12188965"/>
              <a:gd name="connsiteY2281" fmla="*/ 1893185 h 2053176"/>
              <a:gd name="connsiteX2282" fmla="*/ 7216067 w 12188965"/>
              <a:gd name="connsiteY2282" fmla="*/ 1918844 h 2053176"/>
              <a:gd name="connsiteX2283" fmla="*/ 7190409 w 12188965"/>
              <a:gd name="connsiteY2283" fmla="*/ 1893185 h 2053176"/>
              <a:gd name="connsiteX2284" fmla="*/ 7216067 w 12188965"/>
              <a:gd name="connsiteY2284" fmla="*/ 1867527 h 2053176"/>
              <a:gd name="connsiteX2285" fmla="*/ 7151863 w 12188965"/>
              <a:gd name="connsiteY2285" fmla="*/ 1867527 h 2053176"/>
              <a:gd name="connsiteX2286" fmla="*/ 7177521 w 12188965"/>
              <a:gd name="connsiteY2286" fmla="*/ 1893185 h 2053176"/>
              <a:gd name="connsiteX2287" fmla="*/ 7151863 w 12188965"/>
              <a:gd name="connsiteY2287" fmla="*/ 1918844 h 2053176"/>
              <a:gd name="connsiteX2288" fmla="*/ 7126205 w 12188965"/>
              <a:gd name="connsiteY2288" fmla="*/ 1893185 h 2053176"/>
              <a:gd name="connsiteX2289" fmla="*/ 7151863 w 12188965"/>
              <a:gd name="connsiteY2289" fmla="*/ 1867527 h 2053176"/>
              <a:gd name="connsiteX2290" fmla="*/ 7087658 w 12188965"/>
              <a:gd name="connsiteY2290" fmla="*/ 1867527 h 2053176"/>
              <a:gd name="connsiteX2291" fmla="*/ 7113317 w 12188965"/>
              <a:gd name="connsiteY2291" fmla="*/ 1893185 h 2053176"/>
              <a:gd name="connsiteX2292" fmla="*/ 7087658 w 12188965"/>
              <a:gd name="connsiteY2292" fmla="*/ 1918844 h 2053176"/>
              <a:gd name="connsiteX2293" fmla="*/ 7061998 w 12188965"/>
              <a:gd name="connsiteY2293" fmla="*/ 1893185 h 2053176"/>
              <a:gd name="connsiteX2294" fmla="*/ 7087658 w 12188965"/>
              <a:gd name="connsiteY2294" fmla="*/ 1867527 h 2053176"/>
              <a:gd name="connsiteX2295" fmla="*/ 7023451 w 12188965"/>
              <a:gd name="connsiteY2295" fmla="*/ 1867527 h 2053176"/>
              <a:gd name="connsiteX2296" fmla="*/ 7049112 w 12188965"/>
              <a:gd name="connsiteY2296" fmla="*/ 1893185 h 2053176"/>
              <a:gd name="connsiteX2297" fmla="*/ 7023451 w 12188965"/>
              <a:gd name="connsiteY2297" fmla="*/ 1918844 h 2053176"/>
              <a:gd name="connsiteX2298" fmla="*/ 6997793 w 12188965"/>
              <a:gd name="connsiteY2298" fmla="*/ 1893185 h 2053176"/>
              <a:gd name="connsiteX2299" fmla="*/ 7023451 w 12188965"/>
              <a:gd name="connsiteY2299" fmla="*/ 1867527 h 2053176"/>
              <a:gd name="connsiteX2300" fmla="*/ 6959247 w 12188965"/>
              <a:gd name="connsiteY2300" fmla="*/ 1867527 h 2053176"/>
              <a:gd name="connsiteX2301" fmla="*/ 6984905 w 12188965"/>
              <a:gd name="connsiteY2301" fmla="*/ 1893185 h 2053176"/>
              <a:gd name="connsiteX2302" fmla="*/ 6959247 w 12188965"/>
              <a:gd name="connsiteY2302" fmla="*/ 1918844 h 2053176"/>
              <a:gd name="connsiteX2303" fmla="*/ 6933589 w 12188965"/>
              <a:gd name="connsiteY2303" fmla="*/ 1893185 h 2053176"/>
              <a:gd name="connsiteX2304" fmla="*/ 6959247 w 12188965"/>
              <a:gd name="connsiteY2304" fmla="*/ 1867527 h 2053176"/>
              <a:gd name="connsiteX2305" fmla="*/ 6895043 w 12188965"/>
              <a:gd name="connsiteY2305" fmla="*/ 1867527 h 2053176"/>
              <a:gd name="connsiteX2306" fmla="*/ 6920701 w 12188965"/>
              <a:gd name="connsiteY2306" fmla="*/ 1893185 h 2053176"/>
              <a:gd name="connsiteX2307" fmla="*/ 6895043 w 12188965"/>
              <a:gd name="connsiteY2307" fmla="*/ 1918844 h 2053176"/>
              <a:gd name="connsiteX2308" fmla="*/ 6869382 w 12188965"/>
              <a:gd name="connsiteY2308" fmla="*/ 1893185 h 2053176"/>
              <a:gd name="connsiteX2309" fmla="*/ 6895043 w 12188965"/>
              <a:gd name="connsiteY2309" fmla="*/ 1867527 h 2053176"/>
              <a:gd name="connsiteX2310" fmla="*/ 6830836 w 12188965"/>
              <a:gd name="connsiteY2310" fmla="*/ 1867527 h 2053176"/>
              <a:gd name="connsiteX2311" fmla="*/ 6856494 w 12188965"/>
              <a:gd name="connsiteY2311" fmla="*/ 1893185 h 2053176"/>
              <a:gd name="connsiteX2312" fmla="*/ 6830836 w 12188965"/>
              <a:gd name="connsiteY2312" fmla="*/ 1918844 h 2053176"/>
              <a:gd name="connsiteX2313" fmla="*/ 6805178 w 12188965"/>
              <a:gd name="connsiteY2313" fmla="*/ 1893185 h 2053176"/>
              <a:gd name="connsiteX2314" fmla="*/ 6830836 w 12188965"/>
              <a:gd name="connsiteY2314" fmla="*/ 1867527 h 2053176"/>
              <a:gd name="connsiteX2315" fmla="*/ 6766631 w 12188965"/>
              <a:gd name="connsiteY2315" fmla="*/ 1867527 h 2053176"/>
              <a:gd name="connsiteX2316" fmla="*/ 6792290 w 12188965"/>
              <a:gd name="connsiteY2316" fmla="*/ 1893185 h 2053176"/>
              <a:gd name="connsiteX2317" fmla="*/ 6766631 w 12188965"/>
              <a:gd name="connsiteY2317" fmla="*/ 1918844 h 2053176"/>
              <a:gd name="connsiteX2318" fmla="*/ 6740973 w 12188965"/>
              <a:gd name="connsiteY2318" fmla="*/ 1893185 h 2053176"/>
              <a:gd name="connsiteX2319" fmla="*/ 6766631 w 12188965"/>
              <a:gd name="connsiteY2319" fmla="*/ 1867527 h 2053176"/>
              <a:gd name="connsiteX2320" fmla="*/ 6702427 w 12188965"/>
              <a:gd name="connsiteY2320" fmla="*/ 1867527 h 2053176"/>
              <a:gd name="connsiteX2321" fmla="*/ 6728085 w 12188965"/>
              <a:gd name="connsiteY2321" fmla="*/ 1893185 h 2053176"/>
              <a:gd name="connsiteX2322" fmla="*/ 6702427 w 12188965"/>
              <a:gd name="connsiteY2322" fmla="*/ 1918844 h 2053176"/>
              <a:gd name="connsiteX2323" fmla="*/ 6676766 w 12188965"/>
              <a:gd name="connsiteY2323" fmla="*/ 1893185 h 2053176"/>
              <a:gd name="connsiteX2324" fmla="*/ 6702427 w 12188965"/>
              <a:gd name="connsiteY2324" fmla="*/ 1867527 h 2053176"/>
              <a:gd name="connsiteX2325" fmla="*/ 6638220 w 12188965"/>
              <a:gd name="connsiteY2325" fmla="*/ 1867527 h 2053176"/>
              <a:gd name="connsiteX2326" fmla="*/ 6663881 w 12188965"/>
              <a:gd name="connsiteY2326" fmla="*/ 1893185 h 2053176"/>
              <a:gd name="connsiteX2327" fmla="*/ 6638220 w 12188965"/>
              <a:gd name="connsiteY2327" fmla="*/ 1918844 h 2053176"/>
              <a:gd name="connsiteX2328" fmla="*/ 6612562 w 12188965"/>
              <a:gd name="connsiteY2328" fmla="*/ 1893185 h 2053176"/>
              <a:gd name="connsiteX2329" fmla="*/ 6638220 w 12188965"/>
              <a:gd name="connsiteY2329" fmla="*/ 1867527 h 2053176"/>
              <a:gd name="connsiteX2330" fmla="*/ 6574016 w 12188965"/>
              <a:gd name="connsiteY2330" fmla="*/ 1867527 h 2053176"/>
              <a:gd name="connsiteX2331" fmla="*/ 6599674 w 12188965"/>
              <a:gd name="connsiteY2331" fmla="*/ 1893185 h 2053176"/>
              <a:gd name="connsiteX2332" fmla="*/ 6574016 w 12188965"/>
              <a:gd name="connsiteY2332" fmla="*/ 1918844 h 2053176"/>
              <a:gd name="connsiteX2333" fmla="*/ 6548357 w 12188965"/>
              <a:gd name="connsiteY2333" fmla="*/ 1893185 h 2053176"/>
              <a:gd name="connsiteX2334" fmla="*/ 6574016 w 12188965"/>
              <a:gd name="connsiteY2334" fmla="*/ 1867527 h 2053176"/>
              <a:gd name="connsiteX2335" fmla="*/ 6509693 w 12188965"/>
              <a:gd name="connsiteY2335" fmla="*/ 1867527 h 2053176"/>
              <a:gd name="connsiteX2336" fmla="*/ 6535352 w 12188965"/>
              <a:gd name="connsiteY2336" fmla="*/ 1893185 h 2053176"/>
              <a:gd name="connsiteX2337" fmla="*/ 6509693 w 12188965"/>
              <a:gd name="connsiteY2337" fmla="*/ 1918844 h 2053176"/>
              <a:gd name="connsiteX2338" fmla="*/ 6484035 w 12188965"/>
              <a:gd name="connsiteY2338" fmla="*/ 1893185 h 2053176"/>
              <a:gd name="connsiteX2339" fmla="*/ 6509693 w 12188965"/>
              <a:gd name="connsiteY2339" fmla="*/ 1867527 h 2053176"/>
              <a:gd name="connsiteX2340" fmla="*/ 6445489 w 12188965"/>
              <a:gd name="connsiteY2340" fmla="*/ 1867527 h 2053176"/>
              <a:gd name="connsiteX2341" fmla="*/ 6471147 w 12188965"/>
              <a:gd name="connsiteY2341" fmla="*/ 1893185 h 2053176"/>
              <a:gd name="connsiteX2342" fmla="*/ 6445489 w 12188965"/>
              <a:gd name="connsiteY2342" fmla="*/ 1918844 h 2053176"/>
              <a:gd name="connsiteX2343" fmla="*/ 6419831 w 12188965"/>
              <a:gd name="connsiteY2343" fmla="*/ 1893185 h 2053176"/>
              <a:gd name="connsiteX2344" fmla="*/ 6445489 w 12188965"/>
              <a:gd name="connsiteY2344" fmla="*/ 1867527 h 2053176"/>
              <a:gd name="connsiteX2345" fmla="*/ 6381282 w 12188965"/>
              <a:gd name="connsiteY2345" fmla="*/ 1867527 h 2053176"/>
              <a:gd name="connsiteX2346" fmla="*/ 6406943 w 12188965"/>
              <a:gd name="connsiteY2346" fmla="*/ 1893185 h 2053176"/>
              <a:gd name="connsiteX2347" fmla="*/ 6381282 w 12188965"/>
              <a:gd name="connsiteY2347" fmla="*/ 1918844 h 2053176"/>
              <a:gd name="connsiteX2348" fmla="*/ 6355624 w 12188965"/>
              <a:gd name="connsiteY2348" fmla="*/ 1893185 h 2053176"/>
              <a:gd name="connsiteX2349" fmla="*/ 6381282 w 12188965"/>
              <a:gd name="connsiteY2349" fmla="*/ 1867527 h 2053176"/>
              <a:gd name="connsiteX2350" fmla="*/ 6317078 w 12188965"/>
              <a:gd name="connsiteY2350" fmla="*/ 1867527 h 2053176"/>
              <a:gd name="connsiteX2351" fmla="*/ 6342736 w 12188965"/>
              <a:gd name="connsiteY2351" fmla="*/ 1893185 h 2053176"/>
              <a:gd name="connsiteX2352" fmla="*/ 6317078 w 12188965"/>
              <a:gd name="connsiteY2352" fmla="*/ 1918844 h 2053176"/>
              <a:gd name="connsiteX2353" fmla="*/ 6291420 w 12188965"/>
              <a:gd name="connsiteY2353" fmla="*/ 1893185 h 2053176"/>
              <a:gd name="connsiteX2354" fmla="*/ 6317078 w 12188965"/>
              <a:gd name="connsiteY2354" fmla="*/ 1867527 h 2053176"/>
              <a:gd name="connsiteX2355" fmla="*/ 6252873 w 12188965"/>
              <a:gd name="connsiteY2355" fmla="*/ 1867527 h 2053176"/>
              <a:gd name="connsiteX2356" fmla="*/ 6278532 w 12188965"/>
              <a:gd name="connsiteY2356" fmla="*/ 1893185 h 2053176"/>
              <a:gd name="connsiteX2357" fmla="*/ 6252873 w 12188965"/>
              <a:gd name="connsiteY2357" fmla="*/ 1918844 h 2053176"/>
              <a:gd name="connsiteX2358" fmla="*/ 6227213 w 12188965"/>
              <a:gd name="connsiteY2358" fmla="*/ 1893185 h 2053176"/>
              <a:gd name="connsiteX2359" fmla="*/ 6252873 w 12188965"/>
              <a:gd name="connsiteY2359" fmla="*/ 1867527 h 2053176"/>
              <a:gd name="connsiteX2360" fmla="*/ 6188666 w 12188965"/>
              <a:gd name="connsiteY2360" fmla="*/ 1867527 h 2053176"/>
              <a:gd name="connsiteX2361" fmla="*/ 6214327 w 12188965"/>
              <a:gd name="connsiteY2361" fmla="*/ 1893185 h 2053176"/>
              <a:gd name="connsiteX2362" fmla="*/ 6188666 w 12188965"/>
              <a:gd name="connsiteY2362" fmla="*/ 1918844 h 2053176"/>
              <a:gd name="connsiteX2363" fmla="*/ 6163008 w 12188965"/>
              <a:gd name="connsiteY2363" fmla="*/ 1893185 h 2053176"/>
              <a:gd name="connsiteX2364" fmla="*/ 6188666 w 12188965"/>
              <a:gd name="connsiteY2364" fmla="*/ 1867527 h 2053176"/>
              <a:gd name="connsiteX2365" fmla="*/ 6124462 w 12188965"/>
              <a:gd name="connsiteY2365" fmla="*/ 1867527 h 2053176"/>
              <a:gd name="connsiteX2366" fmla="*/ 6150123 w 12188965"/>
              <a:gd name="connsiteY2366" fmla="*/ 1893185 h 2053176"/>
              <a:gd name="connsiteX2367" fmla="*/ 6124462 w 12188965"/>
              <a:gd name="connsiteY2367" fmla="*/ 1918844 h 2053176"/>
              <a:gd name="connsiteX2368" fmla="*/ 6098804 w 12188965"/>
              <a:gd name="connsiteY2368" fmla="*/ 1893185 h 2053176"/>
              <a:gd name="connsiteX2369" fmla="*/ 6124462 w 12188965"/>
              <a:gd name="connsiteY2369" fmla="*/ 1867527 h 2053176"/>
              <a:gd name="connsiteX2370" fmla="*/ 6064505 w 12188965"/>
              <a:gd name="connsiteY2370" fmla="*/ 1867527 h 2053176"/>
              <a:gd name="connsiteX2371" fmla="*/ 6090163 w 12188965"/>
              <a:gd name="connsiteY2371" fmla="*/ 1893185 h 2053176"/>
              <a:gd name="connsiteX2372" fmla="*/ 6064505 w 12188965"/>
              <a:gd name="connsiteY2372" fmla="*/ 1918844 h 2053176"/>
              <a:gd name="connsiteX2373" fmla="*/ 6038844 w 12188965"/>
              <a:gd name="connsiteY2373" fmla="*/ 1893185 h 2053176"/>
              <a:gd name="connsiteX2374" fmla="*/ 6064505 w 12188965"/>
              <a:gd name="connsiteY2374" fmla="*/ 1867527 h 2053176"/>
              <a:gd name="connsiteX2375" fmla="*/ 6000298 w 12188965"/>
              <a:gd name="connsiteY2375" fmla="*/ 1867527 h 2053176"/>
              <a:gd name="connsiteX2376" fmla="*/ 6025956 w 12188965"/>
              <a:gd name="connsiteY2376" fmla="*/ 1893185 h 2053176"/>
              <a:gd name="connsiteX2377" fmla="*/ 6000298 w 12188965"/>
              <a:gd name="connsiteY2377" fmla="*/ 1918844 h 2053176"/>
              <a:gd name="connsiteX2378" fmla="*/ 5974639 w 12188965"/>
              <a:gd name="connsiteY2378" fmla="*/ 1893185 h 2053176"/>
              <a:gd name="connsiteX2379" fmla="*/ 6000298 w 12188965"/>
              <a:gd name="connsiteY2379" fmla="*/ 1867527 h 2053176"/>
              <a:gd name="connsiteX2380" fmla="*/ 5936092 w 12188965"/>
              <a:gd name="connsiteY2380" fmla="*/ 1867527 h 2053176"/>
              <a:gd name="connsiteX2381" fmla="*/ 5961751 w 12188965"/>
              <a:gd name="connsiteY2381" fmla="*/ 1893185 h 2053176"/>
              <a:gd name="connsiteX2382" fmla="*/ 5936092 w 12188965"/>
              <a:gd name="connsiteY2382" fmla="*/ 1918844 h 2053176"/>
              <a:gd name="connsiteX2383" fmla="*/ 5910435 w 12188965"/>
              <a:gd name="connsiteY2383" fmla="*/ 1893185 h 2053176"/>
              <a:gd name="connsiteX2384" fmla="*/ 5936092 w 12188965"/>
              <a:gd name="connsiteY2384" fmla="*/ 1867527 h 2053176"/>
              <a:gd name="connsiteX2385" fmla="*/ 5871887 w 12188965"/>
              <a:gd name="connsiteY2385" fmla="*/ 1867527 h 2053176"/>
              <a:gd name="connsiteX2386" fmla="*/ 5897547 w 12188965"/>
              <a:gd name="connsiteY2386" fmla="*/ 1893185 h 2053176"/>
              <a:gd name="connsiteX2387" fmla="*/ 5871887 w 12188965"/>
              <a:gd name="connsiteY2387" fmla="*/ 1918844 h 2053176"/>
              <a:gd name="connsiteX2388" fmla="*/ 5846228 w 12188965"/>
              <a:gd name="connsiteY2388" fmla="*/ 1893185 h 2053176"/>
              <a:gd name="connsiteX2389" fmla="*/ 5871887 w 12188965"/>
              <a:gd name="connsiteY2389" fmla="*/ 1867527 h 2053176"/>
              <a:gd name="connsiteX2390" fmla="*/ 5807683 w 12188965"/>
              <a:gd name="connsiteY2390" fmla="*/ 1867527 h 2053176"/>
              <a:gd name="connsiteX2391" fmla="*/ 5833341 w 12188965"/>
              <a:gd name="connsiteY2391" fmla="*/ 1893185 h 2053176"/>
              <a:gd name="connsiteX2392" fmla="*/ 5807683 w 12188965"/>
              <a:gd name="connsiteY2392" fmla="*/ 1918844 h 2053176"/>
              <a:gd name="connsiteX2393" fmla="*/ 5782024 w 12188965"/>
              <a:gd name="connsiteY2393" fmla="*/ 1893185 h 2053176"/>
              <a:gd name="connsiteX2394" fmla="*/ 5807683 w 12188965"/>
              <a:gd name="connsiteY2394" fmla="*/ 1867527 h 2053176"/>
              <a:gd name="connsiteX2395" fmla="*/ 5743477 w 12188965"/>
              <a:gd name="connsiteY2395" fmla="*/ 1867527 h 2053176"/>
              <a:gd name="connsiteX2396" fmla="*/ 5769136 w 12188965"/>
              <a:gd name="connsiteY2396" fmla="*/ 1893185 h 2053176"/>
              <a:gd name="connsiteX2397" fmla="*/ 5743477 w 12188965"/>
              <a:gd name="connsiteY2397" fmla="*/ 1918844 h 2053176"/>
              <a:gd name="connsiteX2398" fmla="*/ 5717818 w 12188965"/>
              <a:gd name="connsiteY2398" fmla="*/ 1893185 h 2053176"/>
              <a:gd name="connsiteX2399" fmla="*/ 5743477 w 12188965"/>
              <a:gd name="connsiteY2399" fmla="*/ 1867527 h 2053176"/>
              <a:gd name="connsiteX2400" fmla="*/ 5679272 w 12188965"/>
              <a:gd name="connsiteY2400" fmla="*/ 1867527 h 2053176"/>
              <a:gd name="connsiteX2401" fmla="*/ 5704930 w 12188965"/>
              <a:gd name="connsiteY2401" fmla="*/ 1893185 h 2053176"/>
              <a:gd name="connsiteX2402" fmla="*/ 5679272 w 12188965"/>
              <a:gd name="connsiteY2402" fmla="*/ 1918844 h 2053176"/>
              <a:gd name="connsiteX2403" fmla="*/ 5653614 w 12188965"/>
              <a:gd name="connsiteY2403" fmla="*/ 1893185 h 2053176"/>
              <a:gd name="connsiteX2404" fmla="*/ 5679272 w 12188965"/>
              <a:gd name="connsiteY2404" fmla="*/ 1867527 h 2053176"/>
              <a:gd name="connsiteX2405" fmla="*/ 5615066 w 12188965"/>
              <a:gd name="connsiteY2405" fmla="*/ 1867527 h 2053176"/>
              <a:gd name="connsiteX2406" fmla="*/ 5640726 w 12188965"/>
              <a:gd name="connsiteY2406" fmla="*/ 1893185 h 2053176"/>
              <a:gd name="connsiteX2407" fmla="*/ 5615066 w 12188965"/>
              <a:gd name="connsiteY2407" fmla="*/ 1918844 h 2053176"/>
              <a:gd name="connsiteX2408" fmla="*/ 5589407 w 12188965"/>
              <a:gd name="connsiteY2408" fmla="*/ 1893185 h 2053176"/>
              <a:gd name="connsiteX2409" fmla="*/ 5615066 w 12188965"/>
              <a:gd name="connsiteY2409" fmla="*/ 1867527 h 2053176"/>
              <a:gd name="connsiteX2410" fmla="*/ 5550862 w 12188965"/>
              <a:gd name="connsiteY2410" fmla="*/ 1867527 h 2053176"/>
              <a:gd name="connsiteX2411" fmla="*/ 5576520 w 12188965"/>
              <a:gd name="connsiteY2411" fmla="*/ 1893185 h 2053176"/>
              <a:gd name="connsiteX2412" fmla="*/ 5550862 w 12188965"/>
              <a:gd name="connsiteY2412" fmla="*/ 1918844 h 2053176"/>
              <a:gd name="connsiteX2413" fmla="*/ 5525203 w 12188965"/>
              <a:gd name="connsiteY2413" fmla="*/ 1893185 h 2053176"/>
              <a:gd name="connsiteX2414" fmla="*/ 5550862 w 12188965"/>
              <a:gd name="connsiteY2414" fmla="*/ 1867527 h 2053176"/>
              <a:gd name="connsiteX2415" fmla="*/ 5486655 w 12188965"/>
              <a:gd name="connsiteY2415" fmla="*/ 1867527 h 2053176"/>
              <a:gd name="connsiteX2416" fmla="*/ 5512316 w 12188965"/>
              <a:gd name="connsiteY2416" fmla="*/ 1893185 h 2053176"/>
              <a:gd name="connsiteX2417" fmla="*/ 5486655 w 12188965"/>
              <a:gd name="connsiteY2417" fmla="*/ 1918844 h 2053176"/>
              <a:gd name="connsiteX2418" fmla="*/ 5460997 w 12188965"/>
              <a:gd name="connsiteY2418" fmla="*/ 1893185 h 2053176"/>
              <a:gd name="connsiteX2419" fmla="*/ 5486655 w 12188965"/>
              <a:gd name="connsiteY2419" fmla="*/ 1867527 h 2053176"/>
              <a:gd name="connsiteX2420" fmla="*/ 5422451 w 12188965"/>
              <a:gd name="connsiteY2420" fmla="*/ 1867527 h 2053176"/>
              <a:gd name="connsiteX2421" fmla="*/ 5448109 w 12188965"/>
              <a:gd name="connsiteY2421" fmla="*/ 1893185 h 2053176"/>
              <a:gd name="connsiteX2422" fmla="*/ 5422451 w 12188965"/>
              <a:gd name="connsiteY2422" fmla="*/ 1918844 h 2053176"/>
              <a:gd name="connsiteX2423" fmla="*/ 5396791 w 12188965"/>
              <a:gd name="connsiteY2423" fmla="*/ 1893185 h 2053176"/>
              <a:gd name="connsiteX2424" fmla="*/ 5422451 w 12188965"/>
              <a:gd name="connsiteY2424" fmla="*/ 1867527 h 2053176"/>
              <a:gd name="connsiteX2425" fmla="*/ 5358245 w 12188965"/>
              <a:gd name="connsiteY2425" fmla="*/ 1867527 h 2053176"/>
              <a:gd name="connsiteX2426" fmla="*/ 5383904 w 12188965"/>
              <a:gd name="connsiteY2426" fmla="*/ 1893185 h 2053176"/>
              <a:gd name="connsiteX2427" fmla="*/ 5358245 w 12188965"/>
              <a:gd name="connsiteY2427" fmla="*/ 1918844 h 2053176"/>
              <a:gd name="connsiteX2428" fmla="*/ 5332587 w 12188965"/>
              <a:gd name="connsiteY2428" fmla="*/ 1893185 h 2053176"/>
              <a:gd name="connsiteX2429" fmla="*/ 5358245 w 12188965"/>
              <a:gd name="connsiteY2429" fmla="*/ 1867527 h 2053176"/>
              <a:gd name="connsiteX2430" fmla="*/ 5294040 w 12188965"/>
              <a:gd name="connsiteY2430" fmla="*/ 1867527 h 2053176"/>
              <a:gd name="connsiteX2431" fmla="*/ 5319699 w 12188965"/>
              <a:gd name="connsiteY2431" fmla="*/ 1893185 h 2053176"/>
              <a:gd name="connsiteX2432" fmla="*/ 5294040 w 12188965"/>
              <a:gd name="connsiteY2432" fmla="*/ 1918844 h 2053176"/>
              <a:gd name="connsiteX2433" fmla="*/ 5268382 w 12188965"/>
              <a:gd name="connsiteY2433" fmla="*/ 1893185 h 2053176"/>
              <a:gd name="connsiteX2434" fmla="*/ 5294040 w 12188965"/>
              <a:gd name="connsiteY2434" fmla="*/ 1867527 h 2053176"/>
              <a:gd name="connsiteX2435" fmla="*/ 5229719 w 12188965"/>
              <a:gd name="connsiteY2435" fmla="*/ 1867527 h 2053176"/>
              <a:gd name="connsiteX2436" fmla="*/ 5255377 w 12188965"/>
              <a:gd name="connsiteY2436" fmla="*/ 1893185 h 2053176"/>
              <a:gd name="connsiteX2437" fmla="*/ 5229719 w 12188965"/>
              <a:gd name="connsiteY2437" fmla="*/ 1918844 h 2053176"/>
              <a:gd name="connsiteX2438" fmla="*/ 5204058 w 12188965"/>
              <a:gd name="connsiteY2438" fmla="*/ 1893185 h 2053176"/>
              <a:gd name="connsiteX2439" fmla="*/ 5229719 w 12188965"/>
              <a:gd name="connsiteY2439" fmla="*/ 1867527 h 2053176"/>
              <a:gd name="connsiteX2440" fmla="*/ 5165514 w 12188965"/>
              <a:gd name="connsiteY2440" fmla="*/ 1867527 h 2053176"/>
              <a:gd name="connsiteX2441" fmla="*/ 5191171 w 12188965"/>
              <a:gd name="connsiteY2441" fmla="*/ 1893185 h 2053176"/>
              <a:gd name="connsiteX2442" fmla="*/ 5165514 w 12188965"/>
              <a:gd name="connsiteY2442" fmla="*/ 1918844 h 2053176"/>
              <a:gd name="connsiteX2443" fmla="*/ 5139855 w 12188965"/>
              <a:gd name="connsiteY2443" fmla="*/ 1893185 h 2053176"/>
              <a:gd name="connsiteX2444" fmla="*/ 5165514 w 12188965"/>
              <a:gd name="connsiteY2444" fmla="*/ 1867527 h 2053176"/>
              <a:gd name="connsiteX2445" fmla="*/ 5101309 w 12188965"/>
              <a:gd name="connsiteY2445" fmla="*/ 1867527 h 2053176"/>
              <a:gd name="connsiteX2446" fmla="*/ 5126967 w 12188965"/>
              <a:gd name="connsiteY2446" fmla="*/ 1893185 h 2053176"/>
              <a:gd name="connsiteX2447" fmla="*/ 5101309 w 12188965"/>
              <a:gd name="connsiteY2447" fmla="*/ 1918844 h 2053176"/>
              <a:gd name="connsiteX2448" fmla="*/ 5075649 w 12188965"/>
              <a:gd name="connsiteY2448" fmla="*/ 1893185 h 2053176"/>
              <a:gd name="connsiteX2449" fmla="*/ 5101309 w 12188965"/>
              <a:gd name="connsiteY2449" fmla="*/ 1867527 h 2053176"/>
              <a:gd name="connsiteX2450" fmla="*/ 5037104 w 12188965"/>
              <a:gd name="connsiteY2450" fmla="*/ 1867527 h 2053176"/>
              <a:gd name="connsiteX2451" fmla="*/ 5062762 w 12188965"/>
              <a:gd name="connsiteY2451" fmla="*/ 1893185 h 2053176"/>
              <a:gd name="connsiteX2452" fmla="*/ 5037104 w 12188965"/>
              <a:gd name="connsiteY2452" fmla="*/ 1918844 h 2053176"/>
              <a:gd name="connsiteX2453" fmla="*/ 5011444 w 12188965"/>
              <a:gd name="connsiteY2453" fmla="*/ 1893185 h 2053176"/>
              <a:gd name="connsiteX2454" fmla="*/ 5037104 w 12188965"/>
              <a:gd name="connsiteY2454" fmla="*/ 1867527 h 2053176"/>
              <a:gd name="connsiteX2455" fmla="*/ 4972896 w 12188965"/>
              <a:gd name="connsiteY2455" fmla="*/ 1867527 h 2053176"/>
              <a:gd name="connsiteX2456" fmla="*/ 4998557 w 12188965"/>
              <a:gd name="connsiteY2456" fmla="*/ 1893185 h 2053176"/>
              <a:gd name="connsiteX2457" fmla="*/ 4972896 w 12188965"/>
              <a:gd name="connsiteY2457" fmla="*/ 1918844 h 2053176"/>
              <a:gd name="connsiteX2458" fmla="*/ 4947240 w 12188965"/>
              <a:gd name="connsiteY2458" fmla="*/ 1893185 h 2053176"/>
              <a:gd name="connsiteX2459" fmla="*/ 4972896 w 12188965"/>
              <a:gd name="connsiteY2459" fmla="*/ 1867527 h 2053176"/>
              <a:gd name="connsiteX2460" fmla="*/ 4908693 w 12188965"/>
              <a:gd name="connsiteY2460" fmla="*/ 1867527 h 2053176"/>
              <a:gd name="connsiteX2461" fmla="*/ 4934352 w 12188965"/>
              <a:gd name="connsiteY2461" fmla="*/ 1893185 h 2053176"/>
              <a:gd name="connsiteX2462" fmla="*/ 4908693 w 12188965"/>
              <a:gd name="connsiteY2462" fmla="*/ 1918844 h 2053176"/>
              <a:gd name="connsiteX2463" fmla="*/ 4883033 w 12188965"/>
              <a:gd name="connsiteY2463" fmla="*/ 1893185 h 2053176"/>
              <a:gd name="connsiteX2464" fmla="*/ 4908693 w 12188965"/>
              <a:gd name="connsiteY2464" fmla="*/ 1867527 h 2053176"/>
              <a:gd name="connsiteX2465" fmla="*/ 4844487 w 12188965"/>
              <a:gd name="connsiteY2465" fmla="*/ 1867527 h 2053176"/>
              <a:gd name="connsiteX2466" fmla="*/ 4870146 w 12188965"/>
              <a:gd name="connsiteY2466" fmla="*/ 1893185 h 2053176"/>
              <a:gd name="connsiteX2467" fmla="*/ 4844487 w 12188965"/>
              <a:gd name="connsiteY2467" fmla="*/ 1918844 h 2053176"/>
              <a:gd name="connsiteX2468" fmla="*/ 4818828 w 12188965"/>
              <a:gd name="connsiteY2468" fmla="*/ 1893185 h 2053176"/>
              <a:gd name="connsiteX2469" fmla="*/ 4844487 w 12188965"/>
              <a:gd name="connsiteY2469" fmla="*/ 1867527 h 2053176"/>
              <a:gd name="connsiteX2470" fmla="*/ 4780282 w 12188965"/>
              <a:gd name="connsiteY2470" fmla="*/ 1867527 h 2053176"/>
              <a:gd name="connsiteX2471" fmla="*/ 4805941 w 12188965"/>
              <a:gd name="connsiteY2471" fmla="*/ 1893185 h 2053176"/>
              <a:gd name="connsiteX2472" fmla="*/ 4780282 w 12188965"/>
              <a:gd name="connsiteY2472" fmla="*/ 1918844 h 2053176"/>
              <a:gd name="connsiteX2473" fmla="*/ 4754622 w 12188965"/>
              <a:gd name="connsiteY2473" fmla="*/ 1893185 h 2053176"/>
              <a:gd name="connsiteX2474" fmla="*/ 4780282 w 12188965"/>
              <a:gd name="connsiteY2474" fmla="*/ 1867527 h 2053176"/>
              <a:gd name="connsiteX2475" fmla="*/ 4716077 w 12188965"/>
              <a:gd name="connsiteY2475" fmla="*/ 1867527 h 2053176"/>
              <a:gd name="connsiteX2476" fmla="*/ 4741736 w 12188965"/>
              <a:gd name="connsiteY2476" fmla="*/ 1893185 h 2053176"/>
              <a:gd name="connsiteX2477" fmla="*/ 4716077 w 12188965"/>
              <a:gd name="connsiteY2477" fmla="*/ 1918844 h 2053176"/>
              <a:gd name="connsiteX2478" fmla="*/ 4690419 w 12188965"/>
              <a:gd name="connsiteY2478" fmla="*/ 1893185 h 2053176"/>
              <a:gd name="connsiteX2479" fmla="*/ 4716077 w 12188965"/>
              <a:gd name="connsiteY2479" fmla="*/ 1867527 h 2053176"/>
              <a:gd name="connsiteX2480" fmla="*/ 4651872 w 12188965"/>
              <a:gd name="connsiteY2480" fmla="*/ 1867527 h 2053176"/>
              <a:gd name="connsiteX2481" fmla="*/ 4677531 w 12188965"/>
              <a:gd name="connsiteY2481" fmla="*/ 1893185 h 2053176"/>
              <a:gd name="connsiteX2482" fmla="*/ 4651872 w 12188965"/>
              <a:gd name="connsiteY2482" fmla="*/ 1918844 h 2053176"/>
              <a:gd name="connsiteX2483" fmla="*/ 4626213 w 12188965"/>
              <a:gd name="connsiteY2483" fmla="*/ 1893185 h 2053176"/>
              <a:gd name="connsiteX2484" fmla="*/ 4651872 w 12188965"/>
              <a:gd name="connsiteY2484" fmla="*/ 1867527 h 2053176"/>
              <a:gd name="connsiteX2485" fmla="*/ 4587666 w 12188965"/>
              <a:gd name="connsiteY2485" fmla="*/ 1867527 h 2053176"/>
              <a:gd name="connsiteX2486" fmla="*/ 4613324 w 12188965"/>
              <a:gd name="connsiteY2486" fmla="*/ 1893185 h 2053176"/>
              <a:gd name="connsiteX2487" fmla="*/ 4587666 w 12188965"/>
              <a:gd name="connsiteY2487" fmla="*/ 1918844 h 2053176"/>
              <a:gd name="connsiteX2488" fmla="*/ 4562007 w 12188965"/>
              <a:gd name="connsiteY2488" fmla="*/ 1893185 h 2053176"/>
              <a:gd name="connsiteX2489" fmla="*/ 4587666 w 12188965"/>
              <a:gd name="connsiteY2489" fmla="*/ 1867527 h 2053176"/>
              <a:gd name="connsiteX2490" fmla="*/ 4523461 w 12188965"/>
              <a:gd name="connsiteY2490" fmla="*/ 1867527 h 2053176"/>
              <a:gd name="connsiteX2491" fmla="*/ 4549121 w 12188965"/>
              <a:gd name="connsiteY2491" fmla="*/ 1893185 h 2053176"/>
              <a:gd name="connsiteX2492" fmla="*/ 4523461 w 12188965"/>
              <a:gd name="connsiteY2492" fmla="*/ 1918844 h 2053176"/>
              <a:gd name="connsiteX2493" fmla="*/ 4497802 w 12188965"/>
              <a:gd name="connsiteY2493" fmla="*/ 1893185 h 2053176"/>
              <a:gd name="connsiteX2494" fmla="*/ 4523461 w 12188965"/>
              <a:gd name="connsiteY2494" fmla="*/ 1867527 h 2053176"/>
              <a:gd name="connsiteX2495" fmla="*/ 4459256 w 12188965"/>
              <a:gd name="connsiteY2495" fmla="*/ 1867527 h 2053176"/>
              <a:gd name="connsiteX2496" fmla="*/ 4484914 w 12188965"/>
              <a:gd name="connsiteY2496" fmla="*/ 1893185 h 2053176"/>
              <a:gd name="connsiteX2497" fmla="*/ 4459256 w 12188965"/>
              <a:gd name="connsiteY2497" fmla="*/ 1918844 h 2053176"/>
              <a:gd name="connsiteX2498" fmla="*/ 4433596 w 12188965"/>
              <a:gd name="connsiteY2498" fmla="*/ 1893185 h 2053176"/>
              <a:gd name="connsiteX2499" fmla="*/ 4459256 w 12188965"/>
              <a:gd name="connsiteY2499" fmla="*/ 1867527 h 2053176"/>
              <a:gd name="connsiteX2500" fmla="*/ 4395050 w 12188965"/>
              <a:gd name="connsiteY2500" fmla="*/ 1867527 h 2053176"/>
              <a:gd name="connsiteX2501" fmla="*/ 4420710 w 12188965"/>
              <a:gd name="connsiteY2501" fmla="*/ 1893185 h 2053176"/>
              <a:gd name="connsiteX2502" fmla="*/ 4395050 w 12188965"/>
              <a:gd name="connsiteY2502" fmla="*/ 1918844 h 2053176"/>
              <a:gd name="connsiteX2503" fmla="*/ 4369391 w 12188965"/>
              <a:gd name="connsiteY2503" fmla="*/ 1893185 h 2053176"/>
              <a:gd name="connsiteX2504" fmla="*/ 4395050 w 12188965"/>
              <a:gd name="connsiteY2504" fmla="*/ 1867527 h 2053176"/>
              <a:gd name="connsiteX2505" fmla="*/ 4330845 w 12188965"/>
              <a:gd name="connsiteY2505" fmla="*/ 1867527 h 2053176"/>
              <a:gd name="connsiteX2506" fmla="*/ 4356504 w 12188965"/>
              <a:gd name="connsiteY2506" fmla="*/ 1893185 h 2053176"/>
              <a:gd name="connsiteX2507" fmla="*/ 4330845 w 12188965"/>
              <a:gd name="connsiteY2507" fmla="*/ 1918844 h 2053176"/>
              <a:gd name="connsiteX2508" fmla="*/ 4305186 w 12188965"/>
              <a:gd name="connsiteY2508" fmla="*/ 1893185 h 2053176"/>
              <a:gd name="connsiteX2509" fmla="*/ 4330845 w 12188965"/>
              <a:gd name="connsiteY2509" fmla="*/ 1867527 h 2053176"/>
              <a:gd name="connsiteX2510" fmla="*/ 4266640 w 12188965"/>
              <a:gd name="connsiteY2510" fmla="*/ 1867527 h 2053176"/>
              <a:gd name="connsiteX2511" fmla="*/ 4292298 w 12188965"/>
              <a:gd name="connsiteY2511" fmla="*/ 1893185 h 2053176"/>
              <a:gd name="connsiteX2512" fmla="*/ 4266640 w 12188965"/>
              <a:gd name="connsiteY2512" fmla="*/ 1918844 h 2053176"/>
              <a:gd name="connsiteX2513" fmla="*/ 4240981 w 12188965"/>
              <a:gd name="connsiteY2513" fmla="*/ 1893185 h 2053176"/>
              <a:gd name="connsiteX2514" fmla="*/ 4266640 w 12188965"/>
              <a:gd name="connsiteY2514" fmla="*/ 1867527 h 2053176"/>
              <a:gd name="connsiteX2515" fmla="*/ 4202435 w 12188965"/>
              <a:gd name="connsiteY2515" fmla="*/ 1867527 h 2053176"/>
              <a:gd name="connsiteX2516" fmla="*/ 4228093 w 12188965"/>
              <a:gd name="connsiteY2516" fmla="*/ 1893185 h 2053176"/>
              <a:gd name="connsiteX2517" fmla="*/ 4202435 w 12188965"/>
              <a:gd name="connsiteY2517" fmla="*/ 1918844 h 2053176"/>
              <a:gd name="connsiteX2518" fmla="*/ 4176776 w 12188965"/>
              <a:gd name="connsiteY2518" fmla="*/ 1893185 h 2053176"/>
              <a:gd name="connsiteX2519" fmla="*/ 4202435 w 12188965"/>
              <a:gd name="connsiteY2519" fmla="*/ 1867527 h 2053176"/>
              <a:gd name="connsiteX2520" fmla="*/ 4138112 w 12188965"/>
              <a:gd name="connsiteY2520" fmla="*/ 1867527 h 2053176"/>
              <a:gd name="connsiteX2521" fmla="*/ 4163773 w 12188965"/>
              <a:gd name="connsiteY2521" fmla="*/ 1893185 h 2053176"/>
              <a:gd name="connsiteX2522" fmla="*/ 4138112 w 12188965"/>
              <a:gd name="connsiteY2522" fmla="*/ 1918844 h 2053176"/>
              <a:gd name="connsiteX2523" fmla="*/ 4112454 w 12188965"/>
              <a:gd name="connsiteY2523" fmla="*/ 1893185 h 2053176"/>
              <a:gd name="connsiteX2524" fmla="*/ 4138112 w 12188965"/>
              <a:gd name="connsiteY2524" fmla="*/ 1867527 h 2053176"/>
              <a:gd name="connsiteX2525" fmla="*/ 4073908 w 12188965"/>
              <a:gd name="connsiteY2525" fmla="*/ 1867527 h 2053176"/>
              <a:gd name="connsiteX2526" fmla="*/ 4099565 w 12188965"/>
              <a:gd name="connsiteY2526" fmla="*/ 1893185 h 2053176"/>
              <a:gd name="connsiteX2527" fmla="*/ 4073908 w 12188965"/>
              <a:gd name="connsiteY2527" fmla="*/ 1918844 h 2053176"/>
              <a:gd name="connsiteX2528" fmla="*/ 4048248 w 12188965"/>
              <a:gd name="connsiteY2528" fmla="*/ 1893185 h 2053176"/>
              <a:gd name="connsiteX2529" fmla="*/ 4073908 w 12188965"/>
              <a:gd name="connsiteY2529" fmla="*/ 1867527 h 2053176"/>
              <a:gd name="connsiteX2530" fmla="*/ 4009702 w 12188965"/>
              <a:gd name="connsiteY2530" fmla="*/ 1867527 h 2053176"/>
              <a:gd name="connsiteX2531" fmla="*/ 4035362 w 12188965"/>
              <a:gd name="connsiteY2531" fmla="*/ 1893185 h 2053176"/>
              <a:gd name="connsiteX2532" fmla="*/ 4009702 w 12188965"/>
              <a:gd name="connsiteY2532" fmla="*/ 1918844 h 2053176"/>
              <a:gd name="connsiteX2533" fmla="*/ 3984043 w 12188965"/>
              <a:gd name="connsiteY2533" fmla="*/ 1893185 h 2053176"/>
              <a:gd name="connsiteX2534" fmla="*/ 4009702 w 12188965"/>
              <a:gd name="connsiteY2534" fmla="*/ 1867527 h 2053176"/>
              <a:gd name="connsiteX2535" fmla="*/ 3945497 w 12188965"/>
              <a:gd name="connsiteY2535" fmla="*/ 1867527 h 2053176"/>
              <a:gd name="connsiteX2536" fmla="*/ 3971155 w 12188965"/>
              <a:gd name="connsiteY2536" fmla="*/ 1893185 h 2053176"/>
              <a:gd name="connsiteX2537" fmla="*/ 3945497 w 12188965"/>
              <a:gd name="connsiteY2537" fmla="*/ 1918844 h 2053176"/>
              <a:gd name="connsiteX2538" fmla="*/ 3919838 w 12188965"/>
              <a:gd name="connsiteY2538" fmla="*/ 1893185 h 2053176"/>
              <a:gd name="connsiteX2539" fmla="*/ 3945497 w 12188965"/>
              <a:gd name="connsiteY2539" fmla="*/ 1867527 h 2053176"/>
              <a:gd name="connsiteX2540" fmla="*/ 3881291 w 12188965"/>
              <a:gd name="connsiteY2540" fmla="*/ 1867527 h 2053176"/>
              <a:gd name="connsiteX2541" fmla="*/ 3906950 w 12188965"/>
              <a:gd name="connsiteY2541" fmla="*/ 1893185 h 2053176"/>
              <a:gd name="connsiteX2542" fmla="*/ 3881291 w 12188965"/>
              <a:gd name="connsiteY2542" fmla="*/ 1918844 h 2053176"/>
              <a:gd name="connsiteX2543" fmla="*/ 3855633 w 12188965"/>
              <a:gd name="connsiteY2543" fmla="*/ 1893185 h 2053176"/>
              <a:gd name="connsiteX2544" fmla="*/ 3881291 w 12188965"/>
              <a:gd name="connsiteY2544" fmla="*/ 1867527 h 2053176"/>
              <a:gd name="connsiteX2545" fmla="*/ 3817085 w 12188965"/>
              <a:gd name="connsiteY2545" fmla="*/ 1867527 h 2053176"/>
              <a:gd name="connsiteX2546" fmla="*/ 3842745 w 12188965"/>
              <a:gd name="connsiteY2546" fmla="*/ 1893185 h 2053176"/>
              <a:gd name="connsiteX2547" fmla="*/ 3817085 w 12188965"/>
              <a:gd name="connsiteY2547" fmla="*/ 1918844 h 2053176"/>
              <a:gd name="connsiteX2548" fmla="*/ 3791427 w 12188965"/>
              <a:gd name="connsiteY2548" fmla="*/ 1893185 h 2053176"/>
              <a:gd name="connsiteX2549" fmla="*/ 3817085 w 12188965"/>
              <a:gd name="connsiteY2549" fmla="*/ 1867527 h 2053176"/>
              <a:gd name="connsiteX2550" fmla="*/ 3752882 w 12188965"/>
              <a:gd name="connsiteY2550" fmla="*/ 1867527 h 2053176"/>
              <a:gd name="connsiteX2551" fmla="*/ 3778539 w 12188965"/>
              <a:gd name="connsiteY2551" fmla="*/ 1893185 h 2053176"/>
              <a:gd name="connsiteX2552" fmla="*/ 3752882 w 12188965"/>
              <a:gd name="connsiteY2552" fmla="*/ 1918844 h 2053176"/>
              <a:gd name="connsiteX2553" fmla="*/ 3727221 w 12188965"/>
              <a:gd name="connsiteY2553" fmla="*/ 1893185 h 2053176"/>
              <a:gd name="connsiteX2554" fmla="*/ 3752882 w 12188965"/>
              <a:gd name="connsiteY2554" fmla="*/ 1867527 h 2053176"/>
              <a:gd name="connsiteX2555" fmla="*/ 3688674 w 12188965"/>
              <a:gd name="connsiteY2555" fmla="*/ 1867527 h 2053176"/>
              <a:gd name="connsiteX2556" fmla="*/ 3714335 w 12188965"/>
              <a:gd name="connsiteY2556" fmla="*/ 1893185 h 2053176"/>
              <a:gd name="connsiteX2557" fmla="*/ 3688674 w 12188965"/>
              <a:gd name="connsiteY2557" fmla="*/ 1918844 h 2053176"/>
              <a:gd name="connsiteX2558" fmla="*/ 3663017 w 12188965"/>
              <a:gd name="connsiteY2558" fmla="*/ 1893185 h 2053176"/>
              <a:gd name="connsiteX2559" fmla="*/ 3688674 w 12188965"/>
              <a:gd name="connsiteY2559" fmla="*/ 1867527 h 2053176"/>
              <a:gd name="connsiteX2560" fmla="*/ 3624472 w 12188965"/>
              <a:gd name="connsiteY2560" fmla="*/ 1867527 h 2053176"/>
              <a:gd name="connsiteX2561" fmla="*/ 3650129 w 12188965"/>
              <a:gd name="connsiteY2561" fmla="*/ 1893185 h 2053176"/>
              <a:gd name="connsiteX2562" fmla="*/ 3624472 w 12188965"/>
              <a:gd name="connsiteY2562" fmla="*/ 1918844 h 2053176"/>
              <a:gd name="connsiteX2563" fmla="*/ 3598810 w 12188965"/>
              <a:gd name="connsiteY2563" fmla="*/ 1893185 h 2053176"/>
              <a:gd name="connsiteX2564" fmla="*/ 3624472 w 12188965"/>
              <a:gd name="connsiteY2564" fmla="*/ 1867527 h 2053176"/>
              <a:gd name="connsiteX2565" fmla="*/ 3560264 w 12188965"/>
              <a:gd name="connsiteY2565" fmla="*/ 1867527 h 2053176"/>
              <a:gd name="connsiteX2566" fmla="*/ 3585923 w 12188965"/>
              <a:gd name="connsiteY2566" fmla="*/ 1893185 h 2053176"/>
              <a:gd name="connsiteX2567" fmla="*/ 3560264 w 12188965"/>
              <a:gd name="connsiteY2567" fmla="*/ 1918844 h 2053176"/>
              <a:gd name="connsiteX2568" fmla="*/ 3534607 w 12188965"/>
              <a:gd name="connsiteY2568" fmla="*/ 1893185 h 2053176"/>
              <a:gd name="connsiteX2569" fmla="*/ 3560264 w 12188965"/>
              <a:gd name="connsiteY2569" fmla="*/ 1867527 h 2053176"/>
              <a:gd name="connsiteX2570" fmla="*/ 3496060 w 12188965"/>
              <a:gd name="connsiteY2570" fmla="*/ 1867527 h 2053176"/>
              <a:gd name="connsiteX2571" fmla="*/ 3521719 w 12188965"/>
              <a:gd name="connsiteY2571" fmla="*/ 1893185 h 2053176"/>
              <a:gd name="connsiteX2572" fmla="*/ 3496060 w 12188965"/>
              <a:gd name="connsiteY2572" fmla="*/ 1918844 h 2053176"/>
              <a:gd name="connsiteX2573" fmla="*/ 3470400 w 12188965"/>
              <a:gd name="connsiteY2573" fmla="*/ 1893185 h 2053176"/>
              <a:gd name="connsiteX2574" fmla="*/ 3496060 w 12188965"/>
              <a:gd name="connsiteY2574" fmla="*/ 1867527 h 2053176"/>
              <a:gd name="connsiteX2575" fmla="*/ 3431855 w 12188965"/>
              <a:gd name="connsiteY2575" fmla="*/ 1867527 h 2053176"/>
              <a:gd name="connsiteX2576" fmla="*/ 3457512 w 12188965"/>
              <a:gd name="connsiteY2576" fmla="*/ 1893185 h 2053176"/>
              <a:gd name="connsiteX2577" fmla="*/ 3431855 w 12188965"/>
              <a:gd name="connsiteY2577" fmla="*/ 1918844 h 2053176"/>
              <a:gd name="connsiteX2578" fmla="*/ 3406196 w 12188965"/>
              <a:gd name="connsiteY2578" fmla="*/ 1893185 h 2053176"/>
              <a:gd name="connsiteX2579" fmla="*/ 3431855 w 12188965"/>
              <a:gd name="connsiteY2579" fmla="*/ 1867527 h 2053176"/>
              <a:gd name="connsiteX2580" fmla="*/ 3367649 w 12188965"/>
              <a:gd name="connsiteY2580" fmla="*/ 1867527 h 2053176"/>
              <a:gd name="connsiteX2581" fmla="*/ 3393308 w 12188965"/>
              <a:gd name="connsiteY2581" fmla="*/ 1893185 h 2053176"/>
              <a:gd name="connsiteX2582" fmla="*/ 3367649 w 12188965"/>
              <a:gd name="connsiteY2582" fmla="*/ 1918844 h 2053176"/>
              <a:gd name="connsiteX2583" fmla="*/ 3341990 w 12188965"/>
              <a:gd name="connsiteY2583" fmla="*/ 1893185 h 2053176"/>
              <a:gd name="connsiteX2584" fmla="*/ 3367649 w 12188965"/>
              <a:gd name="connsiteY2584" fmla="*/ 1867527 h 2053176"/>
              <a:gd name="connsiteX2585" fmla="*/ 3303444 w 12188965"/>
              <a:gd name="connsiteY2585" fmla="*/ 1867527 h 2053176"/>
              <a:gd name="connsiteX2586" fmla="*/ 3329102 w 12188965"/>
              <a:gd name="connsiteY2586" fmla="*/ 1893185 h 2053176"/>
              <a:gd name="connsiteX2587" fmla="*/ 3303444 w 12188965"/>
              <a:gd name="connsiteY2587" fmla="*/ 1918844 h 2053176"/>
              <a:gd name="connsiteX2588" fmla="*/ 3277785 w 12188965"/>
              <a:gd name="connsiteY2588" fmla="*/ 1893185 h 2053176"/>
              <a:gd name="connsiteX2589" fmla="*/ 3303444 w 12188965"/>
              <a:gd name="connsiteY2589" fmla="*/ 1867527 h 2053176"/>
              <a:gd name="connsiteX2590" fmla="*/ 3239238 w 12188965"/>
              <a:gd name="connsiteY2590" fmla="*/ 1867527 h 2053176"/>
              <a:gd name="connsiteX2591" fmla="*/ 3264898 w 12188965"/>
              <a:gd name="connsiteY2591" fmla="*/ 1893185 h 2053176"/>
              <a:gd name="connsiteX2592" fmla="*/ 3239238 w 12188965"/>
              <a:gd name="connsiteY2592" fmla="*/ 1918844 h 2053176"/>
              <a:gd name="connsiteX2593" fmla="*/ 3213580 w 12188965"/>
              <a:gd name="connsiteY2593" fmla="*/ 1893185 h 2053176"/>
              <a:gd name="connsiteX2594" fmla="*/ 3239238 w 12188965"/>
              <a:gd name="connsiteY2594" fmla="*/ 1867527 h 2053176"/>
              <a:gd name="connsiteX2595" fmla="*/ 3175034 w 12188965"/>
              <a:gd name="connsiteY2595" fmla="*/ 1867527 h 2053176"/>
              <a:gd name="connsiteX2596" fmla="*/ 3200692 w 12188965"/>
              <a:gd name="connsiteY2596" fmla="*/ 1893185 h 2053176"/>
              <a:gd name="connsiteX2597" fmla="*/ 3175034 w 12188965"/>
              <a:gd name="connsiteY2597" fmla="*/ 1918844 h 2053176"/>
              <a:gd name="connsiteX2598" fmla="*/ 3149375 w 12188965"/>
              <a:gd name="connsiteY2598" fmla="*/ 1893185 h 2053176"/>
              <a:gd name="connsiteX2599" fmla="*/ 3175034 w 12188965"/>
              <a:gd name="connsiteY2599" fmla="*/ 1867527 h 2053176"/>
              <a:gd name="connsiteX2600" fmla="*/ 3110828 w 12188965"/>
              <a:gd name="connsiteY2600" fmla="*/ 1867527 h 2053176"/>
              <a:gd name="connsiteX2601" fmla="*/ 3136487 w 12188965"/>
              <a:gd name="connsiteY2601" fmla="*/ 1893185 h 2053176"/>
              <a:gd name="connsiteX2602" fmla="*/ 3110828 w 12188965"/>
              <a:gd name="connsiteY2602" fmla="*/ 1918844 h 2053176"/>
              <a:gd name="connsiteX2603" fmla="*/ 3085170 w 12188965"/>
              <a:gd name="connsiteY2603" fmla="*/ 1893185 h 2053176"/>
              <a:gd name="connsiteX2604" fmla="*/ 3110828 w 12188965"/>
              <a:gd name="connsiteY2604" fmla="*/ 1867527 h 2053176"/>
              <a:gd name="connsiteX2605" fmla="*/ 3046623 w 12188965"/>
              <a:gd name="connsiteY2605" fmla="*/ 1867527 h 2053176"/>
              <a:gd name="connsiteX2606" fmla="*/ 3072282 w 12188965"/>
              <a:gd name="connsiteY2606" fmla="*/ 1893185 h 2053176"/>
              <a:gd name="connsiteX2607" fmla="*/ 3046623 w 12188965"/>
              <a:gd name="connsiteY2607" fmla="*/ 1918844 h 2053176"/>
              <a:gd name="connsiteX2608" fmla="*/ 3020964 w 12188965"/>
              <a:gd name="connsiteY2608" fmla="*/ 1893185 h 2053176"/>
              <a:gd name="connsiteX2609" fmla="*/ 3046623 w 12188965"/>
              <a:gd name="connsiteY2609" fmla="*/ 1867527 h 2053176"/>
              <a:gd name="connsiteX2610" fmla="*/ 2982301 w 12188965"/>
              <a:gd name="connsiteY2610" fmla="*/ 1867527 h 2053176"/>
              <a:gd name="connsiteX2611" fmla="*/ 3007960 w 12188965"/>
              <a:gd name="connsiteY2611" fmla="*/ 1893185 h 2053176"/>
              <a:gd name="connsiteX2612" fmla="*/ 2982301 w 12188965"/>
              <a:gd name="connsiteY2612" fmla="*/ 1918844 h 2053176"/>
              <a:gd name="connsiteX2613" fmla="*/ 2956642 w 12188965"/>
              <a:gd name="connsiteY2613" fmla="*/ 1893185 h 2053176"/>
              <a:gd name="connsiteX2614" fmla="*/ 2982301 w 12188965"/>
              <a:gd name="connsiteY2614" fmla="*/ 1867527 h 2053176"/>
              <a:gd name="connsiteX2615" fmla="*/ 2918096 w 12188965"/>
              <a:gd name="connsiteY2615" fmla="*/ 1867527 h 2053176"/>
              <a:gd name="connsiteX2616" fmla="*/ 2943755 w 12188965"/>
              <a:gd name="connsiteY2616" fmla="*/ 1893185 h 2053176"/>
              <a:gd name="connsiteX2617" fmla="*/ 2918096 w 12188965"/>
              <a:gd name="connsiteY2617" fmla="*/ 1918844 h 2053176"/>
              <a:gd name="connsiteX2618" fmla="*/ 2892438 w 12188965"/>
              <a:gd name="connsiteY2618" fmla="*/ 1893185 h 2053176"/>
              <a:gd name="connsiteX2619" fmla="*/ 2918096 w 12188965"/>
              <a:gd name="connsiteY2619" fmla="*/ 1867527 h 2053176"/>
              <a:gd name="connsiteX2620" fmla="*/ 2853890 w 12188965"/>
              <a:gd name="connsiteY2620" fmla="*/ 1867527 h 2053176"/>
              <a:gd name="connsiteX2621" fmla="*/ 2879550 w 12188965"/>
              <a:gd name="connsiteY2621" fmla="*/ 1893185 h 2053176"/>
              <a:gd name="connsiteX2622" fmla="*/ 2853890 w 12188965"/>
              <a:gd name="connsiteY2622" fmla="*/ 1918844 h 2053176"/>
              <a:gd name="connsiteX2623" fmla="*/ 2828231 w 12188965"/>
              <a:gd name="connsiteY2623" fmla="*/ 1893185 h 2053176"/>
              <a:gd name="connsiteX2624" fmla="*/ 2853890 w 12188965"/>
              <a:gd name="connsiteY2624" fmla="*/ 1867527 h 2053176"/>
              <a:gd name="connsiteX2625" fmla="*/ 2789686 w 12188965"/>
              <a:gd name="connsiteY2625" fmla="*/ 1867527 h 2053176"/>
              <a:gd name="connsiteX2626" fmla="*/ 2815344 w 12188965"/>
              <a:gd name="connsiteY2626" fmla="*/ 1893185 h 2053176"/>
              <a:gd name="connsiteX2627" fmla="*/ 2789686 w 12188965"/>
              <a:gd name="connsiteY2627" fmla="*/ 1918844 h 2053176"/>
              <a:gd name="connsiteX2628" fmla="*/ 2764027 w 12188965"/>
              <a:gd name="connsiteY2628" fmla="*/ 1893185 h 2053176"/>
              <a:gd name="connsiteX2629" fmla="*/ 2789686 w 12188965"/>
              <a:gd name="connsiteY2629" fmla="*/ 1867527 h 2053176"/>
              <a:gd name="connsiteX2630" fmla="*/ 2725480 w 12188965"/>
              <a:gd name="connsiteY2630" fmla="*/ 1867527 h 2053176"/>
              <a:gd name="connsiteX2631" fmla="*/ 2751140 w 12188965"/>
              <a:gd name="connsiteY2631" fmla="*/ 1893185 h 2053176"/>
              <a:gd name="connsiteX2632" fmla="*/ 2725480 w 12188965"/>
              <a:gd name="connsiteY2632" fmla="*/ 1918844 h 2053176"/>
              <a:gd name="connsiteX2633" fmla="*/ 2699821 w 12188965"/>
              <a:gd name="connsiteY2633" fmla="*/ 1893185 h 2053176"/>
              <a:gd name="connsiteX2634" fmla="*/ 2725480 w 12188965"/>
              <a:gd name="connsiteY2634" fmla="*/ 1867527 h 2053176"/>
              <a:gd name="connsiteX2635" fmla="*/ 2597069 w 12188965"/>
              <a:gd name="connsiteY2635" fmla="*/ 1867527 h 2053176"/>
              <a:gd name="connsiteX2636" fmla="*/ 2622729 w 12188965"/>
              <a:gd name="connsiteY2636" fmla="*/ 1893185 h 2053176"/>
              <a:gd name="connsiteX2637" fmla="*/ 2597069 w 12188965"/>
              <a:gd name="connsiteY2637" fmla="*/ 1918844 h 2053176"/>
              <a:gd name="connsiteX2638" fmla="*/ 2571410 w 12188965"/>
              <a:gd name="connsiteY2638" fmla="*/ 1893185 h 2053176"/>
              <a:gd name="connsiteX2639" fmla="*/ 2597069 w 12188965"/>
              <a:gd name="connsiteY2639" fmla="*/ 1867527 h 2053176"/>
              <a:gd name="connsiteX2640" fmla="*/ 2532865 w 12188965"/>
              <a:gd name="connsiteY2640" fmla="*/ 1867527 h 2053176"/>
              <a:gd name="connsiteX2641" fmla="*/ 2558523 w 12188965"/>
              <a:gd name="connsiteY2641" fmla="*/ 1893185 h 2053176"/>
              <a:gd name="connsiteX2642" fmla="*/ 2532865 w 12188965"/>
              <a:gd name="connsiteY2642" fmla="*/ 1918844 h 2053176"/>
              <a:gd name="connsiteX2643" fmla="*/ 2507205 w 12188965"/>
              <a:gd name="connsiteY2643" fmla="*/ 1893185 h 2053176"/>
              <a:gd name="connsiteX2644" fmla="*/ 2532865 w 12188965"/>
              <a:gd name="connsiteY2644" fmla="*/ 1867527 h 2053176"/>
              <a:gd name="connsiteX2645" fmla="*/ 2468658 w 12188965"/>
              <a:gd name="connsiteY2645" fmla="*/ 1867527 h 2053176"/>
              <a:gd name="connsiteX2646" fmla="*/ 2494318 w 12188965"/>
              <a:gd name="connsiteY2646" fmla="*/ 1893185 h 2053176"/>
              <a:gd name="connsiteX2647" fmla="*/ 2468658 w 12188965"/>
              <a:gd name="connsiteY2647" fmla="*/ 1918844 h 2053176"/>
              <a:gd name="connsiteX2648" fmla="*/ 2443000 w 12188965"/>
              <a:gd name="connsiteY2648" fmla="*/ 1893185 h 2053176"/>
              <a:gd name="connsiteX2649" fmla="*/ 2468658 w 12188965"/>
              <a:gd name="connsiteY2649" fmla="*/ 1867527 h 2053176"/>
              <a:gd name="connsiteX2650" fmla="*/ 2404454 w 12188965"/>
              <a:gd name="connsiteY2650" fmla="*/ 1867527 h 2053176"/>
              <a:gd name="connsiteX2651" fmla="*/ 2430112 w 12188965"/>
              <a:gd name="connsiteY2651" fmla="*/ 1893185 h 2053176"/>
              <a:gd name="connsiteX2652" fmla="*/ 2404454 w 12188965"/>
              <a:gd name="connsiteY2652" fmla="*/ 1918844 h 2053176"/>
              <a:gd name="connsiteX2653" fmla="*/ 2378795 w 12188965"/>
              <a:gd name="connsiteY2653" fmla="*/ 1893185 h 2053176"/>
              <a:gd name="connsiteX2654" fmla="*/ 2404454 w 12188965"/>
              <a:gd name="connsiteY2654" fmla="*/ 1867527 h 2053176"/>
              <a:gd name="connsiteX2655" fmla="*/ 2340249 w 12188965"/>
              <a:gd name="connsiteY2655" fmla="*/ 1867527 h 2053176"/>
              <a:gd name="connsiteX2656" fmla="*/ 2365908 w 12188965"/>
              <a:gd name="connsiteY2656" fmla="*/ 1893185 h 2053176"/>
              <a:gd name="connsiteX2657" fmla="*/ 2340249 w 12188965"/>
              <a:gd name="connsiteY2657" fmla="*/ 1918844 h 2053176"/>
              <a:gd name="connsiteX2658" fmla="*/ 2314590 w 12188965"/>
              <a:gd name="connsiteY2658" fmla="*/ 1893185 h 2053176"/>
              <a:gd name="connsiteX2659" fmla="*/ 2340249 w 12188965"/>
              <a:gd name="connsiteY2659" fmla="*/ 1867527 h 2053176"/>
              <a:gd name="connsiteX2660" fmla="*/ 2276044 w 12188965"/>
              <a:gd name="connsiteY2660" fmla="*/ 1867527 h 2053176"/>
              <a:gd name="connsiteX2661" fmla="*/ 2301702 w 12188965"/>
              <a:gd name="connsiteY2661" fmla="*/ 1893185 h 2053176"/>
              <a:gd name="connsiteX2662" fmla="*/ 2276044 w 12188965"/>
              <a:gd name="connsiteY2662" fmla="*/ 1918844 h 2053176"/>
              <a:gd name="connsiteX2663" fmla="*/ 2250385 w 12188965"/>
              <a:gd name="connsiteY2663" fmla="*/ 1893185 h 2053176"/>
              <a:gd name="connsiteX2664" fmla="*/ 2276044 w 12188965"/>
              <a:gd name="connsiteY2664" fmla="*/ 1867527 h 2053176"/>
              <a:gd name="connsiteX2665" fmla="*/ 2211838 w 12188965"/>
              <a:gd name="connsiteY2665" fmla="*/ 1867527 h 2053176"/>
              <a:gd name="connsiteX2666" fmla="*/ 2237497 w 12188965"/>
              <a:gd name="connsiteY2666" fmla="*/ 1893185 h 2053176"/>
              <a:gd name="connsiteX2667" fmla="*/ 2211838 w 12188965"/>
              <a:gd name="connsiteY2667" fmla="*/ 1918844 h 2053176"/>
              <a:gd name="connsiteX2668" fmla="*/ 2186178 w 12188965"/>
              <a:gd name="connsiteY2668" fmla="*/ 1893185 h 2053176"/>
              <a:gd name="connsiteX2669" fmla="*/ 2211838 w 12188965"/>
              <a:gd name="connsiteY2669" fmla="*/ 1867527 h 2053176"/>
              <a:gd name="connsiteX2670" fmla="*/ 2147633 w 12188965"/>
              <a:gd name="connsiteY2670" fmla="*/ 1867527 h 2053176"/>
              <a:gd name="connsiteX2671" fmla="*/ 2173293 w 12188965"/>
              <a:gd name="connsiteY2671" fmla="*/ 1893185 h 2053176"/>
              <a:gd name="connsiteX2672" fmla="*/ 2147633 w 12188965"/>
              <a:gd name="connsiteY2672" fmla="*/ 1918844 h 2053176"/>
              <a:gd name="connsiteX2673" fmla="*/ 2121975 w 12188965"/>
              <a:gd name="connsiteY2673" fmla="*/ 1893185 h 2053176"/>
              <a:gd name="connsiteX2674" fmla="*/ 2147633 w 12188965"/>
              <a:gd name="connsiteY2674" fmla="*/ 1867527 h 2053176"/>
              <a:gd name="connsiteX2675" fmla="*/ 2083427 w 12188965"/>
              <a:gd name="connsiteY2675" fmla="*/ 1867527 h 2053176"/>
              <a:gd name="connsiteX2676" fmla="*/ 2109087 w 12188965"/>
              <a:gd name="connsiteY2676" fmla="*/ 1893185 h 2053176"/>
              <a:gd name="connsiteX2677" fmla="*/ 2083427 w 12188965"/>
              <a:gd name="connsiteY2677" fmla="*/ 1918844 h 2053176"/>
              <a:gd name="connsiteX2678" fmla="*/ 2057768 w 12188965"/>
              <a:gd name="connsiteY2678" fmla="*/ 1893185 h 2053176"/>
              <a:gd name="connsiteX2679" fmla="*/ 2083427 w 12188965"/>
              <a:gd name="connsiteY2679" fmla="*/ 1867527 h 2053176"/>
              <a:gd name="connsiteX2680" fmla="*/ 2019222 w 12188965"/>
              <a:gd name="connsiteY2680" fmla="*/ 1867527 h 2053176"/>
              <a:gd name="connsiteX2681" fmla="*/ 2044880 w 12188965"/>
              <a:gd name="connsiteY2681" fmla="*/ 1893185 h 2053176"/>
              <a:gd name="connsiteX2682" fmla="*/ 2019222 w 12188965"/>
              <a:gd name="connsiteY2682" fmla="*/ 1918844 h 2053176"/>
              <a:gd name="connsiteX2683" fmla="*/ 1993563 w 12188965"/>
              <a:gd name="connsiteY2683" fmla="*/ 1893185 h 2053176"/>
              <a:gd name="connsiteX2684" fmla="*/ 2019222 w 12188965"/>
              <a:gd name="connsiteY2684" fmla="*/ 1867527 h 2053176"/>
              <a:gd name="connsiteX2685" fmla="*/ 1955016 w 12188965"/>
              <a:gd name="connsiteY2685" fmla="*/ 1867527 h 2053176"/>
              <a:gd name="connsiteX2686" fmla="*/ 1980676 w 12188965"/>
              <a:gd name="connsiteY2686" fmla="*/ 1893185 h 2053176"/>
              <a:gd name="connsiteX2687" fmla="*/ 1955016 w 12188965"/>
              <a:gd name="connsiteY2687" fmla="*/ 1918844 h 2053176"/>
              <a:gd name="connsiteX2688" fmla="*/ 1929358 w 12188965"/>
              <a:gd name="connsiteY2688" fmla="*/ 1893185 h 2053176"/>
              <a:gd name="connsiteX2689" fmla="*/ 1955016 w 12188965"/>
              <a:gd name="connsiteY2689" fmla="*/ 1867527 h 2053176"/>
              <a:gd name="connsiteX2690" fmla="*/ 1890696 w 12188965"/>
              <a:gd name="connsiteY2690" fmla="*/ 1867527 h 2053176"/>
              <a:gd name="connsiteX2691" fmla="*/ 1916355 w 12188965"/>
              <a:gd name="connsiteY2691" fmla="*/ 1893185 h 2053176"/>
              <a:gd name="connsiteX2692" fmla="*/ 1890696 w 12188965"/>
              <a:gd name="connsiteY2692" fmla="*/ 1918844 h 2053176"/>
              <a:gd name="connsiteX2693" fmla="*/ 1865037 w 12188965"/>
              <a:gd name="connsiteY2693" fmla="*/ 1893185 h 2053176"/>
              <a:gd name="connsiteX2694" fmla="*/ 1890696 w 12188965"/>
              <a:gd name="connsiteY2694" fmla="*/ 1867527 h 2053176"/>
              <a:gd name="connsiteX2695" fmla="*/ 1826490 w 12188965"/>
              <a:gd name="connsiteY2695" fmla="*/ 1867527 h 2053176"/>
              <a:gd name="connsiteX2696" fmla="*/ 1852149 w 12188965"/>
              <a:gd name="connsiteY2696" fmla="*/ 1893185 h 2053176"/>
              <a:gd name="connsiteX2697" fmla="*/ 1826490 w 12188965"/>
              <a:gd name="connsiteY2697" fmla="*/ 1918844 h 2053176"/>
              <a:gd name="connsiteX2698" fmla="*/ 1800830 w 12188965"/>
              <a:gd name="connsiteY2698" fmla="*/ 1893185 h 2053176"/>
              <a:gd name="connsiteX2699" fmla="*/ 1826490 w 12188965"/>
              <a:gd name="connsiteY2699" fmla="*/ 1867527 h 2053176"/>
              <a:gd name="connsiteX2700" fmla="*/ 1762285 w 12188965"/>
              <a:gd name="connsiteY2700" fmla="*/ 1867527 h 2053176"/>
              <a:gd name="connsiteX2701" fmla="*/ 1787944 w 12188965"/>
              <a:gd name="connsiteY2701" fmla="*/ 1893185 h 2053176"/>
              <a:gd name="connsiteX2702" fmla="*/ 1762285 w 12188965"/>
              <a:gd name="connsiteY2702" fmla="*/ 1918844 h 2053176"/>
              <a:gd name="connsiteX2703" fmla="*/ 1736626 w 12188965"/>
              <a:gd name="connsiteY2703" fmla="*/ 1893185 h 2053176"/>
              <a:gd name="connsiteX2704" fmla="*/ 1762285 w 12188965"/>
              <a:gd name="connsiteY2704" fmla="*/ 1867527 h 2053176"/>
              <a:gd name="connsiteX2705" fmla="*/ 1698080 w 12188965"/>
              <a:gd name="connsiteY2705" fmla="*/ 1867527 h 2053176"/>
              <a:gd name="connsiteX2706" fmla="*/ 1723738 w 12188965"/>
              <a:gd name="connsiteY2706" fmla="*/ 1893185 h 2053176"/>
              <a:gd name="connsiteX2707" fmla="*/ 1698080 w 12188965"/>
              <a:gd name="connsiteY2707" fmla="*/ 1918844 h 2053176"/>
              <a:gd name="connsiteX2708" fmla="*/ 1672420 w 12188965"/>
              <a:gd name="connsiteY2708" fmla="*/ 1893185 h 2053176"/>
              <a:gd name="connsiteX2709" fmla="*/ 1698080 w 12188965"/>
              <a:gd name="connsiteY2709" fmla="*/ 1867527 h 2053176"/>
              <a:gd name="connsiteX2710" fmla="*/ 1633874 w 12188965"/>
              <a:gd name="connsiteY2710" fmla="*/ 1867527 h 2053176"/>
              <a:gd name="connsiteX2711" fmla="*/ 1659533 w 12188965"/>
              <a:gd name="connsiteY2711" fmla="*/ 1893185 h 2053176"/>
              <a:gd name="connsiteX2712" fmla="*/ 1633874 w 12188965"/>
              <a:gd name="connsiteY2712" fmla="*/ 1918844 h 2053176"/>
              <a:gd name="connsiteX2713" fmla="*/ 1608216 w 12188965"/>
              <a:gd name="connsiteY2713" fmla="*/ 1893185 h 2053176"/>
              <a:gd name="connsiteX2714" fmla="*/ 1633874 w 12188965"/>
              <a:gd name="connsiteY2714" fmla="*/ 1867527 h 2053176"/>
              <a:gd name="connsiteX2715" fmla="*/ 1569669 w 12188965"/>
              <a:gd name="connsiteY2715" fmla="*/ 1867527 h 2053176"/>
              <a:gd name="connsiteX2716" fmla="*/ 1595328 w 12188965"/>
              <a:gd name="connsiteY2716" fmla="*/ 1893185 h 2053176"/>
              <a:gd name="connsiteX2717" fmla="*/ 1569669 w 12188965"/>
              <a:gd name="connsiteY2717" fmla="*/ 1918844 h 2053176"/>
              <a:gd name="connsiteX2718" fmla="*/ 1544010 w 12188965"/>
              <a:gd name="connsiteY2718" fmla="*/ 1893185 h 2053176"/>
              <a:gd name="connsiteX2719" fmla="*/ 1569669 w 12188965"/>
              <a:gd name="connsiteY2719" fmla="*/ 1867527 h 2053176"/>
              <a:gd name="connsiteX2720" fmla="*/ 1505464 w 12188965"/>
              <a:gd name="connsiteY2720" fmla="*/ 1867527 h 2053176"/>
              <a:gd name="connsiteX2721" fmla="*/ 1531123 w 12188965"/>
              <a:gd name="connsiteY2721" fmla="*/ 1893185 h 2053176"/>
              <a:gd name="connsiteX2722" fmla="*/ 1505464 w 12188965"/>
              <a:gd name="connsiteY2722" fmla="*/ 1918844 h 2053176"/>
              <a:gd name="connsiteX2723" fmla="*/ 1479806 w 12188965"/>
              <a:gd name="connsiteY2723" fmla="*/ 1893185 h 2053176"/>
              <a:gd name="connsiteX2724" fmla="*/ 1505464 w 12188965"/>
              <a:gd name="connsiteY2724" fmla="*/ 1867527 h 2053176"/>
              <a:gd name="connsiteX2725" fmla="*/ 1441258 w 12188965"/>
              <a:gd name="connsiteY2725" fmla="*/ 1867527 h 2053176"/>
              <a:gd name="connsiteX2726" fmla="*/ 1466917 w 12188965"/>
              <a:gd name="connsiteY2726" fmla="*/ 1893185 h 2053176"/>
              <a:gd name="connsiteX2727" fmla="*/ 1441258 w 12188965"/>
              <a:gd name="connsiteY2727" fmla="*/ 1918844 h 2053176"/>
              <a:gd name="connsiteX2728" fmla="*/ 1415599 w 12188965"/>
              <a:gd name="connsiteY2728" fmla="*/ 1893185 h 2053176"/>
              <a:gd name="connsiteX2729" fmla="*/ 1441258 w 12188965"/>
              <a:gd name="connsiteY2729" fmla="*/ 1867527 h 2053176"/>
              <a:gd name="connsiteX2730" fmla="*/ 1377053 w 12188965"/>
              <a:gd name="connsiteY2730" fmla="*/ 1867527 h 2053176"/>
              <a:gd name="connsiteX2731" fmla="*/ 1402712 w 12188965"/>
              <a:gd name="connsiteY2731" fmla="*/ 1893185 h 2053176"/>
              <a:gd name="connsiteX2732" fmla="*/ 1377053 w 12188965"/>
              <a:gd name="connsiteY2732" fmla="*/ 1918844 h 2053176"/>
              <a:gd name="connsiteX2733" fmla="*/ 1351395 w 12188965"/>
              <a:gd name="connsiteY2733" fmla="*/ 1893185 h 2053176"/>
              <a:gd name="connsiteX2734" fmla="*/ 1377053 w 12188965"/>
              <a:gd name="connsiteY2734" fmla="*/ 1867527 h 2053176"/>
              <a:gd name="connsiteX2735" fmla="*/ 1312848 w 12188965"/>
              <a:gd name="connsiteY2735" fmla="*/ 1867527 h 2053176"/>
              <a:gd name="connsiteX2736" fmla="*/ 1338507 w 12188965"/>
              <a:gd name="connsiteY2736" fmla="*/ 1893185 h 2053176"/>
              <a:gd name="connsiteX2737" fmla="*/ 1312848 w 12188965"/>
              <a:gd name="connsiteY2737" fmla="*/ 1918844 h 2053176"/>
              <a:gd name="connsiteX2738" fmla="*/ 1287190 w 12188965"/>
              <a:gd name="connsiteY2738" fmla="*/ 1893185 h 2053176"/>
              <a:gd name="connsiteX2739" fmla="*/ 1312848 w 12188965"/>
              <a:gd name="connsiteY2739" fmla="*/ 1867527 h 2053176"/>
              <a:gd name="connsiteX2740" fmla="*/ 1248643 w 12188965"/>
              <a:gd name="connsiteY2740" fmla="*/ 1867527 h 2053176"/>
              <a:gd name="connsiteX2741" fmla="*/ 1274302 w 12188965"/>
              <a:gd name="connsiteY2741" fmla="*/ 1893185 h 2053176"/>
              <a:gd name="connsiteX2742" fmla="*/ 1248643 w 12188965"/>
              <a:gd name="connsiteY2742" fmla="*/ 1918844 h 2053176"/>
              <a:gd name="connsiteX2743" fmla="*/ 1222984 w 12188965"/>
              <a:gd name="connsiteY2743" fmla="*/ 1893185 h 2053176"/>
              <a:gd name="connsiteX2744" fmla="*/ 1248643 w 12188965"/>
              <a:gd name="connsiteY2744" fmla="*/ 1867527 h 2053176"/>
              <a:gd name="connsiteX2745" fmla="*/ 1184437 w 12188965"/>
              <a:gd name="connsiteY2745" fmla="*/ 1867527 h 2053176"/>
              <a:gd name="connsiteX2746" fmla="*/ 1210096 w 12188965"/>
              <a:gd name="connsiteY2746" fmla="*/ 1893185 h 2053176"/>
              <a:gd name="connsiteX2747" fmla="*/ 1184437 w 12188965"/>
              <a:gd name="connsiteY2747" fmla="*/ 1918844 h 2053176"/>
              <a:gd name="connsiteX2748" fmla="*/ 1158780 w 12188965"/>
              <a:gd name="connsiteY2748" fmla="*/ 1893185 h 2053176"/>
              <a:gd name="connsiteX2749" fmla="*/ 1184437 w 12188965"/>
              <a:gd name="connsiteY2749" fmla="*/ 1867527 h 2053176"/>
              <a:gd name="connsiteX2750" fmla="*/ 1120233 w 12188965"/>
              <a:gd name="connsiteY2750" fmla="*/ 1867527 h 2053176"/>
              <a:gd name="connsiteX2751" fmla="*/ 1145892 w 12188965"/>
              <a:gd name="connsiteY2751" fmla="*/ 1893185 h 2053176"/>
              <a:gd name="connsiteX2752" fmla="*/ 1120233 w 12188965"/>
              <a:gd name="connsiteY2752" fmla="*/ 1918844 h 2053176"/>
              <a:gd name="connsiteX2753" fmla="*/ 1094573 w 12188965"/>
              <a:gd name="connsiteY2753" fmla="*/ 1893185 h 2053176"/>
              <a:gd name="connsiteX2754" fmla="*/ 1120233 w 12188965"/>
              <a:gd name="connsiteY2754" fmla="*/ 1867527 h 2053176"/>
              <a:gd name="connsiteX2755" fmla="*/ 1056027 w 12188965"/>
              <a:gd name="connsiteY2755" fmla="*/ 1867527 h 2053176"/>
              <a:gd name="connsiteX2756" fmla="*/ 1081685 w 12188965"/>
              <a:gd name="connsiteY2756" fmla="*/ 1893185 h 2053176"/>
              <a:gd name="connsiteX2757" fmla="*/ 1056027 w 12188965"/>
              <a:gd name="connsiteY2757" fmla="*/ 1918844 h 2053176"/>
              <a:gd name="connsiteX2758" fmla="*/ 1030369 w 12188965"/>
              <a:gd name="connsiteY2758" fmla="*/ 1893185 h 2053176"/>
              <a:gd name="connsiteX2759" fmla="*/ 1056027 w 12188965"/>
              <a:gd name="connsiteY2759" fmla="*/ 1867527 h 2053176"/>
              <a:gd name="connsiteX2760" fmla="*/ 991823 w 12188965"/>
              <a:gd name="connsiteY2760" fmla="*/ 1867527 h 2053176"/>
              <a:gd name="connsiteX2761" fmla="*/ 1017481 w 12188965"/>
              <a:gd name="connsiteY2761" fmla="*/ 1893185 h 2053176"/>
              <a:gd name="connsiteX2762" fmla="*/ 991823 w 12188965"/>
              <a:gd name="connsiteY2762" fmla="*/ 1918844 h 2053176"/>
              <a:gd name="connsiteX2763" fmla="*/ 966162 w 12188965"/>
              <a:gd name="connsiteY2763" fmla="*/ 1893185 h 2053176"/>
              <a:gd name="connsiteX2764" fmla="*/ 991823 w 12188965"/>
              <a:gd name="connsiteY2764" fmla="*/ 1867527 h 2053176"/>
              <a:gd name="connsiteX2765" fmla="*/ 927616 w 12188965"/>
              <a:gd name="connsiteY2765" fmla="*/ 1867527 h 2053176"/>
              <a:gd name="connsiteX2766" fmla="*/ 953275 w 12188965"/>
              <a:gd name="connsiteY2766" fmla="*/ 1893185 h 2053176"/>
              <a:gd name="connsiteX2767" fmla="*/ 927616 w 12188965"/>
              <a:gd name="connsiteY2767" fmla="*/ 1918844 h 2053176"/>
              <a:gd name="connsiteX2768" fmla="*/ 901957 w 12188965"/>
              <a:gd name="connsiteY2768" fmla="*/ 1893185 h 2053176"/>
              <a:gd name="connsiteX2769" fmla="*/ 927616 w 12188965"/>
              <a:gd name="connsiteY2769" fmla="*/ 1867527 h 2053176"/>
              <a:gd name="connsiteX2770" fmla="*/ 863411 w 12188965"/>
              <a:gd name="connsiteY2770" fmla="*/ 1867527 h 2053176"/>
              <a:gd name="connsiteX2771" fmla="*/ 889071 w 12188965"/>
              <a:gd name="connsiteY2771" fmla="*/ 1893185 h 2053176"/>
              <a:gd name="connsiteX2772" fmla="*/ 863411 w 12188965"/>
              <a:gd name="connsiteY2772" fmla="*/ 1918844 h 2053176"/>
              <a:gd name="connsiteX2773" fmla="*/ 837752 w 12188965"/>
              <a:gd name="connsiteY2773" fmla="*/ 1893185 h 2053176"/>
              <a:gd name="connsiteX2774" fmla="*/ 863411 w 12188965"/>
              <a:gd name="connsiteY2774" fmla="*/ 1867527 h 2053176"/>
              <a:gd name="connsiteX2775" fmla="*/ 799089 w 12188965"/>
              <a:gd name="connsiteY2775" fmla="*/ 1867527 h 2053176"/>
              <a:gd name="connsiteX2776" fmla="*/ 824748 w 12188965"/>
              <a:gd name="connsiteY2776" fmla="*/ 1893185 h 2053176"/>
              <a:gd name="connsiteX2777" fmla="*/ 799089 w 12188965"/>
              <a:gd name="connsiteY2777" fmla="*/ 1918844 h 2053176"/>
              <a:gd name="connsiteX2778" fmla="*/ 773432 w 12188965"/>
              <a:gd name="connsiteY2778" fmla="*/ 1893185 h 2053176"/>
              <a:gd name="connsiteX2779" fmla="*/ 799089 w 12188965"/>
              <a:gd name="connsiteY2779" fmla="*/ 1867527 h 2053176"/>
              <a:gd name="connsiteX2780" fmla="*/ 734885 w 12188965"/>
              <a:gd name="connsiteY2780" fmla="*/ 1867527 h 2053176"/>
              <a:gd name="connsiteX2781" fmla="*/ 760544 w 12188965"/>
              <a:gd name="connsiteY2781" fmla="*/ 1893185 h 2053176"/>
              <a:gd name="connsiteX2782" fmla="*/ 734885 w 12188965"/>
              <a:gd name="connsiteY2782" fmla="*/ 1918844 h 2053176"/>
              <a:gd name="connsiteX2783" fmla="*/ 709225 w 12188965"/>
              <a:gd name="connsiteY2783" fmla="*/ 1893185 h 2053176"/>
              <a:gd name="connsiteX2784" fmla="*/ 734885 w 12188965"/>
              <a:gd name="connsiteY2784" fmla="*/ 1867527 h 2053176"/>
              <a:gd name="connsiteX2785" fmla="*/ 670679 w 12188965"/>
              <a:gd name="connsiteY2785" fmla="*/ 1867527 h 2053176"/>
              <a:gd name="connsiteX2786" fmla="*/ 696338 w 12188965"/>
              <a:gd name="connsiteY2786" fmla="*/ 1893185 h 2053176"/>
              <a:gd name="connsiteX2787" fmla="*/ 670679 w 12188965"/>
              <a:gd name="connsiteY2787" fmla="*/ 1918844 h 2053176"/>
              <a:gd name="connsiteX2788" fmla="*/ 645020 w 12188965"/>
              <a:gd name="connsiteY2788" fmla="*/ 1893185 h 2053176"/>
              <a:gd name="connsiteX2789" fmla="*/ 670679 w 12188965"/>
              <a:gd name="connsiteY2789" fmla="*/ 1867527 h 2053176"/>
              <a:gd name="connsiteX2790" fmla="*/ 606475 w 12188965"/>
              <a:gd name="connsiteY2790" fmla="*/ 1867527 h 2053176"/>
              <a:gd name="connsiteX2791" fmla="*/ 632134 w 12188965"/>
              <a:gd name="connsiteY2791" fmla="*/ 1893185 h 2053176"/>
              <a:gd name="connsiteX2792" fmla="*/ 606475 w 12188965"/>
              <a:gd name="connsiteY2792" fmla="*/ 1918844 h 2053176"/>
              <a:gd name="connsiteX2793" fmla="*/ 580815 w 12188965"/>
              <a:gd name="connsiteY2793" fmla="*/ 1893185 h 2053176"/>
              <a:gd name="connsiteX2794" fmla="*/ 606475 w 12188965"/>
              <a:gd name="connsiteY2794" fmla="*/ 1867527 h 2053176"/>
              <a:gd name="connsiteX2795" fmla="*/ 542268 w 12188965"/>
              <a:gd name="connsiteY2795" fmla="*/ 1867527 h 2053176"/>
              <a:gd name="connsiteX2796" fmla="*/ 567927 w 12188965"/>
              <a:gd name="connsiteY2796" fmla="*/ 1893185 h 2053176"/>
              <a:gd name="connsiteX2797" fmla="*/ 542268 w 12188965"/>
              <a:gd name="connsiteY2797" fmla="*/ 1918844 h 2053176"/>
              <a:gd name="connsiteX2798" fmla="*/ 516610 w 12188965"/>
              <a:gd name="connsiteY2798" fmla="*/ 1893185 h 2053176"/>
              <a:gd name="connsiteX2799" fmla="*/ 542268 w 12188965"/>
              <a:gd name="connsiteY2799" fmla="*/ 1867527 h 2053176"/>
              <a:gd name="connsiteX2800" fmla="*/ 478063 w 12188965"/>
              <a:gd name="connsiteY2800" fmla="*/ 1867527 h 2053176"/>
              <a:gd name="connsiteX2801" fmla="*/ 503724 w 12188965"/>
              <a:gd name="connsiteY2801" fmla="*/ 1893185 h 2053176"/>
              <a:gd name="connsiteX2802" fmla="*/ 478063 w 12188965"/>
              <a:gd name="connsiteY2802" fmla="*/ 1918844 h 2053176"/>
              <a:gd name="connsiteX2803" fmla="*/ 452404 w 12188965"/>
              <a:gd name="connsiteY2803" fmla="*/ 1893185 h 2053176"/>
              <a:gd name="connsiteX2804" fmla="*/ 478063 w 12188965"/>
              <a:gd name="connsiteY2804" fmla="*/ 1867527 h 2053176"/>
              <a:gd name="connsiteX2805" fmla="*/ 413858 w 12188965"/>
              <a:gd name="connsiteY2805" fmla="*/ 1867527 h 2053176"/>
              <a:gd name="connsiteX2806" fmla="*/ 439517 w 12188965"/>
              <a:gd name="connsiteY2806" fmla="*/ 1893185 h 2053176"/>
              <a:gd name="connsiteX2807" fmla="*/ 413858 w 12188965"/>
              <a:gd name="connsiteY2807" fmla="*/ 1918844 h 2053176"/>
              <a:gd name="connsiteX2808" fmla="*/ 388200 w 12188965"/>
              <a:gd name="connsiteY2808" fmla="*/ 1893185 h 2053176"/>
              <a:gd name="connsiteX2809" fmla="*/ 413858 w 12188965"/>
              <a:gd name="connsiteY2809" fmla="*/ 1867527 h 2053176"/>
              <a:gd name="connsiteX2810" fmla="*/ 346686 w 12188965"/>
              <a:gd name="connsiteY2810" fmla="*/ 1867527 h 2053176"/>
              <a:gd name="connsiteX2811" fmla="*/ 372344 w 12188965"/>
              <a:gd name="connsiteY2811" fmla="*/ 1893185 h 2053176"/>
              <a:gd name="connsiteX2812" fmla="*/ 346686 w 12188965"/>
              <a:gd name="connsiteY2812" fmla="*/ 1918844 h 2053176"/>
              <a:gd name="connsiteX2813" fmla="*/ 321027 w 12188965"/>
              <a:gd name="connsiteY2813" fmla="*/ 1893185 h 2053176"/>
              <a:gd name="connsiteX2814" fmla="*/ 346686 w 12188965"/>
              <a:gd name="connsiteY2814" fmla="*/ 1867527 h 2053176"/>
              <a:gd name="connsiteX2815" fmla="*/ 282480 w 12188965"/>
              <a:gd name="connsiteY2815" fmla="*/ 1867527 h 2053176"/>
              <a:gd name="connsiteX2816" fmla="*/ 308138 w 12188965"/>
              <a:gd name="connsiteY2816" fmla="*/ 1893185 h 2053176"/>
              <a:gd name="connsiteX2817" fmla="*/ 282480 w 12188965"/>
              <a:gd name="connsiteY2817" fmla="*/ 1918844 h 2053176"/>
              <a:gd name="connsiteX2818" fmla="*/ 256820 w 12188965"/>
              <a:gd name="connsiteY2818" fmla="*/ 1893185 h 2053176"/>
              <a:gd name="connsiteX2819" fmla="*/ 282480 w 12188965"/>
              <a:gd name="connsiteY2819" fmla="*/ 1867527 h 2053176"/>
              <a:gd name="connsiteX2820" fmla="*/ 218274 w 12188965"/>
              <a:gd name="connsiteY2820" fmla="*/ 1867527 h 2053176"/>
              <a:gd name="connsiteX2821" fmla="*/ 243932 w 12188965"/>
              <a:gd name="connsiteY2821" fmla="*/ 1893185 h 2053176"/>
              <a:gd name="connsiteX2822" fmla="*/ 218274 w 12188965"/>
              <a:gd name="connsiteY2822" fmla="*/ 1918844 h 2053176"/>
              <a:gd name="connsiteX2823" fmla="*/ 192615 w 12188965"/>
              <a:gd name="connsiteY2823" fmla="*/ 1893185 h 2053176"/>
              <a:gd name="connsiteX2824" fmla="*/ 218274 w 12188965"/>
              <a:gd name="connsiteY2824" fmla="*/ 1867527 h 2053176"/>
              <a:gd name="connsiteX2825" fmla="*/ 154069 w 12188965"/>
              <a:gd name="connsiteY2825" fmla="*/ 1867527 h 2053176"/>
              <a:gd name="connsiteX2826" fmla="*/ 179727 w 12188965"/>
              <a:gd name="connsiteY2826" fmla="*/ 1893185 h 2053176"/>
              <a:gd name="connsiteX2827" fmla="*/ 154069 w 12188965"/>
              <a:gd name="connsiteY2827" fmla="*/ 1918844 h 2053176"/>
              <a:gd name="connsiteX2828" fmla="*/ 128410 w 12188965"/>
              <a:gd name="connsiteY2828" fmla="*/ 1893185 h 2053176"/>
              <a:gd name="connsiteX2829" fmla="*/ 154069 w 12188965"/>
              <a:gd name="connsiteY2829" fmla="*/ 1867527 h 2053176"/>
              <a:gd name="connsiteX2830" fmla="*/ 89864 w 12188965"/>
              <a:gd name="connsiteY2830" fmla="*/ 1867527 h 2053176"/>
              <a:gd name="connsiteX2831" fmla="*/ 115522 w 12188965"/>
              <a:gd name="connsiteY2831" fmla="*/ 1893185 h 2053176"/>
              <a:gd name="connsiteX2832" fmla="*/ 89864 w 12188965"/>
              <a:gd name="connsiteY2832" fmla="*/ 1918844 h 2053176"/>
              <a:gd name="connsiteX2833" fmla="*/ 64205 w 12188965"/>
              <a:gd name="connsiteY2833" fmla="*/ 1893185 h 2053176"/>
              <a:gd name="connsiteX2834" fmla="*/ 89864 w 12188965"/>
              <a:gd name="connsiteY2834" fmla="*/ 1867527 h 2053176"/>
              <a:gd name="connsiteX2835" fmla="*/ 25659 w 12188965"/>
              <a:gd name="connsiteY2835" fmla="*/ 1867527 h 2053176"/>
              <a:gd name="connsiteX2836" fmla="*/ 51317 w 12188965"/>
              <a:gd name="connsiteY2836" fmla="*/ 1893185 h 2053176"/>
              <a:gd name="connsiteX2837" fmla="*/ 25659 w 12188965"/>
              <a:gd name="connsiteY2837" fmla="*/ 1918844 h 2053176"/>
              <a:gd name="connsiteX2838" fmla="*/ 0 w 12188965"/>
              <a:gd name="connsiteY2838" fmla="*/ 1893185 h 2053176"/>
              <a:gd name="connsiteX2839" fmla="*/ 25659 w 12188965"/>
              <a:gd name="connsiteY2839" fmla="*/ 1867527 h 2053176"/>
              <a:gd name="connsiteX2840" fmla="*/ 12163307 w 12188965"/>
              <a:gd name="connsiteY2840" fmla="*/ 1800419 h 2053176"/>
              <a:gd name="connsiteX2841" fmla="*/ 12188965 w 12188965"/>
              <a:gd name="connsiteY2841" fmla="*/ 1826077 h 2053176"/>
              <a:gd name="connsiteX2842" fmla="*/ 12163307 w 12188965"/>
              <a:gd name="connsiteY2842" fmla="*/ 1851737 h 2053176"/>
              <a:gd name="connsiteX2843" fmla="*/ 12137649 w 12188965"/>
              <a:gd name="connsiteY2843" fmla="*/ 1826077 h 2053176"/>
              <a:gd name="connsiteX2844" fmla="*/ 12163307 w 12188965"/>
              <a:gd name="connsiteY2844" fmla="*/ 1800419 h 2053176"/>
              <a:gd name="connsiteX2845" fmla="*/ 12034897 w 12188965"/>
              <a:gd name="connsiteY2845" fmla="*/ 1800419 h 2053176"/>
              <a:gd name="connsiteX2846" fmla="*/ 12060557 w 12188965"/>
              <a:gd name="connsiteY2846" fmla="*/ 1826077 h 2053176"/>
              <a:gd name="connsiteX2847" fmla="*/ 12034897 w 12188965"/>
              <a:gd name="connsiteY2847" fmla="*/ 1851737 h 2053176"/>
              <a:gd name="connsiteX2848" fmla="*/ 12009237 w 12188965"/>
              <a:gd name="connsiteY2848" fmla="*/ 1826077 h 2053176"/>
              <a:gd name="connsiteX2849" fmla="*/ 12034897 w 12188965"/>
              <a:gd name="connsiteY2849" fmla="*/ 1800419 h 2053176"/>
              <a:gd name="connsiteX2850" fmla="*/ 11970691 w 12188965"/>
              <a:gd name="connsiteY2850" fmla="*/ 1800419 h 2053176"/>
              <a:gd name="connsiteX2851" fmla="*/ 11996349 w 12188965"/>
              <a:gd name="connsiteY2851" fmla="*/ 1826077 h 2053176"/>
              <a:gd name="connsiteX2852" fmla="*/ 11970691 w 12188965"/>
              <a:gd name="connsiteY2852" fmla="*/ 1851737 h 2053176"/>
              <a:gd name="connsiteX2853" fmla="*/ 11945033 w 12188965"/>
              <a:gd name="connsiteY2853" fmla="*/ 1826077 h 2053176"/>
              <a:gd name="connsiteX2854" fmla="*/ 11970691 w 12188965"/>
              <a:gd name="connsiteY2854" fmla="*/ 1800419 h 2053176"/>
              <a:gd name="connsiteX2855" fmla="*/ 11906483 w 12188965"/>
              <a:gd name="connsiteY2855" fmla="*/ 1800419 h 2053176"/>
              <a:gd name="connsiteX2856" fmla="*/ 11932145 w 12188965"/>
              <a:gd name="connsiteY2856" fmla="*/ 1826077 h 2053176"/>
              <a:gd name="connsiteX2857" fmla="*/ 11906483 w 12188965"/>
              <a:gd name="connsiteY2857" fmla="*/ 1851737 h 2053176"/>
              <a:gd name="connsiteX2858" fmla="*/ 11880825 w 12188965"/>
              <a:gd name="connsiteY2858" fmla="*/ 1826077 h 2053176"/>
              <a:gd name="connsiteX2859" fmla="*/ 11906483 w 12188965"/>
              <a:gd name="connsiteY2859" fmla="*/ 1800419 h 2053176"/>
              <a:gd name="connsiteX2860" fmla="*/ 11842279 w 12188965"/>
              <a:gd name="connsiteY2860" fmla="*/ 1800419 h 2053176"/>
              <a:gd name="connsiteX2861" fmla="*/ 11867941 w 12188965"/>
              <a:gd name="connsiteY2861" fmla="*/ 1826077 h 2053176"/>
              <a:gd name="connsiteX2862" fmla="*/ 11842279 w 12188965"/>
              <a:gd name="connsiteY2862" fmla="*/ 1851737 h 2053176"/>
              <a:gd name="connsiteX2863" fmla="*/ 11816621 w 12188965"/>
              <a:gd name="connsiteY2863" fmla="*/ 1826077 h 2053176"/>
              <a:gd name="connsiteX2864" fmla="*/ 11842279 w 12188965"/>
              <a:gd name="connsiteY2864" fmla="*/ 1800419 h 2053176"/>
              <a:gd name="connsiteX2865" fmla="*/ 11775107 w 12188965"/>
              <a:gd name="connsiteY2865" fmla="*/ 1800419 h 2053176"/>
              <a:gd name="connsiteX2866" fmla="*/ 11800767 w 12188965"/>
              <a:gd name="connsiteY2866" fmla="*/ 1826077 h 2053176"/>
              <a:gd name="connsiteX2867" fmla="*/ 11775107 w 12188965"/>
              <a:gd name="connsiteY2867" fmla="*/ 1851737 h 2053176"/>
              <a:gd name="connsiteX2868" fmla="*/ 11749449 w 12188965"/>
              <a:gd name="connsiteY2868" fmla="*/ 1826077 h 2053176"/>
              <a:gd name="connsiteX2869" fmla="*/ 11775107 w 12188965"/>
              <a:gd name="connsiteY2869" fmla="*/ 1800419 h 2053176"/>
              <a:gd name="connsiteX2870" fmla="*/ 11710901 w 12188965"/>
              <a:gd name="connsiteY2870" fmla="*/ 1800419 h 2053176"/>
              <a:gd name="connsiteX2871" fmla="*/ 11736561 w 12188965"/>
              <a:gd name="connsiteY2871" fmla="*/ 1826077 h 2053176"/>
              <a:gd name="connsiteX2872" fmla="*/ 11710901 w 12188965"/>
              <a:gd name="connsiteY2872" fmla="*/ 1851737 h 2053176"/>
              <a:gd name="connsiteX2873" fmla="*/ 11685243 w 12188965"/>
              <a:gd name="connsiteY2873" fmla="*/ 1826077 h 2053176"/>
              <a:gd name="connsiteX2874" fmla="*/ 11710901 w 12188965"/>
              <a:gd name="connsiteY2874" fmla="*/ 1800419 h 2053176"/>
              <a:gd name="connsiteX2875" fmla="*/ 11646697 w 12188965"/>
              <a:gd name="connsiteY2875" fmla="*/ 1800419 h 2053176"/>
              <a:gd name="connsiteX2876" fmla="*/ 11672355 w 12188965"/>
              <a:gd name="connsiteY2876" fmla="*/ 1826077 h 2053176"/>
              <a:gd name="connsiteX2877" fmla="*/ 11646697 w 12188965"/>
              <a:gd name="connsiteY2877" fmla="*/ 1851737 h 2053176"/>
              <a:gd name="connsiteX2878" fmla="*/ 11621037 w 12188965"/>
              <a:gd name="connsiteY2878" fmla="*/ 1826077 h 2053176"/>
              <a:gd name="connsiteX2879" fmla="*/ 11646697 w 12188965"/>
              <a:gd name="connsiteY2879" fmla="*/ 1800419 h 2053176"/>
              <a:gd name="connsiteX2880" fmla="*/ 11582491 w 12188965"/>
              <a:gd name="connsiteY2880" fmla="*/ 1800419 h 2053176"/>
              <a:gd name="connsiteX2881" fmla="*/ 11608149 w 12188965"/>
              <a:gd name="connsiteY2881" fmla="*/ 1826077 h 2053176"/>
              <a:gd name="connsiteX2882" fmla="*/ 11582491 w 12188965"/>
              <a:gd name="connsiteY2882" fmla="*/ 1851737 h 2053176"/>
              <a:gd name="connsiteX2883" fmla="*/ 11556833 w 12188965"/>
              <a:gd name="connsiteY2883" fmla="*/ 1826077 h 2053176"/>
              <a:gd name="connsiteX2884" fmla="*/ 11582491 w 12188965"/>
              <a:gd name="connsiteY2884" fmla="*/ 1800419 h 2053176"/>
              <a:gd name="connsiteX2885" fmla="*/ 11389875 w 12188965"/>
              <a:gd name="connsiteY2885" fmla="*/ 1800419 h 2053176"/>
              <a:gd name="connsiteX2886" fmla="*/ 11415533 w 12188965"/>
              <a:gd name="connsiteY2886" fmla="*/ 1826077 h 2053176"/>
              <a:gd name="connsiteX2887" fmla="*/ 11389875 w 12188965"/>
              <a:gd name="connsiteY2887" fmla="*/ 1851737 h 2053176"/>
              <a:gd name="connsiteX2888" fmla="*/ 11364217 w 12188965"/>
              <a:gd name="connsiteY2888" fmla="*/ 1826077 h 2053176"/>
              <a:gd name="connsiteX2889" fmla="*/ 11389875 w 12188965"/>
              <a:gd name="connsiteY2889" fmla="*/ 1800419 h 2053176"/>
              <a:gd name="connsiteX2890" fmla="*/ 11325670 w 12188965"/>
              <a:gd name="connsiteY2890" fmla="*/ 1800419 h 2053176"/>
              <a:gd name="connsiteX2891" fmla="*/ 11351329 w 12188965"/>
              <a:gd name="connsiteY2891" fmla="*/ 1826077 h 2053176"/>
              <a:gd name="connsiteX2892" fmla="*/ 11325670 w 12188965"/>
              <a:gd name="connsiteY2892" fmla="*/ 1851737 h 2053176"/>
              <a:gd name="connsiteX2893" fmla="*/ 11300012 w 12188965"/>
              <a:gd name="connsiteY2893" fmla="*/ 1826077 h 2053176"/>
              <a:gd name="connsiteX2894" fmla="*/ 11325670 w 12188965"/>
              <a:gd name="connsiteY2894" fmla="*/ 1800419 h 2053176"/>
              <a:gd name="connsiteX2895" fmla="*/ 11261466 w 12188965"/>
              <a:gd name="connsiteY2895" fmla="*/ 1800419 h 2053176"/>
              <a:gd name="connsiteX2896" fmla="*/ 11287124 w 12188965"/>
              <a:gd name="connsiteY2896" fmla="*/ 1826077 h 2053176"/>
              <a:gd name="connsiteX2897" fmla="*/ 11261466 w 12188965"/>
              <a:gd name="connsiteY2897" fmla="*/ 1851737 h 2053176"/>
              <a:gd name="connsiteX2898" fmla="*/ 11235805 w 12188965"/>
              <a:gd name="connsiteY2898" fmla="*/ 1826077 h 2053176"/>
              <a:gd name="connsiteX2899" fmla="*/ 11261466 w 12188965"/>
              <a:gd name="connsiteY2899" fmla="*/ 1800419 h 2053176"/>
              <a:gd name="connsiteX2900" fmla="*/ 11197259 w 12188965"/>
              <a:gd name="connsiteY2900" fmla="*/ 1800419 h 2053176"/>
              <a:gd name="connsiteX2901" fmla="*/ 11222917 w 12188965"/>
              <a:gd name="connsiteY2901" fmla="*/ 1826077 h 2053176"/>
              <a:gd name="connsiteX2902" fmla="*/ 11197259 w 12188965"/>
              <a:gd name="connsiteY2902" fmla="*/ 1851737 h 2053176"/>
              <a:gd name="connsiteX2903" fmla="*/ 11171601 w 12188965"/>
              <a:gd name="connsiteY2903" fmla="*/ 1826077 h 2053176"/>
              <a:gd name="connsiteX2904" fmla="*/ 11197259 w 12188965"/>
              <a:gd name="connsiteY2904" fmla="*/ 1800419 h 2053176"/>
              <a:gd name="connsiteX2905" fmla="*/ 11004643 w 12188965"/>
              <a:gd name="connsiteY2905" fmla="*/ 1800419 h 2053176"/>
              <a:gd name="connsiteX2906" fmla="*/ 11030301 w 12188965"/>
              <a:gd name="connsiteY2906" fmla="*/ 1826077 h 2053176"/>
              <a:gd name="connsiteX2907" fmla="*/ 11004643 w 12188965"/>
              <a:gd name="connsiteY2907" fmla="*/ 1851737 h 2053176"/>
              <a:gd name="connsiteX2908" fmla="*/ 10978985 w 12188965"/>
              <a:gd name="connsiteY2908" fmla="*/ 1826077 h 2053176"/>
              <a:gd name="connsiteX2909" fmla="*/ 11004643 w 12188965"/>
              <a:gd name="connsiteY2909" fmla="*/ 1800419 h 2053176"/>
              <a:gd name="connsiteX2910" fmla="*/ 10940321 w 12188965"/>
              <a:gd name="connsiteY2910" fmla="*/ 1800419 h 2053176"/>
              <a:gd name="connsiteX2911" fmla="*/ 10965982 w 12188965"/>
              <a:gd name="connsiteY2911" fmla="*/ 1826077 h 2053176"/>
              <a:gd name="connsiteX2912" fmla="*/ 10940321 w 12188965"/>
              <a:gd name="connsiteY2912" fmla="*/ 1851737 h 2053176"/>
              <a:gd name="connsiteX2913" fmla="*/ 10914663 w 12188965"/>
              <a:gd name="connsiteY2913" fmla="*/ 1826077 h 2053176"/>
              <a:gd name="connsiteX2914" fmla="*/ 10940321 w 12188965"/>
              <a:gd name="connsiteY2914" fmla="*/ 1800419 h 2053176"/>
              <a:gd name="connsiteX2915" fmla="*/ 10876117 w 12188965"/>
              <a:gd name="connsiteY2915" fmla="*/ 1800419 h 2053176"/>
              <a:gd name="connsiteX2916" fmla="*/ 10901775 w 12188965"/>
              <a:gd name="connsiteY2916" fmla="*/ 1826077 h 2053176"/>
              <a:gd name="connsiteX2917" fmla="*/ 10876117 w 12188965"/>
              <a:gd name="connsiteY2917" fmla="*/ 1851737 h 2053176"/>
              <a:gd name="connsiteX2918" fmla="*/ 10850459 w 12188965"/>
              <a:gd name="connsiteY2918" fmla="*/ 1826077 h 2053176"/>
              <a:gd name="connsiteX2919" fmla="*/ 10876117 w 12188965"/>
              <a:gd name="connsiteY2919" fmla="*/ 1800419 h 2053176"/>
              <a:gd name="connsiteX2920" fmla="*/ 10811912 w 12188965"/>
              <a:gd name="connsiteY2920" fmla="*/ 1800419 h 2053176"/>
              <a:gd name="connsiteX2921" fmla="*/ 10837571 w 12188965"/>
              <a:gd name="connsiteY2921" fmla="*/ 1826077 h 2053176"/>
              <a:gd name="connsiteX2922" fmla="*/ 10811912 w 12188965"/>
              <a:gd name="connsiteY2922" fmla="*/ 1851737 h 2053176"/>
              <a:gd name="connsiteX2923" fmla="*/ 10786254 w 12188965"/>
              <a:gd name="connsiteY2923" fmla="*/ 1826077 h 2053176"/>
              <a:gd name="connsiteX2924" fmla="*/ 10811912 w 12188965"/>
              <a:gd name="connsiteY2924" fmla="*/ 1800419 h 2053176"/>
              <a:gd name="connsiteX2925" fmla="*/ 10683501 w 12188965"/>
              <a:gd name="connsiteY2925" fmla="*/ 1800419 h 2053176"/>
              <a:gd name="connsiteX2926" fmla="*/ 10709159 w 12188965"/>
              <a:gd name="connsiteY2926" fmla="*/ 1826077 h 2053176"/>
              <a:gd name="connsiteX2927" fmla="*/ 10683501 w 12188965"/>
              <a:gd name="connsiteY2927" fmla="*/ 1851737 h 2053176"/>
              <a:gd name="connsiteX2928" fmla="*/ 10657843 w 12188965"/>
              <a:gd name="connsiteY2928" fmla="*/ 1826077 h 2053176"/>
              <a:gd name="connsiteX2929" fmla="*/ 10683501 w 12188965"/>
              <a:gd name="connsiteY2929" fmla="*/ 1800419 h 2053176"/>
              <a:gd name="connsiteX2930" fmla="*/ 10619297 w 12188965"/>
              <a:gd name="connsiteY2930" fmla="*/ 1800419 h 2053176"/>
              <a:gd name="connsiteX2931" fmla="*/ 10644955 w 12188965"/>
              <a:gd name="connsiteY2931" fmla="*/ 1826077 h 2053176"/>
              <a:gd name="connsiteX2932" fmla="*/ 10619297 w 12188965"/>
              <a:gd name="connsiteY2932" fmla="*/ 1851737 h 2053176"/>
              <a:gd name="connsiteX2933" fmla="*/ 10593639 w 12188965"/>
              <a:gd name="connsiteY2933" fmla="*/ 1826077 h 2053176"/>
              <a:gd name="connsiteX2934" fmla="*/ 10619297 w 12188965"/>
              <a:gd name="connsiteY2934" fmla="*/ 1800419 h 2053176"/>
              <a:gd name="connsiteX2935" fmla="*/ 10555092 w 12188965"/>
              <a:gd name="connsiteY2935" fmla="*/ 1800419 h 2053176"/>
              <a:gd name="connsiteX2936" fmla="*/ 10580751 w 12188965"/>
              <a:gd name="connsiteY2936" fmla="*/ 1826077 h 2053176"/>
              <a:gd name="connsiteX2937" fmla="*/ 10555092 w 12188965"/>
              <a:gd name="connsiteY2937" fmla="*/ 1851737 h 2053176"/>
              <a:gd name="connsiteX2938" fmla="*/ 10529432 w 12188965"/>
              <a:gd name="connsiteY2938" fmla="*/ 1826077 h 2053176"/>
              <a:gd name="connsiteX2939" fmla="*/ 10555092 w 12188965"/>
              <a:gd name="connsiteY2939" fmla="*/ 1800419 h 2053176"/>
              <a:gd name="connsiteX2940" fmla="*/ 10490885 w 12188965"/>
              <a:gd name="connsiteY2940" fmla="*/ 1800419 h 2053176"/>
              <a:gd name="connsiteX2941" fmla="*/ 10516544 w 12188965"/>
              <a:gd name="connsiteY2941" fmla="*/ 1826077 h 2053176"/>
              <a:gd name="connsiteX2942" fmla="*/ 10490885 w 12188965"/>
              <a:gd name="connsiteY2942" fmla="*/ 1851737 h 2053176"/>
              <a:gd name="connsiteX2943" fmla="*/ 10465227 w 12188965"/>
              <a:gd name="connsiteY2943" fmla="*/ 1826077 h 2053176"/>
              <a:gd name="connsiteX2944" fmla="*/ 10490885 w 12188965"/>
              <a:gd name="connsiteY2944" fmla="*/ 1800419 h 2053176"/>
              <a:gd name="connsiteX2945" fmla="*/ 10298270 w 12188965"/>
              <a:gd name="connsiteY2945" fmla="*/ 1800419 h 2053176"/>
              <a:gd name="connsiteX2946" fmla="*/ 10323928 w 12188965"/>
              <a:gd name="connsiteY2946" fmla="*/ 1826077 h 2053176"/>
              <a:gd name="connsiteX2947" fmla="*/ 10298270 w 12188965"/>
              <a:gd name="connsiteY2947" fmla="*/ 1851737 h 2053176"/>
              <a:gd name="connsiteX2948" fmla="*/ 10272611 w 12188965"/>
              <a:gd name="connsiteY2948" fmla="*/ 1826077 h 2053176"/>
              <a:gd name="connsiteX2949" fmla="*/ 10298270 w 12188965"/>
              <a:gd name="connsiteY2949" fmla="*/ 1800419 h 2053176"/>
              <a:gd name="connsiteX2950" fmla="*/ 10234065 w 12188965"/>
              <a:gd name="connsiteY2950" fmla="*/ 1800419 h 2053176"/>
              <a:gd name="connsiteX2951" fmla="*/ 10259723 w 12188965"/>
              <a:gd name="connsiteY2951" fmla="*/ 1826077 h 2053176"/>
              <a:gd name="connsiteX2952" fmla="*/ 10234065 w 12188965"/>
              <a:gd name="connsiteY2952" fmla="*/ 1851737 h 2053176"/>
              <a:gd name="connsiteX2953" fmla="*/ 10208404 w 12188965"/>
              <a:gd name="connsiteY2953" fmla="*/ 1826077 h 2053176"/>
              <a:gd name="connsiteX2954" fmla="*/ 10234065 w 12188965"/>
              <a:gd name="connsiteY2954" fmla="*/ 1800419 h 2053176"/>
              <a:gd name="connsiteX2955" fmla="*/ 10169858 w 12188965"/>
              <a:gd name="connsiteY2955" fmla="*/ 1800419 h 2053176"/>
              <a:gd name="connsiteX2956" fmla="*/ 10195519 w 12188965"/>
              <a:gd name="connsiteY2956" fmla="*/ 1826077 h 2053176"/>
              <a:gd name="connsiteX2957" fmla="*/ 10169858 w 12188965"/>
              <a:gd name="connsiteY2957" fmla="*/ 1851737 h 2053176"/>
              <a:gd name="connsiteX2958" fmla="*/ 10144200 w 12188965"/>
              <a:gd name="connsiteY2958" fmla="*/ 1826077 h 2053176"/>
              <a:gd name="connsiteX2959" fmla="*/ 10169858 w 12188965"/>
              <a:gd name="connsiteY2959" fmla="*/ 1800419 h 2053176"/>
              <a:gd name="connsiteX2960" fmla="*/ 10105654 w 12188965"/>
              <a:gd name="connsiteY2960" fmla="*/ 1800419 h 2053176"/>
              <a:gd name="connsiteX2961" fmla="*/ 10131312 w 12188965"/>
              <a:gd name="connsiteY2961" fmla="*/ 1826077 h 2053176"/>
              <a:gd name="connsiteX2962" fmla="*/ 10105654 w 12188965"/>
              <a:gd name="connsiteY2962" fmla="*/ 1851737 h 2053176"/>
              <a:gd name="connsiteX2963" fmla="*/ 10079996 w 12188965"/>
              <a:gd name="connsiteY2963" fmla="*/ 1826077 h 2053176"/>
              <a:gd name="connsiteX2964" fmla="*/ 10105654 w 12188965"/>
              <a:gd name="connsiteY2964" fmla="*/ 1800419 h 2053176"/>
              <a:gd name="connsiteX2965" fmla="*/ 9913038 w 12188965"/>
              <a:gd name="connsiteY2965" fmla="*/ 1800419 h 2053176"/>
              <a:gd name="connsiteX2966" fmla="*/ 9938696 w 12188965"/>
              <a:gd name="connsiteY2966" fmla="*/ 1826077 h 2053176"/>
              <a:gd name="connsiteX2967" fmla="*/ 9913038 w 12188965"/>
              <a:gd name="connsiteY2967" fmla="*/ 1851737 h 2053176"/>
              <a:gd name="connsiteX2968" fmla="*/ 9887380 w 12188965"/>
              <a:gd name="connsiteY2968" fmla="*/ 1826077 h 2053176"/>
              <a:gd name="connsiteX2969" fmla="*/ 9913038 w 12188965"/>
              <a:gd name="connsiteY2969" fmla="*/ 1800419 h 2053176"/>
              <a:gd name="connsiteX2970" fmla="*/ 9848716 w 12188965"/>
              <a:gd name="connsiteY2970" fmla="*/ 1800419 h 2053176"/>
              <a:gd name="connsiteX2971" fmla="*/ 9874374 w 12188965"/>
              <a:gd name="connsiteY2971" fmla="*/ 1826077 h 2053176"/>
              <a:gd name="connsiteX2972" fmla="*/ 9848716 w 12188965"/>
              <a:gd name="connsiteY2972" fmla="*/ 1851737 h 2053176"/>
              <a:gd name="connsiteX2973" fmla="*/ 9823058 w 12188965"/>
              <a:gd name="connsiteY2973" fmla="*/ 1826077 h 2053176"/>
              <a:gd name="connsiteX2974" fmla="*/ 9848716 w 12188965"/>
              <a:gd name="connsiteY2974" fmla="*/ 1800419 h 2053176"/>
              <a:gd name="connsiteX2975" fmla="*/ 9784512 w 12188965"/>
              <a:gd name="connsiteY2975" fmla="*/ 1800419 h 2053176"/>
              <a:gd name="connsiteX2976" fmla="*/ 9810170 w 12188965"/>
              <a:gd name="connsiteY2976" fmla="*/ 1826077 h 2053176"/>
              <a:gd name="connsiteX2977" fmla="*/ 9784512 w 12188965"/>
              <a:gd name="connsiteY2977" fmla="*/ 1851737 h 2053176"/>
              <a:gd name="connsiteX2978" fmla="*/ 9758853 w 12188965"/>
              <a:gd name="connsiteY2978" fmla="*/ 1826077 h 2053176"/>
              <a:gd name="connsiteX2979" fmla="*/ 9784512 w 12188965"/>
              <a:gd name="connsiteY2979" fmla="*/ 1800419 h 2053176"/>
              <a:gd name="connsiteX2980" fmla="*/ 9720307 w 12188965"/>
              <a:gd name="connsiteY2980" fmla="*/ 1800419 h 2053176"/>
              <a:gd name="connsiteX2981" fmla="*/ 9745965 w 12188965"/>
              <a:gd name="connsiteY2981" fmla="*/ 1826077 h 2053176"/>
              <a:gd name="connsiteX2982" fmla="*/ 9720307 w 12188965"/>
              <a:gd name="connsiteY2982" fmla="*/ 1851737 h 2053176"/>
              <a:gd name="connsiteX2983" fmla="*/ 9694646 w 12188965"/>
              <a:gd name="connsiteY2983" fmla="*/ 1826077 h 2053176"/>
              <a:gd name="connsiteX2984" fmla="*/ 9720307 w 12188965"/>
              <a:gd name="connsiteY2984" fmla="*/ 1800419 h 2053176"/>
              <a:gd name="connsiteX2985" fmla="*/ 9591896 w 12188965"/>
              <a:gd name="connsiteY2985" fmla="*/ 1800419 h 2053176"/>
              <a:gd name="connsiteX2986" fmla="*/ 9617554 w 12188965"/>
              <a:gd name="connsiteY2986" fmla="*/ 1826077 h 2053176"/>
              <a:gd name="connsiteX2987" fmla="*/ 9591896 w 12188965"/>
              <a:gd name="connsiteY2987" fmla="*/ 1851737 h 2053176"/>
              <a:gd name="connsiteX2988" fmla="*/ 9566238 w 12188965"/>
              <a:gd name="connsiteY2988" fmla="*/ 1826077 h 2053176"/>
              <a:gd name="connsiteX2989" fmla="*/ 9591896 w 12188965"/>
              <a:gd name="connsiteY2989" fmla="*/ 1800419 h 2053176"/>
              <a:gd name="connsiteX2990" fmla="*/ 9527689 w 12188965"/>
              <a:gd name="connsiteY2990" fmla="*/ 1800419 h 2053176"/>
              <a:gd name="connsiteX2991" fmla="*/ 9553350 w 12188965"/>
              <a:gd name="connsiteY2991" fmla="*/ 1826077 h 2053176"/>
              <a:gd name="connsiteX2992" fmla="*/ 9527689 w 12188965"/>
              <a:gd name="connsiteY2992" fmla="*/ 1851737 h 2053176"/>
              <a:gd name="connsiteX2993" fmla="*/ 9502031 w 12188965"/>
              <a:gd name="connsiteY2993" fmla="*/ 1826077 h 2053176"/>
              <a:gd name="connsiteX2994" fmla="*/ 9527689 w 12188965"/>
              <a:gd name="connsiteY2994" fmla="*/ 1800419 h 2053176"/>
              <a:gd name="connsiteX2995" fmla="*/ 9463485 w 12188965"/>
              <a:gd name="connsiteY2995" fmla="*/ 1800419 h 2053176"/>
              <a:gd name="connsiteX2996" fmla="*/ 9489143 w 12188965"/>
              <a:gd name="connsiteY2996" fmla="*/ 1826077 h 2053176"/>
              <a:gd name="connsiteX2997" fmla="*/ 9463485 w 12188965"/>
              <a:gd name="connsiteY2997" fmla="*/ 1851737 h 2053176"/>
              <a:gd name="connsiteX2998" fmla="*/ 9437826 w 12188965"/>
              <a:gd name="connsiteY2998" fmla="*/ 1826077 h 2053176"/>
              <a:gd name="connsiteX2999" fmla="*/ 9463485 w 12188965"/>
              <a:gd name="connsiteY2999" fmla="*/ 1800419 h 2053176"/>
              <a:gd name="connsiteX3000" fmla="*/ 9399280 w 12188965"/>
              <a:gd name="connsiteY3000" fmla="*/ 1800419 h 2053176"/>
              <a:gd name="connsiteX3001" fmla="*/ 9424938 w 12188965"/>
              <a:gd name="connsiteY3001" fmla="*/ 1826077 h 2053176"/>
              <a:gd name="connsiteX3002" fmla="*/ 9399280 w 12188965"/>
              <a:gd name="connsiteY3002" fmla="*/ 1851737 h 2053176"/>
              <a:gd name="connsiteX3003" fmla="*/ 9373619 w 12188965"/>
              <a:gd name="connsiteY3003" fmla="*/ 1826077 h 2053176"/>
              <a:gd name="connsiteX3004" fmla="*/ 9399280 w 12188965"/>
              <a:gd name="connsiteY3004" fmla="*/ 1800419 h 2053176"/>
              <a:gd name="connsiteX3005" fmla="*/ 9206664 w 12188965"/>
              <a:gd name="connsiteY3005" fmla="*/ 1800419 h 2053176"/>
              <a:gd name="connsiteX3006" fmla="*/ 9232323 w 12188965"/>
              <a:gd name="connsiteY3006" fmla="*/ 1826077 h 2053176"/>
              <a:gd name="connsiteX3007" fmla="*/ 9206664 w 12188965"/>
              <a:gd name="connsiteY3007" fmla="*/ 1851737 h 2053176"/>
              <a:gd name="connsiteX3008" fmla="*/ 9181006 w 12188965"/>
              <a:gd name="connsiteY3008" fmla="*/ 1826077 h 2053176"/>
              <a:gd name="connsiteX3009" fmla="*/ 9206664 w 12188965"/>
              <a:gd name="connsiteY3009" fmla="*/ 1800419 h 2053176"/>
              <a:gd name="connsiteX3010" fmla="*/ 9142457 w 12188965"/>
              <a:gd name="connsiteY3010" fmla="*/ 1800419 h 2053176"/>
              <a:gd name="connsiteX3011" fmla="*/ 9168118 w 12188965"/>
              <a:gd name="connsiteY3011" fmla="*/ 1826077 h 2053176"/>
              <a:gd name="connsiteX3012" fmla="*/ 9142457 w 12188965"/>
              <a:gd name="connsiteY3012" fmla="*/ 1851737 h 2053176"/>
              <a:gd name="connsiteX3013" fmla="*/ 9116799 w 12188965"/>
              <a:gd name="connsiteY3013" fmla="*/ 1826077 h 2053176"/>
              <a:gd name="connsiteX3014" fmla="*/ 9142457 w 12188965"/>
              <a:gd name="connsiteY3014" fmla="*/ 1800419 h 2053176"/>
              <a:gd name="connsiteX3015" fmla="*/ 9078253 w 12188965"/>
              <a:gd name="connsiteY3015" fmla="*/ 1800419 h 2053176"/>
              <a:gd name="connsiteX3016" fmla="*/ 9103911 w 12188965"/>
              <a:gd name="connsiteY3016" fmla="*/ 1826077 h 2053176"/>
              <a:gd name="connsiteX3017" fmla="*/ 9078253 w 12188965"/>
              <a:gd name="connsiteY3017" fmla="*/ 1851737 h 2053176"/>
              <a:gd name="connsiteX3018" fmla="*/ 9052595 w 12188965"/>
              <a:gd name="connsiteY3018" fmla="*/ 1826077 h 2053176"/>
              <a:gd name="connsiteX3019" fmla="*/ 9078253 w 12188965"/>
              <a:gd name="connsiteY3019" fmla="*/ 1800419 h 2053176"/>
              <a:gd name="connsiteX3020" fmla="*/ 9014049 w 12188965"/>
              <a:gd name="connsiteY3020" fmla="*/ 1800419 h 2053176"/>
              <a:gd name="connsiteX3021" fmla="*/ 9039707 w 12188965"/>
              <a:gd name="connsiteY3021" fmla="*/ 1826077 h 2053176"/>
              <a:gd name="connsiteX3022" fmla="*/ 9014049 w 12188965"/>
              <a:gd name="connsiteY3022" fmla="*/ 1851737 h 2053176"/>
              <a:gd name="connsiteX3023" fmla="*/ 8988388 w 12188965"/>
              <a:gd name="connsiteY3023" fmla="*/ 1826077 h 2053176"/>
              <a:gd name="connsiteX3024" fmla="*/ 9014049 w 12188965"/>
              <a:gd name="connsiteY3024" fmla="*/ 1800419 h 2053176"/>
              <a:gd name="connsiteX3025" fmla="*/ 8821433 w 12188965"/>
              <a:gd name="connsiteY3025" fmla="*/ 1800419 h 2053176"/>
              <a:gd name="connsiteX3026" fmla="*/ 8847091 w 12188965"/>
              <a:gd name="connsiteY3026" fmla="*/ 1826077 h 2053176"/>
              <a:gd name="connsiteX3027" fmla="*/ 8821433 w 12188965"/>
              <a:gd name="connsiteY3027" fmla="*/ 1851737 h 2053176"/>
              <a:gd name="connsiteX3028" fmla="*/ 8795772 w 12188965"/>
              <a:gd name="connsiteY3028" fmla="*/ 1826077 h 2053176"/>
              <a:gd name="connsiteX3029" fmla="*/ 8821433 w 12188965"/>
              <a:gd name="connsiteY3029" fmla="*/ 1800419 h 2053176"/>
              <a:gd name="connsiteX3030" fmla="*/ 8757226 w 12188965"/>
              <a:gd name="connsiteY3030" fmla="*/ 1800419 h 2053176"/>
              <a:gd name="connsiteX3031" fmla="*/ 8782887 w 12188965"/>
              <a:gd name="connsiteY3031" fmla="*/ 1826077 h 2053176"/>
              <a:gd name="connsiteX3032" fmla="*/ 8757226 w 12188965"/>
              <a:gd name="connsiteY3032" fmla="*/ 1851737 h 2053176"/>
              <a:gd name="connsiteX3033" fmla="*/ 8731568 w 12188965"/>
              <a:gd name="connsiteY3033" fmla="*/ 1826077 h 2053176"/>
              <a:gd name="connsiteX3034" fmla="*/ 8757226 w 12188965"/>
              <a:gd name="connsiteY3034" fmla="*/ 1800419 h 2053176"/>
              <a:gd name="connsiteX3035" fmla="*/ 8692904 w 12188965"/>
              <a:gd name="connsiteY3035" fmla="*/ 1800419 h 2053176"/>
              <a:gd name="connsiteX3036" fmla="*/ 8718565 w 12188965"/>
              <a:gd name="connsiteY3036" fmla="*/ 1826077 h 2053176"/>
              <a:gd name="connsiteX3037" fmla="*/ 8692904 w 12188965"/>
              <a:gd name="connsiteY3037" fmla="*/ 1851737 h 2053176"/>
              <a:gd name="connsiteX3038" fmla="*/ 8667246 w 12188965"/>
              <a:gd name="connsiteY3038" fmla="*/ 1826077 h 2053176"/>
              <a:gd name="connsiteX3039" fmla="*/ 8692904 w 12188965"/>
              <a:gd name="connsiteY3039" fmla="*/ 1800419 h 2053176"/>
              <a:gd name="connsiteX3040" fmla="*/ 8628699 w 12188965"/>
              <a:gd name="connsiteY3040" fmla="*/ 1800419 h 2053176"/>
              <a:gd name="connsiteX3041" fmla="*/ 8654358 w 12188965"/>
              <a:gd name="connsiteY3041" fmla="*/ 1826077 h 2053176"/>
              <a:gd name="connsiteX3042" fmla="*/ 8628699 w 12188965"/>
              <a:gd name="connsiteY3042" fmla="*/ 1851737 h 2053176"/>
              <a:gd name="connsiteX3043" fmla="*/ 8603041 w 12188965"/>
              <a:gd name="connsiteY3043" fmla="*/ 1826077 h 2053176"/>
              <a:gd name="connsiteX3044" fmla="*/ 8628699 w 12188965"/>
              <a:gd name="connsiteY3044" fmla="*/ 1800419 h 2053176"/>
              <a:gd name="connsiteX3045" fmla="*/ 8500288 w 12188965"/>
              <a:gd name="connsiteY3045" fmla="*/ 1800419 h 2053176"/>
              <a:gd name="connsiteX3046" fmla="*/ 8525949 w 12188965"/>
              <a:gd name="connsiteY3046" fmla="*/ 1826077 h 2053176"/>
              <a:gd name="connsiteX3047" fmla="*/ 8500288 w 12188965"/>
              <a:gd name="connsiteY3047" fmla="*/ 1851737 h 2053176"/>
              <a:gd name="connsiteX3048" fmla="*/ 8474630 w 12188965"/>
              <a:gd name="connsiteY3048" fmla="*/ 1826077 h 2053176"/>
              <a:gd name="connsiteX3049" fmla="*/ 8500288 w 12188965"/>
              <a:gd name="connsiteY3049" fmla="*/ 1800419 h 2053176"/>
              <a:gd name="connsiteX3050" fmla="*/ 8436084 w 12188965"/>
              <a:gd name="connsiteY3050" fmla="*/ 1800419 h 2053176"/>
              <a:gd name="connsiteX3051" fmla="*/ 8461745 w 12188965"/>
              <a:gd name="connsiteY3051" fmla="*/ 1826077 h 2053176"/>
              <a:gd name="connsiteX3052" fmla="*/ 8436084 w 12188965"/>
              <a:gd name="connsiteY3052" fmla="*/ 1851737 h 2053176"/>
              <a:gd name="connsiteX3053" fmla="*/ 8410426 w 12188965"/>
              <a:gd name="connsiteY3053" fmla="*/ 1826077 h 2053176"/>
              <a:gd name="connsiteX3054" fmla="*/ 8436084 w 12188965"/>
              <a:gd name="connsiteY3054" fmla="*/ 1800419 h 2053176"/>
              <a:gd name="connsiteX3055" fmla="*/ 8307675 w 12188965"/>
              <a:gd name="connsiteY3055" fmla="*/ 1800419 h 2053176"/>
              <a:gd name="connsiteX3056" fmla="*/ 8333333 w 12188965"/>
              <a:gd name="connsiteY3056" fmla="*/ 1826077 h 2053176"/>
              <a:gd name="connsiteX3057" fmla="*/ 8307675 w 12188965"/>
              <a:gd name="connsiteY3057" fmla="*/ 1851737 h 2053176"/>
              <a:gd name="connsiteX3058" fmla="*/ 8282014 w 12188965"/>
              <a:gd name="connsiteY3058" fmla="*/ 1826077 h 2053176"/>
              <a:gd name="connsiteX3059" fmla="*/ 8307675 w 12188965"/>
              <a:gd name="connsiteY3059" fmla="*/ 1800419 h 2053176"/>
              <a:gd name="connsiteX3060" fmla="*/ 8115057 w 12188965"/>
              <a:gd name="connsiteY3060" fmla="*/ 1800419 h 2053176"/>
              <a:gd name="connsiteX3061" fmla="*/ 8140717 w 12188965"/>
              <a:gd name="connsiteY3061" fmla="*/ 1826077 h 2053176"/>
              <a:gd name="connsiteX3062" fmla="*/ 8115057 w 12188965"/>
              <a:gd name="connsiteY3062" fmla="*/ 1851737 h 2053176"/>
              <a:gd name="connsiteX3063" fmla="*/ 8089398 w 12188965"/>
              <a:gd name="connsiteY3063" fmla="*/ 1826077 h 2053176"/>
              <a:gd name="connsiteX3064" fmla="*/ 8115057 w 12188965"/>
              <a:gd name="connsiteY3064" fmla="*/ 1800419 h 2053176"/>
              <a:gd name="connsiteX3065" fmla="*/ 8050852 w 12188965"/>
              <a:gd name="connsiteY3065" fmla="*/ 1800419 h 2053176"/>
              <a:gd name="connsiteX3066" fmla="*/ 8076510 w 12188965"/>
              <a:gd name="connsiteY3066" fmla="*/ 1826077 h 2053176"/>
              <a:gd name="connsiteX3067" fmla="*/ 8050852 w 12188965"/>
              <a:gd name="connsiteY3067" fmla="*/ 1851737 h 2053176"/>
              <a:gd name="connsiteX3068" fmla="*/ 8025194 w 12188965"/>
              <a:gd name="connsiteY3068" fmla="*/ 1826077 h 2053176"/>
              <a:gd name="connsiteX3069" fmla="*/ 8050852 w 12188965"/>
              <a:gd name="connsiteY3069" fmla="*/ 1800419 h 2053176"/>
              <a:gd name="connsiteX3070" fmla="*/ 7986648 w 12188965"/>
              <a:gd name="connsiteY3070" fmla="*/ 1800419 h 2053176"/>
              <a:gd name="connsiteX3071" fmla="*/ 8012306 w 12188965"/>
              <a:gd name="connsiteY3071" fmla="*/ 1826077 h 2053176"/>
              <a:gd name="connsiteX3072" fmla="*/ 7986648 w 12188965"/>
              <a:gd name="connsiteY3072" fmla="*/ 1851737 h 2053176"/>
              <a:gd name="connsiteX3073" fmla="*/ 7960990 w 12188965"/>
              <a:gd name="connsiteY3073" fmla="*/ 1826077 h 2053176"/>
              <a:gd name="connsiteX3074" fmla="*/ 7986648 w 12188965"/>
              <a:gd name="connsiteY3074" fmla="*/ 1800419 h 2053176"/>
              <a:gd name="connsiteX3075" fmla="*/ 7922444 w 12188965"/>
              <a:gd name="connsiteY3075" fmla="*/ 1800419 h 2053176"/>
              <a:gd name="connsiteX3076" fmla="*/ 7948102 w 12188965"/>
              <a:gd name="connsiteY3076" fmla="*/ 1826077 h 2053176"/>
              <a:gd name="connsiteX3077" fmla="*/ 7922444 w 12188965"/>
              <a:gd name="connsiteY3077" fmla="*/ 1851737 h 2053176"/>
              <a:gd name="connsiteX3078" fmla="*/ 7896783 w 12188965"/>
              <a:gd name="connsiteY3078" fmla="*/ 1826077 h 2053176"/>
              <a:gd name="connsiteX3079" fmla="*/ 7922444 w 12188965"/>
              <a:gd name="connsiteY3079" fmla="*/ 1800419 h 2053176"/>
              <a:gd name="connsiteX3080" fmla="*/ 7729825 w 12188965"/>
              <a:gd name="connsiteY3080" fmla="*/ 1800419 h 2053176"/>
              <a:gd name="connsiteX3081" fmla="*/ 7755486 w 12188965"/>
              <a:gd name="connsiteY3081" fmla="*/ 1826077 h 2053176"/>
              <a:gd name="connsiteX3082" fmla="*/ 7729825 w 12188965"/>
              <a:gd name="connsiteY3082" fmla="*/ 1851737 h 2053176"/>
              <a:gd name="connsiteX3083" fmla="*/ 7704167 w 12188965"/>
              <a:gd name="connsiteY3083" fmla="*/ 1826077 h 2053176"/>
              <a:gd name="connsiteX3084" fmla="*/ 7729825 w 12188965"/>
              <a:gd name="connsiteY3084" fmla="*/ 1800419 h 2053176"/>
              <a:gd name="connsiteX3085" fmla="*/ 7665621 w 12188965"/>
              <a:gd name="connsiteY3085" fmla="*/ 1800419 h 2053176"/>
              <a:gd name="connsiteX3086" fmla="*/ 7691279 w 12188965"/>
              <a:gd name="connsiteY3086" fmla="*/ 1826077 h 2053176"/>
              <a:gd name="connsiteX3087" fmla="*/ 7665621 w 12188965"/>
              <a:gd name="connsiteY3087" fmla="*/ 1851737 h 2053176"/>
              <a:gd name="connsiteX3088" fmla="*/ 7639963 w 12188965"/>
              <a:gd name="connsiteY3088" fmla="*/ 1826077 h 2053176"/>
              <a:gd name="connsiteX3089" fmla="*/ 7665621 w 12188965"/>
              <a:gd name="connsiteY3089" fmla="*/ 1800419 h 2053176"/>
              <a:gd name="connsiteX3090" fmla="*/ 7601299 w 12188965"/>
              <a:gd name="connsiteY3090" fmla="*/ 1800419 h 2053176"/>
              <a:gd name="connsiteX3091" fmla="*/ 7626959 w 12188965"/>
              <a:gd name="connsiteY3091" fmla="*/ 1826077 h 2053176"/>
              <a:gd name="connsiteX3092" fmla="*/ 7601299 w 12188965"/>
              <a:gd name="connsiteY3092" fmla="*/ 1851737 h 2053176"/>
              <a:gd name="connsiteX3093" fmla="*/ 7575640 w 12188965"/>
              <a:gd name="connsiteY3093" fmla="*/ 1826077 h 2053176"/>
              <a:gd name="connsiteX3094" fmla="*/ 7601299 w 12188965"/>
              <a:gd name="connsiteY3094" fmla="*/ 1800419 h 2053176"/>
              <a:gd name="connsiteX3095" fmla="*/ 7537094 w 12188965"/>
              <a:gd name="connsiteY3095" fmla="*/ 1800419 h 2053176"/>
              <a:gd name="connsiteX3096" fmla="*/ 7562752 w 12188965"/>
              <a:gd name="connsiteY3096" fmla="*/ 1826077 h 2053176"/>
              <a:gd name="connsiteX3097" fmla="*/ 7537094 w 12188965"/>
              <a:gd name="connsiteY3097" fmla="*/ 1851737 h 2053176"/>
              <a:gd name="connsiteX3098" fmla="*/ 7511436 w 12188965"/>
              <a:gd name="connsiteY3098" fmla="*/ 1826077 h 2053176"/>
              <a:gd name="connsiteX3099" fmla="*/ 7537094 w 12188965"/>
              <a:gd name="connsiteY3099" fmla="*/ 1800419 h 2053176"/>
              <a:gd name="connsiteX3100" fmla="*/ 7408683 w 12188965"/>
              <a:gd name="connsiteY3100" fmla="*/ 1800419 h 2053176"/>
              <a:gd name="connsiteX3101" fmla="*/ 7434341 w 12188965"/>
              <a:gd name="connsiteY3101" fmla="*/ 1826077 h 2053176"/>
              <a:gd name="connsiteX3102" fmla="*/ 7408683 w 12188965"/>
              <a:gd name="connsiteY3102" fmla="*/ 1851737 h 2053176"/>
              <a:gd name="connsiteX3103" fmla="*/ 7383025 w 12188965"/>
              <a:gd name="connsiteY3103" fmla="*/ 1826077 h 2053176"/>
              <a:gd name="connsiteX3104" fmla="*/ 7408683 w 12188965"/>
              <a:gd name="connsiteY3104" fmla="*/ 1800419 h 2053176"/>
              <a:gd name="connsiteX3105" fmla="*/ 7344479 w 12188965"/>
              <a:gd name="connsiteY3105" fmla="*/ 1800419 h 2053176"/>
              <a:gd name="connsiteX3106" fmla="*/ 7370137 w 12188965"/>
              <a:gd name="connsiteY3106" fmla="*/ 1826077 h 2053176"/>
              <a:gd name="connsiteX3107" fmla="*/ 7344479 w 12188965"/>
              <a:gd name="connsiteY3107" fmla="*/ 1851737 h 2053176"/>
              <a:gd name="connsiteX3108" fmla="*/ 7318820 w 12188965"/>
              <a:gd name="connsiteY3108" fmla="*/ 1826077 h 2053176"/>
              <a:gd name="connsiteX3109" fmla="*/ 7344479 w 12188965"/>
              <a:gd name="connsiteY3109" fmla="*/ 1800419 h 2053176"/>
              <a:gd name="connsiteX3110" fmla="*/ 7280274 w 12188965"/>
              <a:gd name="connsiteY3110" fmla="*/ 1800419 h 2053176"/>
              <a:gd name="connsiteX3111" fmla="*/ 7305932 w 12188965"/>
              <a:gd name="connsiteY3111" fmla="*/ 1826077 h 2053176"/>
              <a:gd name="connsiteX3112" fmla="*/ 7280274 w 12188965"/>
              <a:gd name="connsiteY3112" fmla="*/ 1851737 h 2053176"/>
              <a:gd name="connsiteX3113" fmla="*/ 7254613 w 12188965"/>
              <a:gd name="connsiteY3113" fmla="*/ 1826077 h 2053176"/>
              <a:gd name="connsiteX3114" fmla="*/ 7280274 w 12188965"/>
              <a:gd name="connsiteY3114" fmla="*/ 1800419 h 2053176"/>
              <a:gd name="connsiteX3115" fmla="*/ 7216067 w 12188965"/>
              <a:gd name="connsiteY3115" fmla="*/ 1800419 h 2053176"/>
              <a:gd name="connsiteX3116" fmla="*/ 7241725 w 12188965"/>
              <a:gd name="connsiteY3116" fmla="*/ 1826077 h 2053176"/>
              <a:gd name="connsiteX3117" fmla="*/ 7216067 w 12188965"/>
              <a:gd name="connsiteY3117" fmla="*/ 1851737 h 2053176"/>
              <a:gd name="connsiteX3118" fmla="*/ 7190409 w 12188965"/>
              <a:gd name="connsiteY3118" fmla="*/ 1826077 h 2053176"/>
              <a:gd name="connsiteX3119" fmla="*/ 7216067 w 12188965"/>
              <a:gd name="connsiteY3119" fmla="*/ 1800419 h 2053176"/>
              <a:gd name="connsiteX3120" fmla="*/ 7023451 w 12188965"/>
              <a:gd name="connsiteY3120" fmla="*/ 1800419 h 2053176"/>
              <a:gd name="connsiteX3121" fmla="*/ 7049112 w 12188965"/>
              <a:gd name="connsiteY3121" fmla="*/ 1826077 h 2053176"/>
              <a:gd name="connsiteX3122" fmla="*/ 7023451 w 12188965"/>
              <a:gd name="connsiteY3122" fmla="*/ 1851737 h 2053176"/>
              <a:gd name="connsiteX3123" fmla="*/ 6997793 w 12188965"/>
              <a:gd name="connsiteY3123" fmla="*/ 1826077 h 2053176"/>
              <a:gd name="connsiteX3124" fmla="*/ 7023451 w 12188965"/>
              <a:gd name="connsiteY3124" fmla="*/ 1800419 h 2053176"/>
              <a:gd name="connsiteX3125" fmla="*/ 6959247 w 12188965"/>
              <a:gd name="connsiteY3125" fmla="*/ 1800419 h 2053176"/>
              <a:gd name="connsiteX3126" fmla="*/ 6984905 w 12188965"/>
              <a:gd name="connsiteY3126" fmla="*/ 1826077 h 2053176"/>
              <a:gd name="connsiteX3127" fmla="*/ 6959247 w 12188965"/>
              <a:gd name="connsiteY3127" fmla="*/ 1851737 h 2053176"/>
              <a:gd name="connsiteX3128" fmla="*/ 6933589 w 12188965"/>
              <a:gd name="connsiteY3128" fmla="*/ 1826077 h 2053176"/>
              <a:gd name="connsiteX3129" fmla="*/ 6959247 w 12188965"/>
              <a:gd name="connsiteY3129" fmla="*/ 1800419 h 2053176"/>
              <a:gd name="connsiteX3130" fmla="*/ 6895043 w 12188965"/>
              <a:gd name="connsiteY3130" fmla="*/ 1800419 h 2053176"/>
              <a:gd name="connsiteX3131" fmla="*/ 6920701 w 12188965"/>
              <a:gd name="connsiteY3131" fmla="*/ 1826077 h 2053176"/>
              <a:gd name="connsiteX3132" fmla="*/ 6895043 w 12188965"/>
              <a:gd name="connsiteY3132" fmla="*/ 1851737 h 2053176"/>
              <a:gd name="connsiteX3133" fmla="*/ 6869382 w 12188965"/>
              <a:gd name="connsiteY3133" fmla="*/ 1826077 h 2053176"/>
              <a:gd name="connsiteX3134" fmla="*/ 6895043 w 12188965"/>
              <a:gd name="connsiteY3134" fmla="*/ 1800419 h 2053176"/>
              <a:gd name="connsiteX3135" fmla="*/ 6830836 w 12188965"/>
              <a:gd name="connsiteY3135" fmla="*/ 1800419 h 2053176"/>
              <a:gd name="connsiteX3136" fmla="*/ 6856494 w 12188965"/>
              <a:gd name="connsiteY3136" fmla="*/ 1826077 h 2053176"/>
              <a:gd name="connsiteX3137" fmla="*/ 6830836 w 12188965"/>
              <a:gd name="connsiteY3137" fmla="*/ 1851737 h 2053176"/>
              <a:gd name="connsiteX3138" fmla="*/ 6805178 w 12188965"/>
              <a:gd name="connsiteY3138" fmla="*/ 1826077 h 2053176"/>
              <a:gd name="connsiteX3139" fmla="*/ 6830836 w 12188965"/>
              <a:gd name="connsiteY3139" fmla="*/ 1800419 h 2053176"/>
              <a:gd name="connsiteX3140" fmla="*/ 6638220 w 12188965"/>
              <a:gd name="connsiteY3140" fmla="*/ 1800419 h 2053176"/>
              <a:gd name="connsiteX3141" fmla="*/ 6663881 w 12188965"/>
              <a:gd name="connsiteY3141" fmla="*/ 1826077 h 2053176"/>
              <a:gd name="connsiteX3142" fmla="*/ 6638220 w 12188965"/>
              <a:gd name="connsiteY3142" fmla="*/ 1851737 h 2053176"/>
              <a:gd name="connsiteX3143" fmla="*/ 6612562 w 12188965"/>
              <a:gd name="connsiteY3143" fmla="*/ 1826077 h 2053176"/>
              <a:gd name="connsiteX3144" fmla="*/ 6638220 w 12188965"/>
              <a:gd name="connsiteY3144" fmla="*/ 1800419 h 2053176"/>
              <a:gd name="connsiteX3145" fmla="*/ 6574016 w 12188965"/>
              <a:gd name="connsiteY3145" fmla="*/ 1800419 h 2053176"/>
              <a:gd name="connsiteX3146" fmla="*/ 6599674 w 12188965"/>
              <a:gd name="connsiteY3146" fmla="*/ 1826077 h 2053176"/>
              <a:gd name="connsiteX3147" fmla="*/ 6574016 w 12188965"/>
              <a:gd name="connsiteY3147" fmla="*/ 1851737 h 2053176"/>
              <a:gd name="connsiteX3148" fmla="*/ 6548357 w 12188965"/>
              <a:gd name="connsiteY3148" fmla="*/ 1826077 h 2053176"/>
              <a:gd name="connsiteX3149" fmla="*/ 6574016 w 12188965"/>
              <a:gd name="connsiteY3149" fmla="*/ 1800419 h 2053176"/>
              <a:gd name="connsiteX3150" fmla="*/ 6509693 w 12188965"/>
              <a:gd name="connsiteY3150" fmla="*/ 1800419 h 2053176"/>
              <a:gd name="connsiteX3151" fmla="*/ 6535352 w 12188965"/>
              <a:gd name="connsiteY3151" fmla="*/ 1826077 h 2053176"/>
              <a:gd name="connsiteX3152" fmla="*/ 6509693 w 12188965"/>
              <a:gd name="connsiteY3152" fmla="*/ 1851737 h 2053176"/>
              <a:gd name="connsiteX3153" fmla="*/ 6484035 w 12188965"/>
              <a:gd name="connsiteY3153" fmla="*/ 1826077 h 2053176"/>
              <a:gd name="connsiteX3154" fmla="*/ 6509693 w 12188965"/>
              <a:gd name="connsiteY3154" fmla="*/ 1800419 h 2053176"/>
              <a:gd name="connsiteX3155" fmla="*/ 6445489 w 12188965"/>
              <a:gd name="connsiteY3155" fmla="*/ 1800419 h 2053176"/>
              <a:gd name="connsiteX3156" fmla="*/ 6471147 w 12188965"/>
              <a:gd name="connsiteY3156" fmla="*/ 1826077 h 2053176"/>
              <a:gd name="connsiteX3157" fmla="*/ 6445489 w 12188965"/>
              <a:gd name="connsiteY3157" fmla="*/ 1851737 h 2053176"/>
              <a:gd name="connsiteX3158" fmla="*/ 6419831 w 12188965"/>
              <a:gd name="connsiteY3158" fmla="*/ 1826077 h 2053176"/>
              <a:gd name="connsiteX3159" fmla="*/ 6445489 w 12188965"/>
              <a:gd name="connsiteY3159" fmla="*/ 1800419 h 2053176"/>
              <a:gd name="connsiteX3160" fmla="*/ 6317078 w 12188965"/>
              <a:gd name="connsiteY3160" fmla="*/ 1800419 h 2053176"/>
              <a:gd name="connsiteX3161" fmla="*/ 6342736 w 12188965"/>
              <a:gd name="connsiteY3161" fmla="*/ 1826077 h 2053176"/>
              <a:gd name="connsiteX3162" fmla="*/ 6317078 w 12188965"/>
              <a:gd name="connsiteY3162" fmla="*/ 1851737 h 2053176"/>
              <a:gd name="connsiteX3163" fmla="*/ 6291420 w 12188965"/>
              <a:gd name="connsiteY3163" fmla="*/ 1826077 h 2053176"/>
              <a:gd name="connsiteX3164" fmla="*/ 6317078 w 12188965"/>
              <a:gd name="connsiteY3164" fmla="*/ 1800419 h 2053176"/>
              <a:gd name="connsiteX3165" fmla="*/ 6252873 w 12188965"/>
              <a:gd name="connsiteY3165" fmla="*/ 1800419 h 2053176"/>
              <a:gd name="connsiteX3166" fmla="*/ 6278532 w 12188965"/>
              <a:gd name="connsiteY3166" fmla="*/ 1826077 h 2053176"/>
              <a:gd name="connsiteX3167" fmla="*/ 6252873 w 12188965"/>
              <a:gd name="connsiteY3167" fmla="*/ 1851737 h 2053176"/>
              <a:gd name="connsiteX3168" fmla="*/ 6227213 w 12188965"/>
              <a:gd name="connsiteY3168" fmla="*/ 1826077 h 2053176"/>
              <a:gd name="connsiteX3169" fmla="*/ 6252873 w 12188965"/>
              <a:gd name="connsiteY3169" fmla="*/ 1800419 h 2053176"/>
              <a:gd name="connsiteX3170" fmla="*/ 6188666 w 12188965"/>
              <a:gd name="connsiteY3170" fmla="*/ 1800419 h 2053176"/>
              <a:gd name="connsiteX3171" fmla="*/ 6214327 w 12188965"/>
              <a:gd name="connsiteY3171" fmla="*/ 1826077 h 2053176"/>
              <a:gd name="connsiteX3172" fmla="*/ 6188666 w 12188965"/>
              <a:gd name="connsiteY3172" fmla="*/ 1851737 h 2053176"/>
              <a:gd name="connsiteX3173" fmla="*/ 6163008 w 12188965"/>
              <a:gd name="connsiteY3173" fmla="*/ 1826077 h 2053176"/>
              <a:gd name="connsiteX3174" fmla="*/ 6188666 w 12188965"/>
              <a:gd name="connsiteY3174" fmla="*/ 1800419 h 2053176"/>
              <a:gd name="connsiteX3175" fmla="*/ 6124462 w 12188965"/>
              <a:gd name="connsiteY3175" fmla="*/ 1800419 h 2053176"/>
              <a:gd name="connsiteX3176" fmla="*/ 6150123 w 12188965"/>
              <a:gd name="connsiteY3176" fmla="*/ 1826077 h 2053176"/>
              <a:gd name="connsiteX3177" fmla="*/ 6124462 w 12188965"/>
              <a:gd name="connsiteY3177" fmla="*/ 1851737 h 2053176"/>
              <a:gd name="connsiteX3178" fmla="*/ 6098804 w 12188965"/>
              <a:gd name="connsiteY3178" fmla="*/ 1826077 h 2053176"/>
              <a:gd name="connsiteX3179" fmla="*/ 6124462 w 12188965"/>
              <a:gd name="connsiteY3179" fmla="*/ 1800419 h 2053176"/>
              <a:gd name="connsiteX3180" fmla="*/ 6064505 w 12188965"/>
              <a:gd name="connsiteY3180" fmla="*/ 1800419 h 2053176"/>
              <a:gd name="connsiteX3181" fmla="*/ 6090163 w 12188965"/>
              <a:gd name="connsiteY3181" fmla="*/ 1826077 h 2053176"/>
              <a:gd name="connsiteX3182" fmla="*/ 6064505 w 12188965"/>
              <a:gd name="connsiteY3182" fmla="*/ 1851737 h 2053176"/>
              <a:gd name="connsiteX3183" fmla="*/ 6038844 w 12188965"/>
              <a:gd name="connsiteY3183" fmla="*/ 1826077 h 2053176"/>
              <a:gd name="connsiteX3184" fmla="*/ 6064505 w 12188965"/>
              <a:gd name="connsiteY3184" fmla="*/ 1800419 h 2053176"/>
              <a:gd name="connsiteX3185" fmla="*/ 6000298 w 12188965"/>
              <a:gd name="connsiteY3185" fmla="*/ 1800419 h 2053176"/>
              <a:gd name="connsiteX3186" fmla="*/ 6025956 w 12188965"/>
              <a:gd name="connsiteY3186" fmla="*/ 1826077 h 2053176"/>
              <a:gd name="connsiteX3187" fmla="*/ 6000298 w 12188965"/>
              <a:gd name="connsiteY3187" fmla="*/ 1851737 h 2053176"/>
              <a:gd name="connsiteX3188" fmla="*/ 5974639 w 12188965"/>
              <a:gd name="connsiteY3188" fmla="*/ 1826077 h 2053176"/>
              <a:gd name="connsiteX3189" fmla="*/ 6000298 w 12188965"/>
              <a:gd name="connsiteY3189" fmla="*/ 1800419 h 2053176"/>
              <a:gd name="connsiteX3190" fmla="*/ 5936092 w 12188965"/>
              <a:gd name="connsiteY3190" fmla="*/ 1800419 h 2053176"/>
              <a:gd name="connsiteX3191" fmla="*/ 5961751 w 12188965"/>
              <a:gd name="connsiteY3191" fmla="*/ 1826077 h 2053176"/>
              <a:gd name="connsiteX3192" fmla="*/ 5936092 w 12188965"/>
              <a:gd name="connsiteY3192" fmla="*/ 1851737 h 2053176"/>
              <a:gd name="connsiteX3193" fmla="*/ 5910435 w 12188965"/>
              <a:gd name="connsiteY3193" fmla="*/ 1826077 h 2053176"/>
              <a:gd name="connsiteX3194" fmla="*/ 5936092 w 12188965"/>
              <a:gd name="connsiteY3194" fmla="*/ 1800419 h 2053176"/>
              <a:gd name="connsiteX3195" fmla="*/ 5871887 w 12188965"/>
              <a:gd name="connsiteY3195" fmla="*/ 1800419 h 2053176"/>
              <a:gd name="connsiteX3196" fmla="*/ 5897547 w 12188965"/>
              <a:gd name="connsiteY3196" fmla="*/ 1826077 h 2053176"/>
              <a:gd name="connsiteX3197" fmla="*/ 5871887 w 12188965"/>
              <a:gd name="connsiteY3197" fmla="*/ 1851737 h 2053176"/>
              <a:gd name="connsiteX3198" fmla="*/ 5846228 w 12188965"/>
              <a:gd name="connsiteY3198" fmla="*/ 1826077 h 2053176"/>
              <a:gd name="connsiteX3199" fmla="*/ 5871887 w 12188965"/>
              <a:gd name="connsiteY3199" fmla="*/ 1800419 h 2053176"/>
              <a:gd name="connsiteX3200" fmla="*/ 5679272 w 12188965"/>
              <a:gd name="connsiteY3200" fmla="*/ 1800419 h 2053176"/>
              <a:gd name="connsiteX3201" fmla="*/ 5704930 w 12188965"/>
              <a:gd name="connsiteY3201" fmla="*/ 1826077 h 2053176"/>
              <a:gd name="connsiteX3202" fmla="*/ 5679272 w 12188965"/>
              <a:gd name="connsiteY3202" fmla="*/ 1851737 h 2053176"/>
              <a:gd name="connsiteX3203" fmla="*/ 5653614 w 12188965"/>
              <a:gd name="connsiteY3203" fmla="*/ 1826077 h 2053176"/>
              <a:gd name="connsiteX3204" fmla="*/ 5679272 w 12188965"/>
              <a:gd name="connsiteY3204" fmla="*/ 1800419 h 2053176"/>
              <a:gd name="connsiteX3205" fmla="*/ 5615066 w 12188965"/>
              <a:gd name="connsiteY3205" fmla="*/ 1800419 h 2053176"/>
              <a:gd name="connsiteX3206" fmla="*/ 5640726 w 12188965"/>
              <a:gd name="connsiteY3206" fmla="*/ 1826077 h 2053176"/>
              <a:gd name="connsiteX3207" fmla="*/ 5615066 w 12188965"/>
              <a:gd name="connsiteY3207" fmla="*/ 1851737 h 2053176"/>
              <a:gd name="connsiteX3208" fmla="*/ 5589407 w 12188965"/>
              <a:gd name="connsiteY3208" fmla="*/ 1826077 h 2053176"/>
              <a:gd name="connsiteX3209" fmla="*/ 5615066 w 12188965"/>
              <a:gd name="connsiteY3209" fmla="*/ 1800419 h 2053176"/>
              <a:gd name="connsiteX3210" fmla="*/ 5550862 w 12188965"/>
              <a:gd name="connsiteY3210" fmla="*/ 1800419 h 2053176"/>
              <a:gd name="connsiteX3211" fmla="*/ 5576520 w 12188965"/>
              <a:gd name="connsiteY3211" fmla="*/ 1826077 h 2053176"/>
              <a:gd name="connsiteX3212" fmla="*/ 5550862 w 12188965"/>
              <a:gd name="connsiteY3212" fmla="*/ 1851737 h 2053176"/>
              <a:gd name="connsiteX3213" fmla="*/ 5525203 w 12188965"/>
              <a:gd name="connsiteY3213" fmla="*/ 1826077 h 2053176"/>
              <a:gd name="connsiteX3214" fmla="*/ 5550862 w 12188965"/>
              <a:gd name="connsiteY3214" fmla="*/ 1800419 h 2053176"/>
              <a:gd name="connsiteX3215" fmla="*/ 5486655 w 12188965"/>
              <a:gd name="connsiteY3215" fmla="*/ 1800419 h 2053176"/>
              <a:gd name="connsiteX3216" fmla="*/ 5512316 w 12188965"/>
              <a:gd name="connsiteY3216" fmla="*/ 1826077 h 2053176"/>
              <a:gd name="connsiteX3217" fmla="*/ 5486655 w 12188965"/>
              <a:gd name="connsiteY3217" fmla="*/ 1851737 h 2053176"/>
              <a:gd name="connsiteX3218" fmla="*/ 5460997 w 12188965"/>
              <a:gd name="connsiteY3218" fmla="*/ 1826077 h 2053176"/>
              <a:gd name="connsiteX3219" fmla="*/ 5486655 w 12188965"/>
              <a:gd name="connsiteY3219" fmla="*/ 1800419 h 2053176"/>
              <a:gd name="connsiteX3220" fmla="*/ 5294040 w 12188965"/>
              <a:gd name="connsiteY3220" fmla="*/ 1800419 h 2053176"/>
              <a:gd name="connsiteX3221" fmla="*/ 5319699 w 12188965"/>
              <a:gd name="connsiteY3221" fmla="*/ 1826077 h 2053176"/>
              <a:gd name="connsiteX3222" fmla="*/ 5294040 w 12188965"/>
              <a:gd name="connsiteY3222" fmla="*/ 1851737 h 2053176"/>
              <a:gd name="connsiteX3223" fmla="*/ 5268382 w 12188965"/>
              <a:gd name="connsiteY3223" fmla="*/ 1826077 h 2053176"/>
              <a:gd name="connsiteX3224" fmla="*/ 5294040 w 12188965"/>
              <a:gd name="connsiteY3224" fmla="*/ 1800419 h 2053176"/>
              <a:gd name="connsiteX3225" fmla="*/ 5229719 w 12188965"/>
              <a:gd name="connsiteY3225" fmla="*/ 1800419 h 2053176"/>
              <a:gd name="connsiteX3226" fmla="*/ 5255377 w 12188965"/>
              <a:gd name="connsiteY3226" fmla="*/ 1826077 h 2053176"/>
              <a:gd name="connsiteX3227" fmla="*/ 5229719 w 12188965"/>
              <a:gd name="connsiteY3227" fmla="*/ 1851737 h 2053176"/>
              <a:gd name="connsiteX3228" fmla="*/ 5204058 w 12188965"/>
              <a:gd name="connsiteY3228" fmla="*/ 1826077 h 2053176"/>
              <a:gd name="connsiteX3229" fmla="*/ 5229719 w 12188965"/>
              <a:gd name="connsiteY3229" fmla="*/ 1800419 h 2053176"/>
              <a:gd name="connsiteX3230" fmla="*/ 5165514 w 12188965"/>
              <a:gd name="connsiteY3230" fmla="*/ 1800419 h 2053176"/>
              <a:gd name="connsiteX3231" fmla="*/ 5191171 w 12188965"/>
              <a:gd name="connsiteY3231" fmla="*/ 1826077 h 2053176"/>
              <a:gd name="connsiteX3232" fmla="*/ 5165514 w 12188965"/>
              <a:gd name="connsiteY3232" fmla="*/ 1851737 h 2053176"/>
              <a:gd name="connsiteX3233" fmla="*/ 5139855 w 12188965"/>
              <a:gd name="connsiteY3233" fmla="*/ 1826077 h 2053176"/>
              <a:gd name="connsiteX3234" fmla="*/ 5165514 w 12188965"/>
              <a:gd name="connsiteY3234" fmla="*/ 1800419 h 2053176"/>
              <a:gd name="connsiteX3235" fmla="*/ 5101309 w 12188965"/>
              <a:gd name="connsiteY3235" fmla="*/ 1800419 h 2053176"/>
              <a:gd name="connsiteX3236" fmla="*/ 5126967 w 12188965"/>
              <a:gd name="connsiteY3236" fmla="*/ 1826077 h 2053176"/>
              <a:gd name="connsiteX3237" fmla="*/ 5101309 w 12188965"/>
              <a:gd name="connsiteY3237" fmla="*/ 1851737 h 2053176"/>
              <a:gd name="connsiteX3238" fmla="*/ 5075649 w 12188965"/>
              <a:gd name="connsiteY3238" fmla="*/ 1826077 h 2053176"/>
              <a:gd name="connsiteX3239" fmla="*/ 5101309 w 12188965"/>
              <a:gd name="connsiteY3239" fmla="*/ 1800419 h 2053176"/>
              <a:gd name="connsiteX3240" fmla="*/ 4972896 w 12188965"/>
              <a:gd name="connsiteY3240" fmla="*/ 1800419 h 2053176"/>
              <a:gd name="connsiteX3241" fmla="*/ 4998557 w 12188965"/>
              <a:gd name="connsiteY3241" fmla="*/ 1826077 h 2053176"/>
              <a:gd name="connsiteX3242" fmla="*/ 4972896 w 12188965"/>
              <a:gd name="connsiteY3242" fmla="*/ 1851737 h 2053176"/>
              <a:gd name="connsiteX3243" fmla="*/ 4947240 w 12188965"/>
              <a:gd name="connsiteY3243" fmla="*/ 1826077 h 2053176"/>
              <a:gd name="connsiteX3244" fmla="*/ 4972896 w 12188965"/>
              <a:gd name="connsiteY3244" fmla="*/ 1800419 h 2053176"/>
              <a:gd name="connsiteX3245" fmla="*/ 4908693 w 12188965"/>
              <a:gd name="connsiteY3245" fmla="*/ 1800419 h 2053176"/>
              <a:gd name="connsiteX3246" fmla="*/ 4934352 w 12188965"/>
              <a:gd name="connsiteY3246" fmla="*/ 1826077 h 2053176"/>
              <a:gd name="connsiteX3247" fmla="*/ 4908693 w 12188965"/>
              <a:gd name="connsiteY3247" fmla="*/ 1851737 h 2053176"/>
              <a:gd name="connsiteX3248" fmla="*/ 4883033 w 12188965"/>
              <a:gd name="connsiteY3248" fmla="*/ 1826077 h 2053176"/>
              <a:gd name="connsiteX3249" fmla="*/ 4908693 w 12188965"/>
              <a:gd name="connsiteY3249" fmla="*/ 1800419 h 2053176"/>
              <a:gd name="connsiteX3250" fmla="*/ 4844487 w 12188965"/>
              <a:gd name="connsiteY3250" fmla="*/ 1800419 h 2053176"/>
              <a:gd name="connsiteX3251" fmla="*/ 4870146 w 12188965"/>
              <a:gd name="connsiteY3251" fmla="*/ 1826077 h 2053176"/>
              <a:gd name="connsiteX3252" fmla="*/ 4844487 w 12188965"/>
              <a:gd name="connsiteY3252" fmla="*/ 1851737 h 2053176"/>
              <a:gd name="connsiteX3253" fmla="*/ 4818828 w 12188965"/>
              <a:gd name="connsiteY3253" fmla="*/ 1826077 h 2053176"/>
              <a:gd name="connsiteX3254" fmla="*/ 4844487 w 12188965"/>
              <a:gd name="connsiteY3254" fmla="*/ 1800419 h 2053176"/>
              <a:gd name="connsiteX3255" fmla="*/ 4780282 w 12188965"/>
              <a:gd name="connsiteY3255" fmla="*/ 1800419 h 2053176"/>
              <a:gd name="connsiteX3256" fmla="*/ 4805941 w 12188965"/>
              <a:gd name="connsiteY3256" fmla="*/ 1826077 h 2053176"/>
              <a:gd name="connsiteX3257" fmla="*/ 4780282 w 12188965"/>
              <a:gd name="connsiteY3257" fmla="*/ 1851737 h 2053176"/>
              <a:gd name="connsiteX3258" fmla="*/ 4754622 w 12188965"/>
              <a:gd name="connsiteY3258" fmla="*/ 1826077 h 2053176"/>
              <a:gd name="connsiteX3259" fmla="*/ 4780282 w 12188965"/>
              <a:gd name="connsiteY3259" fmla="*/ 1800419 h 2053176"/>
              <a:gd name="connsiteX3260" fmla="*/ 4587666 w 12188965"/>
              <a:gd name="connsiteY3260" fmla="*/ 1800419 h 2053176"/>
              <a:gd name="connsiteX3261" fmla="*/ 4613324 w 12188965"/>
              <a:gd name="connsiteY3261" fmla="*/ 1826077 h 2053176"/>
              <a:gd name="connsiteX3262" fmla="*/ 4587666 w 12188965"/>
              <a:gd name="connsiteY3262" fmla="*/ 1851737 h 2053176"/>
              <a:gd name="connsiteX3263" fmla="*/ 4562007 w 12188965"/>
              <a:gd name="connsiteY3263" fmla="*/ 1826077 h 2053176"/>
              <a:gd name="connsiteX3264" fmla="*/ 4587666 w 12188965"/>
              <a:gd name="connsiteY3264" fmla="*/ 1800419 h 2053176"/>
              <a:gd name="connsiteX3265" fmla="*/ 4523461 w 12188965"/>
              <a:gd name="connsiteY3265" fmla="*/ 1800419 h 2053176"/>
              <a:gd name="connsiteX3266" fmla="*/ 4549121 w 12188965"/>
              <a:gd name="connsiteY3266" fmla="*/ 1826077 h 2053176"/>
              <a:gd name="connsiteX3267" fmla="*/ 4523461 w 12188965"/>
              <a:gd name="connsiteY3267" fmla="*/ 1851737 h 2053176"/>
              <a:gd name="connsiteX3268" fmla="*/ 4497802 w 12188965"/>
              <a:gd name="connsiteY3268" fmla="*/ 1826077 h 2053176"/>
              <a:gd name="connsiteX3269" fmla="*/ 4523461 w 12188965"/>
              <a:gd name="connsiteY3269" fmla="*/ 1800419 h 2053176"/>
              <a:gd name="connsiteX3270" fmla="*/ 4459256 w 12188965"/>
              <a:gd name="connsiteY3270" fmla="*/ 1800419 h 2053176"/>
              <a:gd name="connsiteX3271" fmla="*/ 4484914 w 12188965"/>
              <a:gd name="connsiteY3271" fmla="*/ 1826077 h 2053176"/>
              <a:gd name="connsiteX3272" fmla="*/ 4459256 w 12188965"/>
              <a:gd name="connsiteY3272" fmla="*/ 1851737 h 2053176"/>
              <a:gd name="connsiteX3273" fmla="*/ 4433596 w 12188965"/>
              <a:gd name="connsiteY3273" fmla="*/ 1826077 h 2053176"/>
              <a:gd name="connsiteX3274" fmla="*/ 4459256 w 12188965"/>
              <a:gd name="connsiteY3274" fmla="*/ 1800419 h 2053176"/>
              <a:gd name="connsiteX3275" fmla="*/ 4395050 w 12188965"/>
              <a:gd name="connsiteY3275" fmla="*/ 1800419 h 2053176"/>
              <a:gd name="connsiteX3276" fmla="*/ 4420710 w 12188965"/>
              <a:gd name="connsiteY3276" fmla="*/ 1826077 h 2053176"/>
              <a:gd name="connsiteX3277" fmla="*/ 4395050 w 12188965"/>
              <a:gd name="connsiteY3277" fmla="*/ 1851737 h 2053176"/>
              <a:gd name="connsiteX3278" fmla="*/ 4369391 w 12188965"/>
              <a:gd name="connsiteY3278" fmla="*/ 1826077 h 2053176"/>
              <a:gd name="connsiteX3279" fmla="*/ 4395050 w 12188965"/>
              <a:gd name="connsiteY3279" fmla="*/ 1800419 h 2053176"/>
              <a:gd name="connsiteX3280" fmla="*/ 4202435 w 12188965"/>
              <a:gd name="connsiteY3280" fmla="*/ 1800419 h 2053176"/>
              <a:gd name="connsiteX3281" fmla="*/ 4228093 w 12188965"/>
              <a:gd name="connsiteY3281" fmla="*/ 1826077 h 2053176"/>
              <a:gd name="connsiteX3282" fmla="*/ 4202435 w 12188965"/>
              <a:gd name="connsiteY3282" fmla="*/ 1851737 h 2053176"/>
              <a:gd name="connsiteX3283" fmla="*/ 4176776 w 12188965"/>
              <a:gd name="connsiteY3283" fmla="*/ 1826077 h 2053176"/>
              <a:gd name="connsiteX3284" fmla="*/ 4202435 w 12188965"/>
              <a:gd name="connsiteY3284" fmla="*/ 1800419 h 2053176"/>
              <a:gd name="connsiteX3285" fmla="*/ 4138112 w 12188965"/>
              <a:gd name="connsiteY3285" fmla="*/ 1800419 h 2053176"/>
              <a:gd name="connsiteX3286" fmla="*/ 4163773 w 12188965"/>
              <a:gd name="connsiteY3286" fmla="*/ 1826077 h 2053176"/>
              <a:gd name="connsiteX3287" fmla="*/ 4138112 w 12188965"/>
              <a:gd name="connsiteY3287" fmla="*/ 1851737 h 2053176"/>
              <a:gd name="connsiteX3288" fmla="*/ 4112454 w 12188965"/>
              <a:gd name="connsiteY3288" fmla="*/ 1826077 h 2053176"/>
              <a:gd name="connsiteX3289" fmla="*/ 4138112 w 12188965"/>
              <a:gd name="connsiteY3289" fmla="*/ 1800419 h 2053176"/>
              <a:gd name="connsiteX3290" fmla="*/ 4073908 w 12188965"/>
              <a:gd name="connsiteY3290" fmla="*/ 1800419 h 2053176"/>
              <a:gd name="connsiteX3291" fmla="*/ 4099565 w 12188965"/>
              <a:gd name="connsiteY3291" fmla="*/ 1826077 h 2053176"/>
              <a:gd name="connsiteX3292" fmla="*/ 4073908 w 12188965"/>
              <a:gd name="connsiteY3292" fmla="*/ 1851737 h 2053176"/>
              <a:gd name="connsiteX3293" fmla="*/ 4048248 w 12188965"/>
              <a:gd name="connsiteY3293" fmla="*/ 1826077 h 2053176"/>
              <a:gd name="connsiteX3294" fmla="*/ 4073908 w 12188965"/>
              <a:gd name="connsiteY3294" fmla="*/ 1800419 h 2053176"/>
              <a:gd name="connsiteX3295" fmla="*/ 4009702 w 12188965"/>
              <a:gd name="connsiteY3295" fmla="*/ 1800419 h 2053176"/>
              <a:gd name="connsiteX3296" fmla="*/ 4035362 w 12188965"/>
              <a:gd name="connsiteY3296" fmla="*/ 1826077 h 2053176"/>
              <a:gd name="connsiteX3297" fmla="*/ 4009702 w 12188965"/>
              <a:gd name="connsiteY3297" fmla="*/ 1851737 h 2053176"/>
              <a:gd name="connsiteX3298" fmla="*/ 3984043 w 12188965"/>
              <a:gd name="connsiteY3298" fmla="*/ 1826077 h 2053176"/>
              <a:gd name="connsiteX3299" fmla="*/ 4009702 w 12188965"/>
              <a:gd name="connsiteY3299" fmla="*/ 1800419 h 2053176"/>
              <a:gd name="connsiteX3300" fmla="*/ 3881291 w 12188965"/>
              <a:gd name="connsiteY3300" fmla="*/ 1800419 h 2053176"/>
              <a:gd name="connsiteX3301" fmla="*/ 3906950 w 12188965"/>
              <a:gd name="connsiteY3301" fmla="*/ 1826077 h 2053176"/>
              <a:gd name="connsiteX3302" fmla="*/ 3881291 w 12188965"/>
              <a:gd name="connsiteY3302" fmla="*/ 1851737 h 2053176"/>
              <a:gd name="connsiteX3303" fmla="*/ 3855633 w 12188965"/>
              <a:gd name="connsiteY3303" fmla="*/ 1826077 h 2053176"/>
              <a:gd name="connsiteX3304" fmla="*/ 3881291 w 12188965"/>
              <a:gd name="connsiteY3304" fmla="*/ 1800419 h 2053176"/>
              <a:gd name="connsiteX3305" fmla="*/ 3817085 w 12188965"/>
              <a:gd name="connsiteY3305" fmla="*/ 1800419 h 2053176"/>
              <a:gd name="connsiteX3306" fmla="*/ 3842745 w 12188965"/>
              <a:gd name="connsiteY3306" fmla="*/ 1826077 h 2053176"/>
              <a:gd name="connsiteX3307" fmla="*/ 3817085 w 12188965"/>
              <a:gd name="connsiteY3307" fmla="*/ 1851737 h 2053176"/>
              <a:gd name="connsiteX3308" fmla="*/ 3791427 w 12188965"/>
              <a:gd name="connsiteY3308" fmla="*/ 1826077 h 2053176"/>
              <a:gd name="connsiteX3309" fmla="*/ 3817085 w 12188965"/>
              <a:gd name="connsiteY3309" fmla="*/ 1800419 h 2053176"/>
              <a:gd name="connsiteX3310" fmla="*/ 3752882 w 12188965"/>
              <a:gd name="connsiteY3310" fmla="*/ 1800419 h 2053176"/>
              <a:gd name="connsiteX3311" fmla="*/ 3778539 w 12188965"/>
              <a:gd name="connsiteY3311" fmla="*/ 1826077 h 2053176"/>
              <a:gd name="connsiteX3312" fmla="*/ 3752882 w 12188965"/>
              <a:gd name="connsiteY3312" fmla="*/ 1851737 h 2053176"/>
              <a:gd name="connsiteX3313" fmla="*/ 3727221 w 12188965"/>
              <a:gd name="connsiteY3313" fmla="*/ 1826077 h 2053176"/>
              <a:gd name="connsiteX3314" fmla="*/ 3752882 w 12188965"/>
              <a:gd name="connsiteY3314" fmla="*/ 1800419 h 2053176"/>
              <a:gd name="connsiteX3315" fmla="*/ 3688674 w 12188965"/>
              <a:gd name="connsiteY3315" fmla="*/ 1800419 h 2053176"/>
              <a:gd name="connsiteX3316" fmla="*/ 3714335 w 12188965"/>
              <a:gd name="connsiteY3316" fmla="*/ 1826077 h 2053176"/>
              <a:gd name="connsiteX3317" fmla="*/ 3688674 w 12188965"/>
              <a:gd name="connsiteY3317" fmla="*/ 1851737 h 2053176"/>
              <a:gd name="connsiteX3318" fmla="*/ 3663017 w 12188965"/>
              <a:gd name="connsiteY3318" fmla="*/ 1826077 h 2053176"/>
              <a:gd name="connsiteX3319" fmla="*/ 3688674 w 12188965"/>
              <a:gd name="connsiteY3319" fmla="*/ 1800419 h 2053176"/>
              <a:gd name="connsiteX3320" fmla="*/ 3496060 w 12188965"/>
              <a:gd name="connsiteY3320" fmla="*/ 1800419 h 2053176"/>
              <a:gd name="connsiteX3321" fmla="*/ 3521719 w 12188965"/>
              <a:gd name="connsiteY3321" fmla="*/ 1826077 h 2053176"/>
              <a:gd name="connsiteX3322" fmla="*/ 3496060 w 12188965"/>
              <a:gd name="connsiteY3322" fmla="*/ 1851737 h 2053176"/>
              <a:gd name="connsiteX3323" fmla="*/ 3470400 w 12188965"/>
              <a:gd name="connsiteY3323" fmla="*/ 1826077 h 2053176"/>
              <a:gd name="connsiteX3324" fmla="*/ 3496060 w 12188965"/>
              <a:gd name="connsiteY3324" fmla="*/ 1800419 h 2053176"/>
              <a:gd name="connsiteX3325" fmla="*/ 3431855 w 12188965"/>
              <a:gd name="connsiteY3325" fmla="*/ 1800419 h 2053176"/>
              <a:gd name="connsiteX3326" fmla="*/ 3457512 w 12188965"/>
              <a:gd name="connsiteY3326" fmla="*/ 1826077 h 2053176"/>
              <a:gd name="connsiteX3327" fmla="*/ 3431855 w 12188965"/>
              <a:gd name="connsiteY3327" fmla="*/ 1851737 h 2053176"/>
              <a:gd name="connsiteX3328" fmla="*/ 3406196 w 12188965"/>
              <a:gd name="connsiteY3328" fmla="*/ 1826077 h 2053176"/>
              <a:gd name="connsiteX3329" fmla="*/ 3431855 w 12188965"/>
              <a:gd name="connsiteY3329" fmla="*/ 1800419 h 2053176"/>
              <a:gd name="connsiteX3330" fmla="*/ 3367649 w 12188965"/>
              <a:gd name="connsiteY3330" fmla="*/ 1800419 h 2053176"/>
              <a:gd name="connsiteX3331" fmla="*/ 3393308 w 12188965"/>
              <a:gd name="connsiteY3331" fmla="*/ 1826077 h 2053176"/>
              <a:gd name="connsiteX3332" fmla="*/ 3367649 w 12188965"/>
              <a:gd name="connsiteY3332" fmla="*/ 1851737 h 2053176"/>
              <a:gd name="connsiteX3333" fmla="*/ 3341990 w 12188965"/>
              <a:gd name="connsiteY3333" fmla="*/ 1826077 h 2053176"/>
              <a:gd name="connsiteX3334" fmla="*/ 3367649 w 12188965"/>
              <a:gd name="connsiteY3334" fmla="*/ 1800419 h 2053176"/>
              <a:gd name="connsiteX3335" fmla="*/ 3303444 w 12188965"/>
              <a:gd name="connsiteY3335" fmla="*/ 1800419 h 2053176"/>
              <a:gd name="connsiteX3336" fmla="*/ 3329102 w 12188965"/>
              <a:gd name="connsiteY3336" fmla="*/ 1826077 h 2053176"/>
              <a:gd name="connsiteX3337" fmla="*/ 3303444 w 12188965"/>
              <a:gd name="connsiteY3337" fmla="*/ 1851737 h 2053176"/>
              <a:gd name="connsiteX3338" fmla="*/ 3277785 w 12188965"/>
              <a:gd name="connsiteY3338" fmla="*/ 1826077 h 2053176"/>
              <a:gd name="connsiteX3339" fmla="*/ 3303444 w 12188965"/>
              <a:gd name="connsiteY3339" fmla="*/ 1800419 h 2053176"/>
              <a:gd name="connsiteX3340" fmla="*/ 3110828 w 12188965"/>
              <a:gd name="connsiteY3340" fmla="*/ 1800419 h 2053176"/>
              <a:gd name="connsiteX3341" fmla="*/ 3136487 w 12188965"/>
              <a:gd name="connsiteY3341" fmla="*/ 1826077 h 2053176"/>
              <a:gd name="connsiteX3342" fmla="*/ 3110828 w 12188965"/>
              <a:gd name="connsiteY3342" fmla="*/ 1851737 h 2053176"/>
              <a:gd name="connsiteX3343" fmla="*/ 3085170 w 12188965"/>
              <a:gd name="connsiteY3343" fmla="*/ 1826077 h 2053176"/>
              <a:gd name="connsiteX3344" fmla="*/ 3110828 w 12188965"/>
              <a:gd name="connsiteY3344" fmla="*/ 1800419 h 2053176"/>
              <a:gd name="connsiteX3345" fmla="*/ 3046623 w 12188965"/>
              <a:gd name="connsiteY3345" fmla="*/ 1800419 h 2053176"/>
              <a:gd name="connsiteX3346" fmla="*/ 3072282 w 12188965"/>
              <a:gd name="connsiteY3346" fmla="*/ 1826077 h 2053176"/>
              <a:gd name="connsiteX3347" fmla="*/ 3046623 w 12188965"/>
              <a:gd name="connsiteY3347" fmla="*/ 1851737 h 2053176"/>
              <a:gd name="connsiteX3348" fmla="*/ 3020964 w 12188965"/>
              <a:gd name="connsiteY3348" fmla="*/ 1826077 h 2053176"/>
              <a:gd name="connsiteX3349" fmla="*/ 3046623 w 12188965"/>
              <a:gd name="connsiteY3349" fmla="*/ 1800419 h 2053176"/>
              <a:gd name="connsiteX3350" fmla="*/ 2982301 w 12188965"/>
              <a:gd name="connsiteY3350" fmla="*/ 1800419 h 2053176"/>
              <a:gd name="connsiteX3351" fmla="*/ 3007960 w 12188965"/>
              <a:gd name="connsiteY3351" fmla="*/ 1826077 h 2053176"/>
              <a:gd name="connsiteX3352" fmla="*/ 2982301 w 12188965"/>
              <a:gd name="connsiteY3352" fmla="*/ 1851737 h 2053176"/>
              <a:gd name="connsiteX3353" fmla="*/ 2956642 w 12188965"/>
              <a:gd name="connsiteY3353" fmla="*/ 1826077 h 2053176"/>
              <a:gd name="connsiteX3354" fmla="*/ 2982301 w 12188965"/>
              <a:gd name="connsiteY3354" fmla="*/ 1800419 h 2053176"/>
              <a:gd name="connsiteX3355" fmla="*/ 2918096 w 12188965"/>
              <a:gd name="connsiteY3355" fmla="*/ 1800419 h 2053176"/>
              <a:gd name="connsiteX3356" fmla="*/ 2943755 w 12188965"/>
              <a:gd name="connsiteY3356" fmla="*/ 1826077 h 2053176"/>
              <a:gd name="connsiteX3357" fmla="*/ 2918096 w 12188965"/>
              <a:gd name="connsiteY3357" fmla="*/ 1851737 h 2053176"/>
              <a:gd name="connsiteX3358" fmla="*/ 2892438 w 12188965"/>
              <a:gd name="connsiteY3358" fmla="*/ 1826077 h 2053176"/>
              <a:gd name="connsiteX3359" fmla="*/ 2918096 w 12188965"/>
              <a:gd name="connsiteY3359" fmla="*/ 1800419 h 2053176"/>
              <a:gd name="connsiteX3360" fmla="*/ 2789686 w 12188965"/>
              <a:gd name="connsiteY3360" fmla="*/ 1800419 h 2053176"/>
              <a:gd name="connsiteX3361" fmla="*/ 2815344 w 12188965"/>
              <a:gd name="connsiteY3361" fmla="*/ 1826077 h 2053176"/>
              <a:gd name="connsiteX3362" fmla="*/ 2789686 w 12188965"/>
              <a:gd name="connsiteY3362" fmla="*/ 1851737 h 2053176"/>
              <a:gd name="connsiteX3363" fmla="*/ 2764027 w 12188965"/>
              <a:gd name="connsiteY3363" fmla="*/ 1826077 h 2053176"/>
              <a:gd name="connsiteX3364" fmla="*/ 2789686 w 12188965"/>
              <a:gd name="connsiteY3364" fmla="*/ 1800419 h 2053176"/>
              <a:gd name="connsiteX3365" fmla="*/ 2725480 w 12188965"/>
              <a:gd name="connsiteY3365" fmla="*/ 1800419 h 2053176"/>
              <a:gd name="connsiteX3366" fmla="*/ 2751140 w 12188965"/>
              <a:gd name="connsiteY3366" fmla="*/ 1826077 h 2053176"/>
              <a:gd name="connsiteX3367" fmla="*/ 2725480 w 12188965"/>
              <a:gd name="connsiteY3367" fmla="*/ 1851737 h 2053176"/>
              <a:gd name="connsiteX3368" fmla="*/ 2699821 w 12188965"/>
              <a:gd name="connsiteY3368" fmla="*/ 1826077 h 2053176"/>
              <a:gd name="connsiteX3369" fmla="*/ 2725480 w 12188965"/>
              <a:gd name="connsiteY3369" fmla="*/ 1800419 h 2053176"/>
              <a:gd name="connsiteX3370" fmla="*/ 2597069 w 12188965"/>
              <a:gd name="connsiteY3370" fmla="*/ 1800419 h 2053176"/>
              <a:gd name="connsiteX3371" fmla="*/ 2622729 w 12188965"/>
              <a:gd name="connsiteY3371" fmla="*/ 1826077 h 2053176"/>
              <a:gd name="connsiteX3372" fmla="*/ 2597069 w 12188965"/>
              <a:gd name="connsiteY3372" fmla="*/ 1851737 h 2053176"/>
              <a:gd name="connsiteX3373" fmla="*/ 2571410 w 12188965"/>
              <a:gd name="connsiteY3373" fmla="*/ 1826077 h 2053176"/>
              <a:gd name="connsiteX3374" fmla="*/ 2597069 w 12188965"/>
              <a:gd name="connsiteY3374" fmla="*/ 1800419 h 2053176"/>
              <a:gd name="connsiteX3375" fmla="*/ 2404454 w 12188965"/>
              <a:gd name="connsiteY3375" fmla="*/ 1800419 h 2053176"/>
              <a:gd name="connsiteX3376" fmla="*/ 2430112 w 12188965"/>
              <a:gd name="connsiteY3376" fmla="*/ 1826077 h 2053176"/>
              <a:gd name="connsiteX3377" fmla="*/ 2404454 w 12188965"/>
              <a:gd name="connsiteY3377" fmla="*/ 1851737 h 2053176"/>
              <a:gd name="connsiteX3378" fmla="*/ 2378795 w 12188965"/>
              <a:gd name="connsiteY3378" fmla="*/ 1826077 h 2053176"/>
              <a:gd name="connsiteX3379" fmla="*/ 2404454 w 12188965"/>
              <a:gd name="connsiteY3379" fmla="*/ 1800419 h 2053176"/>
              <a:gd name="connsiteX3380" fmla="*/ 2340249 w 12188965"/>
              <a:gd name="connsiteY3380" fmla="*/ 1800419 h 2053176"/>
              <a:gd name="connsiteX3381" fmla="*/ 2365908 w 12188965"/>
              <a:gd name="connsiteY3381" fmla="*/ 1826077 h 2053176"/>
              <a:gd name="connsiteX3382" fmla="*/ 2340249 w 12188965"/>
              <a:gd name="connsiteY3382" fmla="*/ 1851737 h 2053176"/>
              <a:gd name="connsiteX3383" fmla="*/ 2314590 w 12188965"/>
              <a:gd name="connsiteY3383" fmla="*/ 1826077 h 2053176"/>
              <a:gd name="connsiteX3384" fmla="*/ 2340249 w 12188965"/>
              <a:gd name="connsiteY3384" fmla="*/ 1800419 h 2053176"/>
              <a:gd name="connsiteX3385" fmla="*/ 2276044 w 12188965"/>
              <a:gd name="connsiteY3385" fmla="*/ 1800419 h 2053176"/>
              <a:gd name="connsiteX3386" fmla="*/ 2301702 w 12188965"/>
              <a:gd name="connsiteY3386" fmla="*/ 1826077 h 2053176"/>
              <a:gd name="connsiteX3387" fmla="*/ 2276044 w 12188965"/>
              <a:gd name="connsiteY3387" fmla="*/ 1851737 h 2053176"/>
              <a:gd name="connsiteX3388" fmla="*/ 2250385 w 12188965"/>
              <a:gd name="connsiteY3388" fmla="*/ 1826077 h 2053176"/>
              <a:gd name="connsiteX3389" fmla="*/ 2276044 w 12188965"/>
              <a:gd name="connsiteY3389" fmla="*/ 1800419 h 2053176"/>
              <a:gd name="connsiteX3390" fmla="*/ 2211838 w 12188965"/>
              <a:gd name="connsiteY3390" fmla="*/ 1800419 h 2053176"/>
              <a:gd name="connsiteX3391" fmla="*/ 2237497 w 12188965"/>
              <a:gd name="connsiteY3391" fmla="*/ 1826077 h 2053176"/>
              <a:gd name="connsiteX3392" fmla="*/ 2211838 w 12188965"/>
              <a:gd name="connsiteY3392" fmla="*/ 1851737 h 2053176"/>
              <a:gd name="connsiteX3393" fmla="*/ 2186178 w 12188965"/>
              <a:gd name="connsiteY3393" fmla="*/ 1826077 h 2053176"/>
              <a:gd name="connsiteX3394" fmla="*/ 2211838 w 12188965"/>
              <a:gd name="connsiteY3394" fmla="*/ 1800419 h 2053176"/>
              <a:gd name="connsiteX3395" fmla="*/ 2019222 w 12188965"/>
              <a:gd name="connsiteY3395" fmla="*/ 1800419 h 2053176"/>
              <a:gd name="connsiteX3396" fmla="*/ 2044880 w 12188965"/>
              <a:gd name="connsiteY3396" fmla="*/ 1826077 h 2053176"/>
              <a:gd name="connsiteX3397" fmla="*/ 2019222 w 12188965"/>
              <a:gd name="connsiteY3397" fmla="*/ 1851737 h 2053176"/>
              <a:gd name="connsiteX3398" fmla="*/ 1993563 w 12188965"/>
              <a:gd name="connsiteY3398" fmla="*/ 1826077 h 2053176"/>
              <a:gd name="connsiteX3399" fmla="*/ 2019222 w 12188965"/>
              <a:gd name="connsiteY3399" fmla="*/ 1800419 h 2053176"/>
              <a:gd name="connsiteX3400" fmla="*/ 1955016 w 12188965"/>
              <a:gd name="connsiteY3400" fmla="*/ 1800419 h 2053176"/>
              <a:gd name="connsiteX3401" fmla="*/ 1980676 w 12188965"/>
              <a:gd name="connsiteY3401" fmla="*/ 1826077 h 2053176"/>
              <a:gd name="connsiteX3402" fmla="*/ 1955016 w 12188965"/>
              <a:gd name="connsiteY3402" fmla="*/ 1851737 h 2053176"/>
              <a:gd name="connsiteX3403" fmla="*/ 1929358 w 12188965"/>
              <a:gd name="connsiteY3403" fmla="*/ 1826077 h 2053176"/>
              <a:gd name="connsiteX3404" fmla="*/ 1955016 w 12188965"/>
              <a:gd name="connsiteY3404" fmla="*/ 1800419 h 2053176"/>
              <a:gd name="connsiteX3405" fmla="*/ 1890696 w 12188965"/>
              <a:gd name="connsiteY3405" fmla="*/ 1800419 h 2053176"/>
              <a:gd name="connsiteX3406" fmla="*/ 1916355 w 12188965"/>
              <a:gd name="connsiteY3406" fmla="*/ 1826077 h 2053176"/>
              <a:gd name="connsiteX3407" fmla="*/ 1890696 w 12188965"/>
              <a:gd name="connsiteY3407" fmla="*/ 1851737 h 2053176"/>
              <a:gd name="connsiteX3408" fmla="*/ 1865037 w 12188965"/>
              <a:gd name="connsiteY3408" fmla="*/ 1826077 h 2053176"/>
              <a:gd name="connsiteX3409" fmla="*/ 1890696 w 12188965"/>
              <a:gd name="connsiteY3409" fmla="*/ 1800419 h 2053176"/>
              <a:gd name="connsiteX3410" fmla="*/ 1826490 w 12188965"/>
              <a:gd name="connsiteY3410" fmla="*/ 1800419 h 2053176"/>
              <a:gd name="connsiteX3411" fmla="*/ 1852149 w 12188965"/>
              <a:gd name="connsiteY3411" fmla="*/ 1826077 h 2053176"/>
              <a:gd name="connsiteX3412" fmla="*/ 1826490 w 12188965"/>
              <a:gd name="connsiteY3412" fmla="*/ 1851737 h 2053176"/>
              <a:gd name="connsiteX3413" fmla="*/ 1800830 w 12188965"/>
              <a:gd name="connsiteY3413" fmla="*/ 1826077 h 2053176"/>
              <a:gd name="connsiteX3414" fmla="*/ 1826490 w 12188965"/>
              <a:gd name="connsiteY3414" fmla="*/ 1800419 h 2053176"/>
              <a:gd name="connsiteX3415" fmla="*/ 1698080 w 12188965"/>
              <a:gd name="connsiteY3415" fmla="*/ 1800419 h 2053176"/>
              <a:gd name="connsiteX3416" fmla="*/ 1723738 w 12188965"/>
              <a:gd name="connsiteY3416" fmla="*/ 1826077 h 2053176"/>
              <a:gd name="connsiteX3417" fmla="*/ 1698080 w 12188965"/>
              <a:gd name="connsiteY3417" fmla="*/ 1851737 h 2053176"/>
              <a:gd name="connsiteX3418" fmla="*/ 1672420 w 12188965"/>
              <a:gd name="connsiteY3418" fmla="*/ 1826077 h 2053176"/>
              <a:gd name="connsiteX3419" fmla="*/ 1698080 w 12188965"/>
              <a:gd name="connsiteY3419" fmla="*/ 1800419 h 2053176"/>
              <a:gd name="connsiteX3420" fmla="*/ 1633874 w 12188965"/>
              <a:gd name="connsiteY3420" fmla="*/ 1800419 h 2053176"/>
              <a:gd name="connsiteX3421" fmla="*/ 1659533 w 12188965"/>
              <a:gd name="connsiteY3421" fmla="*/ 1826077 h 2053176"/>
              <a:gd name="connsiteX3422" fmla="*/ 1633874 w 12188965"/>
              <a:gd name="connsiteY3422" fmla="*/ 1851737 h 2053176"/>
              <a:gd name="connsiteX3423" fmla="*/ 1608216 w 12188965"/>
              <a:gd name="connsiteY3423" fmla="*/ 1826077 h 2053176"/>
              <a:gd name="connsiteX3424" fmla="*/ 1633874 w 12188965"/>
              <a:gd name="connsiteY3424" fmla="*/ 1800419 h 2053176"/>
              <a:gd name="connsiteX3425" fmla="*/ 1569669 w 12188965"/>
              <a:gd name="connsiteY3425" fmla="*/ 1800419 h 2053176"/>
              <a:gd name="connsiteX3426" fmla="*/ 1595328 w 12188965"/>
              <a:gd name="connsiteY3426" fmla="*/ 1826077 h 2053176"/>
              <a:gd name="connsiteX3427" fmla="*/ 1569669 w 12188965"/>
              <a:gd name="connsiteY3427" fmla="*/ 1851737 h 2053176"/>
              <a:gd name="connsiteX3428" fmla="*/ 1544010 w 12188965"/>
              <a:gd name="connsiteY3428" fmla="*/ 1826077 h 2053176"/>
              <a:gd name="connsiteX3429" fmla="*/ 1569669 w 12188965"/>
              <a:gd name="connsiteY3429" fmla="*/ 1800419 h 2053176"/>
              <a:gd name="connsiteX3430" fmla="*/ 1505464 w 12188965"/>
              <a:gd name="connsiteY3430" fmla="*/ 1800419 h 2053176"/>
              <a:gd name="connsiteX3431" fmla="*/ 1531123 w 12188965"/>
              <a:gd name="connsiteY3431" fmla="*/ 1826077 h 2053176"/>
              <a:gd name="connsiteX3432" fmla="*/ 1505464 w 12188965"/>
              <a:gd name="connsiteY3432" fmla="*/ 1851737 h 2053176"/>
              <a:gd name="connsiteX3433" fmla="*/ 1479806 w 12188965"/>
              <a:gd name="connsiteY3433" fmla="*/ 1826077 h 2053176"/>
              <a:gd name="connsiteX3434" fmla="*/ 1505464 w 12188965"/>
              <a:gd name="connsiteY3434" fmla="*/ 1800419 h 2053176"/>
              <a:gd name="connsiteX3435" fmla="*/ 1312848 w 12188965"/>
              <a:gd name="connsiteY3435" fmla="*/ 1800419 h 2053176"/>
              <a:gd name="connsiteX3436" fmla="*/ 1338507 w 12188965"/>
              <a:gd name="connsiteY3436" fmla="*/ 1826077 h 2053176"/>
              <a:gd name="connsiteX3437" fmla="*/ 1312848 w 12188965"/>
              <a:gd name="connsiteY3437" fmla="*/ 1851737 h 2053176"/>
              <a:gd name="connsiteX3438" fmla="*/ 1287190 w 12188965"/>
              <a:gd name="connsiteY3438" fmla="*/ 1826077 h 2053176"/>
              <a:gd name="connsiteX3439" fmla="*/ 1312848 w 12188965"/>
              <a:gd name="connsiteY3439" fmla="*/ 1800419 h 2053176"/>
              <a:gd name="connsiteX3440" fmla="*/ 1248643 w 12188965"/>
              <a:gd name="connsiteY3440" fmla="*/ 1800419 h 2053176"/>
              <a:gd name="connsiteX3441" fmla="*/ 1274302 w 12188965"/>
              <a:gd name="connsiteY3441" fmla="*/ 1826077 h 2053176"/>
              <a:gd name="connsiteX3442" fmla="*/ 1248643 w 12188965"/>
              <a:gd name="connsiteY3442" fmla="*/ 1851737 h 2053176"/>
              <a:gd name="connsiteX3443" fmla="*/ 1222984 w 12188965"/>
              <a:gd name="connsiteY3443" fmla="*/ 1826077 h 2053176"/>
              <a:gd name="connsiteX3444" fmla="*/ 1248643 w 12188965"/>
              <a:gd name="connsiteY3444" fmla="*/ 1800419 h 2053176"/>
              <a:gd name="connsiteX3445" fmla="*/ 1184437 w 12188965"/>
              <a:gd name="connsiteY3445" fmla="*/ 1800419 h 2053176"/>
              <a:gd name="connsiteX3446" fmla="*/ 1210096 w 12188965"/>
              <a:gd name="connsiteY3446" fmla="*/ 1826077 h 2053176"/>
              <a:gd name="connsiteX3447" fmla="*/ 1184437 w 12188965"/>
              <a:gd name="connsiteY3447" fmla="*/ 1851737 h 2053176"/>
              <a:gd name="connsiteX3448" fmla="*/ 1158780 w 12188965"/>
              <a:gd name="connsiteY3448" fmla="*/ 1826077 h 2053176"/>
              <a:gd name="connsiteX3449" fmla="*/ 1184437 w 12188965"/>
              <a:gd name="connsiteY3449" fmla="*/ 1800419 h 2053176"/>
              <a:gd name="connsiteX3450" fmla="*/ 1120233 w 12188965"/>
              <a:gd name="connsiteY3450" fmla="*/ 1800419 h 2053176"/>
              <a:gd name="connsiteX3451" fmla="*/ 1145892 w 12188965"/>
              <a:gd name="connsiteY3451" fmla="*/ 1826077 h 2053176"/>
              <a:gd name="connsiteX3452" fmla="*/ 1120233 w 12188965"/>
              <a:gd name="connsiteY3452" fmla="*/ 1851737 h 2053176"/>
              <a:gd name="connsiteX3453" fmla="*/ 1094573 w 12188965"/>
              <a:gd name="connsiteY3453" fmla="*/ 1826077 h 2053176"/>
              <a:gd name="connsiteX3454" fmla="*/ 1120233 w 12188965"/>
              <a:gd name="connsiteY3454" fmla="*/ 1800419 h 2053176"/>
              <a:gd name="connsiteX3455" fmla="*/ 927616 w 12188965"/>
              <a:gd name="connsiteY3455" fmla="*/ 1800419 h 2053176"/>
              <a:gd name="connsiteX3456" fmla="*/ 953275 w 12188965"/>
              <a:gd name="connsiteY3456" fmla="*/ 1826077 h 2053176"/>
              <a:gd name="connsiteX3457" fmla="*/ 927616 w 12188965"/>
              <a:gd name="connsiteY3457" fmla="*/ 1851737 h 2053176"/>
              <a:gd name="connsiteX3458" fmla="*/ 901957 w 12188965"/>
              <a:gd name="connsiteY3458" fmla="*/ 1826077 h 2053176"/>
              <a:gd name="connsiteX3459" fmla="*/ 927616 w 12188965"/>
              <a:gd name="connsiteY3459" fmla="*/ 1800419 h 2053176"/>
              <a:gd name="connsiteX3460" fmla="*/ 863411 w 12188965"/>
              <a:gd name="connsiteY3460" fmla="*/ 1800419 h 2053176"/>
              <a:gd name="connsiteX3461" fmla="*/ 889071 w 12188965"/>
              <a:gd name="connsiteY3461" fmla="*/ 1826077 h 2053176"/>
              <a:gd name="connsiteX3462" fmla="*/ 863411 w 12188965"/>
              <a:gd name="connsiteY3462" fmla="*/ 1851737 h 2053176"/>
              <a:gd name="connsiteX3463" fmla="*/ 837752 w 12188965"/>
              <a:gd name="connsiteY3463" fmla="*/ 1826077 h 2053176"/>
              <a:gd name="connsiteX3464" fmla="*/ 863411 w 12188965"/>
              <a:gd name="connsiteY3464" fmla="*/ 1800419 h 2053176"/>
              <a:gd name="connsiteX3465" fmla="*/ 799089 w 12188965"/>
              <a:gd name="connsiteY3465" fmla="*/ 1800419 h 2053176"/>
              <a:gd name="connsiteX3466" fmla="*/ 824748 w 12188965"/>
              <a:gd name="connsiteY3466" fmla="*/ 1826077 h 2053176"/>
              <a:gd name="connsiteX3467" fmla="*/ 799089 w 12188965"/>
              <a:gd name="connsiteY3467" fmla="*/ 1851737 h 2053176"/>
              <a:gd name="connsiteX3468" fmla="*/ 773432 w 12188965"/>
              <a:gd name="connsiteY3468" fmla="*/ 1826077 h 2053176"/>
              <a:gd name="connsiteX3469" fmla="*/ 799089 w 12188965"/>
              <a:gd name="connsiteY3469" fmla="*/ 1800419 h 2053176"/>
              <a:gd name="connsiteX3470" fmla="*/ 734885 w 12188965"/>
              <a:gd name="connsiteY3470" fmla="*/ 1800419 h 2053176"/>
              <a:gd name="connsiteX3471" fmla="*/ 760544 w 12188965"/>
              <a:gd name="connsiteY3471" fmla="*/ 1826077 h 2053176"/>
              <a:gd name="connsiteX3472" fmla="*/ 734885 w 12188965"/>
              <a:gd name="connsiteY3472" fmla="*/ 1851737 h 2053176"/>
              <a:gd name="connsiteX3473" fmla="*/ 709225 w 12188965"/>
              <a:gd name="connsiteY3473" fmla="*/ 1826077 h 2053176"/>
              <a:gd name="connsiteX3474" fmla="*/ 734885 w 12188965"/>
              <a:gd name="connsiteY3474" fmla="*/ 1800419 h 2053176"/>
              <a:gd name="connsiteX3475" fmla="*/ 606475 w 12188965"/>
              <a:gd name="connsiteY3475" fmla="*/ 1800419 h 2053176"/>
              <a:gd name="connsiteX3476" fmla="*/ 632134 w 12188965"/>
              <a:gd name="connsiteY3476" fmla="*/ 1826077 h 2053176"/>
              <a:gd name="connsiteX3477" fmla="*/ 606475 w 12188965"/>
              <a:gd name="connsiteY3477" fmla="*/ 1851737 h 2053176"/>
              <a:gd name="connsiteX3478" fmla="*/ 580815 w 12188965"/>
              <a:gd name="connsiteY3478" fmla="*/ 1826077 h 2053176"/>
              <a:gd name="connsiteX3479" fmla="*/ 606475 w 12188965"/>
              <a:gd name="connsiteY3479" fmla="*/ 1800419 h 2053176"/>
              <a:gd name="connsiteX3480" fmla="*/ 542268 w 12188965"/>
              <a:gd name="connsiteY3480" fmla="*/ 1800419 h 2053176"/>
              <a:gd name="connsiteX3481" fmla="*/ 567927 w 12188965"/>
              <a:gd name="connsiteY3481" fmla="*/ 1826077 h 2053176"/>
              <a:gd name="connsiteX3482" fmla="*/ 542268 w 12188965"/>
              <a:gd name="connsiteY3482" fmla="*/ 1851737 h 2053176"/>
              <a:gd name="connsiteX3483" fmla="*/ 516610 w 12188965"/>
              <a:gd name="connsiteY3483" fmla="*/ 1826077 h 2053176"/>
              <a:gd name="connsiteX3484" fmla="*/ 542268 w 12188965"/>
              <a:gd name="connsiteY3484" fmla="*/ 1800419 h 2053176"/>
              <a:gd name="connsiteX3485" fmla="*/ 478063 w 12188965"/>
              <a:gd name="connsiteY3485" fmla="*/ 1800419 h 2053176"/>
              <a:gd name="connsiteX3486" fmla="*/ 503724 w 12188965"/>
              <a:gd name="connsiteY3486" fmla="*/ 1826077 h 2053176"/>
              <a:gd name="connsiteX3487" fmla="*/ 478063 w 12188965"/>
              <a:gd name="connsiteY3487" fmla="*/ 1851737 h 2053176"/>
              <a:gd name="connsiteX3488" fmla="*/ 452404 w 12188965"/>
              <a:gd name="connsiteY3488" fmla="*/ 1826077 h 2053176"/>
              <a:gd name="connsiteX3489" fmla="*/ 478063 w 12188965"/>
              <a:gd name="connsiteY3489" fmla="*/ 1800419 h 2053176"/>
              <a:gd name="connsiteX3490" fmla="*/ 413858 w 12188965"/>
              <a:gd name="connsiteY3490" fmla="*/ 1800419 h 2053176"/>
              <a:gd name="connsiteX3491" fmla="*/ 439517 w 12188965"/>
              <a:gd name="connsiteY3491" fmla="*/ 1826077 h 2053176"/>
              <a:gd name="connsiteX3492" fmla="*/ 413858 w 12188965"/>
              <a:gd name="connsiteY3492" fmla="*/ 1851737 h 2053176"/>
              <a:gd name="connsiteX3493" fmla="*/ 388200 w 12188965"/>
              <a:gd name="connsiteY3493" fmla="*/ 1826077 h 2053176"/>
              <a:gd name="connsiteX3494" fmla="*/ 413858 w 12188965"/>
              <a:gd name="connsiteY3494" fmla="*/ 1800419 h 2053176"/>
              <a:gd name="connsiteX3495" fmla="*/ 346686 w 12188965"/>
              <a:gd name="connsiteY3495" fmla="*/ 1800419 h 2053176"/>
              <a:gd name="connsiteX3496" fmla="*/ 372344 w 12188965"/>
              <a:gd name="connsiteY3496" fmla="*/ 1826077 h 2053176"/>
              <a:gd name="connsiteX3497" fmla="*/ 346686 w 12188965"/>
              <a:gd name="connsiteY3497" fmla="*/ 1851737 h 2053176"/>
              <a:gd name="connsiteX3498" fmla="*/ 321027 w 12188965"/>
              <a:gd name="connsiteY3498" fmla="*/ 1826077 h 2053176"/>
              <a:gd name="connsiteX3499" fmla="*/ 346686 w 12188965"/>
              <a:gd name="connsiteY3499" fmla="*/ 1800419 h 2053176"/>
              <a:gd name="connsiteX3500" fmla="*/ 282480 w 12188965"/>
              <a:gd name="connsiteY3500" fmla="*/ 1800419 h 2053176"/>
              <a:gd name="connsiteX3501" fmla="*/ 308138 w 12188965"/>
              <a:gd name="connsiteY3501" fmla="*/ 1826077 h 2053176"/>
              <a:gd name="connsiteX3502" fmla="*/ 282480 w 12188965"/>
              <a:gd name="connsiteY3502" fmla="*/ 1851737 h 2053176"/>
              <a:gd name="connsiteX3503" fmla="*/ 256820 w 12188965"/>
              <a:gd name="connsiteY3503" fmla="*/ 1826077 h 2053176"/>
              <a:gd name="connsiteX3504" fmla="*/ 282480 w 12188965"/>
              <a:gd name="connsiteY3504" fmla="*/ 1800419 h 2053176"/>
              <a:gd name="connsiteX3505" fmla="*/ 218274 w 12188965"/>
              <a:gd name="connsiteY3505" fmla="*/ 1800419 h 2053176"/>
              <a:gd name="connsiteX3506" fmla="*/ 243932 w 12188965"/>
              <a:gd name="connsiteY3506" fmla="*/ 1826077 h 2053176"/>
              <a:gd name="connsiteX3507" fmla="*/ 218274 w 12188965"/>
              <a:gd name="connsiteY3507" fmla="*/ 1851737 h 2053176"/>
              <a:gd name="connsiteX3508" fmla="*/ 192615 w 12188965"/>
              <a:gd name="connsiteY3508" fmla="*/ 1826077 h 2053176"/>
              <a:gd name="connsiteX3509" fmla="*/ 218274 w 12188965"/>
              <a:gd name="connsiteY3509" fmla="*/ 1800419 h 2053176"/>
              <a:gd name="connsiteX3510" fmla="*/ 154069 w 12188965"/>
              <a:gd name="connsiteY3510" fmla="*/ 1800419 h 2053176"/>
              <a:gd name="connsiteX3511" fmla="*/ 179727 w 12188965"/>
              <a:gd name="connsiteY3511" fmla="*/ 1826077 h 2053176"/>
              <a:gd name="connsiteX3512" fmla="*/ 154069 w 12188965"/>
              <a:gd name="connsiteY3512" fmla="*/ 1851737 h 2053176"/>
              <a:gd name="connsiteX3513" fmla="*/ 128410 w 12188965"/>
              <a:gd name="connsiteY3513" fmla="*/ 1826077 h 2053176"/>
              <a:gd name="connsiteX3514" fmla="*/ 154069 w 12188965"/>
              <a:gd name="connsiteY3514" fmla="*/ 1800419 h 2053176"/>
              <a:gd name="connsiteX3515" fmla="*/ 12099103 w 12188965"/>
              <a:gd name="connsiteY3515" fmla="*/ 1800418 h 2053176"/>
              <a:gd name="connsiteX3516" fmla="*/ 12124761 w 12188965"/>
              <a:gd name="connsiteY3516" fmla="*/ 1826077 h 2053176"/>
              <a:gd name="connsiteX3517" fmla="*/ 12099103 w 12188965"/>
              <a:gd name="connsiteY3517" fmla="*/ 1851736 h 2053176"/>
              <a:gd name="connsiteX3518" fmla="*/ 12073441 w 12188965"/>
              <a:gd name="connsiteY3518" fmla="*/ 1826077 h 2053176"/>
              <a:gd name="connsiteX3519" fmla="*/ 12099103 w 12188965"/>
              <a:gd name="connsiteY3519" fmla="*/ 1800418 h 2053176"/>
              <a:gd name="connsiteX3520" fmla="*/ 11518287 w 12188965"/>
              <a:gd name="connsiteY3520" fmla="*/ 1800418 h 2053176"/>
              <a:gd name="connsiteX3521" fmla="*/ 11543945 w 12188965"/>
              <a:gd name="connsiteY3521" fmla="*/ 1826077 h 2053176"/>
              <a:gd name="connsiteX3522" fmla="*/ 11518287 w 12188965"/>
              <a:gd name="connsiteY3522" fmla="*/ 1851736 h 2053176"/>
              <a:gd name="connsiteX3523" fmla="*/ 11492627 w 12188965"/>
              <a:gd name="connsiteY3523" fmla="*/ 1826077 h 2053176"/>
              <a:gd name="connsiteX3524" fmla="*/ 11518287 w 12188965"/>
              <a:gd name="connsiteY3524" fmla="*/ 1800418 h 2053176"/>
              <a:gd name="connsiteX3525" fmla="*/ 11454081 w 12188965"/>
              <a:gd name="connsiteY3525" fmla="*/ 1800418 h 2053176"/>
              <a:gd name="connsiteX3526" fmla="*/ 11479739 w 12188965"/>
              <a:gd name="connsiteY3526" fmla="*/ 1826077 h 2053176"/>
              <a:gd name="connsiteX3527" fmla="*/ 11454081 w 12188965"/>
              <a:gd name="connsiteY3527" fmla="*/ 1851736 h 2053176"/>
              <a:gd name="connsiteX3528" fmla="*/ 11428421 w 12188965"/>
              <a:gd name="connsiteY3528" fmla="*/ 1826077 h 2053176"/>
              <a:gd name="connsiteX3529" fmla="*/ 11454081 w 12188965"/>
              <a:gd name="connsiteY3529" fmla="*/ 1800418 h 2053176"/>
              <a:gd name="connsiteX3530" fmla="*/ 11133055 w 12188965"/>
              <a:gd name="connsiteY3530" fmla="*/ 1800418 h 2053176"/>
              <a:gd name="connsiteX3531" fmla="*/ 11158713 w 12188965"/>
              <a:gd name="connsiteY3531" fmla="*/ 1826077 h 2053176"/>
              <a:gd name="connsiteX3532" fmla="*/ 11133055 w 12188965"/>
              <a:gd name="connsiteY3532" fmla="*/ 1851736 h 2053176"/>
              <a:gd name="connsiteX3533" fmla="*/ 11107396 w 12188965"/>
              <a:gd name="connsiteY3533" fmla="*/ 1826077 h 2053176"/>
              <a:gd name="connsiteX3534" fmla="*/ 11133055 w 12188965"/>
              <a:gd name="connsiteY3534" fmla="*/ 1800418 h 2053176"/>
              <a:gd name="connsiteX3535" fmla="*/ 11068848 w 12188965"/>
              <a:gd name="connsiteY3535" fmla="*/ 1800418 h 2053176"/>
              <a:gd name="connsiteX3536" fmla="*/ 11094509 w 12188965"/>
              <a:gd name="connsiteY3536" fmla="*/ 1826077 h 2053176"/>
              <a:gd name="connsiteX3537" fmla="*/ 11068848 w 12188965"/>
              <a:gd name="connsiteY3537" fmla="*/ 1851736 h 2053176"/>
              <a:gd name="connsiteX3538" fmla="*/ 11043189 w 12188965"/>
              <a:gd name="connsiteY3538" fmla="*/ 1826077 h 2053176"/>
              <a:gd name="connsiteX3539" fmla="*/ 11068848 w 12188965"/>
              <a:gd name="connsiteY3539" fmla="*/ 1800418 h 2053176"/>
              <a:gd name="connsiteX3540" fmla="*/ 10747708 w 12188965"/>
              <a:gd name="connsiteY3540" fmla="*/ 1800418 h 2053176"/>
              <a:gd name="connsiteX3541" fmla="*/ 10773366 w 12188965"/>
              <a:gd name="connsiteY3541" fmla="*/ 1826077 h 2053176"/>
              <a:gd name="connsiteX3542" fmla="*/ 10747708 w 12188965"/>
              <a:gd name="connsiteY3542" fmla="*/ 1851736 h 2053176"/>
              <a:gd name="connsiteX3543" fmla="*/ 10722047 w 12188965"/>
              <a:gd name="connsiteY3543" fmla="*/ 1826077 h 2053176"/>
              <a:gd name="connsiteX3544" fmla="*/ 10747708 w 12188965"/>
              <a:gd name="connsiteY3544" fmla="*/ 1800418 h 2053176"/>
              <a:gd name="connsiteX3545" fmla="*/ 10426681 w 12188965"/>
              <a:gd name="connsiteY3545" fmla="*/ 1800418 h 2053176"/>
              <a:gd name="connsiteX3546" fmla="*/ 10452339 w 12188965"/>
              <a:gd name="connsiteY3546" fmla="*/ 1826077 h 2053176"/>
              <a:gd name="connsiteX3547" fmla="*/ 10426681 w 12188965"/>
              <a:gd name="connsiteY3547" fmla="*/ 1851736 h 2053176"/>
              <a:gd name="connsiteX3548" fmla="*/ 10401023 w 12188965"/>
              <a:gd name="connsiteY3548" fmla="*/ 1826077 h 2053176"/>
              <a:gd name="connsiteX3549" fmla="*/ 10426681 w 12188965"/>
              <a:gd name="connsiteY3549" fmla="*/ 1800418 h 2053176"/>
              <a:gd name="connsiteX3550" fmla="*/ 10362474 w 12188965"/>
              <a:gd name="connsiteY3550" fmla="*/ 1800418 h 2053176"/>
              <a:gd name="connsiteX3551" fmla="*/ 10388135 w 12188965"/>
              <a:gd name="connsiteY3551" fmla="*/ 1826077 h 2053176"/>
              <a:gd name="connsiteX3552" fmla="*/ 10362474 w 12188965"/>
              <a:gd name="connsiteY3552" fmla="*/ 1851736 h 2053176"/>
              <a:gd name="connsiteX3553" fmla="*/ 10336816 w 12188965"/>
              <a:gd name="connsiteY3553" fmla="*/ 1826077 h 2053176"/>
              <a:gd name="connsiteX3554" fmla="*/ 10362474 w 12188965"/>
              <a:gd name="connsiteY3554" fmla="*/ 1800418 h 2053176"/>
              <a:gd name="connsiteX3555" fmla="*/ 10041450 w 12188965"/>
              <a:gd name="connsiteY3555" fmla="*/ 1800418 h 2053176"/>
              <a:gd name="connsiteX3556" fmla="*/ 10067108 w 12188965"/>
              <a:gd name="connsiteY3556" fmla="*/ 1826077 h 2053176"/>
              <a:gd name="connsiteX3557" fmla="*/ 10041450 w 12188965"/>
              <a:gd name="connsiteY3557" fmla="*/ 1851736 h 2053176"/>
              <a:gd name="connsiteX3558" fmla="*/ 10015789 w 12188965"/>
              <a:gd name="connsiteY3558" fmla="*/ 1826077 h 2053176"/>
              <a:gd name="connsiteX3559" fmla="*/ 10041450 w 12188965"/>
              <a:gd name="connsiteY3559" fmla="*/ 1800418 h 2053176"/>
              <a:gd name="connsiteX3560" fmla="*/ 9977242 w 12188965"/>
              <a:gd name="connsiteY3560" fmla="*/ 1800418 h 2053176"/>
              <a:gd name="connsiteX3561" fmla="*/ 10002903 w 12188965"/>
              <a:gd name="connsiteY3561" fmla="*/ 1826077 h 2053176"/>
              <a:gd name="connsiteX3562" fmla="*/ 9977242 w 12188965"/>
              <a:gd name="connsiteY3562" fmla="*/ 1851736 h 2053176"/>
              <a:gd name="connsiteX3563" fmla="*/ 9951584 w 12188965"/>
              <a:gd name="connsiteY3563" fmla="*/ 1826077 h 2053176"/>
              <a:gd name="connsiteX3564" fmla="*/ 9977242 w 12188965"/>
              <a:gd name="connsiteY3564" fmla="*/ 1800418 h 2053176"/>
              <a:gd name="connsiteX3565" fmla="*/ 9656100 w 12188965"/>
              <a:gd name="connsiteY3565" fmla="*/ 1800418 h 2053176"/>
              <a:gd name="connsiteX3566" fmla="*/ 9681758 w 12188965"/>
              <a:gd name="connsiteY3566" fmla="*/ 1826077 h 2053176"/>
              <a:gd name="connsiteX3567" fmla="*/ 9656100 w 12188965"/>
              <a:gd name="connsiteY3567" fmla="*/ 1851736 h 2053176"/>
              <a:gd name="connsiteX3568" fmla="*/ 9630442 w 12188965"/>
              <a:gd name="connsiteY3568" fmla="*/ 1826077 h 2053176"/>
              <a:gd name="connsiteX3569" fmla="*/ 9656100 w 12188965"/>
              <a:gd name="connsiteY3569" fmla="*/ 1800418 h 2053176"/>
              <a:gd name="connsiteX3570" fmla="*/ 9335073 w 12188965"/>
              <a:gd name="connsiteY3570" fmla="*/ 1800418 h 2053176"/>
              <a:gd name="connsiteX3571" fmla="*/ 9360734 w 12188965"/>
              <a:gd name="connsiteY3571" fmla="*/ 1826077 h 2053176"/>
              <a:gd name="connsiteX3572" fmla="*/ 9335073 w 12188965"/>
              <a:gd name="connsiteY3572" fmla="*/ 1851736 h 2053176"/>
              <a:gd name="connsiteX3573" fmla="*/ 9309415 w 12188965"/>
              <a:gd name="connsiteY3573" fmla="*/ 1826077 h 2053176"/>
              <a:gd name="connsiteX3574" fmla="*/ 9335073 w 12188965"/>
              <a:gd name="connsiteY3574" fmla="*/ 1800418 h 2053176"/>
              <a:gd name="connsiteX3575" fmla="*/ 9270869 w 12188965"/>
              <a:gd name="connsiteY3575" fmla="*/ 1800418 h 2053176"/>
              <a:gd name="connsiteX3576" fmla="*/ 9296527 w 12188965"/>
              <a:gd name="connsiteY3576" fmla="*/ 1826077 h 2053176"/>
              <a:gd name="connsiteX3577" fmla="*/ 9270869 w 12188965"/>
              <a:gd name="connsiteY3577" fmla="*/ 1851736 h 2053176"/>
              <a:gd name="connsiteX3578" fmla="*/ 9245211 w 12188965"/>
              <a:gd name="connsiteY3578" fmla="*/ 1826077 h 2053176"/>
              <a:gd name="connsiteX3579" fmla="*/ 9270869 w 12188965"/>
              <a:gd name="connsiteY3579" fmla="*/ 1800418 h 2053176"/>
              <a:gd name="connsiteX3580" fmla="*/ 8949842 w 12188965"/>
              <a:gd name="connsiteY3580" fmla="*/ 1800418 h 2053176"/>
              <a:gd name="connsiteX3581" fmla="*/ 8975503 w 12188965"/>
              <a:gd name="connsiteY3581" fmla="*/ 1826077 h 2053176"/>
              <a:gd name="connsiteX3582" fmla="*/ 8949842 w 12188965"/>
              <a:gd name="connsiteY3582" fmla="*/ 1851736 h 2053176"/>
              <a:gd name="connsiteX3583" fmla="*/ 8924183 w 12188965"/>
              <a:gd name="connsiteY3583" fmla="*/ 1826077 h 2053176"/>
              <a:gd name="connsiteX3584" fmla="*/ 8949842 w 12188965"/>
              <a:gd name="connsiteY3584" fmla="*/ 1800418 h 2053176"/>
              <a:gd name="connsiteX3585" fmla="*/ 8885637 w 12188965"/>
              <a:gd name="connsiteY3585" fmla="*/ 1800418 h 2053176"/>
              <a:gd name="connsiteX3586" fmla="*/ 8911296 w 12188965"/>
              <a:gd name="connsiteY3586" fmla="*/ 1826077 h 2053176"/>
              <a:gd name="connsiteX3587" fmla="*/ 8885637 w 12188965"/>
              <a:gd name="connsiteY3587" fmla="*/ 1851736 h 2053176"/>
              <a:gd name="connsiteX3588" fmla="*/ 8859979 w 12188965"/>
              <a:gd name="connsiteY3588" fmla="*/ 1826077 h 2053176"/>
              <a:gd name="connsiteX3589" fmla="*/ 8885637 w 12188965"/>
              <a:gd name="connsiteY3589" fmla="*/ 1800418 h 2053176"/>
              <a:gd name="connsiteX3590" fmla="*/ 8564495 w 12188965"/>
              <a:gd name="connsiteY3590" fmla="*/ 1800418 h 2053176"/>
              <a:gd name="connsiteX3591" fmla="*/ 8590153 w 12188965"/>
              <a:gd name="connsiteY3591" fmla="*/ 1826077 h 2053176"/>
              <a:gd name="connsiteX3592" fmla="*/ 8564495 w 12188965"/>
              <a:gd name="connsiteY3592" fmla="*/ 1851736 h 2053176"/>
              <a:gd name="connsiteX3593" fmla="*/ 8538837 w 12188965"/>
              <a:gd name="connsiteY3593" fmla="*/ 1826077 h 2053176"/>
              <a:gd name="connsiteX3594" fmla="*/ 8564495 w 12188965"/>
              <a:gd name="connsiteY3594" fmla="*/ 1800418 h 2053176"/>
              <a:gd name="connsiteX3595" fmla="*/ 8243468 w 12188965"/>
              <a:gd name="connsiteY3595" fmla="*/ 1800418 h 2053176"/>
              <a:gd name="connsiteX3596" fmla="*/ 8269126 w 12188965"/>
              <a:gd name="connsiteY3596" fmla="*/ 1826077 h 2053176"/>
              <a:gd name="connsiteX3597" fmla="*/ 8243468 w 12188965"/>
              <a:gd name="connsiteY3597" fmla="*/ 1851736 h 2053176"/>
              <a:gd name="connsiteX3598" fmla="*/ 8217810 w 12188965"/>
              <a:gd name="connsiteY3598" fmla="*/ 1826077 h 2053176"/>
              <a:gd name="connsiteX3599" fmla="*/ 8243468 w 12188965"/>
              <a:gd name="connsiteY3599" fmla="*/ 1800418 h 2053176"/>
              <a:gd name="connsiteX3600" fmla="*/ 8179264 w 12188965"/>
              <a:gd name="connsiteY3600" fmla="*/ 1800418 h 2053176"/>
              <a:gd name="connsiteX3601" fmla="*/ 8204922 w 12188965"/>
              <a:gd name="connsiteY3601" fmla="*/ 1826077 h 2053176"/>
              <a:gd name="connsiteX3602" fmla="*/ 8179264 w 12188965"/>
              <a:gd name="connsiteY3602" fmla="*/ 1851736 h 2053176"/>
              <a:gd name="connsiteX3603" fmla="*/ 8153603 w 12188965"/>
              <a:gd name="connsiteY3603" fmla="*/ 1826077 h 2053176"/>
              <a:gd name="connsiteX3604" fmla="*/ 8179264 w 12188965"/>
              <a:gd name="connsiteY3604" fmla="*/ 1800418 h 2053176"/>
              <a:gd name="connsiteX3605" fmla="*/ 7858237 w 12188965"/>
              <a:gd name="connsiteY3605" fmla="*/ 1800418 h 2053176"/>
              <a:gd name="connsiteX3606" fmla="*/ 7883895 w 12188965"/>
              <a:gd name="connsiteY3606" fmla="*/ 1826077 h 2053176"/>
              <a:gd name="connsiteX3607" fmla="*/ 7858237 w 12188965"/>
              <a:gd name="connsiteY3607" fmla="*/ 1851736 h 2053176"/>
              <a:gd name="connsiteX3608" fmla="*/ 7832578 w 12188965"/>
              <a:gd name="connsiteY3608" fmla="*/ 1826077 h 2053176"/>
              <a:gd name="connsiteX3609" fmla="*/ 7858237 w 12188965"/>
              <a:gd name="connsiteY3609" fmla="*/ 1800418 h 2053176"/>
              <a:gd name="connsiteX3610" fmla="*/ 7794032 w 12188965"/>
              <a:gd name="connsiteY3610" fmla="*/ 1800418 h 2053176"/>
              <a:gd name="connsiteX3611" fmla="*/ 7819690 w 12188965"/>
              <a:gd name="connsiteY3611" fmla="*/ 1826077 h 2053176"/>
              <a:gd name="connsiteX3612" fmla="*/ 7794032 w 12188965"/>
              <a:gd name="connsiteY3612" fmla="*/ 1851736 h 2053176"/>
              <a:gd name="connsiteX3613" fmla="*/ 7768371 w 12188965"/>
              <a:gd name="connsiteY3613" fmla="*/ 1826077 h 2053176"/>
              <a:gd name="connsiteX3614" fmla="*/ 7794032 w 12188965"/>
              <a:gd name="connsiteY3614" fmla="*/ 1800418 h 2053176"/>
              <a:gd name="connsiteX3615" fmla="*/ 7472890 w 12188965"/>
              <a:gd name="connsiteY3615" fmla="*/ 1800418 h 2053176"/>
              <a:gd name="connsiteX3616" fmla="*/ 7498548 w 12188965"/>
              <a:gd name="connsiteY3616" fmla="*/ 1826077 h 2053176"/>
              <a:gd name="connsiteX3617" fmla="*/ 7472890 w 12188965"/>
              <a:gd name="connsiteY3617" fmla="*/ 1851736 h 2053176"/>
              <a:gd name="connsiteX3618" fmla="*/ 7447229 w 12188965"/>
              <a:gd name="connsiteY3618" fmla="*/ 1826077 h 2053176"/>
              <a:gd name="connsiteX3619" fmla="*/ 7472890 w 12188965"/>
              <a:gd name="connsiteY3619" fmla="*/ 1800418 h 2053176"/>
              <a:gd name="connsiteX3620" fmla="*/ 7151863 w 12188965"/>
              <a:gd name="connsiteY3620" fmla="*/ 1800418 h 2053176"/>
              <a:gd name="connsiteX3621" fmla="*/ 7177521 w 12188965"/>
              <a:gd name="connsiteY3621" fmla="*/ 1826077 h 2053176"/>
              <a:gd name="connsiteX3622" fmla="*/ 7151863 w 12188965"/>
              <a:gd name="connsiteY3622" fmla="*/ 1851736 h 2053176"/>
              <a:gd name="connsiteX3623" fmla="*/ 7126205 w 12188965"/>
              <a:gd name="connsiteY3623" fmla="*/ 1826077 h 2053176"/>
              <a:gd name="connsiteX3624" fmla="*/ 7151863 w 12188965"/>
              <a:gd name="connsiteY3624" fmla="*/ 1800418 h 2053176"/>
              <a:gd name="connsiteX3625" fmla="*/ 7087658 w 12188965"/>
              <a:gd name="connsiteY3625" fmla="*/ 1800418 h 2053176"/>
              <a:gd name="connsiteX3626" fmla="*/ 7113317 w 12188965"/>
              <a:gd name="connsiteY3626" fmla="*/ 1826077 h 2053176"/>
              <a:gd name="connsiteX3627" fmla="*/ 7087658 w 12188965"/>
              <a:gd name="connsiteY3627" fmla="*/ 1851736 h 2053176"/>
              <a:gd name="connsiteX3628" fmla="*/ 7061998 w 12188965"/>
              <a:gd name="connsiteY3628" fmla="*/ 1826077 h 2053176"/>
              <a:gd name="connsiteX3629" fmla="*/ 7087658 w 12188965"/>
              <a:gd name="connsiteY3629" fmla="*/ 1800418 h 2053176"/>
              <a:gd name="connsiteX3630" fmla="*/ 6766631 w 12188965"/>
              <a:gd name="connsiteY3630" fmla="*/ 1800418 h 2053176"/>
              <a:gd name="connsiteX3631" fmla="*/ 6792290 w 12188965"/>
              <a:gd name="connsiteY3631" fmla="*/ 1826077 h 2053176"/>
              <a:gd name="connsiteX3632" fmla="*/ 6766631 w 12188965"/>
              <a:gd name="connsiteY3632" fmla="*/ 1851736 h 2053176"/>
              <a:gd name="connsiteX3633" fmla="*/ 6740973 w 12188965"/>
              <a:gd name="connsiteY3633" fmla="*/ 1826077 h 2053176"/>
              <a:gd name="connsiteX3634" fmla="*/ 6766631 w 12188965"/>
              <a:gd name="connsiteY3634" fmla="*/ 1800418 h 2053176"/>
              <a:gd name="connsiteX3635" fmla="*/ 6702427 w 12188965"/>
              <a:gd name="connsiteY3635" fmla="*/ 1800418 h 2053176"/>
              <a:gd name="connsiteX3636" fmla="*/ 6728085 w 12188965"/>
              <a:gd name="connsiteY3636" fmla="*/ 1826077 h 2053176"/>
              <a:gd name="connsiteX3637" fmla="*/ 6702427 w 12188965"/>
              <a:gd name="connsiteY3637" fmla="*/ 1851736 h 2053176"/>
              <a:gd name="connsiteX3638" fmla="*/ 6676766 w 12188965"/>
              <a:gd name="connsiteY3638" fmla="*/ 1826077 h 2053176"/>
              <a:gd name="connsiteX3639" fmla="*/ 6702427 w 12188965"/>
              <a:gd name="connsiteY3639" fmla="*/ 1800418 h 2053176"/>
              <a:gd name="connsiteX3640" fmla="*/ 6381282 w 12188965"/>
              <a:gd name="connsiteY3640" fmla="*/ 1800418 h 2053176"/>
              <a:gd name="connsiteX3641" fmla="*/ 6406943 w 12188965"/>
              <a:gd name="connsiteY3641" fmla="*/ 1826077 h 2053176"/>
              <a:gd name="connsiteX3642" fmla="*/ 6381282 w 12188965"/>
              <a:gd name="connsiteY3642" fmla="*/ 1851736 h 2053176"/>
              <a:gd name="connsiteX3643" fmla="*/ 6355624 w 12188965"/>
              <a:gd name="connsiteY3643" fmla="*/ 1826077 h 2053176"/>
              <a:gd name="connsiteX3644" fmla="*/ 6381282 w 12188965"/>
              <a:gd name="connsiteY3644" fmla="*/ 1800418 h 2053176"/>
              <a:gd name="connsiteX3645" fmla="*/ 5807683 w 12188965"/>
              <a:gd name="connsiteY3645" fmla="*/ 1800418 h 2053176"/>
              <a:gd name="connsiteX3646" fmla="*/ 5833341 w 12188965"/>
              <a:gd name="connsiteY3646" fmla="*/ 1826077 h 2053176"/>
              <a:gd name="connsiteX3647" fmla="*/ 5807683 w 12188965"/>
              <a:gd name="connsiteY3647" fmla="*/ 1851736 h 2053176"/>
              <a:gd name="connsiteX3648" fmla="*/ 5782024 w 12188965"/>
              <a:gd name="connsiteY3648" fmla="*/ 1826077 h 2053176"/>
              <a:gd name="connsiteX3649" fmla="*/ 5807683 w 12188965"/>
              <a:gd name="connsiteY3649" fmla="*/ 1800418 h 2053176"/>
              <a:gd name="connsiteX3650" fmla="*/ 5743477 w 12188965"/>
              <a:gd name="connsiteY3650" fmla="*/ 1800418 h 2053176"/>
              <a:gd name="connsiteX3651" fmla="*/ 5769136 w 12188965"/>
              <a:gd name="connsiteY3651" fmla="*/ 1826077 h 2053176"/>
              <a:gd name="connsiteX3652" fmla="*/ 5743477 w 12188965"/>
              <a:gd name="connsiteY3652" fmla="*/ 1851736 h 2053176"/>
              <a:gd name="connsiteX3653" fmla="*/ 5717818 w 12188965"/>
              <a:gd name="connsiteY3653" fmla="*/ 1826077 h 2053176"/>
              <a:gd name="connsiteX3654" fmla="*/ 5743477 w 12188965"/>
              <a:gd name="connsiteY3654" fmla="*/ 1800418 h 2053176"/>
              <a:gd name="connsiteX3655" fmla="*/ 5422451 w 12188965"/>
              <a:gd name="connsiteY3655" fmla="*/ 1800418 h 2053176"/>
              <a:gd name="connsiteX3656" fmla="*/ 5448109 w 12188965"/>
              <a:gd name="connsiteY3656" fmla="*/ 1826077 h 2053176"/>
              <a:gd name="connsiteX3657" fmla="*/ 5422451 w 12188965"/>
              <a:gd name="connsiteY3657" fmla="*/ 1851736 h 2053176"/>
              <a:gd name="connsiteX3658" fmla="*/ 5396791 w 12188965"/>
              <a:gd name="connsiteY3658" fmla="*/ 1826077 h 2053176"/>
              <a:gd name="connsiteX3659" fmla="*/ 5422451 w 12188965"/>
              <a:gd name="connsiteY3659" fmla="*/ 1800418 h 2053176"/>
              <a:gd name="connsiteX3660" fmla="*/ 5358245 w 12188965"/>
              <a:gd name="connsiteY3660" fmla="*/ 1800418 h 2053176"/>
              <a:gd name="connsiteX3661" fmla="*/ 5383904 w 12188965"/>
              <a:gd name="connsiteY3661" fmla="*/ 1826077 h 2053176"/>
              <a:gd name="connsiteX3662" fmla="*/ 5358245 w 12188965"/>
              <a:gd name="connsiteY3662" fmla="*/ 1851736 h 2053176"/>
              <a:gd name="connsiteX3663" fmla="*/ 5332587 w 12188965"/>
              <a:gd name="connsiteY3663" fmla="*/ 1826077 h 2053176"/>
              <a:gd name="connsiteX3664" fmla="*/ 5358245 w 12188965"/>
              <a:gd name="connsiteY3664" fmla="*/ 1800418 h 2053176"/>
              <a:gd name="connsiteX3665" fmla="*/ 5037104 w 12188965"/>
              <a:gd name="connsiteY3665" fmla="*/ 1800418 h 2053176"/>
              <a:gd name="connsiteX3666" fmla="*/ 5062762 w 12188965"/>
              <a:gd name="connsiteY3666" fmla="*/ 1826077 h 2053176"/>
              <a:gd name="connsiteX3667" fmla="*/ 5037104 w 12188965"/>
              <a:gd name="connsiteY3667" fmla="*/ 1851736 h 2053176"/>
              <a:gd name="connsiteX3668" fmla="*/ 5011444 w 12188965"/>
              <a:gd name="connsiteY3668" fmla="*/ 1826077 h 2053176"/>
              <a:gd name="connsiteX3669" fmla="*/ 5037104 w 12188965"/>
              <a:gd name="connsiteY3669" fmla="*/ 1800418 h 2053176"/>
              <a:gd name="connsiteX3670" fmla="*/ 4716077 w 12188965"/>
              <a:gd name="connsiteY3670" fmla="*/ 1800418 h 2053176"/>
              <a:gd name="connsiteX3671" fmla="*/ 4741736 w 12188965"/>
              <a:gd name="connsiteY3671" fmla="*/ 1826077 h 2053176"/>
              <a:gd name="connsiteX3672" fmla="*/ 4716077 w 12188965"/>
              <a:gd name="connsiteY3672" fmla="*/ 1851736 h 2053176"/>
              <a:gd name="connsiteX3673" fmla="*/ 4690419 w 12188965"/>
              <a:gd name="connsiteY3673" fmla="*/ 1826077 h 2053176"/>
              <a:gd name="connsiteX3674" fmla="*/ 4716077 w 12188965"/>
              <a:gd name="connsiteY3674" fmla="*/ 1800418 h 2053176"/>
              <a:gd name="connsiteX3675" fmla="*/ 4651872 w 12188965"/>
              <a:gd name="connsiteY3675" fmla="*/ 1800418 h 2053176"/>
              <a:gd name="connsiteX3676" fmla="*/ 4677531 w 12188965"/>
              <a:gd name="connsiteY3676" fmla="*/ 1826077 h 2053176"/>
              <a:gd name="connsiteX3677" fmla="*/ 4651872 w 12188965"/>
              <a:gd name="connsiteY3677" fmla="*/ 1851736 h 2053176"/>
              <a:gd name="connsiteX3678" fmla="*/ 4626213 w 12188965"/>
              <a:gd name="connsiteY3678" fmla="*/ 1826077 h 2053176"/>
              <a:gd name="connsiteX3679" fmla="*/ 4651872 w 12188965"/>
              <a:gd name="connsiteY3679" fmla="*/ 1800418 h 2053176"/>
              <a:gd name="connsiteX3680" fmla="*/ 4330845 w 12188965"/>
              <a:gd name="connsiteY3680" fmla="*/ 1800418 h 2053176"/>
              <a:gd name="connsiteX3681" fmla="*/ 4356504 w 12188965"/>
              <a:gd name="connsiteY3681" fmla="*/ 1826077 h 2053176"/>
              <a:gd name="connsiteX3682" fmla="*/ 4330845 w 12188965"/>
              <a:gd name="connsiteY3682" fmla="*/ 1851736 h 2053176"/>
              <a:gd name="connsiteX3683" fmla="*/ 4305186 w 12188965"/>
              <a:gd name="connsiteY3683" fmla="*/ 1826077 h 2053176"/>
              <a:gd name="connsiteX3684" fmla="*/ 4330845 w 12188965"/>
              <a:gd name="connsiteY3684" fmla="*/ 1800418 h 2053176"/>
              <a:gd name="connsiteX3685" fmla="*/ 4266640 w 12188965"/>
              <a:gd name="connsiteY3685" fmla="*/ 1800418 h 2053176"/>
              <a:gd name="connsiteX3686" fmla="*/ 4292298 w 12188965"/>
              <a:gd name="connsiteY3686" fmla="*/ 1826077 h 2053176"/>
              <a:gd name="connsiteX3687" fmla="*/ 4266640 w 12188965"/>
              <a:gd name="connsiteY3687" fmla="*/ 1851736 h 2053176"/>
              <a:gd name="connsiteX3688" fmla="*/ 4240981 w 12188965"/>
              <a:gd name="connsiteY3688" fmla="*/ 1826077 h 2053176"/>
              <a:gd name="connsiteX3689" fmla="*/ 4266640 w 12188965"/>
              <a:gd name="connsiteY3689" fmla="*/ 1800418 h 2053176"/>
              <a:gd name="connsiteX3690" fmla="*/ 3945497 w 12188965"/>
              <a:gd name="connsiteY3690" fmla="*/ 1800418 h 2053176"/>
              <a:gd name="connsiteX3691" fmla="*/ 3971155 w 12188965"/>
              <a:gd name="connsiteY3691" fmla="*/ 1826077 h 2053176"/>
              <a:gd name="connsiteX3692" fmla="*/ 3945497 w 12188965"/>
              <a:gd name="connsiteY3692" fmla="*/ 1851736 h 2053176"/>
              <a:gd name="connsiteX3693" fmla="*/ 3919838 w 12188965"/>
              <a:gd name="connsiteY3693" fmla="*/ 1826077 h 2053176"/>
              <a:gd name="connsiteX3694" fmla="*/ 3945497 w 12188965"/>
              <a:gd name="connsiteY3694" fmla="*/ 1800418 h 2053176"/>
              <a:gd name="connsiteX3695" fmla="*/ 3624472 w 12188965"/>
              <a:gd name="connsiteY3695" fmla="*/ 1800418 h 2053176"/>
              <a:gd name="connsiteX3696" fmla="*/ 3650129 w 12188965"/>
              <a:gd name="connsiteY3696" fmla="*/ 1826077 h 2053176"/>
              <a:gd name="connsiteX3697" fmla="*/ 3624472 w 12188965"/>
              <a:gd name="connsiteY3697" fmla="*/ 1851736 h 2053176"/>
              <a:gd name="connsiteX3698" fmla="*/ 3598810 w 12188965"/>
              <a:gd name="connsiteY3698" fmla="*/ 1826077 h 2053176"/>
              <a:gd name="connsiteX3699" fmla="*/ 3624472 w 12188965"/>
              <a:gd name="connsiteY3699" fmla="*/ 1800418 h 2053176"/>
              <a:gd name="connsiteX3700" fmla="*/ 3560264 w 12188965"/>
              <a:gd name="connsiteY3700" fmla="*/ 1800418 h 2053176"/>
              <a:gd name="connsiteX3701" fmla="*/ 3585923 w 12188965"/>
              <a:gd name="connsiteY3701" fmla="*/ 1826077 h 2053176"/>
              <a:gd name="connsiteX3702" fmla="*/ 3560264 w 12188965"/>
              <a:gd name="connsiteY3702" fmla="*/ 1851736 h 2053176"/>
              <a:gd name="connsiteX3703" fmla="*/ 3534607 w 12188965"/>
              <a:gd name="connsiteY3703" fmla="*/ 1826077 h 2053176"/>
              <a:gd name="connsiteX3704" fmla="*/ 3560264 w 12188965"/>
              <a:gd name="connsiteY3704" fmla="*/ 1800418 h 2053176"/>
              <a:gd name="connsiteX3705" fmla="*/ 3239238 w 12188965"/>
              <a:gd name="connsiteY3705" fmla="*/ 1800418 h 2053176"/>
              <a:gd name="connsiteX3706" fmla="*/ 3264898 w 12188965"/>
              <a:gd name="connsiteY3706" fmla="*/ 1826077 h 2053176"/>
              <a:gd name="connsiteX3707" fmla="*/ 3239238 w 12188965"/>
              <a:gd name="connsiteY3707" fmla="*/ 1851736 h 2053176"/>
              <a:gd name="connsiteX3708" fmla="*/ 3213580 w 12188965"/>
              <a:gd name="connsiteY3708" fmla="*/ 1826077 h 2053176"/>
              <a:gd name="connsiteX3709" fmla="*/ 3239238 w 12188965"/>
              <a:gd name="connsiteY3709" fmla="*/ 1800418 h 2053176"/>
              <a:gd name="connsiteX3710" fmla="*/ 3175034 w 12188965"/>
              <a:gd name="connsiteY3710" fmla="*/ 1800418 h 2053176"/>
              <a:gd name="connsiteX3711" fmla="*/ 3200692 w 12188965"/>
              <a:gd name="connsiteY3711" fmla="*/ 1826077 h 2053176"/>
              <a:gd name="connsiteX3712" fmla="*/ 3175034 w 12188965"/>
              <a:gd name="connsiteY3712" fmla="*/ 1851736 h 2053176"/>
              <a:gd name="connsiteX3713" fmla="*/ 3149375 w 12188965"/>
              <a:gd name="connsiteY3713" fmla="*/ 1826077 h 2053176"/>
              <a:gd name="connsiteX3714" fmla="*/ 3175034 w 12188965"/>
              <a:gd name="connsiteY3714" fmla="*/ 1800418 h 2053176"/>
              <a:gd name="connsiteX3715" fmla="*/ 2853890 w 12188965"/>
              <a:gd name="connsiteY3715" fmla="*/ 1800418 h 2053176"/>
              <a:gd name="connsiteX3716" fmla="*/ 2879550 w 12188965"/>
              <a:gd name="connsiteY3716" fmla="*/ 1826077 h 2053176"/>
              <a:gd name="connsiteX3717" fmla="*/ 2853890 w 12188965"/>
              <a:gd name="connsiteY3717" fmla="*/ 1851736 h 2053176"/>
              <a:gd name="connsiteX3718" fmla="*/ 2828231 w 12188965"/>
              <a:gd name="connsiteY3718" fmla="*/ 1826077 h 2053176"/>
              <a:gd name="connsiteX3719" fmla="*/ 2853890 w 12188965"/>
              <a:gd name="connsiteY3719" fmla="*/ 1800418 h 2053176"/>
              <a:gd name="connsiteX3720" fmla="*/ 2532865 w 12188965"/>
              <a:gd name="connsiteY3720" fmla="*/ 1800418 h 2053176"/>
              <a:gd name="connsiteX3721" fmla="*/ 2558523 w 12188965"/>
              <a:gd name="connsiteY3721" fmla="*/ 1826077 h 2053176"/>
              <a:gd name="connsiteX3722" fmla="*/ 2532865 w 12188965"/>
              <a:gd name="connsiteY3722" fmla="*/ 1851736 h 2053176"/>
              <a:gd name="connsiteX3723" fmla="*/ 2507205 w 12188965"/>
              <a:gd name="connsiteY3723" fmla="*/ 1826077 h 2053176"/>
              <a:gd name="connsiteX3724" fmla="*/ 2532865 w 12188965"/>
              <a:gd name="connsiteY3724" fmla="*/ 1800418 h 2053176"/>
              <a:gd name="connsiteX3725" fmla="*/ 2468658 w 12188965"/>
              <a:gd name="connsiteY3725" fmla="*/ 1800418 h 2053176"/>
              <a:gd name="connsiteX3726" fmla="*/ 2494318 w 12188965"/>
              <a:gd name="connsiteY3726" fmla="*/ 1826077 h 2053176"/>
              <a:gd name="connsiteX3727" fmla="*/ 2468658 w 12188965"/>
              <a:gd name="connsiteY3727" fmla="*/ 1851736 h 2053176"/>
              <a:gd name="connsiteX3728" fmla="*/ 2443000 w 12188965"/>
              <a:gd name="connsiteY3728" fmla="*/ 1826077 h 2053176"/>
              <a:gd name="connsiteX3729" fmla="*/ 2468658 w 12188965"/>
              <a:gd name="connsiteY3729" fmla="*/ 1800418 h 2053176"/>
              <a:gd name="connsiteX3730" fmla="*/ 2147633 w 12188965"/>
              <a:gd name="connsiteY3730" fmla="*/ 1800418 h 2053176"/>
              <a:gd name="connsiteX3731" fmla="*/ 2173293 w 12188965"/>
              <a:gd name="connsiteY3731" fmla="*/ 1826077 h 2053176"/>
              <a:gd name="connsiteX3732" fmla="*/ 2147633 w 12188965"/>
              <a:gd name="connsiteY3732" fmla="*/ 1851736 h 2053176"/>
              <a:gd name="connsiteX3733" fmla="*/ 2121975 w 12188965"/>
              <a:gd name="connsiteY3733" fmla="*/ 1826077 h 2053176"/>
              <a:gd name="connsiteX3734" fmla="*/ 2147633 w 12188965"/>
              <a:gd name="connsiteY3734" fmla="*/ 1800418 h 2053176"/>
              <a:gd name="connsiteX3735" fmla="*/ 2083427 w 12188965"/>
              <a:gd name="connsiteY3735" fmla="*/ 1800418 h 2053176"/>
              <a:gd name="connsiteX3736" fmla="*/ 2109087 w 12188965"/>
              <a:gd name="connsiteY3736" fmla="*/ 1826077 h 2053176"/>
              <a:gd name="connsiteX3737" fmla="*/ 2083427 w 12188965"/>
              <a:gd name="connsiteY3737" fmla="*/ 1851736 h 2053176"/>
              <a:gd name="connsiteX3738" fmla="*/ 2057768 w 12188965"/>
              <a:gd name="connsiteY3738" fmla="*/ 1826077 h 2053176"/>
              <a:gd name="connsiteX3739" fmla="*/ 2083427 w 12188965"/>
              <a:gd name="connsiteY3739" fmla="*/ 1800418 h 2053176"/>
              <a:gd name="connsiteX3740" fmla="*/ 1762285 w 12188965"/>
              <a:gd name="connsiteY3740" fmla="*/ 1800418 h 2053176"/>
              <a:gd name="connsiteX3741" fmla="*/ 1787944 w 12188965"/>
              <a:gd name="connsiteY3741" fmla="*/ 1826077 h 2053176"/>
              <a:gd name="connsiteX3742" fmla="*/ 1762285 w 12188965"/>
              <a:gd name="connsiteY3742" fmla="*/ 1851736 h 2053176"/>
              <a:gd name="connsiteX3743" fmla="*/ 1736626 w 12188965"/>
              <a:gd name="connsiteY3743" fmla="*/ 1826077 h 2053176"/>
              <a:gd name="connsiteX3744" fmla="*/ 1762285 w 12188965"/>
              <a:gd name="connsiteY3744" fmla="*/ 1800418 h 2053176"/>
              <a:gd name="connsiteX3745" fmla="*/ 1441258 w 12188965"/>
              <a:gd name="connsiteY3745" fmla="*/ 1800418 h 2053176"/>
              <a:gd name="connsiteX3746" fmla="*/ 1466917 w 12188965"/>
              <a:gd name="connsiteY3746" fmla="*/ 1826077 h 2053176"/>
              <a:gd name="connsiteX3747" fmla="*/ 1441258 w 12188965"/>
              <a:gd name="connsiteY3747" fmla="*/ 1851736 h 2053176"/>
              <a:gd name="connsiteX3748" fmla="*/ 1415599 w 12188965"/>
              <a:gd name="connsiteY3748" fmla="*/ 1826077 h 2053176"/>
              <a:gd name="connsiteX3749" fmla="*/ 1441258 w 12188965"/>
              <a:gd name="connsiteY3749" fmla="*/ 1800418 h 2053176"/>
              <a:gd name="connsiteX3750" fmla="*/ 1377053 w 12188965"/>
              <a:gd name="connsiteY3750" fmla="*/ 1800418 h 2053176"/>
              <a:gd name="connsiteX3751" fmla="*/ 1402712 w 12188965"/>
              <a:gd name="connsiteY3751" fmla="*/ 1826077 h 2053176"/>
              <a:gd name="connsiteX3752" fmla="*/ 1377053 w 12188965"/>
              <a:gd name="connsiteY3752" fmla="*/ 1851736 h 2053176"/>
              <a:gd name="connsiteX3753" fmla="*/ 1351395 w 12188965"/>
              <a:gd name="connsiteY3753" fmla="*/ 1826077 h 2053176"/>
              <a:gd name="connsiteX3754" fmla="*/ 1377053 w 12188965"/>
              <a:gd name="connsiteY3754" fmla="*/ 1800418 h 2053176"/>
              <a:gd name="connsiteX3755" fmla="*/ 1056027 w 12188965"/>
              <a:gd name="connsiteY3755" fmla="*/ 1800418 h 2053176"/>
              <a:gd name="connsiteX3756" fmla="*/ 1081685 w 12188965"/>
              <a:gd name="connsiteY3756" fmla="*/ 1826077 h 2053176"/>
              <a:gd name="connsiteX3757" fmla="*/ 1056027 w 12188965"/>
              <a:gd name="connsiteY3757" fmla="*/ 1851736 h 2053176"/>
              <a:gd name="connsiteX3758" fmla="*/ 1030369 w 12188965"/>
              <a:gd name="connsiteY3758" fmla="*/ 1826077 h 2053176"/>
              <a:gd name="connsiteX3759" fmla="*/ 1056027 w 12188965"/>
              <a:gd name="connsiteY3759" fmla="*/ 1800418 h 2053176"/>
              <a:gd name="connsiteX3760" fmla="*/ 991823 w 12188965"/>
              <a:gd name="connsiteY3760" fmla="*/ 1800418 h 2053176"/>
              <a:gd name="connsiteX3761" fmla="*/ 1017481 w 12188965"/>
              <a:gd name="connsiteY3761" fmla="*/ 1826077 h 2053176"/>
              <a:gd name="connsiteX3762" fmla="*/ 991823 w 12188965"/>
              <a:gd name="connsiteY3762" fmla="*/ 1851736 h 2053176"/>
              <a:gd name="connsiteX3763" fmla="*/ 966162 w 12188965"/>
              <a:gd name="connsiteY3763" fmla="*/ 1826077 h 2053176"/>
              <a:gd name="connsiteX3764" fmla="*/ 991823 w 12188965"/>
              <a:gd name="connsiteY3764" fmla="*/ 1800418 h 2053176"/>
              <a:gd name="connsiteX3765" fmla="*/ 670679 w 12188965"/>
              <a:gd name="connsiteY3765" fmla="*/ 1800418 h 2053176"/>
              <a:gd name="connsiteX3766" fmla="*/ 696338 w 12188965"/>
              <a:gd name="connsiteY3766" fmla="*/ 1826077 h 2053176"/>
              <a:gd name="connsiteX3767" fmla="*/ 670679 w 12188965"/>
              <a:gd name="connsiteY3767" fmla="*/ 1851736 h 2053176"/>
              <a:gd name="connsiteX3768" fmla="*/ 645020 w 12188965"/>
              <a:gd name="connsiteY3768" fmla="*/ 1826077 h 2053176"/>
              <a:gd name="connsiteX3769" fmla="*/ 670679 w 12188965"/>
              <a:gd name="connsiteY3769" fmla="*/ 1800418 h 2053176"/>
              <a:gd name="connsiteX3770" fmla="*/ 89864 w 12188965"/>
              <a:gd name="connsiteY3770" fmla="*/ 1800418 h 2053176"/>
              <a:gd name="connsiteX3771" fmla="*/ 115522 w 12188965"/>
              <a:gd name="connsiteY3771" fmla="*/ 1826077 h 2053176"/>
              <a:gd name="connsiteX3772" fmla="*/ 89864 w 12188965"/>
              <a:gd name="connsiteY3772" fmla="*/ 1851736 h 2053176"/>
              <a:gd name="connsiteX3773" fmla="*/ 64205 w 12188965"/>
              <a:gd name="connsiteY3773" fmla="*/ 1826077 h 2053176"/>
              <a:gd name="connsiteX3774" fmla="*/ 89864 w 12188965"/>
              <a:gd name="connsiteY3774" fmla="*/ 1800418 h 2053176"/>
              <a:gd name="connsiteX3775" fmla="*/ 25659 w 12188965"/>
              <a:gd name="connsiteY3775" fmla="*/ 1800418 h 2053176"/>
              <a:gd name="connsiteX3776" fmla="*/ 51317 w 12188965"/>
              <a:gd name="connsiteY3776" fmla="*/ 1826077 h 2053176"/>
              <a:gd name="connsiteX3777" fmla="*/ 25659 w 12188965"/>
              <a:gd name="connsiteY3777" fmla="*/ 1851736 h 2053176"/>
              <a:gd name="connsiteX3778" fmla="*/ 0 w 12188965"/>
              <a:gd name="connsiteY3778" fmla="*/ 1826077 h 2053176"/>
              <a:gd name="connsiteX3779" fmla="*/ 25659 w 12188965"/>
              <a:gd name="connsiteY3779" fmla="*/ 1800418 h 2053176"/>
              <a:gd name="connsiteX3780" fmla="*/ 11582491 w 12188965"/>
              <a:gd name="connsiteY3780" fmla="*/ 1745967 h 2053176"/>
              <a:gd name="connsiteX3781" fmla="*/ 11595379 w 12188965"/>
              <a:gd name="connsiteY3781" fmla="*/ 1758853 h 2053176"/>
              <a:gd name="connsiteX3782" fmla="*/ 11582491 w 12188965"/>
              <a:gd name="connsiteY3782" fmla="*/ 1771740 h 2053176"/>
              <a:gd name="connsiteX3783" fmla="*/ 11569605 w 12188965"/>
              <a:gd name="connsiteY3783" fmla="*/ 1758853 h 2053176"/>
              <a:gd name="connsiteX3784" fmla="*/ 11582491 w 12188965"/>
              <a:gd name="connsiteY3784" fmla="*/ 1745967 h 2053176"/>
              <a:gd name="connsiteX3785" fmla="*/ 7023451 w 12188965"/>
              <a:gd name="connsiteY3785" fmla="*/ 1745967 h 2053176"/>
              <a:gd name="connsiteX3786" fmla="*/ 7036339 w 12188965"/>
              <a:gd name="connsiteY3786" fmla="*/ 1758853 h 2053176"/>
              <a:gd name="connsiteX3787" fmla="*/ 7023451 w 12188965"/>
              <a:gd name="connsiteY3787" fmla="*/ 1771740 h 2053176"/>
              <a:gd name="connsiteX3788" fmla="*/ 7010566 w 12188965"/>
              <a:gd name="connsiteY3788" fmla="*/ 1758853 h 2053176"/>
              <a:gd name="connsiteX3789" fmla="*/ 7023451 w 12188965"/>
              <a:gd name="connsiteY3789" fmla="*/ 1745967 h 2053176"/>
              <a:gd name="connsiteX3790" fmla="*/ 5871887 w 12188965"/>
              <a:gd name="connsiteY3790" fmla="*/ 1745967 h 2053176"/>
              <a:gd name="connsiteX3791" fmla="*/ 5884776 w 12188965"/>
              <a:gd name="connsiteY3791" fmla="*/ 1758853 h 2053176"/>
              <a:gd name="connsiteX3792" fmla="*/ 5871887 w 12188965"/>
              <a:gd name="connsiteY3792" fmla="*/ 1771740 h 2053176"/>
              <a:gd name="connsiteX3793" fmla="*/ 5859000 w 12188965"/>
              <a:gd name="connsiteY3793" fmla="*/ 1758853 h 2053176"/>
              <a:gd name="connsiteX3794" fmla="*/ 5871887 w 12188965"/>
              <a:gd name="connsiteY3794" fmla="*/ 1745967 h 2053176"/>
              <a:gd name="connsiteX3795" fmla="*/ 1312848 w 12188965"/>
              <a:gd name="connsiteY3795" fmla="*/ 1745967 h 2053176"/>
              <a:gd name="connsiteX3796" fmla="*/ 1325735 w 12188965"/>
              <a:gd name="connsiteY3796" fmla="*/ 1758853 h 2053176"/>
              <a:gd name="connsiteX3797" fmla="*/ 1312848 w 12188965"/>
              <a:gd name="connsiteY3797" fmla="*/ 1771740 h 2053176"/>
              <a:gd name="connsiteX3798" fmla="*/ 1299962 w 12188965"/>
              <a:gd name="connsiteY3798" fmla="*/ 1758853 h 2053176"/>
              <a:gd name="connsiteX3799" fmla="*/ 1312848 w 12188965"/>
              <a:gd name="connsiteY3799" fmla="*/ 1745967 h 2053176"/>
              <a:gd name="connsiteX3800" fmla="*/ 154069 w 12188965"/>
              <a:gd name="connsiteY3800" fmla="*/ 1745967 h 2053176"/>
              <a:gd name="connsiteX3801" fmla="*/ 166957 w 12188965"/>
              <a:gd name="connsiteY3801" fmla="*/ 1758853 h 2053176"/>
              <a:gd name="connsiteX3802" fmla="*/ 154069 w 12188965"/>
              <a:gd name="connsiteY3802" fmla="*/ 1771740 h 2053176"/>
              <a:gd name="connsiteX3803" fmla="*/ 141182 w 12188965"/>
              <a:gd name="connsiteY3803" fmla="*/ 1758853 h 2053176"/>
              <a:gd name="connsiteX3804" fmla="*/ 154069 w 12188965"/>
              <a:gd name="connsiteY3804" fmla="*/ 1745967 h 2053176"/>
              <a:gd name="connsiteX3805" fmla="*/ 12163307 w 12188965"/>
              <a:gd name="connsiteY3805" fmla="*/ 1733195 h 2053176"/>
              <a:gd name="connsiteX3806" fmla="*/ 12188965 w 12188965"/>
              <a:gd name="connsiteY3806" fmla="*/ 1758854 h 2053176"/>
              <a:gd name="connsiteX3807" fmla="*/ 12163307 w 12188965"/>
              <a:gd name="connsiteY3807" fmla="*/ 1784513 h 2053176"/>
              <a:gd name="connsiteX3808" fmla="*/ 12137649 w 12188965"/>
              <a:gd name="connsiteY3808" fmla="*/ 1758854 h 2053176"/>
              <a:gd name="connsiteX3809" fmla="*/ 12163307 w 12188965"/>
              <a:gd name="connsiteY3809" fmla="*/ 1733195 h 2053176"/>
              <a:gd name="connsiteX3810" fmla="*/ 12099103 w 12188965"/>
              <a:gd name="connsiteY3810" fmla="*/ 1733195 h 2053176"/>
              <a:gd name="connsiteX3811" fmla="*/ 12124761 w 12188965"/>
              <a:gd name="connsiteY3811" fmla="*/ 1758854 h 2053176"/>
              <a:gd name="connsiteX3812" fmla="*/ 12099103 w 12188965"/>
              <a:gd name="connsiteY3812" fmla="*/ 1784513 h 2053176"/>
              <a:gd name="connsiteX3813" fmla="*/ 12073441 w 12188965"/>
              <a:gd name="connsiteY3813" fmla="*/ 1758854 h 2053176"/>
              <a:gd name="connsiteX3814" fmla="*/ 12099103 w 12188965"/>
              <a:gd name="connsiteY3814" fmla="*/ 1733195 h 2053176"/>
              <a:gd name="connsiteX3815" fmla="*/ 12034897 w 12188965"/>
              <a:gd name="connsiteY3815" fmla="*/ 1733195 h 2053176"/>
              <a:gd name="connsiteX3816" fmla="*/ 12060557 w 12188965"/>
              <a:gd name="connsiteY3816" fmla="*/ 1758854 h 2053176"/>
              <a:gd name="connsiteX3817" fmla="*/ 12034897 w 12188965"/>
              <a:gd name="connsiteY3817" fmla="*/ 1784513 h 2053176"/>
              <a:gd name="connsiteX3818" fmla="*/ 12009237 w 12188965"/>
              <a:gd name="connsiteY3818" fmla="*/ 1758854 h 2053176"/>
              <a:gd name="connsiteX3819" fmla="*/ 12034897 w 12188965"/>
              <a:gd name="connsiteY3819" fmla="*/ 1733195 h 2053176"/>
              <a:gd name="connsiteX3820" fmla="*/ 11970691 w 12188965"/>
              <a:gd name="connsiteY3820" fmla="*/ 1733195 h 2053176"/>
              <a:gd name="connsiteX3821" fmla="*/ 11996349 w 12188965"/>
              <a:gd name="connsiteY3821" fmla="*/ 1758854 h 2053176"/>
              <a:gd name="connsiteX3822" fmla="*/ 11970691 w 12188965"/>
              <a:gd name="connsiteY3822" fmla="*/ 1784513 h 2053176"/>
              <a:gd name="connsiteX3823" fmla="*/ 11945033 w 12188965"/>
              <a:gd name="connsiteY3823" fmla="*/ 1758854 h 2053176"/>
              <a:gd name="connsiteX3824" fmla="*/ 11970691 w 12188965"/>
              <a:gd name="connsiteY3824" fmla="*/ 1733195 h 2053176"/>
              <a:gd name="connsiteX3825" fmla="*/ 11906483 w 12188965"/>
              <a:gd name="connsiteY3825" fmla="*/ 1733195 h 2053176"/>
              <a:gd name="connsiteX3826" fmla="*/ 11932145 w 12188965"/>
              <a:gd name="connsiteY3826" fmla="*/ 1758854 h 2053176"/>
              <a:gd name="connsiteX3827" fmla="*/ 11906483 w 12188965"/>
              <a:gd name="connsiteY3827" fmla="*/ 1784513 h 2053176"/>
              <a:gd name="connsiteX3828" fmla="*/ 11880825 w 12188965"/>
              <a:gd name="connsiteY3828" fmla="*/ 1758854 h 2053176"/>
              <a:gd name="connsiteX3829" fmla="*/ 11906483 w 12188965"/>
              <a:gd name="connsiteY3829" fmla="*/ 1733195 h 2053176"/>
              <a:gd name="connsiteX3830" fmla="*/ 11842279 w 12188965"/>
              <a:gd name="connsiteY3830" fmla="*/ 1733195 h 2053176"/>
              <a:gd name="connsiteX3831" fmla="*/ 11867941 w 12188965"/>
              <a:gd name="connsiteY3831" fmla="*/ 1758854 h 2053176"/>
              <a:gd name="connsiteX3832" fmla="*/ 11842279 w 12188965"/>
              <a:gd name="connsiteY3832" fmla="*/ 1784513 h 2053176"/>
              <a:gd name="connsiteX3833" fmla="*/ 11816621 w 12188965"/>
              <a:gd name="connsiteY3833" fmla="*/ 1758854 h 2053176"/>
              <a:gd name="connsiteX3834" fmla="*/ 11842279 w 12188965"/>
              <a:gd name="connsiteY3834" fmla="*/ 1733195 h 2053176"/>
              <a:gd name="connsiteX3835" fmla="*/ 11775107 w 12188965"/>
              <a:gd name="connsiteY3835" fmla="*/ 1733195 h 2053176"/>
              <a:gd name="connsiteX3836" fmla="*/ 11800767 w 12188965"/>
              <a:gd name="connsiteY3836" fmla="*/ 1758854 h 2053176"/>
              <a:gd name="connsiteX3837" fmla="*/ 11775107 w 12188965"/>
              <a:gd name="connsiteY3837" fmla="*/ 1784513 h 2053176"/>
              <a:gd name="connsiteX3838" fmla="*/ 11749449 w 12188965"/>
              <a:gd name="connsiteY3838" fmla="*/ 1758854 h 2053176"/>
              <a:gd name="connsiteX3839" fmla="*/ 11775107 w 12188965"/>
              <a:gd name="connsiteY3839" fmla="*/ 1733195 h 2053176"/>
              <a:gd name="connsiteX3840" fmla="*/ 11710901 w 12188965"/>
              <a:gd name="connsiteY3840" fmla="*/ 1733195 h 2053176"/>
              <a:gd name="connsiteX3841" fmla="*/ 11736561 w 12188965"/>
              <a:gd name="connsiteY3841" fmla="*/ 1758854 h 2053176"/>
              <a:gd name="connsiteX3842" fmla="*/ 11710901 w 12188965"/>
              <a:gd name="connsiteY3842" fmla="*/ 1784513 h 2053176"/>
              <a:gd name="connsiteX3843" fmla="*/ 11685243 w 12188965"/>
              <a:gd name="connsiteY3843" fmla="*/ 1758854 h 2053176"/>
              <a:gd name="connsiteX3844" fmla="*/ 11710901 w 12188965"/>
              <a:gd name="connsiteY3844" fmla="*/ 1733195 h 2053176"/>
              <a:gd name="connsiteX3845" fmla="*/ 11646697 w 12188965"/>
              <a:gd name="connsiteY3845" fmla="*/ 1733195 h 2053176"/>
              <a:gd name="connsiteX3846" fmla="*/ 11672355 w 12188965"/>
              <a:gd name="connsiteY3846" fmla="*/ 1758854 h 2053176"/>
              <a:gd name="connsiteX3847" fmla="*/ 11646697 w 12188965"/>
              <a:gd name="connsiteY3847" fmla="*/ 1784513 h 2053176"/>
              <a:gd name="connsiteX3848" fmla="*/ 11621037 w 12188965"/>
              <a:gd name="connsiteY3848" fmla="*/ 1758854 h 2053176"/>
              <a:gd name="connsiteX3849" fmla="*/ 11646697 w 12188965"/>
              <a:gd name="connsiteY3849" fmla="*/ 1733195 h 2053176"/>
              <a:gd name="connsiteX3850" fmla="*/ 11518287 w 12188965"/>
              <a:gd name="connsiteY3850" fmla="*/ 1733195 h 2053176"/>
              <a:gd name="connsiteX3851" fmla="*/ 11543945 w 12188965"/>
              <a:gd name="connsiteY3851" fmla="*/ 1758854 h 2053176"/>
              <a:gd name="connsiteX3852" fmla="*/ 11518287 w 12188965"/>
              <a:gd name="connsiteY3852" fmla="*/ 1784513 h 2053176"/>
              <a:gd name="connsiteX3853" fmla="*/ 11492627 w 12188965"/>
              <a:gd name="connsiteY3853" fmla="*/ 1758854 h 2053176"/>
              <a:gd name="connsiteX3854" fmla="*/ 11518287 w 12188965"/>
              <a:gd name="connsiteY3854" fmla="*/ 1733195 h 2053176"/>
              <a:gd name="connsiteX3855" fmla="*/ 11454081 w 12188965"/>
              <a:gd name="connsiteY3855" fmla="*/ 1733195 h 2053176"/>
              <a:gd name="connsiteX3856" fmla="*/ 11479739 w 12188965"/>
              <a:gd name="connsiteY3856" fmla="*/ 1758854 h 2053176"/>
              <a:gd name="connsiteX3857" fmla="*/ 11454081 w 12188965"/>
              <a:gd name="connsiteY3857" fmla="*/ 1784513 h 2053176"/>
              <a:gd name="connsiteX3858" fmla="*/ 11428421 w 12188965"/>
              <a:gd name="connsiteY3858" fmla="*/ 1758854 h 2053176"/>
              <a:gd name="connsiteX3859" fmla="*/ 11454081 w 12188965"/>
              <a:gd name="connsiteY3859" fmla="*/ 1733195 h 2053176"/>
              <a:gd name="connsiteX3860" fmla="*/ 11389875 w 12188965"/>
              <a:gd name="connsiteY3860" fmla="*/ 1733195 h 2053176"/>
              <a:gd name="connsiteX3861" fmla="*/ 11415533 w 12188965"/>
              <a:gd name="connsiteY3861" fmla="*/ 1758854 h 2053176"/>
              <a:gd name="connsiteX3862" fmla="*/ 11389875 w 12188965"/>
              <a:gd name="connsiteY3862" fmla="*/ 1784513 h 2053176"/>
              <a:gd name="connsiteX3863" fmla="*/ 11364217 w 12188965"/>
              <a:gd name="connsiteY3863" fmla="*/ 1758854 h 2053176"/>
              <a:gd name="connsiteX3864" fmla="*/ 11389875 w 12188965"/>
              <a:gd name="connsiteY3864" fmla="*/ 1733195 h 2053176"/>
              <a:gd name="connsiteX3865" fmla="*/ 11325670 w 12188965"/>
              <a:gd name="connsiteY3865" fmla="*/ 1733195 h 2053176"/>
              <a:gd name="connsiteX3866" fmla="*/ 11351329 w 12188965"/>
              <a:gd name="connsiteY3866" fmla="*/ 1758854 h 2053176"/>
              <a:gd name="connsiteX3867" fmla="*/ 11325670 w 12188965"/>
              <a:gd name="connsiteY3867" fmla="*/ 1784513 h 2053176"/>
              <a:gd name="connsiteX3868" fmla="*/ 11300012 w 12188965"/>
              <a:gd name="connsiteY3868" fmla="*/ 1758854 h 2053176"/>
              <a:gd name="connsiteX3869" fmla="*/ 11325670 w 12188965"/>
              <a:gd name="connsiteY3869" fmla="*/ 1733195 h 2053176"/>
              <a:gd name="connsiteX3870" fmla="*/ 11261466 w 12188965"/>
              <a:gd name="connsiteY3870" fmla="*/ 1733195 h 2053176"/>
              <a:gd name="connsiteX3871" fmla="*/ 11287124 w 12188965"/>
              <a:gd name="connsiteY3871" fmla="*/ 1758854 h 2053176"/>
              <a:gd name="connsiteX3872" fmla="*/ 11261466 w 12188965"/>
              <a:gd name="connsiteY3872" fmla="*/ 1784513 h 2053176"/>
              <a:gd name="connsiteX3873" fmla="*/ 11235805 w 12188965"/>
              <a:gd name="connsiteY3873" fmla="*/ 1758854 h 2053176"/>
              <a:gd name="connsiteX3874" fmla="*/ 11261466 w 12188965"/>
              <a:gd name="connsiteY3874" fmla="*/ 1733195 h 2053176"/>
              <a:gd name="connsiteX3875" fmla="*/ 11197259 w 12188965"/>
              <a:gd name="connsiteY3875" fmla="*/ 1733195 h 2053176"/>
              <a:gd name="connsiteX3876" fmla="*/ 11222917 w 12188965"/>
              <a:gd name="connsiteY3876" fmla="*/ 1758854 h 2053176"/>
              <a:gd name="connsiteX3877" fmla="*/ 11197259 w 12188965"/>
              <a:gd name="connsiteY3877" fmla="*/ 1784513 h 2053176"/>
              <a:gd name="connsiteX3878" fmla="*/ 11171601 w 12188965"/>
              <a:gd name="connsiteY3878" fmla="*/ 1758854 h 2053176"/>
              <a:gd name="connsiteX3879" fmla="*/ 11197259 w 12188965"/>
              <a:gd name="connsiteY3879" fmla="*/ 1733195 h 2053176"/>
              <a:gd name="connsiteX3880" fmla="*/ 11133055 w 12188965"/>
              <a:gd name="connsiteY3880" fmla="*/ 1733195 h 2053176"/>
              <a:gd name="connsiteX3881" fmla="*/ 11158713 w 12188965"/>
              <a:gd name="connsiteY3881" fmla="*/ 1758854 h 2053176"/>
              <a:gd name="connsiteX3882" fmla="*/ 11133055 w 12188965"/>
              <a:gd name="connsiteY3882" fmla="*/ 1784513 h 2053176"/>
              <a:gd name="connsiteX3883" fmla="*/ 11107396 w 12188965"/>
              <a:gd name="connsiteY3883" fmla="*/ 1758854 h 2053176"/>
              <a:gd name="connsiteX3884" fmla="*/ 11133055 w 12188965"/>
              <a:gd name="connsiteY3884" fmla="*/ 1733195 h 2053176"/>
              <a:gd name="connsiteX3885" fmla="*/ 11068848 w 12188965"/>
              <a:gd name="connsiteY3885" fmla="*/ 1733195 h 2053176"/>
              <a:gd name="connsiteX3886" fmla="*/ 11094509 w 12188965"/>
              <a:gd name="connsiteY3886" fmla="*/ 1758854 h 2053176"/>
              <a:gd name="connsiteX3887" fmla="*/ 11068848 w 12188965"/>
              <a:gd name="connsiteY3887" fmla="*/ 1784513 h 2053176"/>
              <a:gd name="connsiteX3888" fmla="*/ 11043189 w 12188965"/>
              <a:gd name="connsiteY3888" fmla="*/ 1758854 h 2053176"/>
              <a:gd name="connsiteX3889" fmla="*/ 11068848 w 12188965"/>
              <a:gd name="connsiteY3889" fmla="*/ 1733195 h 2053176"/>
              <a:gd name="connsiteX3890" fmla="*/ 11004643 w 12188965"/>
              <a:gd name="connsiteY3890" fmla="*/ 1733195 h 2053176"/>
              <a:gd name="connsiteX3891" fmla="*/ 11030301 w 12188965"/>
              <a:gd name="connsiteY3891" fmla="*/ 1758854 h 2053176"/>
              <a:gd name="connsiteX3892" fmla="*/ 11004643 w 12188965"/>
              <a:gd name="connsiteY3892" fmla="*/ 1784513 h 2053176"/>
              <a:gd name="connsiteX3893" fmla="*/ 10978985 w 12188965"/>
              <a:gd name="connsiteY3893" fmla="*/ 1758854 h 2053176"/>
              <a:gd name="connsiteX3894" fmla="*/ 11004643 w 12188965"/>
              <a:gd name="connsiteY3894" fmla="*/ 1733195 h 2053176"/>
              <a:gd name="connsiteX3895" fmla="*/ 10940321 w 12188965"/>
              <a:gd name="connsiteY3895" fmla="*/ 1733195 h 2053176"/>
              <a:gd name="connsiteX3896" fmla="*/ 10965982 w 12188965"/>
              <a:gd name="connsiteY3896" fmla="*/ 1758854 h 2053176"/>
              <a:gd name="connsiteX3897" fmla="*/ 10940321 w 12188965"/>
              <a:gd name="connsiteY3897" fmla="*/ 1784513 h 2053176"/>
              <a:gd name="connsiteX3898" fmla="*/ 10914663 w 12188965"/>
              <a:gd name="connsiteY3898" fmla="*/ 1758854 h 2053176"/>
              <a:gd name="connsiteX3899" fmla="*/ 10940321 w 12188965"/>
              <a:gd name="connsiteY3899" fmla="*/ 1733195 h 2053176"/>
              <a:gd name="connsiteX3900" fmla="*/ 10876117 w 12188965"/>
              <a:gd name="connsiteY3900" fmla="*/ 1733195 h 2053176"/>
              <a:gd name="connsiteX3901" fmla="*/ 10901775 w 12188965"/>
              <a:gd name="connsiteY3901" fmla="*/ 1758854 h 2053176"/>
              <a:gd name="connsiteX3902" fmla="*/ 10876117 w 12188965"/>
              <a:gd name="connsiteY3902" fmla="*/ 1784513 h 2053176"/>
              <a:gd name="connsiteX3903" fmla="*/ 10850459 w 12188965"/>
              <a:gd name="connsiteY3903" fmla="*/ 1758854 h 2053176"/>
              <a:gd name="connsiteX3904" fmla="*/ 10876117 w 12188965"/>
              <a:gd name="connsiteY3904" fmla="*/ 1733195 h 2053176"/>
              <a:gd name="connsiteX3905" fmla="*/ 10811912 w 12188965"/>
              <a:gd name="connsiteY3905" fmla="*/ 1733195 h 2053176"/>
              <a:gd name="connsiteX3906" fmla="*/ 10837571 w 12188965"/>
              <a:gd name="connsiteY3906" fmla="*/ 1758854 h 2053176"/>
              <a:gd name="connsiteX3907" fmla="*/ 10811912 w 12188965"/>
              <a:gd name="connsiteY3907" fmla="*/ 1784513 h 2053176"/>
              <a:gd name="connsiteX3908" fmla="*/ 10786254 w 12188965"/>
              <a:gd name="connsiteY3908" fmla="*/ 1758854 h 2053176"/>
              <a:gd name="connsiteX3909" fmla="*/ 10811912 w 12188965"/>
              <a:gd name="connsiteY3909" fmla="*/ 1733195 h 2053176"/>
              <a:gd name="connsiteX3910" fmla="*/ 10747708 w 12188965"/>
              <a:gd name="connsiteY3910" fmla="*/ 1733195 h 2053176"/>
              <a:gd name="connsiteX3911" fmla="*/ 10773366 w 12188965"/>
              <a:gd name="connsiteY3911" fmla="*/ 1758854 h 2053176"/>
              <a:gd name="connsiteX3912" fmla="*/ 10747708 w 12188965"/>
              <a:gd name="connsiteY3912" fmla="*/ 1784513 h 2053176"/>
              <a:gd name="connsiteX3913" fmla="*/ 10722047 w 12188965"/>
              <a:gd name="connsiteY3913" fmla="*/ 1758854 h 2053176"/>
              <a:gd name="connsiteX3914" fmla="*/ 10747708 w 12188965"/>
              <a:gd name="connsiteY3914" fmla="*/ 1733195 h 2053176"/>
              <a:gd name="connsiteX3915" fmla="*/ 10683501 w 12188965"/>
              <a:gd name="connsiteY3915" fmla="*/ 1733195 h 2053176"/>
              <a:gd name="connsiteX3916" fmla="*/ 10709159 w 12188965"/>
              <a:gd name="connsiteY3916" fmla="*/ 1758854 h 2053176"/>
              <a:gd name="connsiteX3917" fmla="*/ 10683501 w 12188965"/>
              <a:gd name="connsiteY3917" fmla="*/ 1784513 h 2053176"/>
              <a:gd name="connsiteX3918" fmla="*/ 10657843 w 12188965"/>
              <a:gd name="connsiteY3918" fmla="*/ 1758854 h 2053176"/>
              <a:gd name="connsiteX3919" fmla="*/ 10683501 w 12188965"/>
              <a:gd name="connsiteY3919" fmla="*/ 1733195 h 2053176"/>
              <a:gd name="connsiteX3920" fmla="*/ 10619297 w 12188965"/>
              <a:gd name="connsiteY3920" fmla="*/ 1733195 h 2053176"/>
              <a:gd name="connsiteX3921" fmla="*/ 10644955 w 12188965"/>
              <a:gd name="connsiteY3921" fmla="*/ 1758854 h 2053176"/>
              <a:gd name="connsiteX3922" fmla="*/ 10619297 w 12188965"/>
              <a:gd name="connsiteY3922" fmla="*/ 1784513 h 2053176"/>
              <a:gd name="connsiteX3923" fmla="*/ 10593639 w 12188965"/>
              <a:gd name="connsiteY3923" fmla="*/ 1758854 h 2053176"/>
              <a:gd name="connsiteX3924" fmla="*/ 10619297 w 12188965"/>
              <a:gd name="connsiteY3924" fmla="*/ 1733195 h 2053176"/>
              <a:gd name="connsiteX3925" fmla="*/ 10555092 w 12188965"/>
              <a:gd name="connsiteY3925" fmla="*/ 1733195 h 2053176"/>
              <a:gd name="connsiteX3926" fmla="*/ 10580751 w 12188965"/>
              <a:gd name="connsiteY3926" fmla="*/ 1758854 h 2053176"/>
              <a:gd name="connsiteX3927" fmla="*/ 10555092 w 12188965"/>
              <a:gd name="connsiteY3927" fmla="*/ 1784513 h 2053176"/>
              <a:gd name="connsiteX3928" fmla="*/ 10529432 w 12188965"/>
              <a:gd name="connsiteY3928" fmla="*/ 1758854 h 2053176"/>
              <a:gd name="connsiteX3929" fmla="*/ 10555092 w 12188965"/>
              <a:gd name="connsiteY3929" fmla="*/ 1733195 h 2053176"/>
              <a:gd name="connsiteX3930" fmla="*/ 10490885 w 12188965"/>
              <a:gd name="connsiteY3930" fmla="*/ 1733195 h 2053176"/>
              <a:gd name="connsiteX3931" fmla="*/ 10516544 w 12188965"/>
              <a:gd name="connsiteY3931" fmla="*/ 1758854 h 2053176"/>
              <a:gd name="connsiteX3932" fmla="*/ 10490885 w 12188965"/>
              <a:gd name="connsiteY3932" fmla="*/ 1784513 h 2053176"/>
              <a:gd name="connsiteX3933" fmla="*/ 10465227 w 12188965"/>
              <a:gd name="connsiteY3933" fmla="*/ 1758854 h 2053176"/>
              <a:gd name="connsiteX3934" fmla="*/ 10490885 w 12188965"/>
              <a:gd name="connsiteY3934" fmla="*/ 1733195 h 2053176"/>
              <a:gd name="connsiteX3935" fmla="*/ 10426681 w 12188965"/>
              <a:gd name="connsiteY3935" fmla="*/ 1733195 h 2053176"/>
              <a:gd name="connsiteX3936" fmla="*/ 10452339 w 12188965"/>
              <a:gd name="connsiteY3936" fmla="*/ 1758854 h 2053176"/>
              <a:gd name="connsiteX3937" fmla="*/ 10426681 w 12188965"/>
              <a:gd name="connsiteY3937" fmla="*/ 1784513 h 2053176"/>
              <a:gd name="connsiteX3938" fmla="*/ 10401023 w 12188965"/>
              <a:gd name="connsiteY3938" fmla="*/ 1758854 h 2053176"/>
              <a:gd name="connsiteX3939" fmla="*/ 10426681 w 12188965"/>
              <a:gd name="connsiteY3939" fmla="*/ 1733195 h 2053176"/>
              <a:gd name="connsiteX3940" fmla="*/ 10362474 w 12188965"/>
              <a:gd name="connsiteY3940" fmla="*/ 1733195 h 2053176"/>
              <a:gd name="connsiteX3941" fmla="*/ 10388135 w 12188965"/>
              <a:gd name="connsiteY3941" fmla="*/ 1758854 h 2053176"/>
              <a:gd name="connsiteX3942" fmla="*/ 10362474 w 12188965"/>
              <a:gd name="connsiteY3942" fmla="*/ 1784513 h 2053176"/>
              <a:gd name="connsiteX3943" fmla="*/ 10336816 w 12188965"/>
              <a:gd name="connsiteY3943" fmla="*/ 1758854 h 2053176"/>
              <a:gd name="connsiteX3944" fmla="*/ 10362474 w 12188965"/>
              <a:gd name="connsiteY3944" fmla="*/ 1733195 h 2053176"/>
              <a:gd name="connsiteX3945" fmla="*/ 10298270 w 12188965"/>
              <a:gd name="connsiteY3945" fmla="*/ 1733195 h 2053176"/>
              <a:gd name="connsiteX3946" fmla="*/ 10323928 w 12188965"/>
              <a:gd name="connsiteY3946" fmla="*/ 1758854 h 2053176"/>
              <a:gd name="connsiteX3947" fmla="*/ 10298270 w 12188965"/>
              <a:gd name="connsiteY3947" fmla="*/ 1784513 h 2053176"/>
              <a:gd name="connsiteX3948" fmla="*/ 10272611 w 12188965"/>
              <a:gd name="connsiteY3948" fmla="*/ 1758854 h 2053176"/>
              <a:gd name="connsiteX3949" fmla="*/ 10298270 w 12188965"/>
              <a:gd name="connsiteY3949" fmla="*/ 1733195 h 2053176"/>
              <a:gd name="connsiteX3950" fmla="*/ 10234065 w 12188965"/>
              <a:gd name="connsiteY3950" fmla="*/ 1733195 h 2053176"/>
              <a:gd name="connsiteX3951" fmla="*/ 10259723 w 12188965"/>
              <a:gd name="connsiteY3951" fmla="*/ 1758854 h 2053176"/>
              <a:gd name="connsiteX3952" fmla="*/ 10234065 w 12188965"/>
              <a:gd name="connsiteY3952" fmla="*/ 1784513 h 2053176"/>
              <a:gd name="connsiteX3953" fmla="*/ 10208404 w 12188965"/>
              <a:gd name="connsiteY3953" fmla="*/ 1758854 h 2053176"/>
              <a:gd name="connsiteX3954" fmla="*/ 10234065 w 12188965"/>
              <a:gd name="connsiteY3954" fmla="*/ 1733195 h 2053176"/>
              <a:gd name="connsiteX3955" fmla="*/ 10169858 w 12188965"/>
              <a:gd name="connsiteY3955" fmla="*/ 1733195 h 2053176"/>
              <a:gd name="connsiteX3956" fmla="*/ 10195519 w 12188965"/>
              <a:gd name="connsiteY3956" fmla="*/ 1758854 h 2053176"/>
              <a:gd name="connsiteX3957" fmla="*/ 10169858 w 12188965"/>
              <a:gd name="connsiteY3957" fmla="*/ 1784513 h 2053176"/>
              <a:gd name="connsiteX3958" fmla="*/ 10144200 w 12188965"/>
              <a:gd name="connsiteY3958" fmla="*/ 1758854 h 2053176"/>
              <a:gd name="connsiteX3959" fmla="*/ 10169858 w 12188965"/>
              <a:gd name="connsiteY3959" fmla="*/ 1733195 h 2053176"/>
              <a:gd name="connsiteX3960" fmla="*/ 10105654 w 12188965"/>
              <a:gd name="connsiteY3960" fmla="*/ 1733195 h 2053176"/>
              <a:gd name="connsiteX3961" fmla="*/ 10131312 w 12188965"/>
              <a:gd name="connsiteY3961" fmla="*/ 1758854 h 2053176"/>
              <a:gd name="connsiteX3962" fmla="*/ 10105654 w 12188965"/>
              <a:gd name="connsiteY3962" fmla="*/ 1784513 h 2053176"/>
              <a:gd name="connsiteX3963" fmla="*/ 10079996 w 12188965"/>
              <a:gd name="connsiteY3963" fmla="*/ 1758854 h 2053176"/>
              <a:gd name="connsiteX3964" fmla="*/ 10105654 w 12188965"/>
              <a:gd name="connsiteY3964" fmla="*/ 1733195 h 2053176"/>
              <a:gd name="connsiteX3965" fmla="*/ 10041450 w 12188965"/>
              <a:gd name="connsiteY3965" fmla="*/ 1733195 h 2053176"/>
              <a:gd name="connsiteX3966" fmla="*/ 10067108 w 12188965"/>
              <a:gd name="connsiteY3966" fmla="*/ 1758854 h 2053176"/>
              <a:gd name="connsiteX3967" fmla="*/ 10041450 w 12188965"/>
              <a:gd name="connsiteY3967" fmla="*/ 1784513 h 2053176"/>
              <a:gd name="connsiteX3968" fmla="*/ 10015789 w 12188965"/>
              <a:gd name="connsiteY3968" fmla="*/ 1758854 h 2053176"/>
              <a:gd name="connsiteX3969" fmla="*/ 10041450 w 12188965"/>
              <a:gd name="connsiteY3969" fmla="*/ 1733195 h 2053176"/>
              <a:gd name="connsiteX3970" fmla="*/ 9977242 w 12188965"/>
              <a:gd name="connsiteY3970" fmla="*/ 1733195 h 2053176"/>
              <a:gd name="connsiteX3971" fmla="*/ 10002903 w 12188965"/>
              <a:gd name="connsiteY3971" fmla="*/ 1758854 h 2053176"/>
              <a:gd name="connsiteX3972" fmla="*/ 9977242 w 12188965"/>
              <a:gd name="connsiteY3972" fmla="*/ 1784513 h 2053176"/>
              <a:gd name="connsiteX3973" fmla="*/ 9951584 w 12188965"/>
              <a:gd name="connsiteY3973" fmla="*/ 1758854 h 2053176"/>
              <a:gd name="connsiteX3974" fmla="*/ 9977242 w 12188965"/>
              <a:gd name="connsiteY3974" fmla="*/ 1733195 h 2053176"/>
              <a:gd name="connsiteX3975" fmla="*/ 9913038 w 12188965"/>
              <a:gd name="connsiteY3975" fmla="*/ 1733195 h 2053176"/>
              <a:gd name="connsiteX3976" fmla="*/ 9938696 w 12188965"/>
              <a:gd name="connsiteY3976" fmla="*/ 1758854 h 2053176"/>
              <a:gd name="connsiteX3977" fmla="*/ 9913038 w 12188965"/>
              <a:gd name="connsiteY3977" fmla="*/ 1784513 h 2053176"/>
              <a:gd name="connsiteX3978" fmla="*/ 9887380 w 12188965"/>
              <a:gd name="connsiteY3978" fmla="*/ 1758854 h 2053176"/>
              <a:gd name="connsiteX3979" fmla="*/ 9913038 w 12188965"/>
              <a:gd name="connsiteY3979" fmla="*/ 1733195 h 2053176"/>
              <a:gd name="connsiteX3980" fmla="*/ 9848716 w 12188965"/>
              <a:gd name="connsiteY3980" fmla="*/ 1733195 h 2053176"/>
              <a:gd name="connsiteX3981" fmla="*/ 9874374 w 12188965"/>
              <a:gd name="connsiteY3981" fmla="*/ 1758854 h 2053176"/>
              <a:gd name="connsiteX3982" fmla="*/ 9848716 w 12188965"/>
              <a:gd name="connsiteY3982" fmla="*/ 1784513 h 2053176"/>
              <a:gd name="connsiteX3983" fmla="*/ 9823058 w 12188965"/>
              <a:gd name="connsiteY3983" fmla="*/ 1758854 h 2053176"/>
              <a:gd name="connsiteX3984" fmla="*/ 9848716 w 12188965"/>
              <a:gd name="connsiteY3984" fmla="*/ 1733195 h 2053176"/>
              <a:gd name="connsiteX3985" fmla="*/ 9784512 w 12188965"/>
              <a:gd name="connsiteY3985" fmla="*/ 1733195 h 2053176"/>
              <a:gd name="connsiteX3986" fmla="*/ 9810170 w 12188965"/>
              <a:gd name="connsiteY3986" fmla="*/ 1758854 h 2053176"/>
              <a:gd name="connsiteX3987" fmla="*/ 9784512 w 12188965"/>
              <a:gd name="connsiteY3987" fmla="*/ 1784513 h 2053176"/>
              <a:gd name="connsiteX3988" fmla="*/ 9758853 w 12188965"/>
              <a:gd name="connsiteY3988" fmla="*/ 1758854 h 2053176"/>
              <a:gd name="connsiteX3989" fmla="*/ 9784512 w 12188965"/>
              <a:gd name="connsiteY3989" fmla="*/ 1733195 h 2053176"/>
              <a:gd name="connsiteX3990" fmla="*/ 9720307 w 12188965"/>
              <a:gd name="connsiteY3990" fmla="*/ 1733195 h 2053176"/>
              <a:gd name="connsiteX3991" fmla="*/ 9745965 w 12188965"/>
              <a:gd name="connsiteY3991" fmla="*/ 1758854 h 2053176"/>
              <a:gd name="connsiteX3992" fmla="*/ 9720307 w 12188965"/>
              <a:gd name="connsiteY3992" fmla="*/ 1784513 h 2053176"/>
              <a:gd name="connsiteX3993" fmla="*/ 9694646 w 12188965"/>
              <a:gd name="connsiteY3993" fmla="*/ 1758854 h 2053176"/>
              <a:gd name="connsiteX3994" fmla="*/ 9720307 w 12188965"/>
              <a:gd name="connsiteY3994" fmla="*/ 1733195 h 2053176"/>
              <a:gd name="connsiteX3995" fmla="*/ 9656100 w 12188965"/>
              <a:gd name="connsiteY3995" fmla="*/ 1733195 h 2053176"/>
              <a:gd name="connsiteX3996" fmla="*/ 9681758 w 12188965"/>
              <a:gd name="connsiteY3996" fmla="*/ 1758854 h 2053176"/>
              <a:gd name="connsiteX3997" fmla="*/ 9656100 w 12188965"/>
              <a:gd name="connsiteY3997" fmla="*/ 1784513 h 2053176"/>
              <a:gd name="connsiteX3998" fmla="*/ 9630442 w 12188965"/>
              <a:gd name="connsiteY3998" fmla="*/ 1758854 h 2053176"/>
              <a:gd name="connsiteX3999" fmla="*/ 9656100 w 12188965"/>
              <a:gd name="connsiteY3999" fmla="*/ 1733195 h 2053176"/>
              <a:gd name="connsiteX4000" fmla="*/ 9591896 w 12188965"/>
              <a:gd name="connsiteY4000" fmla="*/ 1733195 h 2053176"/>
              <a:gd name="connsiteX4001" fmla="*/ 9617554 w 12188965"/>
              <a:gd name="connsiteY4001" fmla="*/ 1758854 h 2053176"/>
              <a:gd name="connsiteX4002" fmla="*/ 9591896 w 12188965"/>
              <a:gd name="connsiteY4002" fmla="*/ 1784513 h 2053176"/>
              <a:gd name="connsiteX4003" fmla="*/ 9566238 w 12188965"/>
              <a:gd name="connsiteY4003" fmla="*/ 1758854 h 2053176"/>
              <a:gd name="connsiteX4004" fmla="*/ 9591896 w 12188965"/>
              <a:gd name="connsiteY4004" fmla="*/ 1733195 h 2053176"/>
              <a:gd name="connsiteX4005" fmla="*/ 9527689 w 12188965"/>
              <a:gd name="connsiteY4005" fmla="*/ 1733195 h 2053176"/>
              <a:gd name="connsiteX4006" fmla="*/ 9553350 w 12188965"/>
              <a:gd name="connsiteY4006" fmla="*/ 1758854 h 2053176"/>
              <a:gd name="connsiteX4007" fmla="*/ 9527689 w 12188965"/>
              <a:gd name="connsiteY4007" fmla="*/ 1784513 h 2053176"/>
              <a:gd name="connsiteX4008" fmla="*/ 9502031 w 12188965"/>
              <a:gd name="connsiteY4008" fmla="*/ 1758854 h 2053176"/>
              <a:gd name="connsiteX4009" fmla="*/ 9527689 w 12188965"/>
              <a:gd name="connsiteY4009" fmla="*/ 1733195 h 2053176"/>
              <a:gd name="connsiteX4010" fmla="*/ 9463485 w 12188965"/>
              <a:gd name="connsiteY4010" fmla="*/ 1733195 h 2053176"/>
              <a:gd name="connsiteX4011" fmla="*/ 9489143 w 12188965"/>
              <a:gd name="connsiteY4011" fmla="*/ 1758854 h 2053176"/>
              <a:gd name="connsiteX4012" fmla="*/ 9463485 w 12188965"/>
              <a:gd name="connsiteY4012" fmla="*/ 1784513 h 2053176"/>
              <a:gd name="connsiteX4013" fmla="*/ 9437826 w 12188965"/>
              <a:gd name="connsiteY4013" fmla="*/ 1758854 h 2053176"/>
              <a:gd name="connsiteX4014" fmla="*/ 9463485 w 12188965"/>
              <a:gd name="connsiteY4014" fmla="*/ 1733195 h 2053176"/>
              <a:gd name="connsiteX4015" fmla="*/ 9399280 w 12188965"/>
              <a:gd name="connsiteY4015" fmla="*/ 1733195 h 2053176"/>
              <a:gd name="connsiteX4016" fmla="*/ 9424938 w 12188965"/>
              <a:gd name="connsiteY4016" fmla="*/ 1758854 h 2053176"/>
              <a:gd name="connsiteX4017" fmla="*/ 9399280 w 12188965"/>
              <a:gd name="connsiteY4017" fmla="*/ 1784513 h 2053176"/>
              <a:gd name="connsiteX4018" fmla="*/ 9373619 w 12188965"/>
              <a:gd name="connsiteY4018" fmla="*/ 1758854 h 2053176"/>
              <a:gd name="connsiteX4019" fmla="*/ 9399280 w 12188965"/>
              <a:gd name="connsiteY4019" fmla="*/ 1733195 h 2053176"/>
              <a:gd name="connsiteX4020" fmla="*/ 9335073 w 12188965"/>
              <a:gd name="connsiteY4020" fmla="*/ 1733195 h 2053176"/>
              <a:gd name="connsiteX4021" fmla="*/ 9360734 w 12188965"/>
              <a:gd name="connsiteY4021" fmla="*/ 1758854 h 2053176"/>
              <a:gd name="connsiteX4022" fmla="*/ 9335073 w 12188965"/>
              <a:gd name="connsiteY4022" fmla="*/ 1784513 h 2053176"/>
              <a:gd name="connsiteX4023" fmla="*/ 9309415 w 12188965"/>
              <a:gd name="connsiteY4023" fmla="*/ 1758854 h 2053176"/>
              <a:gd name="connsiteX4024" fmla="*/ 9335073 w 12188965"/>
              <a:gd name="connsiteY4024" fmla="*/ 1733195 h 2053176"/>
              <a:gd name="connsiteX4025" fmla="*/ 9270869 w 12188965"/>
              <a:gd name="connsiteY4025" fmla="*/ 1733195 h 2053176"/>
              <a:gd name="connsiteX4026" fmla="*/ 9296527 w 12188965"/>
              <a:gd name="connsiteY4026" fmla="*/ 1758854 h 2053176"/>
              <a:gd name="connsiteX4027" fmla="*/ 9270869 w 12188965"/>
              <a:gd name="connsiteY4027" fmla="*/ 1784513 h 2053176"/>
              <a:gd name="connsiteX4028" fmla="*/ 9245211 w 12188965"/>
              <a:gd name="connsiteY4028" fmla="*/ 1758854 h 2053176"/>
              <a:gd name="connsiteX4029" fmla="*/ 9270869 w 12188965"/>
              <a:gd name="connsiteY4029" fmla="*/ 1733195 h 2053176"/>
              <a:gd name="connsiteX4030" fmla="*/ 9206664 w 12188965"/>
              <a:gd name="connsiteY4030" fmla="*/ 1733195 h 2053176"/>
              <a:gd name="connsiteX4031" fmla="*/ 9232323 w 12188965"/>
              <a:gd name="connsiteY4031" fmla="*/ 1758854 h 2053176"/>
              <a:gd name="connsiteX4032" fmla="*/ 9206664 w 12188965"/>
              <a:gd name="connsiteY4032" fmla="*/ 1784513 h 2053176"/>
              <a:gd name="connsiteX4033" fmla="*/ 9181006 w 12188965"/>
              <a:gd name="connsiteY4033" fmla="*/ 1758854 h 2053176"/>
              <a:gd name="connsiteX4034" fmla="*/ 9206664 w 12188965"/>
              <a:gd name="connsiteY4034" fmla="*/ 1733195 h 2053176"/>
              <a:gd name="connsiteX4035" fmla="*/ 9142457 w 12188965"/>
              <a:gd name="connsiteY4035" fmla="*/ 1733195 h 2053176"/>
              <a:gd name="connsiteX4036" fmla="*/ 9168118 w 12188965"/>
              <a:gd name="connsiteY4036" fmla="*/ 1758854 h 2053176"/>
              <a:gd name="connsiteX4037" fmla="*/ 9142457 w 12188965"/>
              <a:gd name="connsiteY4037" fmla="*/ 1784513 h 2053176"/>
              <a:gd name="connsiteX4038" fmla="*/ 9116799 w 12188965"/>
              <a:gd name="connsiteY4038" fmla="*/ 1758854 h 2053176"/>
              <a:gd name="connsiteX4039" fmla="*/ 9142457 w 12188965"/>
              <a:gd name="connsiteY4039" fmla="*/ 1733195 h 2053176"/>
              <a:gd name="connsiteX4040" fmla="*/ 9078253 w 12188965"/>
              <a:gd name="connsiteY4040" fmla="*/ 1733195 h 2053176"/>
              <a:gd name="connsiteX4041" fmla="*/ 9103911 w 12188965"/>
              <a:gd name="connsiteY4041" fmla="*/ 1758854 h 2053176"/>
              <a:gd name="connsiteX4042" fmla="*/ 9078253 w 12188965"/>
              <a:gd name="connsiteY4042" fmla="*/ 1784513 h 2053176"/>
              <a:gd name="connsiteX4043" fmla="*/ 9052595 w 12188965"/>
              <a:gd name="connsiteY4043" fmla="*/ 1758854 h 2053176"/>
              <a:gd name="connsiteX4044" fmla="*/ 9078253 w 12188965"/>
              <a:gd name="connsiteY4044" fmla="*/ 1733195 h 2053176"/>
              <a:gd name="connsiteX4045" fmla="*/ 9014049 w 12188965"/>
              <a:gd name="connsiteY4045" fmla="*/ 1733195 h 2053176"/>
              <a:gd name="connsiteX4046" fmla="*/ 9039707 w 12188965"/>
              <a:gd name="connsiteY4046" fmla="*/ 1758854 h 2053176"/>
              <a:gd name="connsiteX4047" fmla="*/ 9014049 w 12188965"/>
              <a:gd name="connsiteY4047" fmla="*/ 1784513 h 2053176"/>
              <a:gd name="connsiteX4048" fmla="*/ 8988388 w 12188965"/>
              <a:gd name="connsiteY4048" fmla="*/ 1758854 h 2053176"/>
              <a:gd name="connsiteX4049" fmla="*/ 9014049 w 12188965"/>
              <a:gd name="connsiteY4049" fmla="*/ 1733195 h 2053176"/>
              <a:gd name="connsiteX4050" fmla="*/ 8949842 w 12188965"/>
              <a:gd name="connsiteY4050" fmla="*/ 1733195 h 2053176"/>
              <a:gd name="connsiteX4051" fmla="*/ 8975503 w 12188965"/>
              <a:gd name="connsiteY4051" fmla="*/ 1758854 h 2053176"/>
              <a:gd name="connsiteX4052" fmla="*/ 8949842 w 12188965"/>
              <a:gd name="connsiteY4052" fmla="*/ 1784513 h 2053176"/>
              <a:gd name="connsiteX4053" fmla="*/ 8924183 w 12188965"/>
              <a:gd name="connsiteY4053" fmla="*/ 1758854 h 2053176"/>
              <a:gd name="connsiteX4054" fmla="*/ 8949842 w 12188965"/>
              <a:gd name="connsiteY4054" fmla="*/ 1733195 h 2053176"/>
              <a:gd name="connsiteX4055" fmla="*/ 8821433 w 12188965"/>
              <a:gd name="connsiteY4055" fmla="*/ 1733195 h 2053176"/>
              <a:gd name="connsiteX4056" fmla="*/ 8847091 w 12188965"/>
              <a:gd name="connsiteY4056" fmla="*/ 1758854 h 2053176"/>
              <a:gd name="connsiteX4057" fmla="*/ 8821433 w 12188965"/>
              <a:gd name="connsiteY4057" fmla="*/ 1784513 h 2053176"/>
              <a:gd name="connsiteX4058" fmla="*/ 8795772 w 12188965"/>
              <a:gd name="connsiteY4058" fmla="*/ 1758854 h 2053176"/>
              <a:gd name="connsiteX4059" fmla="*/ 8821433 w 12188965"/>
              <a:gd name="connsiteY4059" fmla="*/ 1733195 h 2053176"/>
              <a:gd name="connsiteX4060" fmla="*/ 8757226 w 12188965"/>
              <a:gd name="connsiteY4060" fmla="*/ 1733195 h 2053176"/>
              <a:gd name="connsiteX4061" fmla="*/ 8782887 w 12188965"/>
              <a:gd name="connsiteY4061" fmla="*/ 1758854 h 2053176"/>
              <a:gd name="connsiteX4062" fmla="*/ 8757226 w 12188965"/>
              <a:gd name="connsiteY4062" fmla="*/ 1784513 h 2053176"/>
              <a:gd name="connsiteX4063" fmla="*/ 8731568 w 12188965"/>
              <a:gd name="connsiteY4063" fmla="*/ 1758854 h 2053176"/>
              <a:gd name="connsiteX4064" fmla="*/ 8757226 w 12188965"/>
              <a:gd name="connsiteY4064" fmla="*/ 1733195 h 2053176"/>
              <a:gd name="connsiteX4065" fmla="*/ 8692904 w 12188965"/>
              <a:gd name="connsiteY4065" fmla="*/ 1733195 h 2053176"/>
              <a:gd name="connsiteX4066" fmla="*/ 8718565 w 12188965"/>
              <a:gd name="connsiteY4066" fmla="*/ 1758854 h 2053176"/>
              <a:gd name="connsiteX4067" fmla="*/ 8692904 w 12188965"/>
              <a:gd name="connsiteY4067" fmla="*/ 1784513 h 2053176"/>
              <a:gd name="connsiteX4068" fmla="*/ 8667246 w 12188965"/>
              <a:gd name="connsiteY4068" fmla="*/ 1758854 h 2053176"/>
              <a:gd name="connsiteX4069" fmla="*/ 8692904 w 12188965"/>
              <a:gd name="connsiteY4069" fmla="*/ 1733195 h 2053176"/>
              <a:gd name="connsiteX4070" fmla="*/ 8628699 w 12188965"/>
              <a:gd name="connsiteY4070" fmla="*/ 1733195 h 2053176"/>
              <a:gd name="connsiteX4071" fmla="*/ 8654358 w 12188965"/>
              <a:gd name="connsiteY4071" fmla="*/ 1758854 h 2053176"/>
              <a:gd name="connsiteX4072" fmla="*/ 8628699 w 12188965"/>
              <a:gd name="connsiteY4072" fmla="*/ 1784513 h 2053176"/>
              <a:gd name="connsiteX4073" fmla="*/ 8603041 w 12188965"/>
              <a:gd name="connsiteY4073" fmla="*/ 1758854 h 2053176"/>
              <a:gd name="connsiteX4074" fmla="*/ 8628699 w 12188965"/>
              <a:gd name="connsiteY4074" fmla="*/ 1733195 h 2053176"/>
              <a:gd name="connsiteX4075" fmla="*/ 8564495 w 12188965"/>
              <a:gd name="connsiteY4075" fmla="*/ 1733195 h 2053176"/>
              <a:gd name="connsiteX4076" fmla="*/ 8590153 w 12188965"/>
              <a:gd name="connsiteY4076" fmla="*/ 1758854 h 2053176"/>
              <a:gd name="connsiteX4077" fmla="*/ 8564495 w 12188965"/>
              <a:gd name="connsiteY4077" fmla="*/ 1784513 h 2053176"/>
              <a:gd name="connsiteX4078" fmla="*/ 8538837 w 12188965"/>
              <a:gd name="connsiteY4078" fmla="*/ 1758854 h 2053176"/>
              <a:gd name="connsiteX4079" fmla="*/ 8564495 w 12188965"/>
              <a:gd name="connsiteY4079" fmla="*/ 1733195 h 2053176"/>
              <a:gd name="connsiteX4080" fmla="*/ 8500288 w 12188965"/>
              <a:gd name="connsiteY4080" fmla="*/ 1733195 h 2053176"/>
              <a:gd name="connsiteX4081" fmla="*/ 8525949 w 12188965"/>
              <a:gd name="connsiteY4081" fmla="*/ 1758854 h 2053176"/>
              <a:gd name="connsiteX4082" fmla="*/ 8500288 w 12188965"/>
              <a:gd name="connsiteY4082" fmla="*/ 1784513 h 2053176"/>
              <a:gd name="connsiteX4083" fmla="*/ 8474630 w 12188965"/>
              <a:gd name="connsiteY4083" fmla="*/ 1758854 h 2053176"/>
              <a:gd name="connsiteX4084" fmla="*/ 8500288 w 12188965"/>
              <a:gd name="connsiteY4084" fmla="*/ 1733195 h 2053176"/>
              <a:gd name="connsiteX4085" fmla="*/ 8436084 w 12188965"/>
              <a:gd name="connsiteY4085" fmla="*/ 1733195 h 2053176"/>
              <a:gd name="connsiteX4086" fmla="*/ 8461745 w 12188965"/>
              <a:gd name="connsiteY4086" fmla="*/ 1758854 h 2053176"/>
              <a:gd name="connsiteX4087" fmla="*/ 8436084 w 12188965"/>
              <a:gd name="connsiteY4087" fmla="*/ 1784513 h 2053176"/>
              <a:gd name="connsiteX4088" fmla="*/ 8410426 w 12188965"/>
              <a:gd name="connsiteY4088" fmla="*/ 1758854 h 2053176"/>
              <a:gd name="connsiteX4089" fmla="*/ 8436084 w 12188965"/>
              <a:gd name="connsiteY4089" fmla="*/ 1733195 h 2053176"/>
              <a:gd name="connsiteX4090" fmla="*/ 8307675 w 12188965"/>
              <a:gd name="connsiteY4090" fmla="*/ 1733195 h 2053176"/>
              <a:gd name="connsiteX4091" fmla="*/ 8333333 w 12188965"/>
              <a:gd name="connsiteY4091" fmla="*/ 1758854 h 2053176"/>
              <a:gd name="connsiteX4092" fmla="*/ 8307675 w 12188965"/>
              <a:gd name="connsiteY4092" fmla="*/ 1784513 h 2053176"/>
              <a:gd name="connsiteX4093" fmla="*/ 8282014 w 12188965"/>
              <a:gd name="connsiteY4093" fmla="*/ 1758854 h 2053176"/>
              <a:gd name="connsiteX4094" fmla="*/ 8307675 w 12188965"/>
              <a:gd name="connsiteY4094" fmla="*/ 1733195 h 2053176"/>
              <a:gd name="connsiteX4095" fmla="*/ 8243468 w 12188965"/>
              <a:gd name="connsiteY4095" fmla="*/ 1733195 h 2053176"/>
              <a:gd name="connsiteX4096" fmla="*/ 8269126 w 12188965"/>
              <a:gd name="connsiteY4096" fmla="*/ 1758854 h 2053176"/>
              <a:gd name="connsiteX4097" fmla="*/ 8243468 w 12188965"/>
              <a:gd name="connsiteY4097" fmla="*/ 1784513 h 2053176"/>
              <a:gd name="connsiteX4098" fmla="*/ 8217810 w 12188965"/>
              <a:gd name="connsiteY4098" fmla="*/ 1758854 h 2053176"/>
              <a:gd name="connsiteX4099" fmla="*/ 8243468 w 12188965"/>
              <a:gd name="connsiteY4099" fmla="*/ 1733195 h 2053176"/>
              <a:gd name="connsiteX4100" fmla="*/ 8179264 w 12188965"/>
              <a:gd name="connsiteY4100" fmla="*/ 1733195 h 2053176"/>
              <a:gd name="connsiteX4101" fmla="*/ 8204922 w 12188965"/>
              <a:gd name="connsiteY4101" fmla="*/ 1758854 h 2053176"/>
              <a:gd name="connsiteX4102" fmla="*/ 8179264 w 12188965"/>
              <a:gd name="connsiteY4102" fmla="*/ 1784513 h 2053176"/>
              <a:gd name="connsiteX4103" fmla="*/ 8153603 w 12188965"/>
              <a:gd name="connsiteY4103" fmla="*/ 1758854 h 2053176"/>
              <a:gd name="connsiteX4104" fmla="*/ 8179264 w 12188965"/>
              <a:gd name="connsiteY4104" fmla="*/ 1733195 h 2053176"/>
              <a:gd name="connsiteX4105" fmla="*/ 8115057 w 12188965"/>
              <a:gd name="connsiteY4105" fmla="*/ 1733195 h 2053176"/>
              <a:gd name="connsiteX4106" fmla="*/ 8140717 w 12188965"/>
              <a:gd name="connsiteY4106" fmla="*/ 1758854 h 2053176"/>
              <a:gd name="connsiteX4107" fmla="*/ 8115057 w 12188965"/>
              <a:gd name="connsiteY4107" fmla="*/ 1784513 h 2053176"/>
              <a:gd name="connsiteX4108" fmla="*/ 8089398 w 12188965"/>
              <a:gd name="connsiteY4108" fmla="*/ 1758854 h 2053176"/>
              <a:gd name="connsiteX4109" fmla="*/ 8115057 w 12188965"/>
              <a:gd name="connsiteY4109" fmla="*/ 1733195 h 2053176"/>
              <a:gd name="connsiteX4110" fmla="*/ 8050852 w 12188965"/>
              <a:gd name="connsiteY4110" fmla="*/ 1733195 h 2053176"/>
              <a:gd name="connsiteX4111" fmla="*/ 8076510 w 12188965"/>
              <a:gd name="connsiteY4111" fmla="*/ 1758854 h 2053176"/>
              <a:gd name="connsiteX4112" fmla="*/ 8050852 w 12188965"/>
              <a:gd name="connsiteY4112" fmla="*/ 1784513 h 2053176"/>
              <a:gd name="connsiteX4113" fmla="*/ 8025194 w 12188965"/>
              <a:gd name="connsiteY4113" fmla="*/ 1758854 h 2053176"/>
              <a:gd name="connsiteX4114" fmla="*/ 8050852 w 12188965"/>
              <a:gd name="connsiteY4114" fmla="*/ 1733195 h 2053176"/>
              <a:gd name="connsiteX4115" fmla="*/ 7986648 w 12188965"/>
              <a:gd name="connsiteY4115" fmla="*/ 1733195 h 2053176"/>
              <a:gd name="connsiteX4116" fmla="*/ 8012306 w 12188965"/>
              <a:gd name="connsiteY4116" fmla="*/ 1758854 h 2053176"/>
              <a:gd name="connsiteX4117" fmla="*/ 7986648 w 12188965"/>
              <a:gd name="connsiteY4117" fmla="*/ 1784513 h 2053176"/>
              <a:gd name="connsiteX4118" fmla="*/ 7960990 w 12188965"/>
              <a:gd name="connsiteY4118" fmla="*/ 1758854 h 2053176"/>
              <a:gd name="connsiteX4119" fmla="*/ 7986648 w 12188965"/>
              <a:gd name="connsiteY4119" fmla="*/ 1733195 h 2053176"/>
              <a:gd name="connsiteX4120" fmla="*/ 7922444 w 12188965"/>
              <a:gd name="connsiteY4120" fmla="*/ 1733195 h 2053176"/>
              <a:gd name="connsiteX4121" fmla="*/ 7948102 w 12188965"/>
              <a:gd name="connsiteY4121" fmla="*/ 1758854 h 2053176"/>
              <a:gd name="connsiteX4122" fmla="*/ 7922444 w 12188965"/>
              <a:gd name="connsiteY4122" fmla="*/ 1784513 h 2053176"/>
              <a:gd name="connsiteX4123" fmla="*/ 7896783 w 12188965"/>
              <a:gd name="connsiteY4123" fmla="*/ 1758854 h 2053176"/>
              <a:gd name="connsiteX4124" fmla="*/ 7922444 w 12188965"/>
              <a:gd name="connsiteY4124" fmla="*/ 1733195 h 2053176"/>
              <a:gd name="connsiteX4125" fmla="*/ 7858237 w 12188965"/>
              <a:gd name="connsiteY4125" fmla="*/ 1733195 h 2053176"/>
              <a:gd name="connsiteX4126" fmla="*/ 7883895 w 12188965"/>
              <a:gd name="connsiteY4126" fmla="*/ 1758854 h 2053176"/>
              <a:gd name="connsiteX4127" fmla="*/ 7858237 w 12188965"/>
              <a:gd name="connsiteY4127" fmla="*/ 1784513 h 2053176"/>
              <a:gd name="connsiteX4128" fmla="*/ 7832578 w 12188965"/>
              <a:gd name="connsiteY4128" fmla="*/ 1758854 h 2053176"/>
              <a:gd name="connsiteX4129" fmla="*/ 7858237 w 12188965"/>
              <a:gd name="connsiteY4129" fmla="*/ 1733195 h 2053176"/>
              <a:gd name="connsiteX4130" fmla="*/ 7794032 w 12188965"/>
              <a:gd name="connsiteY4130" fmla="*/ 1733195 h 2053176"/>
              <a:gd name="connsiteX4131" fmla="*/ 7819690 w 12188965"/>
              <a:gd name="connsiteY4131" fmla="*/ 1758854 h 2053176"/>
              <a:gd name="connsiteX4132" fmla="*/ 7794032 w 12188965"/>
              <a:gd name="connsiteY4132" fmla="*/ 1784513 h 2053176"/>
              <a:gd name="connsiteX4133" fmla="*/ 7768371 w 12188965"/>
              <a:gd name="connsiteY4133" fmla="*/ 1758854 h 2053176"/>
              <a:gd name="connsiteX4134" fmla="*/ 7794032 w 12188965"/>
              <a:gd name="connsiteY4134" fmla="*/ 1733195 h 2053176"/>
              <a:gd name="connsiteX4135" fmla="*/ 7729825 w 12188965"/>
              <a:gd name="connsiteY4135" fmla="*/ 1733195 h 2053176"/>
              <a:gd name="connsiteX4136" fmla="*/ 7755486 w 12188965"/>
              <a:gd name="connsiteY4136" fmla="*/ 1758854 h 2053176"/>
              <a:gd name="connsiteX4137" fmla="*/ 7729825 w 12188965"/>
              <a:gd name="connsiteY4137" fmla="*/ 1784513 h 2053176"/>
              <a:gd name="connsiteX4138" fmla="*/ 7704167 w 12188965"/>
              <a:gd name="connsiteY4138" fmla="*/ 1758854 h 2053176"/>
              <a:gd name="connsiteX4139" fmla="*/ 7729825 w 12188965"/>
              <a:gd name="connsiteY4139" fmla="*/ 1733195 h 2053176"/>
              <a:gd name="connsiteX4140" fmla="*/ 7665621 w 12188965"/>
              <a:gd name="connsiteY4140" fmla="*/ 1733195 h 2053176"/>
              <a:gd name="connsiteX4141" fmla="*/ 7691279 w 12188965"/>
              <a:gd name="connsiteY4141" fmla="*/ 1758854 h 2053176"/>
              <a:gd name="connsiteX4142" fmla="*/ 7665621 w 12188965"/>
              <a:gd name="connsiteY4142" fmla="*/ 1784513 h 2053176"/>
              <a:gd name="connsiteX4143" fmla="*/ 7639963 w 12188965"/>
              <a:gd name="connsiteY4143" fmla="*/ 1758854 h 2053176"/>
              <a:gd name="connsiteX4144" fmla="*/ 7665621 w 12188965"/>
              <a:gd name="connsiteY4144" fmla="*/ 1733195 h 2053176"/>
              <a:gd name="connsiteX4145" fmla="*/ 7601299 w 12188965"/>
              <a:gd name="connsiteY4145" fmla="*/ 1733195 h 2053176"/>
              <a:gd name="connsiteX4146" fmla="*/ 7626959 w 12188965"/>
              <a:gd name="connsiteY4146" fmla="*/ 1758854 h 2053176"/>
              <a:gd name="connsiteX4147" fmla="*/ 7601299 w 12188965"/>
              <a:gd name="connsiteY4147" fmla="*/ 1784513 h 2053176"/>
              <a:gd name="connsiteX4148" fmla="*/ 7575640 w 12188965"/>
              <a:gd name="connsiteY4148" fmla="*/ 1758854 h 2053176"/>
              <a:gd name="connsiteX4149" fmla="*/ 7601299 w 12188965"/>
              <a:gd name="connsiteY4149" fmla="*/ 1733195 h 2053176"/>
              <a:gd name="connsiteX4150" fmla="*/ 7537094 w 12188965"/>
              <a:gd name="connsiteY4150" fmla="*/ 1733195 h 2053176"/>
              <a:gd name="connsiteX4151" fmla="*/ 7562752 w 12188965"/>
              <a:gd name="connsiteY4151" fmla="*/ 1758854 h 2053176"/>
              <a:gd name="connsiteX4152" fmla="*/ 7537094 w 12188965"/>
              <a:gd name="connsiteY4152" fmla="*/ 1784513 h 2053176"/>
              <a:gd name="connsiteX4153" fmla="*/ 7511436 w 12188965"/>
              <a:gd name="connsiteY4153" fmla="*/ 1758854 h 2053176"/>
              <a:gd name="connsiteX4154" fmla="*/ 7537094 w 12188965"/>
              <a:gd name="connsiteY4154" fmla="*/ 1733195 h 2053176"/>
              <a:gd name="connsiteX4155" fmla="*/ 7472890 w 12188965"/>
              <a:gd name="connsiteY4155" fmla="*/ 1733195 h 2053176"/>
              <a:gd name="connsiteX4156" fmla="*/ 7498548 w 12188965"/>
              <a:gd name="connsiteY4156" fmla="*/ 1758854 h 2053176"/>
              <a:gd name="connsiteX4157" fmla="*/ 7472890 w 12188965"/>
              <a:gd name="connsiteY4157" fmla="*/ 1784513 h 2053176"/>
              <a:gd name="connsiteX4158" fmla="*/ 7447229 w 12188965"/>
              <a:gd name="connsiteY4158" fmla="*/ 1758854 h 2053176"/>
              <a:gd name="connsiteX4159" fmla="*/ 7472890 w 12188965"/>
              <a:gd name="connsiteY4159" fmla="*/ 1733195 h 2053176"/>
              <a:gd name="connsiteX4160" fmla="*/ 7408683 w 12188965"/>
              <a:gd name="connsiteY4160" fmla="*/ 1733195 h 2053176"/>
              <a:gd name="connsiteX4161" fmla="*/ 7434341 w 12188965"/>
              <a:gd name="connsiteY4161" fmla="*/ 1758854 h 2053176"/>
              <a:gd name="connsiteX4162" fmla="*/ 7408683 w 12188965"/>
              <a:gd name="connsiteY4162" fmla="*/ 1784513 h 2053176"/>
              <a:gd name="connsiteX4163" fmla="*/ 7383025 w 12188965"/>
              <a:gd name="connsiteY4163" fmla="*/ 1758854 h 2053176"/>
              <a:gd name="connsiteX4164" fmla="*/ 7408683 w 12188965"/>
              <a:gd name="connsiteY4164" fmla="*/ 1733195 h 2053176"/>
              <a:gd name="connsiteX4165" fmla="*/ 7344479 w 12188965"/>
              <a:gd name="connsiteY4165" fmla="*/ 1733195 h 2053176"/>
              <a:gd name="connsiteX4166" fmla="*/ 7370137 w 12188965"/>
              <a:gd name="connsiteY4166" fmla="*/ 1758854 h 2053176"/>
              <a:gd name="connsiteX4167" fmla="*/ 7344479 w 12188965"/>
              <a:gd name="connsiteY4167" fmla="*/ 1784513 h 2053176"/>
              <a:gd name="connsiteX4168" fmla="*/ 7318820 w 12188965"/>
              <a:gd name="connsiteY4168" fmla="*/ 1758854 h 2053176"/>
              <a:gd name="connsiteX4169" fmla="*/ 7344479 w 12188965"/>
              <a:gd name="connsiteY4169" fmla="*/ 1733195 h 2053176"/>
              <a:gd name="connsiteX4170" fmla="*/ 7280274 w 12188965"/>
              <a:gd name="connsiteY4170" fmla="*/ 1733195 h 2053176"/>
              <a:gd name="connsiteX4171" fmla="*/ 7305932 w 12188965"/>
              <a:gd name="connsiteY4171" fmla="*/ 1758854 h 2053176"/>
              <a:gd name="connsiteX4172" fmla="*/ 7280274 w 12188965"/>
              <a:gd name="connsiteY4172" fmla="*/ 1784513 h 2053176"/>
              <a:gd name="connsiteX4173" fmla="*/ 7254613 w 12188965"/>
              <a:gd name="connsiteY4173" fmla="*/ 1758854 h 2053176"/>
              <a:gd name="connsiteX4174" fmla="*/ 7280274 w 12188965"/>
              <a:gd name="connsiteY4174" fmla="*/ 1733195 h 2053176"/>
              <a:gd name="connsiteX4175" fmla="*/ 7216067 w 12188965"/>
              <a:gd name="connsiteY4175" fmla="*/ 1733195 h 2053176"/>
              <a:gd name="connsiteX4176" fmla="*/ 7241725 w 12188965"/>
              <a:gd name="connsiteY4176" fmla="*/ 1758854 h 2053176"/>
              <a:gd name="connsiteX4177" fmla="*/ 7216067 w 12188965"/>
              <a:gd name="connsiteY4177" fmla="*/ 1784513 h 2053176"/>
              <a:gd name="connsiteX4178" fmla="*/ 7190409 w 12188965"/>
              <a:gd name="connsiteY4178" fmla="*/ 1758854 h 2053176"/>
              <a:gd name="connsiteX4179" fmla="*/ 7216067 w 12188965"/>
              <a:gd name="connsiteY4179" fmla="*/ 1733195 h 2053176"/>
              <a:gd name="connsiteX4180" fmla="*/ 7151863 w 12188965"/>
              <a:gd name="connsiteY4180" fmla="*/ 1733195 h 2053176"/>
              <a:gd name="connsiteX4181" fmla="*/ 7177521 w 12188965"/>
              <a:gd name="connsiteY4181" fmla="*/ 1758854 h 2053176"/>
              <a:gd name="connsiteX4182" fmla="*/ 7151863 w 12188965"/>
              <a:gd name="connsiteY4182" fmla="*/ 1784513 h 2053176"/>
              <a:gd name="connsiteX4183" fmla="*/ 7126205 w 12188965"/>
              <a:gd name="connsiteY4183" fmla="*/ 1758854 h 2053176"/>
              <a:gd name="connsiteX4184" fmla="*/ 7151863 w 12188965"/>
              <a:gd name="connsiteY4184" fmla="*/ 1733195 h 2053176"/>
              <a:gd name="connsiteX4185" fmla="*/ 7087658 w 12188965"/>
              <a:gd name="connsiteY4185" fmla="*/ 1733195 h 2053176"/>
              <a:gd name="connsiteX4186" fmla="*/ 7113317 w 12188965"/>
              <a:gd name="connsiteY4186" fmla="*/ 1758854 h 2053176"/>
              <a:gd name="connsiteX4187" fmla="*/ 7087658 w 12188965"/>
              <a:gd name="connsiteY4187" fmla="*/ 1784513 h 2053176"/>
              <a:gd name="connsiteX4188" fmla="*/ 7061998 w 12188965"/>
              <a:gd name="connsiteY4188" fmla="*/ 1758854 h 2053176"/>
              <a:gd name="connsiteX4189" fmla="*/ 7087658 w 12188965"/>
              <a:gd name="connsiteY4189" fmla="*/ 1733195 h 2053176"/>
              <a:gd name="connsiteX4190" fmla="*/ 6959247 w 12188965"/>
              <a:gd name="connsiteY4190" fmla="*/ 1733195 h 2053176"/>
              <a:gd name="connsiteX4191" fmla="*/ 6984905 w 12188965"/>
              <a:gd name="connsiteY4191" fmla="*/ 1758854 h 2053176"/>
              <a:gd name="connsiteX4192" fmla="*/ 6959247 w 12188965"/>
              <a:gd name="connsiteY4192" fmla="*/ 1784513 h 2053176"/>
              <a:gd name="connsiteX4193" fmla="*/ 6933589 w 12188965"/>
              <a:gd name="connsiteY4193" fmla="*/ 1758854 h 2053176"/>
              <a:gd name="connsiteX4194" fmla="*/ 6959247 w 12188965"/>
              <a:gd name="connsiteY4194" fmla="*/ 1733195 h 2053176"/>
              <a:gd name="connsiteX4195" fmla="*/ 6895043 w 12188965"/>
              <a:gd name="connsiteY4195" fmla="*/ 1733195 h 2053176"/>
              <a:gd name="connsiteX4196" fmla="*/ 6920701 w 12188965"/>
              <a:gd name="connsiteY4196" fmla="*/ 1758854 h 2053176"/>
              <a:gd name="connsiteX4197" fmla="*/ 6895043 w 12188965"/>
              <a:gd name="connsiteY4197" fmla="*/ 1784513 h 2053176"/>
              <a:gd name="connsiteX4198" fmla="*/ 6869382 w 12188965"/>
              <a:gd name="connsiteY4198" fmla="*/ 1758854 h 2053176"/>
              <a:gd name="connsiteX4199" fmla="*/ 6895043 w 12188965"/>
              <a:gd name="connsiteY4199" fmla="*/ 1733195 h 2053176"/>
              <a:gd name="connsiteX4200" fmla="*/ 6830836 w 12188965"/>
              <a:gd name="connsiteY4200" fmla="*/ 1733195 h 2053176"/>
              <a:gd name="connsiteX4201" fmla="*/ 6856494 w 12188965"/>
              <a:gd name="connsiteY4201" fmla="*/ 1758854 h 2053176"/>
              <a:gd name="connsiteX4202" fmla="*/ 6830836 w 12188965"/>
              <a:gd name="connsiteY4202" fmla="*/ 1784513 h 2053176"/>
              <a:gd name="connsiteX4203" fmla="*/ 6805178 w 12188965"/>
              <a:gd name="connsiteY4203" fmla="*/ 1758854 h 2053176"/>
              <a:gd name="connsiteX4204" fmla="*/ 6830836 w 12188965"/>
              <a:gd name="connsiteY4204" fmla="*/ 1733195 h 2053176"/>
              <a:gd name="connsiteX4205" fmla="*/ 6766631 w 12188965"/>
              <a:gd name="connsiteY4205" fmla="*/ 1733195 h 2053176"/>
              <a:gd name="connsiteX4206" fmla="*/ 6792290 w 12188965"/>
              <a:gd name="connsiteY4206" fmla="*/ 1758854 h 2053176"/>
              <a:gd name="connsiteX4207" fmla="*/ 6766631 w 12188965"/>
              <a:gd name="connsiteY4207" fmla="*/ 1784513 h 2053176"/>
              <a:gd name="connsiteX4208" fmla="*/ 6740973 w 12188965"/>
              <a:gd name="connsiteY4208" fmla="*/ 1758854 h 2053176"/>
              <a:gd name="connsiteX4209" fmla="*/ 6766631 w 12188965"/>
              <a:gd name="connsiteY4209" fmla="*/ 1733195 h 2053176"/>
              <a:gd name="connsiteX4210" fmla="*/ 6702427 w 12188965"/>
              <a:gd name="connsiteY4210" fmla="*/ 1733195 h 2053176"/>
              <a:gd name="connsiteX4211" fmla="*/ 6728085 w 12188965"/>
              <a:gd name="connsiteY4211" fmla="*/ 1758854 h 2053176"/>
              <a:gd name="connsiteX4212" fmla="*/ 6702427 w 12188965"/>
              <a:gd name="connsiteY4212" fmla="*/ 1784513 h 2053176"/>
              <a:gd name="connsiteX4213" fmla="*/ 6676766 w 12188965"/>
              <a:gd name="connsiteY4213" fmla="*/ 1758854 h 2053176"/>
              <a:gd name="connsiteX4214" fmla="*/ 6702427 w 12188965"/>
              <a:gd name="connsiteY4214" fmla="*/ 1733195 h 2053176"/>
              <a:gd name="connsiteX4215" fmla="*/ 6638220 w 12188965"/>
              <a:gd name="connsiteY4215" fmla="*/ 1733195 h 2053176"/>
              <a:gd name="connsiteX4216" fmla="*/ 6663881 w 12188965"/>
              <a:gd name="connsiteY4216" fmla="*/ 1758854 h 2053176"/>
              <a:gd name="connsiteX4217" fmla="*/ 6638220 w 12188965"/>
              <a:gd name="connsiteY4217" fmla="*/ 1784513 h 2053176"/>
              <a:gd name="connsiteX4218" fmla="*/ 6612562 w 12188965"/>
              <a:gd name="connsiteY4218" fmla="*/ 1758854 h 2053176"/>
              <a:gd name="connsiteX4219" fmla="*/ 6638220 w 12188965"/>
              <a:gd name="connsiteY4219" fmla="*/ 1733195 h 2053176"/>
              <a:gd name="connsiteX4220" fmla="*/ 6574016 w 12188965"/>
              <a:gd name="connsiteY4220" fmla="*/ 1733195 h 2053176"/>
              <a:gd name="connsiteX4221" fmla="*/ 6599674 w 12188965"/>
              <a:gd name="connsiteY4221" fmla="*/ 1758854 h 2053176"/>
              <a:gd name="connsiteX4222" fmla="*/ 6574016 w 12188965"/>
              <a:gd name="connsiteY4222" fmla="*/ 1784513 h 2053176"/>
              <a:gd name="connsiteX4223" fmla="*/ 6548357 w 12188965"/>
              <a:gd name="connsiteY4223" fmla="*/ 1758854 h 2053176"/>
              <a:gd name="connsiteX4224" fmla="*/ 6574016 w 12188965"/>
              <a:gd name="connsiteY4224" fmla="*/ 1733195 h 2053176"/>
              <a:gd name="connsiteX4225" fmla="*/ 6509693 w 12188965"/>
              <a:gd name="connsiteY4225" fmla="*/ 1733195 h 2053176"/>
              <a:gd name="connsiteX4226" fmla="*/ 6535352 w 12188965"/>
              <a:gd name="connsiteY4226" fmla="*/ 1758854 h 2053176"/>
              <a:gd name="connsiteX4227" fmla="*/ 6509693 w 12188965"/>
              <a:gd name="connsiteY4227" fmla="*/ 1784513 h 2053176"/>
              <a:gd name="connsiteX4228" fmla="*/ 6484035 w 12188965"/>
              <a:gd name="connsiteY4228" fmla="*/ 1758854 h 2053176"/>
              <a:gd name="connsiteX4229" fmla="*/ 6509693 w 12188965"/>
              <a:gd name="connsiteY4229" fmla="*/ 1733195 h 2053176"/>
              <a:gd name="connsiteX4230" fmla="*/ 6445489 w 12188965"/>
              <a:gd name="connsiteY4230" fmla="*/ 1733195 h 2053176"/>
              <a:gd name="connsiteX4231" fmla="*/ 6471147 w 12188965"/>
              <a:gd name="connsiteY4231" fmla="*/ 1758854 h 2053176"/>
              <a:gd name="connsiteX4232" fmla="*/ 6445489 w 12188965"/>
              <a:gd name="connsiteY4232" fmla="*/ 1784513 h 2053176"/>
              <a:gd name="connsiteX4233" fmla="*/ 6419831 w 12188965"/>
              <a:gd name="connsiteY4233" fmla="*/ 1758854 h 2053176"/>
              <a:gd name="connsiteX4234" fmla="*/ 6445489 w 12188965"/>
              <a:gd name="connsiteY4234" fmla="*/ 1733195 h 2053176"/>
              <a:gd name="connsiteX4235" fmla="*/ 6381282 w 12188965"/>
              <a:gd name="connsiteY4235" fmla="*/ 1733195 h 2053176"/>
              <a:gd name="connsiteX4236" fmla="*/ 6406943 w 12188965"/>
              <a:gd name="connsiteY4236" fmla="*/ 1758854 h 2053176"/>
              <a:gd name="connsiteX4237" fmla="*/ 6381282 w 12188965"/>
              <a:gd name="connsiteY4237" fmla="*/ 1784513 h 2053176"/>
              <a:gd name="connsiteX4238" fmla="*/ 6355624 w 12188965"/>
              <a:gd name="connsiteY4238" fmla="*/ 1758854 h 2053176"/>
              <a:gd name="connsiteX4239" fmla="*/ 6381282 w 12188965"/>
              <a:gd name="connsiteY4239" fmla="*/ 1733195 h 2053176"/>
              <a:gd name="connsiteX4240" fmla="*/ 6317078 w 12188965"/>
              <a:gd name="connsiteY4240" fmla="*/ 1733195 h 2053176"/>
              <a:gd name="connsiteX4241" fmla="*/ 6342736 w 12188965"/>
              <a:gd name="connsiteY4241" fmla="*/ 1758854 h 2053176"/>
              <a:gd name="connsiteX4242" fmla="*/ 6317078 w 12188965"/>
              <a:gd name="connsiteY4242" fmla="*/ 1784513 h 2053176"/>
              <a:gd name="connsiteX4243" fmla="*/ 6291420 w 12188965"/>
              <a:gd name="connsiteY4243" fmla="*/ 1758854 h 2053176"/>
              <a:gd name="connsiteX4244" fmla="*/ 6317078 w 12188965"/>
              <a:gd name="connsiteY4244" fmla="*/ 1733195 h 2053176"/>
              <a:gd name="connsiteX4245" fmla="*/ 6252873 w 12188965"/>
              <a:gd name="connsiteY4245" fmla="*/ 1733195 h 2053176"/>
              <a:gd name="connsiteX4246" fmla="*/ 6278532 w 12188965"/>
              <a:gd name="connsiteY4246" fmla="*/ 1758854 h 2053176"/>
              <a:gd name="connsiteX4247" fmla="*/ 6252873 w 12188965"/>
              <a:gd name="connsiteY4247" fmla="*/ 1784513 h 2053176"/>
              <a:gd name="connsiteX4248" fmla="*/ 6227213 w 12188965"/>
              <a:gd name="connsiteY4248" fmla="*/ 1758854 h 2053176"/>
              <a:gd name="connsiteX4249" fmla="*/ 6252873 w 12188965"/>
              <a:gd name="connsiteY4249" fmla="*/ 1733195 h 2053176"/>
              <a:gd name="connsiteX4250" fmla="*/ 6188666 w 12188965"/>
              <a:gd name="connsiteY4250" fmla="*/ 1733195 h 2053176"/>
              <a:gd name="connsiteX4251" fmla="*/ 6214327 w 12188965"/>
              <a:gd name="connsiteY4251" fmla="*/ 1758854 h 2053176"/>
              <a:gd name="connsiteX4252" fmla="*/ 6188666 w 12188965"/>
              <a:gd name="connsiteY4252" fmla="*/ 1784513 h 2053176"/>
              <a:gd name="connsiteX4253" fmla="*/ 6163008 w 12188965"/>
              <a:gd name="connsiteY4253" fmla="*/ 1758854 h 2053176"/>
              <a:gd name="connsiteX4254" fmla="*/ 6188666 w 12188965"/>
              <a:gd name="connsiteY4254" fmla="*/ 1733195 h 2053176"/>
              <a:gd name="connsiteX4255" fmla="*/ 6124462 w 12188965"/>
              <a:gd name="connsiteY4255" fmla="*/ 1733195 h 2053176"/>
              <a:gd name="connsiteX4256" fmla="*/ 6150123 w 12188965"/>
              <a:gd name="connsiteY4256" fmla="*/ 1758854 h 2053176"/>
              <a:gd name="connsiteX4257" fmla="*/ 6124462 w 12188965"/>
              <a:gd name="connsiteY4257" fmla="*/ 1784513 h 2053176"/>
              <a:gd name="connsiteX4258" fmla="*/ 6098804 w 12188965"/>
              <a:gd name="connsiteY4258" fmla="*/ 1758854 h 2053176"/>
              <a:gd name="connsiteX4259" fmla="*/ 6124462 w 12188965"/>
              <a:gd name="connsiteY4259" fmla="*/ 1733195 h 2053176"/>
              <a:gd name="connsiteX4260" fmla="*/ 6064505 w 12188965"/>
              <a:gd name="connsiteY4260" fmla="*/ 1733195 h 2053176"/>
              <a:gd name="connsiteX4261" fmla="*/ 6090163 w 12188965"/>
              <a:gd name="connsiteY4261" fmla="*/ 1758854 h 2053176"/>
              <a:gd name="connsiteX4262" fmla="*/ 6064505 w 12188965"/>
              <a:gd name="connsiteY4262" fmla="*/ 1784513 h 2053176"/>
              <a:gd name="connsiteX4263" fmla="*/ 6038844 w 12188965"/>
              <a:gd name="connsiteY4263" fmla="*/ 1758854 h 2053176"/>
              <a:gd name="connsiteX4264" fmla="*/ 6064505 w 12188965"/>
              <a:gd name="connsiteY4264" fmla="*/ 1733195 h 2053176"/>
              <a:gd name="connsiteX4265" fmla="*/ 6000298 w 12188965"/>
              <a:gd name="connsiteY4265" fmla="*/ 1733195 h 2053176"/>
              <a:gd name="connsiteX4266" fmla="*/ 6025956 w 12188965"/>
              <a:gd name="connsiteY4266" fmla="*/ 1758854 h 2053176"/>
              <a:gd name="connsiteX4267" fmla="*/ 6000298 w 12188965"/>
              <a:gd name="connsiteY4267" fmla="*/ 1784513 h 2053176"/>
              <a:gd name="connsiteX4268" fmla="*/ 5974639 w 12188965"/>
              <a:gd name="connsiteY4268" fmla="*/ 1758854 h 2053176"/>
              <a:gd name="connsiteX4269" fmla="*/ 6000298 w 12188965"/>
              <a:gd name="connsiteY4269" fmla="*/ 1733195 h 2053176"/>
              <a:gd name="connsiteX4270" fmla="*/ 5936092 w 12188965"/>
              <a:gd name="connsiteY4270" fmla="*/ 1733195 h 2053176"/>
              <a:gd name="connsiteX4271" fmla="*/ 5961751 w 12188965"/>
              <a:gd name="connsiteY4271" fmla="*/ 1758854 h 2053176"/>
              <a:gd name="connsiteX4272" fmla="*/ 5936092 w 12188965"/>
              <a:gd name="connsiteY4272" fmla="*/ 1784513 h 2053176"/>
              <a:gd name="connsiteX4273" fmla="*/ 5910435 w 12188965"/>
              <a:gd name="connsiteY4273" fmla="*/ 1758854 h 2053176"/>
              <a:gd name="connsiteX4274" fmla="*/ 5936092 w 12188965"/>
              <a:gd name="connsiteY4274" fmla="*/ 1733195 h 2053176"/>
              <a:gd name="connsiteX4275" fmla="*/ 5807683 w 12188965"/>
              <a:gd name="connsiteY4275" fmla="*/ 1733195 h 2053176"/>
              <a:gd name="connsiteX4276" fmla="*/ 5833341 w 12188965"/>
              <a:gd name="connsiteY4276" fmla="*/ 1758854 h 2053176"/>
              <a:gd name="connsiteX4277" fmla="*/ 5807683 w 12188965"/>
              <a:gd name="connsiteY4277" fmla="*/ 1784513 h 2053176"/>
              <a:gd name="connsiteX4278" fmla="*/ 5782024 w 12188965"/>
              <a:gd name="connsiteY4278" fmla="*/ 1758854 h 2053176"/>
              <a:gd name="connsiteX4279" fmla="*/ 5807683 w 12188965"/>
              <a:gd name="connsiteY4279" fmla="*/ 1733195 h 2053176"/>
              <a:gd name="connsiteX4280" fmla="*/ 5743477 w 12188965"/>
              <a:gd name="connsiteY4280" fmla="*/ 1733195 h 2053176"/>
              <a:gd name="connsiteX4281" fmla="*/ 5769136 w 12188965"/>
              <a:gd name="connsiteY4281" fmla="*/ 1758854 h 2053176"/>
              <a:gd name="connsiteX4282" fmla="*/ 5743477 w 12188965"/>
              <a:gd name="connsiteY4282" fmla="*/ 1784513 h 2053176"/>
              <a:gd name="connsiteX4283" fmla="*/ 5717818 w 12188965"/>
              <a:gd name="connsiteY4283" fmla="*/ 1758854 h 2053176"/>
              <a:gd name="connsiteX4284" fmla="*/ 5743477 w 12188965"/>
              <a:gd name="connsiteY4284" fmla="*/ 1733195 h 2053176"/>
              <a:gd name="connsiteX4285" fmla="*/ 5679272 w 12188965"/>
              <a:gd name="connsiteY4285" fmla="*/ 1733195 h 2053176"/>
              <a:gd name="connsiteX4286" fmla="*/ 5704930 w 12188965"/>
              <a:gd name="connsiteY4286" fmla="*/ 1758854 h 2053176"/>
              <a:gd name="connsiteX4287" fmla="*/ 5679272 w 12188965"/>
              <a:gd name="connsiteY4287" fmla="*/ 1784513 h 2053176"/>
              <a:gd name="connsiteX4288" fmla="*/ 5653614 w 12188965"/>
              <a:gd name="connsiteY4288" fmla="*/ 1758854 h 2053176"/>
              <a:gd name="connsiteX4289" fmla="*/ 5679272 w 12188965"/>
              <a:gd name="connsiteY4289" fmla="*/ 1733195 h 2053176"/>
              <a:gd name="connsiteX4290" fmla="*/ 5615066 w 12188965"/>
              <a:gd name="connsiteY4290" fmla="*/ 1733195 h 2053176"/>
              <a:gd name="connsiteX4291" fmla="*/ 5640726 w 12188965"/>
              <a:gd name="connsiteY4291" fmla="*/ 1758854 h 2053176"/>
              <a:gd name="connsiteX4292" fmla="*/ 5615066 w 12188965"/>
              <a:gd name="connsiteY4292" fmla="*/ 1784513 h 2053176"/>
              <a:gd name="connsiteX4293" fmla="*/ 5589407 w 12188965"/>
              <a:gd name="connsiteY4293" fmla="*/ 1758854 h 2053176"/>
              <a:gd name="connsiteX4294" fmla="*/ 5615066 w 12188965"/>
              <a:gd name="connsiteY4294" fmla="*/ 1733195 h 2053176"/>
              <a:gd name="connsiteX4295" fmla="*/ 5550862 w 12188965"/>
              <a:gd name="connsiteY4295" fmla="*/ 1733195 h 2053176"/>
              <a:gd name="connsiteX4296" fmla="*/ 5576520 w 12188965"/>
              <a:gd name="connsiteY4296" fmla="*/ 1758854 h 2053176"/>
              <a:gd name="connsiteX4297" fmla="*/ 5550862 w 12188965"/>
              <a:gd name="connsiteY4297" fmla="*/ 1784513 h 2053176"/>
              <a:gd name="connsiteX4298" fmla="*/ 5525203 w 12188965"/>
              <a:gd name="connsiteY4298" fmla="*/ 1758854 h 2053176"/>
              <a:gd name="connsiteX4299" fmla="*/ 5550862 w 12188965"/>
              <a:gd name="connsiteY4299" fmla="*/ 1733195 h 2053176"/>
              <a:gd name="connsiteX4300" fmla="*/ 5486655 w 12188965"/>
              <a:gd name="connsiteY4300" fmla="*/ 1733195 h 2053176"/>
              <a:gd name="connsiteX4301" fmla="*/ 5512316 w 12188965"/>
              <a:gd name="connsiteY4301" fmla="*/ 1758854 h 2053176"/>
              <a:gd name="connsiteX4302" fmla="*/ 5486655 w 12188965"/>
              <a:gd name="connsiteY4302" fmla="*/ 1784513 h 2053176"/>
              <a:gd name="connsiteX4303" fmla="*/ 5460997 w 12188965"/>
              <a:gd name="connsiteY4303" fmla="*/ 1758854 h 2053176"/>
              <a:gd name="connsiteX4304" fmla="*/ 5486655 w 12188965"/>
              <a:gd name="connsiteY4304" fmla="*/ 1733195 h 2053176"/>
              <a:gd name="connsiteX4305" fmla="*/ 5422451 w 12188965"/>
              <a:gd name="connsiteY4305" fmla="*/ 1733195 h 2053176"/>
              <a:gd name="connsiteX4306" fmla="*/ 5448109 w 12188965"/>
              <a:gd name="connsiteY4306" fmla="*/ 1758854 h 2053176"/>
              <a:gd name="connsiteX4307" fmla="*/ 5422451 w 12188965"/>
              <a:gd name="connsiteY4307" fmla="*/ 1784513 h 2053176"/>
              <a:gd name="connsiteX4308" fmla="*/ 5396791 w 12188965"/>
              <a:gd name="connsiteY4308" fmla="*/ 1758854 h 2053176"/>
              <a:gd name="connsiteX4309" fmla="*/ 5422451 w 12188965"/>
              <a:gd name="connsiteY4309" fmla="*/ 1733195 h 2053176"/>
              <a:gd name="connsiteX4310" fmla="*/ 5358245 w 12188965"/>
              <a:gd name="connsiteY4310" fmla="*/ 1733195 h 2053176"/>
              <a:gd name="connsiteX4311" fmla="*/ 5383904 w 12188965"/>
              <a:gd name="connsiteY4311" fmla="*/ 1758854 h 2053176"/>
              <a:gd name="connsiteX4312" fmla="*/ 5358245 w 12188965"/>
              <a:gd name="connsiteY4312" fmla="*/ 1784513 h 2053176"/>
              <a:gd name="connsiteX4313" fmla="*/ 5332587 w 12188965"/>
              <a:gd name="connsiteY4313" fmla="*/ 1758854 h 2053176"/>
              <a:gd name="connsiteX4314" fmla="*/ 5358245 w 12188965"/>
              <a:gd name="connsiteY4314" fmla="*/ 1733195 h 2053176"/>
              <a:gd name="connsiteX4315" fmla="*/ 5294040 w 12188965"/>
              <a:gd name="connsiteY4315" fmla="*/ 1733195 h 2053176"/>
              <a:gd name="connsiteX4316" fmla="*/ 5319699 w 12188965"/>
              <a:gd name="connsiteY4316" fmla="*/ 1758854 h 2053176"/>
              <a:gd name="connsiteX4317" fmla="*/ 5294040 w 12188965"/>
              <a:gd name="connsiteY4317" fmla="*/ 1784513 h 2053176"/>
              <a:gd name="connsiteX4318" fmla="*/ 5268382 w 12188965"/>
              <a:gd name="connsiteY4318" fmla="*/ 1758854 h 2053176"/>
              <a:gd name="connsiteX4319" fmla="*/ 5294040 w 12188965"/>
              <a:gd name="connsiteY4319" fmla="*/ 1733195 h 2053176"/>
              <a:gd name="connsiteX4320" fmla="*/ 5229719 w 12188965"/>
              <a:gd name="connsiteY4320" fmla="*/ 1733195 h 2053176"/>
              <a:gd name="connsiteX4321" fmla="*/ 5255377 w 12188965"/>
              <a:gd name="connsiteY4321" fmla="*/ 1758854 h 2053176"/>
              <a:gd name="connsiteX4322" fmla="*/ 5229719 w 12188965"/>
              <a:gd name="connsiteY4322" fmla="*/ 1784513 h 2053176"/>
              <a:gd name="connsiteX4323" fmla="*/ 5204058 w 12188965"/>
              <a:gd name="connsiteY4323" fmla="*/ 1758854 h 2053176"/>
              <a:gd name="connsiteX4324" fmla="*/ 5229719 w 12188965"/>
              <a:gd name="connsiteY4324" fmla="*/ 1733195 h 2053176"/>
              <a:gd name="connsiteX4325" fmla="*/ 5165514 w 12188965"/>
              <a:gd name="connsiteY4325" fmla="*/ 1733195 h 2053176"/>
              <a:gd name="connsiteX4326" fmla="*/ 5191171 w 12188965"/>
              <a:gd name="connsiteY4326" fmla="*/ 1758854 h 2053176"/>
              <a:gd name="connsiteX4327" fmla="*/ 5165514 w 12188965"/>
              <a:gd name="connsiteY4327" fmla="*/ 1784513 h 2053176"/>
              <a:gd name="connsiteX4328" fmla="*/ 5139855 w 12188965"/>
              <a:gd name="connsiteY4328" fmla="*/ 1758854 h 2053176"/>
              <a:gd name="connsiteX4329" fmla="*/ 5165514 w 12188965"/>
              <a:gd name="connsiteY4329" fmla="*/ 1733195 h 2053176"/>
              <a:gd name="connsiteX4330" fmla="*/ 5101309 w 12188965"/>
              <a:gd name="connsiteY4330" fmla="*/ 1733195 h 2053176"/>
              <a:gd name="connsiteX4331" fmla="*/ 5126967 w 12188965"/>
              <a:gd name="connsiteY4331" fmla="*/ 1758854 h 2053176"/>
              <a:gd name="connsiteX4332" fmla="*/ 5101309 w 12188965"/>
              <a:gd name="connsiteY4332" fmla="*/ 1784513 h 2053176"/>
              <a:gd name="connsiteX4333" fmla="*/ 5075649 w 12188965"/>
              <a:gd name="connsiteY4333" fmla="*/ 1758854 h 2053176"/>
              <a:gd name="connsiteX4334" fmla="*/ 5101309 w 12188965"/>
              <a:gd name="connsiteY4334" fmla="*/ 1733195 h 2053176"/>
              <a:gd name="connsiteX4335" fmla="*/ 5037104 w 12188965"/>
              <a:gd name="connsiteY4335" fmla="*/ 1733195 h 2053176"/>
              <a:gd name="connsiteX4336" fmla="*/ 5062762 w 12188965"/>
              <a:gd name="connsiteY4336" fmla="*/ 1758854 h 2053176"/>
              <a:gd name="connsiteX4337" fmla="*/ 5037104 w 12188965"/>
              <a:gd name="connsiteY4337" fmla="*/ 1784513 h 2053176"/>
              <a:gd name="connsiteX4338" fmla="*/ 5011444 w 12188965"/>
              <a:gd name="connsiteY4338" fmla="*/ 1758854 h 2053176"/>
              <a:gd name="connsiteX4339" fmla="*/ 5037104 w 12188965"/>
              <a:gd name="connsiteY4339" fmla="*/ 1733195 h 2053176"/>
              <a:gd name="connsiteX4340" fmla="*/ 4972896 w 12188965"/>
              <a:gd name="connsiteY4340" fmla="*/ 1733195 h 2053176"/>
              <a:gd name="connsiteX4341" fmla="*/ 4998557 w 12188965"/>
              <a:gd name="connsiteY4341" fmla="*/ 1758854 h 2053176"/>
              <a:gd name="connsiteX4342" fmla="*/ 4972896 w 12188965"/>
              <a:gd name="connsiteY4342" fmla="*/ 1784513 h 2053176"/>
              <a:gd name="connsiteX4343" fmla="*/ 4947240 w 12188965"/>
              <a:gd name="connsiteY4343" fmla="*/ 1758854 h 2053176"/>
              <a:gd name="connsiteX4344" fmla="*/ 4972896 w 12188965"/>
              <a:gd name="connsiteY4344" fmla="*/ 1733195 h 2053176"/>
              <a:gd name="connsiteX4345" fmla="*/ 4908693 w 12188965"/>
              <a:gd name="connsiteY4345" fmla="*/ 1733195 h 2053176"/>
              <a:gd name="connsiteX4346" fmla="*/ 4934352 w 12188965"/>
              <a:gd name="connsiteY4346" fmla="*/ 1758854 h 2053176"/>
              <a:gd name="connsiteX4347" fmla="*/ 4908693 w 12188965"/>
              <a:gd name="connsiteY4347" fmla="*/ 1784513 h 2053176"/>
              <a:gd name="connsiteX4348" fmla="*/ 4883033 w 12188965"/>
              <a:gd name="connsiteY4348" fmla="*/ 1758854 h 2053176"/>
              <a:gd name="connsiteX4349" fmla="*/ 4908693 w 12188965"/>
              <a:gd name="connsiteY4349" fmla="*/ 1733195 h 2053176"/>
              <a:gd name="connsiteX4350" fmla="*/ 4844487 w 12188965"/>
              <a:gd name="connsiteY4350" fmla="*/ 1733195 h 2053176"/>
              <a:gd name="connsiteX4351" fmla="*/ 4870146 w 12188965"/>
              <a:gd name="connsiteY4351" fmla="*/ 1758854 h 2053176"/>
              <a:gd name="connsiteX4352" fmla="*/ 4844487 w 12188965"/>
              <a:gd name="connsiteY4352" fmla="*/ 1784513 h 2053176"/>
              <a:gd name="connsiteX4353" fmla="*/ 4818828 w 12188965"/>
              <a:gd name="connsiteY4353" fmla="*/ 1758854 h 2053176"/>
              <a:gd name="connsiteX4354" fmla="*/ 4844487 w 12188965"/>
              <a:gd name="connsiteY4354" fmla="*/ 1733195 h 2053176"/>
              <a:gd name="connsiteX4355" fmla="*/ 4780282 w 12188965"/>
              <a:gd name="connsiteY4355" fmla="*/ 1733195 h 2053176"/>
              <a:gd name="connsiteX4356" fmla="*/ 4805941 w 12188965"/>
              <a:gd name="connsiteY4356" fmla="*/ 1758854 h 2053176"/>
              <a:gd name="connsiteX4357" fmla="*/ 4780282 w 12188965"/>
              <a:gd name="connsiteY4357" fmla="*/ 1784513 h 2053176"/>
              <a:gd name="connsiteX4358" fmla="*/ 4754622 w 12188965"/>
              <a:gd name="connsiteY4358" fmla="*/ 1758854 h 2053176"/>
              <a:gd name="connsiteX4359" fmla="*/ 4780282 w 12188965"/>
              <a:gd name="connsiteY4359" fmla="*/ 1733195 h 2053176"/>
              <a:gd name="connsiteX4360" fmla="*/ 4716077 w 12188965"/>
              <a:gd name="connsiteY4360" fmla="*/ 1733195 h 2053176"/>
              <a:gd name="connsiteX4361" fmla="*/ 4741736 w 12188965"/>
              <a:gd name="connsiteY4361" fmla="*/ 1758854 h 2053176"/>
              <a:gd name="connsiteX4362" fmla="*/ 4716077 w 12188965"/>
              <a:gd name="connsiteY4362" fmla="*/ 1784513 h 2053176"/>
              <a:gd name="connsiteX4363" fmla="*/ 4690419 w 12188965"/>
              <a:gd name="connsiteY4363" fmla="*/ 1758854 h 2053176"/>
              <a:gd name="connsiteX4364" fmla="*/ 4716077 w 12188965"/>
              <a:gd name="connsiteY4364" fmla="*/ 1733195 h 2053176"/>
              <a:gd name="connsiteX4365" fmla="*/ 4651872 w 12188965"/>
              <a:gd name="connsiteY4365" fmla="*/ 1733195 h 2053176"/>
              <a:gd name="connsiteX4366" fmla="*/ 4677531 w 12188965"/>
              <a:gd name="connsiteY4366" fmla="*/ 1758854 h 2053176"/>
              <a:gd name="connsiteX4367" fmla="*/ 4651872 w 12188965"/>
              <a:gd name="connsiteY4367" fmla="*/ 1784513 h 2053176"/>
              <a:gd name="connsiteX4368" fmla="*/ 4626213 w 12188965"/>
              <a:gd name="connsiteY4368" fmla="*/ 1758854 h 2053176"/>
              <a:gd name="connsiteX4369" fmla="*/ 4651872 w 12188965"/>
              <a:gd name="connsiteY4369" fmla="*/ 1733195 h 2053176"/>
              <a:gd name="connsiteX4370" fmla="*/ 4587666 w 12188965"/>
              <a:gd name="connsiteY4370" fmla="*/ 1733195 h 2053176"/>
              <a:gd name="connsiteX4371" fmla="*/ 4613324 w 12188965"/>
              <a:gd name="connsiteY4371" fmla="*/ 1758854 h 2053176"/>
              <a:gd name="connsiteX4372" fmla="*/ 4587666 w 12188965"/>
              <a:gd name="connsiteY4372" fmla="*/ 1784513 h 2053176"/>
              <a:gd name="connsiteX4373" fmla="*/ 4562007 w 12188965"/>
              <a:gd name="connsiteY4373" fmla="*/ 1758854 h 2053176"/>
              <a:gd name="connsiteX4374" fmla="*/ 4587666 w 12188965"/>
              <a:gd name="connsiteY4374" fmla="*/ 1733195 h 2053176"/>
              <a:gd name="connsiteX4375" fmla="*/ 4523461 w 12188965"/>
              <a:gd name="connsiteY4375" fmla="*/ 1733195 h 2053176"/>
              <a:gd name="connsiteX4376" fmla="*/ 4549121 w 12188965"/>
              <a:gd name="connsiteY4376" fmla="*/ 1758854 h 2053176"/>
              <a:gd name="connsiteX4377" fmla="*/ 4523461 w 12188965"/>
              <a:gd name="connsiteY4377" fmla="*/ 1784513 h 2053176"/>
              <a:gd name="connsiteX4378" fmla="*/ 4497802 w 12188965"/>
              <a:gd name="connsiteY4378" fmla="*/ 1758854 h 2053176"/>
              <a:gd name="connsiteX4379" fmla="*/ 4523461 w 12188965"/>
              <a:gd name="connsiteY4379" fmla="*/ 1733195 h 2053176"/>
              <a:gd name="connsiteX4380" fmla="*/ 4459256 w 12188965"/>
              <a:gd name="connsiteY4380" fmla="*/ 1733195 h 2053176"/>
              <a:gd name="connsiteX4381" fmla="*/ 4484914 w 12188965"/>
              <a:gd name="connsiteY4381" fmla="*/ 1758854 h 2053176"/>
              <a:gd name="connsiteX4382" fmla="*/ 4459256 w 12188965"/>
              <a:gd name="connsiteY4382" fmla="*/ 1784513 h 2053176"/>
              <a:gd name="connsiteX4383" fmla="*/ 4433596 w 12188965"/>
              <a:gd name="connsiteY4383" fmla="*/ 1758854 h 2053176"/>
              <a:gd name="connsiteX4384" fmla="*/ 4459256 w 12188965"/>
              <a:gd name="connsiteY4384" fmla="*/ 1733195 h 2053176"/>
              <a:gd name="connsiteX4385" fmla="*/ 4395050 w 12188965"/>
              <a:gd name="connsiteY4385" fmla="*/ 1733195 h 2053176"/>
              <a:gd name="connsiteX4386" fmla="*/ 4420710 w 12188965"/>
              <a:gd name="connsiteY4386" fmla="*/ 1758854 h 2053176"/>
              <a:gd name="connsiteX4387" fmla="*/ 4395050 w 12188965"/>
              <a:gd name="connsiteY4387" fmla="*/ 1784513 h 2053176"/>
              <a:gd name="connsiteX4388" fmla="*/ 4369391 w 12188965"/>
              <a:gd name="connsiteY4388" fmla="*/ 1758854 h 2053176"/>
              <a:gd name="connsiteX4389" fmla="*/ 4395050 w 12188965"/>
              <a:gd name="connsiteY4389" fmla="*/ 1733195 h 2053176"/>
              <a:gd name="connsiteX4390" fmla="*/ 4330845 w 12188965"/>
              <a:gd name="connsiteY4390" fmla="*/ 1733195 h 2053176"/>
              <a:gd name="connsiteX4391" fmla="*/ 4356504 w 12188965"/>
              <a:gd name="connsiteY4391" fmla="*/ 1758854 h 2053176"/>
              <a:gd name="connsiteX4392" fmla="*/ 4330845 w 12188965"/>
              <a:gd name="connsiteY4392" fmla="*/ 1784513 h 2053176"/>
              <a:gd name="connsiteX4393" fmla="*/ 4305186 w 12188965"/>
              <a:gd name="connsiteY4393" fmla="*/ 1758854 h 2053176"/>
              <a:gd name="connsiteX4394" fmla="*/ 4330845 w 12188965"/>
              <a:gd name="connsiteY4394" fmla="*/ 1733195 h 2053176"/>
              <a:gd name="connsiteX4395" fmla="*/ 4266640 w 12188965"/>
              <a:gd name="connsiteY4395" fmla="*/ 1733195 h 2053176"/>
              <a:gd name="connsiteX4396" fmla="*/ 4292298 w 12188965"/>
              <a:gd name="connsiteY4396" fmla="*/ 1758854 h 2053176"/>
              <a:gd name="connsiteX4397" fmla="*/ 4266640 w 12188965"/>
              <a:gd name="connsiteY4397" fmla="*/ 1784513 h 2053176"/>
              <a:gd name="connsiteX4398" fmla="*/ 4240981 w 12188965"/>
              <a:gd name="connsiteY4398" fmla="*/ 1758854 h 2053176"/>
              <a:gd name="connsiteX4399" fmla="*/ 4266640 w 12188965"/>
              <a:gd name="connsiteY4399" fmla="*/ 1733195 h 2053176"/>
              <a:gd name="connsiteX4400" fmla="*/ 4202435 w 12188965"/>
              <a:gd name="connsiteY4400" fmla="*/ 1733195 h 2053176"/>
              <a:gd name="connsiteX4401" fmla="*/ 4228093 w 12188965"/>
              <a:gd name="connsiteY4401" fmla="*/ 1758854 h 2053176"/>
              <a:gd name="connsiteX4402" fmla="*/ 4202435 w 12188965"/>
              <a:gd name="connsiteY4402" fmla="*/ 1784513 h 2053176"/>
              <a:gd name="connsiteX4403" fmla="*/ 4176776 w 12188965"/>
              <a:gd name="connsiteY4403" fmla="*/ 1758854 h 2053176"/>
              <a:gd name="connsiteX4404" fmla="*/ 4202435 w 12188965"/>
              <a:gd name="connsiteY4404" fmla="*/ 1733195 h 2053176"/>
              <a:gd name="connsiteX4405" fmla="*/ 4138112 w 12188965"/>
              <a:gd name="connsiteY4405" fmla="*/ 1733195 h 2053176"/>
              <a:gd name="connsiteX4406" fmla="*/ 4163773 w 12188965"/>
              <a:gd name="connsiteY4406" fmla="*/ 1758854 h 2053176"/>
              <a:gd name="connsiteX4407" fmla="*/ 4138112 w 12188965"/>
              <a:gd name="connsiteY4407" fmla="*/ 1784513 h 2053176"/>
              <a:gd name="connsiteX4408" fmla="*/ 4112454 w 12188965"/>
              <a:gd name="connsiteY4408" fmla="*/ 1758854 h 2053176"/>
              <a:gd name="connsiteX4409" fmla="*/ 4138112 w 12188965"/>
              <a:gd name="connsiteY4409" fmla="*/ 1733195 h 2053176"/>
              <a:gd name="connsiteX4410" fmla="*/ 4073908 w 12188965"/>
              <a:gd name="connsiteY4410" fmla="*/ 1733195 h 2053176"/>
              <a:gd name="connsiteX4411" fmla="*/ 4099565 w 12188965"/>
              <a:gd name="connsiteY4411" fmla="*/ 1758854 h 2053176"/>
              <a:gd name="connsiteX4412" fmla="*/ 4073908 w 12188965"/>
              <a:gd name="connsiteY4412" fmla="*/ 1784513 h 2053176"/>
              <a:gd name="connsiteX4413" fmla="*/ 4048248 w 12188965"/>
              <a:gd name="connsiteY4413" fmla="*/ 1758854 h 2053176"/>
              <a:gd name="connsiteX4414" fmla="*/ 4073908 w 12188965"/>
              <a:gd name="connsiteY4414" fmla="*/ 1733195 h 2053176"/>
              <a:gd name="connsiteX4415" fmla="*/ 4009702 w 12188965"/>
              <a:gd name="connsiteY4415" fmla="*/ 1733195 h 2053176"/>
              <a:gd name="connsiteX4416" fmla="*/ 4035362 w 12188965"/>
              <a:gd name="connsiteY4416" fmla="*/ 1758854 h 2053176"/>
              <a:gd name="connsiteX4417" fmla="*/ 4009702 w 12188965"/>
              <a:gd name="connsiteY4417" fmla="*/ 1784513 h 2053176"/>
              <a:gd name="connsiteX4418" fmla="*/ 3984043 w 12188965"/>
              <a:gd name="connsiteY4418" fmla="*/ 1758854 h 2053176"/>
              <a:gd name="connsiteX4419" fmla="*/ 4009702 w 12188965"/>
              <a:gd name="connsiteY4419" fmla="*/ 1733195 h 2053176"/>
              <a:gd name="connsiteX4420" fmla="*/ 3945497 w 12188965"/>
              <a:gd name="connsiteY4420" fmla="*/ 1733195 h 2053176"/>
              <a:gd name="connsiteX4421" fmla="*/ 3971155 w 12188965"/>
              <a:gd name="connsiteY4421" fmla="*/ 1758854 h 2053176"/>
              <a:gd name="connsiteX4422" fmla="*/ 3945497 w 12188965"/>
              <a:gd name="connsiteY4422" fmla="*/ 1784513 h 2053176"/>
              <a:gd name="connsiteX4423" fmla="*/ 3919838 w 12188965"/>
              <a:gd name="connsiteY4423" fmla="*/ 1758854 h 2053176"/>
              <a:gd name="connsiteX4424" fmla="*/ 3945497 w 12188965"/>
              <a:gd name="connsiteY4424" fmla="*/ 1733195 h 2053176"/>
              <a:gd name="connsiteX4425" fmla="*/ 3881291 w 12188965"/>
              <a:gd name="connsiteY4425" fmla="*/ 1733195 h 2053176"/>
              <a:gd name="connsiteX4426" fmla="*/ 3906950 w 12188965"/>
              <a:gd name="connsiteY4426" fmla="*/ 1758854 h 2053176"/>
              <a:gd name="connsiteX4427" fmla="*/ 3881291 w 12188965"/>
              <a:gd name="connsiteY4427" fmla="*/ 1784513 h 2053176"/>
              <a:gd name="connsiteX4428" fmla="*/ 3855633 w 12188965"/>
              <a:gd name="connsiteY4428" fmla="*/ 1758854 h 2053176"/>
              <a:gd name="connsiteX4429" fmla="*/ 3881291 w 12188965"/>
              <a:gd name="connsiteY4429" fmla="*/ 1733195 h 2053176"/>
              <a:gd name="connsiteX4430" fmla="*/ 3817085 w 12188965"/>
              <a:gd name="connsiteY4430" fmla="*/ 1733195 h 2053176"/>
              <a:gd name="connsiteX4431" fmla="*/ 3842745 w 12188965"/>
              <a:gd name="connsiteY4431" fmla="*/ 1758854 h 2053176"/>
              <a:gd name="connsiteX4432" fmla="*/ 3817085 w 12188965"/>
              <a:gd name="connsiteY4432" fmla="*/ 1784513 h 2053176"/>
              <a:gd name="connsiteX4433" fmla="*/ 3791427 w 12188965"/>
              <a:gd name="connsiteY4433" fmla="*/ 1758854 h 2053176"/>
              <a:gd name="connsiteX4434" fmla="*/ 3817085 w 12188965"/>
              <a:gd name="connsiteY4434" fmla="*/ 1733195 h 2053176"/>
              <a:gd name="connsiteX4435" fmla="*/ 3752882 w 12188965"/>
              <a:gd name="connsiteY4435" fmla="*/ 1733195 h 2053176"/>
              <a:gd name="connsiteX4436" fmla="*/ 3778539 w 12188965"/>
              <a:gd name="connsiteY4436" fmla="*/ 1758854 h 2053176"/>
              <a:gd name="connsiteX4437" fmla="*/ 3752882 w 12188965"/>
              <a:gd name="connsiteY4437" fmla="*/ 1784513 h 2053176"/>
              <a:gd name="connsiteX4438" fmla="*/ 3727221 w 12188965"/>
              <a:gd name="connsiteY4438" fmla="*/ 1758854 h 2053176"/>
              <a:gd name="connsiteX4439" fmla="*/ 3752882 w 12188965"/>
              <a:gd name="connsiteY4439" fmla="*/ 1733195 h 2053176"/>
              <a:gd name="connsiteX4440" fmla="*/ 3688674 w 12188965"/>
              <a:gd name="connsiteY4440" fmla="*/ 1733195 h 2053176"/>
              <a:gd name="connsiteX4441" fmla="*/ 3714335 w 12188965"/>
              <a:gd name="connsiteY4441" fmla="*/ 1758854 h 2053176"/>
              <a:gd name="connsiteX4442" fmla="*/ 3688674 w 12188965"/>
              <a:gd name="connsiteY4442" fmla="*/ 1784513 h 2053176"/>
              <a:gd name="connsiteX4443" fmla="*/ 3663017 w 12188965"/>
              <a:gd name="connsiteY4443" fmla="*/ 1758854 h 2053176"/>
              <a:gd name="connsiteX4444" fmla="*/ 3688674 w 12188965"/>
              <a:gd name="connsiteY4444" fmla="*/ 1733195 h 2053176"/>
              <a:gd name="connsiteX4445" fmla="*/ 3624472 w 12188965"/>
              <a:gd name="connsiteY4445" fmla="*/ 1733195 h 2053176"/>
              <a:gd name="connsiteX4446" fmla="*/ 3650129 w 12188965"/>
              <a:gd name="connsiteY4446" fmla="*/ 1758854 h 2053176"/>
              <a:gd name="connsiteX4447" fmla="*/ 3624472 w 12188965"/>
              <a:gd name="connsiteY4447" fmla="*/ 1784513 h 2053176"/>
              <a:gd name="connsiteX4448" fmla="*/ 3598810 w 12188965"/>
              <a:gd name="connsiteY4448" fmla="*/ 1758854 h 2053176"/>
              <a:gd name="connsiteX4449" fmla="*/ 3624472 w 12188965"/>
              <a:gd name="connsiteY4449" fmla="*/ 1733195 h 2053176"/>
              <a:gd name="connsiteX4450" fmla="*/ 3560264 w 12188965"/>
              <a:gd name="connsiteY4450" fmla="*/ 1733195 h 2053176"/>
              <a:gd name="connsiteX4451" fmla="*/ 3585923 w 12188965"/>
              <a:gd name="connsiteY4451" fmla="*/ 1758854 h 2053176"/>
              <a:gd name="connsiteX4452" fmla="*/ 3560264 w 12188965"/>
              <a:gd name="connsiteY4452" fmla="*/ 1784513 h 2053176"/>
              <a:gd name="connsiteX4453" fmla="*/ 3534607 w 12188965"/>
              <a:gd name="connsiteY4453" fmla="*/ 1758854 h 2053176"/>
              <a:gd name="connsiteX4454" fmla="*/ 3560264 w 12188965"/>
              <a:gd name="connsiteY4454" fmla="*/ 1733195 h 2053176"/>
              <a:gd name="connsiteX4455" fmla="*/ 3496060 w 12188965"/>
              <a:gd name="connsiteY4455" fmla="*/ 1733195 h 2053176"/>
              <a:gd name="connsiteX4456" fmla="*/ 3521719 w 12188965"/>
              <a:gd name="connsiteY4456" fmla="*/ 1758854 h 2053176"/>
              <a:gd name="connsiteX4457" fmla="*/ 3496060 w 12188965"/>
              <a:gd name="connsiteY4457" fmla="*/ 1784513 h 2053176"/>
              <a:gd name="connsiteX4458" fmla="*/ 3470400 w 12188965"/>
              <a:gd name="connsiteY4458" fmla="*/ 1758854 h 2053176"/>
              <a:gd name="connsiteX4459" fmla="*/ 3496060 w 12188965"/>
              <a:gd name="connsiteY4459" fmla="*/ 1733195 h 2053176"/>
              <a:gd name="connsiteX4460" fmla="*/ 3431855 w 12188965"/>
              <a:gd name="connsiteY4460" fmla="*/ 1733195 h 2053176"/>
              <a:gd name="connsiteX4461" fmla="*/ 3457512 w 12188965"/>
              <a:gd name="connsiteY4461" fmla="*/ 1758854 h 2053176"/>
              <a:gd name="connsiteX4462" fmla="*/ 3431855 w 12188965"/>
              <a:gd name="connsiteY4462" fmla="*/ 1784513 h 2053176"/>
              <a:gd name="connsiteX4463" fmla="*/ 3406196 w 12188965"/>
              <a:gd name="connsiteY4463" fmla="*/ 1758854 h 2053176"/>
              <a:gd name="connsiteX4464" fmla="*/ 3431855 w 12188965"/>
              <a:gd name="connsiteY4464" fmla="*/ 1733195 h 2053176"/>
              <a:gd name="connsiteX4465" fmla="*/ 3367649 w 12188965"/>
              <a:gd name="connsiteY4465" fmla="*/ 1733195 h 2053176"/>
              <a:gd name="connsiteX4466" fmla="*/ 3393308 w 12188965"/>
              <a:gd name="connsiteY4466" fmla="*/ 1758854 h 2053176"/>
              <a:gd name="connsiteX4467" fmla="*/ 3367649 w 12188965"/>
              <a:gd name="connsiteY4467" fmla="*/ 1784513 h 2053176"/>
              <a:gd name="connsiteX4468" fmla="*/ 3341990 w 12188965"/>
              <a:gd name="connsiteY4468" fmla="*/ 1758854 h 2053176"/>
              <a:gd name="connsiteX4469" fmla="*/ 3367649 w 12188965"/>
              <a:gd name="connsiteY4469" fmla="*/ 1733195 h 2053176"/>
              <a:gd name="connsiteX4470" fmla="*/ 3303444 w 12188965"/>
              <a:gd name="connsiteY4470" fmla="*/ 1733195 h 2053176"/>
              <a:gd name="connsiteX4471" fmla="*/ 3329102 w 12188965"/>
              <a:gd name="connsiteY4471" fmla="*/ 1758854 h 2053176"/>
              <a:gd name="connsiteX4472" fmla="*/ 3303444 w 12188965"/>
              <a:gd name="connsiteY4472" fmla="*/ 1784513 h 2053176"/>
              <a:gd name="connsiteX4473" fmla="*/ 3277785 w 12188965"/>
              <a:gd name="connsiteY4473" fmla="*/ 1758854 h 2053176"/>
              <a:gd name="connsiteX4474" fmla="*/ 3303444 w 12188965"/>
              <a:gd name="connsiteY4474" fmla="*/ 1733195 h 2053176"/>
              <a:gd name="connsiteX4475" fmla="*/ 3239238 w 12188965"/>
              <a:gd name="connsiteY4475" fmla="*/ 1733195 h 2053176"/>
              <a:gd name="connsiteX4476" fmla="*/ 3264898 w 12188965"/>
              <a:gd name="connsiteY4476" fmla="*/ 1758854 h 2053176"/>
              <a:gd name="connsiteX4477" fmla="*/ 3239238 w 12188965"/>
              <a:gd name="connsiteY4477" fmla="*/ 1784513 h 2053176"/>
              <a:gd name="connsiteX4478" fmla="*/ 3213580 w 12188965"/>
              <a:gd name="connsiteY4478" fmla="*/ 1758854 h 2053176"/>
              <a:gd name="connsiteX4479" fmla="*/ 3239238 w 12188965"/>
              <a:gd name="connsiteY4479" fmla="*/ 1733195 h 2053176"/>
              <a:gd name="connsiteX4480" fmla="*/ 3110828 w 12188965"/>
              <a:gd name="connsiteY4480" fmla="*/ 1733195 h 2053176"/>
              <a:gd name="connsiteX4481" fmla="*/ 3136487 w 12188965"/>
              <a:gd name="connsiteY4481" fmla="*/ 1758854 h 2053176"/>
              <a:gd name="connsiteX4482" fmla="*/ 3110828 w 12188965"/>
              <a:gd name="connsiteY4482" fmla="*/ 1784513 h 2053176"/>
              <a:gd name="connsiteX4483" fmla="*/ 3085170 w 12188965"/>
              <a:gd name="connsiteY4483" fmla="*/ 1758854 h 2053176"/>
              <a:gd name="connsiteX4484" fmla="*/ 3110828 w 12188965"/>
              <a:gd name="connsiteY4484" fmla="*/ 1733195 h 2053176"/>
              <a:gd name="connsiteX4485" fmla="*/ 3046623 w 12188965"/>
              <a:gd name="connsiteY4485" fmla="*/ 1733195 h 2053176"/>
              <a:gd name="connsiteX4486" fmla="*/ 3072282 w 12188965"/>
              <a:gd name="connsiteY4486" fmla="*/ 1758854 h 2053176"/>
              <a:gd name="connsiteX4487" fmla="*/ 3046623 w 12188965"/>
              <a:gd name="connsiteY4487" fmla="*/ 1784513 h 2053176"/>
              <a:gd name="connsiteX4488" fmla="*/ 3020964 w 12188965"/>
              <a:gd name="connsiteY4488" fmla="*/ 1758854 h 2053176"/>
              <a:gd name="connsiteX4489" fmla="*/ 3046623 w 12188965"/>
              <a:gd name="connsiteY4489" fmla="*/ 1733195 h 2053176"/>
              <a:gd name="connsiteX4490" fmla="*/ 2982301 w 12188965"/>
              <a:gd name="connsiteY4490" fmla="*/ 1733195 h 2053176"/>
              <a:gd name="connsiteX4491" fmla="*/ 3007960 w 12188965"/>
              <a:gd name="connsiteY4491" fmla="*/ 1758854 h 2053176"/>
              <a:gd name="connsiteX4492" fmla="*/ 2982301 w 12188965"/>
              <a:gd name="connsiteY4492" fmla="*/ 1784513 h 2053176"/>
              <a:gd name="connsiteX4493" fmla="*/ 2956642 w 12188965"/>
              <a:gd name="connsiteY4493" fmla="*/ 1758854 h 2053176"/>
              <a:gd name="connsiteX4494" fmla="*/ 2982301 w 12188965"/>
              <a:gd name="connsiteY4494" fmla="*/ 1733195 h 2053176"/>
              <a:gd name="connsiteX4495" fmla="*/ 2918096 w 12188965"/>
              <a:gd name="connsiteY4495" fmla="*/ 1733195 h 2053176"/>
              <a:gd name="connsiteX4496" fmla="*/ 2943755 w 12188965"/>
              <a:gd name="connsiteY4496" fmla="*/ 1758854 h 2053176"/>
              <a:gd name="connsiteX4497" fmla="*/ 2918096 w 12188965"/>
              <a:gd name="connsiteY4497" fmla="*/ 1784513 h 2053176"/>
              <a:gd name="connsiteX4498" fmla="*/ 2892438 w 12188965"/>
              <a:gd name="connsiteY4498" fmla="*/ 1758854 h 2053176"/>
              <a:gd name="connsiteX4499" fmla="*/ 2918096 w 12188965"/>
              <a:gd name="connsiteY4499" fmla="*/ 1733195 h 2053176"/>
              <a:gd name="connsiteX4500" fmla="*/ 2853890 w 12188965"/>
              <a:gd name="connsiteY4500" fmla="*/ 1733195 h 2053176"/>
              <a:gd name="connsiteX4501" fmla="*/ 2879550 w 12188965"/>
              <a:gd name="connsiteY4501" fmla="*/ 1758854 h 2053176"/>
              <a:gd name="connsiteX4502" fmla="*/ 2853890 w 12188965"/>
              <a:gd name="connsiteY4502" fmla="*/ 1784513 h 2053176"/>
              <a:gd name="connsiteX4503" fmla="*/ 2828231 w 12188965"/>
              <a:gd name="connsiteY4503" fmla="*/ 1758854 h 2053176"/>
              <a:gd name="connsiteX4504" fmla="*/ 2853890 w 12188965"/>
              <a:gd name="connsiteY4504" fmla="*/ 1733195 h 2053176"/>
              <a:gd name="connsiteX4505" fmla="*/ 2789686 w 12188965"/>
              <a:gd name="connsiteY4505" fmla="*/ 1733195 h 2053176"/>
              <a:gd name="connsiteX4506" fmla="*/ 2815344 w 12188965"/>
              <a:gd name="connsiteY4506" fmla="*/ 1758854 h 2053176"/>
              <a:gd name="connsiteX4507" fmla="*/ 2789686 w 12188965"/>
              <a:gd name="connsiteY4507" fmla="*/ 1784513 h 2053176"/>
              <a:gd name="connsiteX4508" fmla="*/ 2764027 w 12188965"/>
              <a:gd name="connsiteY4508" fmla="*/ 1758854 h 2053176"/>
              <a:gd name="connsiteX4509" fmla="*/ 2789686 w 12188965"/>
              <a:gd name="connsiteY4509" fmla="*/ 1733195 h 2053176"/>
              <a:gd name="connsiteX4510" fmla="*/ 2725480 w 12188965"/>
              <a:gd name="connsiteY4510" fmla="*/ 1733195 h 2053176"/>
              <a:gd name="connsiteX4511" fmla="*/ 2751140 w 12188965"/>
              <a:gd name="connsiteY4511" fmla="*/ 1758854 h 2053176"/>
              <a:gd name="connsiteX4512" fmla="*/ 2725480 w 12188965"/>
              <a:gd name="connsiteY4512" fmla="*/ 1784513 h 2053176"/>
              <a:gd name="connsiteX4513" fmla="*/ 2699821 w 12188965"/>
              <a:gd name="connsiteY4513" fmla="*/ 1758854 h 2053176"/>
              <a:gd name="connsiteX4514" fmla="*/ 2725480 w 12188965"/>
              <a:gd name="connsiteY4514" fmla="*/ 1733195 h 2053176"/>
              <a:gd name="connsiteX4515" fmla="*/ 2597069 w 12188965"/>
              <a:gd name="connsiteY4515" fmla="*/ 1733195 h 2053176"/>
              <a:gd name="connsiteX4516" fmla="*/ 2622729 w 12188965"/>
              <a:gd name="connsiteY4516" fmla="*/ 1758854 h 2053176"/>
              <a:gd name="connsiteX4517" fmla="*/ 2597069 w 12188965"/>
              <a:gd name="connsiteY4517" fmla="*/ 1784513 h 2053176"/>
              <a:gd name="connsiteX4518" fmla="*/ 2571410 w 12188965"/>
              <a:gd name="connsiteY4518" fmla="*/ 1758854 h 2053176"/>
              <a:gd name="connsiteX4519" fmla="*/ 2597069 w 12188965"/>
              <a:gd name="connsiteY4519" fmla="*/ 1733195 h 2053176"/>
              <a:gd name="connsiteX4520" fmla="*/ 2532865 w 12188965"/>
              <a:gd name="connsiteY4520" fmla="*/ 1733195 h 2053176"/>
              <a:gd name="connsiteX4521" fmla="*/ 2558523 w 12188965"/>
              <a:gd name="connsiteY4521" fmla="*/ 1758854 h 2053176"/>
              <a:gd name="connsiteX4522" fmla="*/ 2532865 w 12188965"/>
              <a:gd name="connsiteY4522" fmla="*/ 1784513 h 2053176"/>
              <a:gd name="connsiteX4523" fmla="*/ 2507205 w 12188965"/>
              <a:gd name="connsiteY4523" fmla="*/ 1758854 h 2053176"/>
              <a:gd name="connsiteX4524" fmla="*/ 2532865 w 12188965"/>
              <a:gd name="connsiteY4524" fmla="*/ 1733195 h 2053176"/>
              <a:gd name="connsiteX4525" fmla="*/ 2468658 w 12188965"/>
              <a:gd name="connsiteY4525" fmla="*/ 1733195 h 2053176"/>
              <a:gd name="connsiteX4526" fmla="*/ 2494318 w 12188965"/>
              <a:gd name="connsiteY4526" fmla="*/ 1758854 h 2053176"/>
              <a:gd name="connsiteX4527" fmla="*/ 2468658 w 12188965"/>
              <a:gd name="connsiteY4527" fmla="*/ 1784513 h 2053176"/>
              <a:gd name="connsiteX4528" fmla="*/ 2443000 w 12188965"/>
              <a:gd name="connsiteY4528" fmla="*/ 1758854 h 2053176"/>
              <a:gd name="connsiteX4529" fmla="*/ 2468658 w 12188965"/>
              <a:gd name="connsiteY4529" fmla="*/ 1733195 h 2053176"/>
              <a:gd name="connsiteX4530" fmla="*/ 2404454 w 12188965"/>
              <a:gd name="connsiteY4530" fmla="*/ 1733195 h 2053176"/>
              <a:gd name="connsiteX4531" fmla="*/ 2430112 w 12188965"/>
              <a:gd name="connsiteY4531" fmla="*/ 1758854 h 2053176"/>
              <a:gd name="connsiteX4532" fmla="*/ 2404454 w 12188965"/>
              <a:gd name="connsiteY4532" fmla="*/ 1784513 h 2053176"/>
              <a:gd name="connsiteX4533" fmla="*/ 2378795 w 12188965"/>
              <a:gd name="connsiteY4533" fmla="*/ 1758854 h 2053176"/>
              <a:gd name="connsiteX4534" fmla="*/ 2404454 w 12188965"/>
              <a:gd name="connsiteY4534" fmla="*/ 1733195 h 2053176"/>
              <a:gd name="connsiteX4535" fmla="*/ 2340249 w 12188965"/>
              <a:gd name="connsiteY4535" fmla="*/ 1733195 h 2053176"/>
              <a:gd name="connsiteX4536" fmla="*/ 2365908 w 12188965"/>
              <a:gd name="connsiteY4536" fmla="*/ 1758854 h 2053176"/>
              <a:gd name="connsiteX4537" fmla="*/ 2340249 w 12188965"/>
              <a:gd name="connsiteY4537" fmla="*/ 1784513 h 2053176"/>
              <a:gd name="connsiteX4538" fmla="*/ 2314590 w 12188965"/>
              <a:gd name="connsiteY4538" fmla="*/ 1758854 h 2053176"/>
              <a:gd name="connsiteX4539" fmla="*/ 2340249 w 12188965"/>
              <a:gd name="connsiteY4539" fmla="*/ 1733195 h 2053176"/>
              <a:gd name="connsiteX4540" fmla="*/ 2276044 w 12188965"/>
              <a:gd name="connsiteY4540" fmla="*/ 1733195 h 2053176"/>
              <a:gd name="connsiteX4541" fmla="*/ 2301702 w 12188965"/>
              <a:gd name="connsiteY4541" fmla="*/ 1758854 h 2053176"/>
              <a:gd name="connsiteX4542" fmla="*/ 2276044 w 12188965"/>
              <a:gd name="connsiteY4542" fmla="*/ 1784513 h 2053176"/>
              <a:gd name="connsiteX4543" fmla="*/ 2250385 w 12188965"/>
              <a:gd name="connsiteY4543" fmla="*/ 1758854 h 2053176"/>
              <a:gd name="connsiteX4544" fmla="*/ 2276044 w 12188965"/>
              <a:gd name="connsiteY4544" fmla="*/ 1733195 h 2053176"/>
              <a:gd name="connsiteX4545" fmla="*/ 2211838 w 12188965"/>
              <a:gd name="connsiteY4545" fmla="*/ 1733195 h 2053176"/>
              <a:gd name="connsiteX4546" fmla="*/ 2237497 w 12188965"/>
              <a:gd name="connsiteY4546" fmla="*/ 1758854 h 2053176"/>
              <a:gd name="connsiteX4547" fmla="*/ 2211838 w 12188965"/>
              <a:gd name="connsiteY4547" fmla="*/ 1784513 h 2053176"/>
              <a:gd name="connsiteX4548" fmla="*/ 2186178 w 12188965"/>
              <a:gd name="connsiteY4548" fmla="*/ 1758854 h 2053176"/>
              <a:gd name="connsiteX4549" fmla="*/ 2211838 w 12188965"/>
              <a:gd name="connsiteY4549" fmla="*/ 1733195 h 2053176"/>
              <a:gd name="connsiteX4550" fmla="*/ 2147633 w 12188965"/>
              <a:gd name="connsiteY4550" fmla="*/ 1733195 h 2053176"/>
              <a:gd name="connsiteX4551" fmla="*/ 2173293 w 12188965"/>
              <a:gd name="connsiteY4551" fmla="*/ 1758854 h 2053176"/>
              <a:gd name="connsiteX4552" fmla="*/ 2147633 w 12188965"/>
              <a:gd name="connsiteY4552" fmla="*/ 1784513 h 2053176"/>
              <a:gd name="connsiteX4553" fmla="*/ 2121975 w 12188965"/>
              <a:gd name="connsiteY4553" fmla="*/ 1758854 h 2053176"/>
              <a:gd name="connsiteX4554" fmla="*/ 2147633 w 12188965"/>
              <a:gd name="connsiteY4554" fmla="*/ 1733195 h 2053176"/>
              <a:gd name="connsiteX4555" fmla="*/ 2083427 w 12188965"/>
              <a:gd name="connsiteY4555" fmla="*/ 1733195 h 2053176"/>
              <a:gd name="connsiteX4556" fmla="*/ 2109087 w 12188965"/>
              <a:gd name="connsiteY4556" fmla="*/ 1758854 h 2053176"/>
              <a:gd name="connsiteX4557" fmla="*/ 2083427 w 12188965"/>
              <a:gd name="connsiteY4557" fmla="*/ 1784513 h 2053176"/>
              <a:gd name="connsiteX4558" fmla="*/ 2057768 w 12188965"/>
              <a:gd name="connsiteY4558" fmla="*/ 1758854 h 2053176"/>
              <a:gd name="connsiteX4559" fmla="*/ 2083427 w 12188965"/>
              <a:gd name="connsiteY4559" fmla="*/ 1733195 h 2053176"/>
              <a:gd name="connsiteX4560" fmla="*/ 2019222 w 12188965"/>
              <a:gd name="connsiteY4560" fmla="*/ 1733195 h 2053176"/>
              <a:gd name="connsiteX4561" fmla="*/ 2044880 w 12188965"/>
              <a:gd name="connsiteY4561" fmla="*/ 1758854 h 2053176"/>
              <a:gd name="connsiteX4562" fmla="*/ 2019222 w 12188965"/>
              <a:gd name="connsiteY4562" fmla="*/ 1784513 h 2053176"/>
              <a:gd name="connsiteX4563" fmla="*/ 1993563 w 12188965"/>
              <a:gd name="connsiteY4563" fmla="*/ 1758854 h 2053176"/>
              <a:gd name="connsiteX4564" fmla="*/ 2019222 w 12188965"/>
              <a:gd name="connsiteY4564" fmla="*/ 1733195 h 2053176"/>
              <a:gd name="connsiteX4565" fmla="*/ 1955016 w 12188965"/>
              <a:gd name="connsiteY4565" fmla="*/ 1733195 h 2053176"/>
              <a:gd name="connsiteX4566" fmla="*/ 1980676 w 12188965"/>
              <a:gd name="connsiteY4566" fmla="*/ 1758854 h 2053176"/>
              <a:gd name="connsiteX4567" fmla="*/ 1955016 w 12188965"/>
              <a:gd name="connsiteY4567" fmla="*/ 1784513 h 2053176"/>
              <a:gd name="connsiteX4568" fmla="*/ 1929358 w 12188965"/>
              <a:gd name="connsiteY4568" fmla="*/ 1758854 h 2053176"/>
              <a:gd name="connsiteX4569" fmla="*/ 1955016 w 12188965"/>
              <a:gd name="connsiteY4569" fmla="*/ 1733195 h 2053176"/>
              <a:gd name="connsiteX4570" fmla="*/ 1890696 w 12188965"/>
              <a:gd name="connsiteY4570" fmla="*/ 1733195 h 2053176"/>
              <a:gd name="connsiteX4571" fmla="*/ 1916355 w 12188965"/>
              <a:gd name="connsiteY4571" fmla="*/ 1758854 h 2053176"/>
              <a:gd name="connsiteX4572" fmla="*/ 1890696 w 12188965"/>
              <a:gd name="connsiteY4572" fmla="*/ 1784513 h 2053176"/>
              <a:gd name="connsiteX4573" fmla="*/ 1865037 w 12188965"/>
              <a:gd name="connsiteY4573" fmla="*/ 1758854 h 2053176"/>
              <a:gd name="connsiteX4574" fmla="*/ 1890696 w 12188965"/>
              <a:gd name="connsiteY4574" fmla="*/ 1733195 h 2053176"/>
              <a:gd name="connsiteX4575" fmla="*/ 1826490 w 12188965"/>
              <a:gd name="connsiteY4575" fmla="*/ 1733195 h 2053176"/>
              <a:gd name="connsiteX4576" fmla="*/ 1852149 w 12188965"/>
              <a:gd name="connsiteY4576" fmla="*/ 1758854 h 2053176"/>
              <a:gd name="connsiteX4577" fmla="*/ 1826490 w 12188965"/>
              <a:gd name="connsiteY4577" fmla="*/ 1784513 h 2053176"/>
              <a:gd name="connsiteX4578" fmla="*/ 1800830 w 12188965"/>
              <a:gd name="connsiteY4578" fmla="*/ 1758854 h 2053176"/>
              <a:gd name="connsiteX4579" fmla="*/ 1826490 w 12188965"/>
              <a:gd name="connsiteY4579" fmla="*/ 1733195 h 2053176"/>
              <a:gd name="connsiteX4580" fmla="*/ 1762285 w 12188965"/>
              <a:gd name="connsiteY4580" fmla="*/ 1733195 h 2053176"/>
              <a:gd name="connsiteX4581" fmla="*/ 1787944 w 12188965"/>
              <a:gd name="connsiteY4581" fmla="*/ 1758854 h 2053176"/>
              <a:gd name="connsiteX4582" fmla="*/ 1762285 w 12188965"/>
              <a:gd name="connsiteY4582" fmla="*/ 1784513 h 2053176"/>
              <a:gd name="connsiteX4583" fmla="*/ 1736626 w 12188965"/>
              <a:gd name="connsiteY4583" fmla="*/ 1758854 h 2053176"/>
              <a:gd name="connsiteX4584" fmla="*/ 1762285 w 12188965"/>
              <a:gd name="connsiteY4584" fmla="*/ 1733195 h 2053176"/>
              <a:gd name="connsiteX4585" fmla="*/ 1698080 w 12188965"/>
              <a:gd name="connsiteY4585" fmla="*/ 1733195 h 2053176"/>
              <a:gd name="connsiteX4586" fmla="*/ 1723738 w 12188965"/>
              <a:gd name="connsiteY4586" fmla="*/ 1758854 h 2053176"/>
              <a:gd name="connsiteX4587" fmla="*/ 1698080 w 12188965"/>
              <a:gd name="connsiteY4587" fmla="*/ 1784513 h 2053176"/>
              <a:gd name="connsiteX4588" fmla="*/ 1672420 w 12188965"/>
              <a:gd name="connsiteY4588" fmla="*/ 1758854 h 2053176"/>
              <a:gd name="connsiteX4589" fmla="*/ 1698080 w 12188965"/>
              <a:gd name="connsiteY4589" fmla="*/ 1733195 h 2053176"/>
              <a:gd name="connsiteX4590" fmla="*/ 1633874 w 12188965"/>
              <a:gd name="connsiteY4590" fmla="*/ 1733195 h 2053176"/>
              <a:gd name="connsiteX4591" fmla="*/ 1659533 w 12188965"/>
              <a:gd name="connsiteY4591" fmla="*/ 1758854 h 2053176"/>
              <a:gd name="connsiteX4592" fmla="*/ 1633874 w 12188965"/>
              <a:gd name="connsiteY4592" fmla="*/ 1784513 h 2053176"/>
              <a:gd name="connsiteX4593" fmla="*/ 1608216 w 12188965"/>
              <a:gd name="connsiteY4593" fmla="*/ 1758854 h 2053176"/>
              <a:gd name="connsiteX4594" fmla="*/ 1633874 w 12188965"/>
              <a:gd name="connsiteY4594" fmla="*/ 1733195 h 2053176"/>
              <a:gd name="connsiteX4595" fmla="*/ 1569669 w 12188965"/>
              <a:gd name="connsiteY4595" fmla="*/ 1733195 h 2053176"/>
              <a:gd name="connsiteX4596" fmla="*/ 1595328 w 12188965"/>
              <a:gd name="connsiteY4596" fmla="*/ 1758854 h 2053176"/>
              <a:gd name="connsiteX4597" fmla="*/ 1569669 w 12188965"/>
              <a:gd name="connsiteY4597" fmla="*/ 1784513 h 2053176"/>
              <a:gd name="connsiteX4598" fmla="*/ 1544010 w 12188965"/>
              <a:gd name="connsiteY4598" fmla="*/ 1758854 h 2053176"/>
              <a:gd name="connsiteX4599" fmla="*/ 1569669 w 12188965"/>
              <a:gd name="connsiteY4599" fmla="*/ 1733195 h 2053176"/>
              <a:gd name="connsiteX4600" fmla="*/ 1505464 w 12188965"/>
              <a:gd name="connsiteY4600" fmla="*/ 1733195 h 2053176"/>
              <a:gd name="connsiteX4601" fmla="*/ 1531123 w 12188965"/>
              <a:gd name="connsiteY4601" fmla="*/ 1758854 h 2053176"/>
              <a:gd name="connsiteX4602" fmla="*/ 1505464 w 12188965"/>
              <a:gd name="connsiteY4602" fmla="*/ 1784513 h 2053176"/>
              <a:gd name="connsiteX4603" fmla="*/ 1479806 w 12188965"/>
              <a:gd name="connsiteY4603" fmla="*/ 1758854 h 2053176"/>
              <a:gd name="connsiteX4604" fmla="*/ 1505464 w 12188965"/>
              <a:gd name="connsiteY4604" fmla="*/ 1733195 h 2053176"/>
              <a:gd name="connsiteX4605" fmla="*/ 1441258 w 12188965"/>
              <a:gd name="connsiteY4605" fmla="*/ 1733195 h 2053176"/>
              <a:gd name="connsiteX4606" fmla="*/ 1466917 w 12188965"/>
              <a:gd name="connsiteY4606" fmla="*/ 1758854 h 2053176"/>
              <a:gd name="connsiteX4607" fmla="*/ 1441258 w 12188965"/>
              <a:gd name="connsiteY4607" fmla="*/ 1784513 h 2053176"/>
              <a:gd name="connsiteX4608" fmla="*/ 1415599 w 12188965"/>
              <a:gd name="connsiteY4608" fmla="*/ 1758854 h 2053176"/>
              <a:gd name="connsiteX4609" fmla="*/ 1441258 w 12188965"/>
              <a:gd name="connsiteY4609" fmla="*/ 1733195 h 2053176"/>
              <a:gd name="connsiteX4610" fmla="*/ 1377053 w 12188965"/>
              <a:gd name="connsiteY4610" fmla="*/ 1733195 h 2053176"/>
              <a:gd name="connsiteX4611" fmla="*/ 1402712 w 12188965"/>
              <a:gd name="connsiteY4611" fmla="*/ 1758854 h 2053176"/>
              <a:gd name="connsiteX4612" fmla="*/ 1377053 w 12188965"/>
              <a:gd name="connsiteY4612" fmla="*/ 1784513 h 2053176"/>
              <a:gd name="connsiteX4613" fmla="*/ 1351395 w 12188965"/>
              <a:gd name="connsiteY4613" fmla="*/ 1758854 h 2053176"/>
              <a:gd name="connsiteX4614" fmla="*/ 1377053 w 12188965"/>
              <a:gd name="connsiteY4614" fmla="*/ 1733195 h 2053176"/>
              <a:gd name="connsiteX4615" fmla="*/ 1248643 w 12188965"/>
              <a:gd name="connsiteY4615" fmla="*/ 1733195 h 2053176"/>
              <a:gd name="connsiteX4616" fmla="*/ 1274302 w 12188965"/>
              <a:gd name="connsiteY4616" fmla="*/ 1758854 h 2053176"/>
              <a:gd name="connsiteX4617" fmla="*/ 1248643 w 12188965"/>
              <a:gd name="connsiteY4617" fmla="*/ 1784513 h 2053176"/>
              <a:gd name="connsiteX4618" fmla="*/ 1222984 w 12188965"/>
              <a:gd name="connsiteY4618" fmla="*/ 1758854 h 2053176"/>
              <a:gd name="connsiteX4619" fmla="*/ 1248643 w 12188965"/>
              <a:gd name="connsiteY4619" fmla="*/ 1733195 h 2053176"/>
              <a:gd name="connsiteX4620" fmla="*/ 1184437 w 12188965"/>
              <a:gd name="connsiteY4620" fmla="*/ 1733195 h 2053176"/>
              <a:gd name="connsiteX4621" fmla="*/ 1210096 w 12188965"/>
              <a:gd name="connsiteY4621" fmla="*/ 1758854 h 2053176"/>
              <a:gd name="connsiteX4622" fmla="*/ 1184437 w 12188965"/>
              <a:gd name="connsiteY4622" fmla="*/ 1784513 h 2053176"/>
              <a:gd name="connsiteX4623" fmla="*/ 1158780 w 12188965"/>
              <a:gd name="connsiteY4623" fmla="*/ 1758854 h 2053176"/>
              <a:gd name="connsiteX4624" fmla="*/ 1184437 w 12188965"/>
              <a:gd name="connsiteY4624" fmla="*/ 1733195 h 2053176"/>
              <a:gd name="connsiteX4625" fmla="*/ 1120233 w 12188965"/>
              <a:gd name="connsiteY4625" fmla="*/ 1733195 h 2053176"/>
              <a:gd name="connsiteX4626" fmla="*/ 1145892 w 12188965"/>
              <a:gd name="connsiteY4626" fmla="*/ 1758854 h 2053176"/>
              <a:gd name="connsiteX4627" fmla="*/ 1120233 w 12188965"/>
              <a:gd name="connsiteY4627" fmla="*/ 1784513 h 2053176"/>
              <a:gd name="connsiteX4628" fmla="*/ 1094573 w 12188965"/>
              <a:gd name="connsiteY4628" fmla="*/ 1758854 h 2053176"/>
              <a:gd name="connsiteX4629" fmla="*/ 1120233 w 12188965"/>
              <a:gd name="connsiteY4629" fmla="*/ 1733195 h 2053176"/>
              <a:gd name="connsiteX4630" fmla="*/ 1056027 w 12188965"/>
              <a:gd name="connsiteY4630" fmla="*/ 1733195 h 2053176"/>
              <a:gd name="connsiteX4631" fmla="*/ 1081685 w 12188965"/>
              <a:gd name="connsiteY4631" fmla="*/ 1758854 h 2053176"/>
              <a:gd name="connsiteX4632" fmla="*/ 1056027 w 12188965"/>
              <a:gd name="connsiteY4632" fmla="*/ 1784513 h 2053176"/>
              <a:gd name="connsiteX4633" fmla="*/ 1030369 w 12188965"/>
              <a:gd name="connsiteY4633" fmla="*/ 1758854 h 2053176"/>
              <a:gd name="connsiteX4634" fmla="*/ 1056027 w 12188965"/>
              <a:gd name="connsiteY4634" fmla="*/ 1733195 h 2053176"/>
              <a:gd name="connsiteX4635" fmla="*/ 991823 w 12188965"/>
              <a:gd name="connsiteY4635" fmla="*/ 1733195 h 2053176"/>
              <a:gd name="connsiteX4636" fmla="*/ 1017481 w 12188965"/>
              <a:gd name="connsiteY4636" fmla="*/ 1758854 h 2053176"/>
              <a:gd name="connsiteX4637" fmla="*/ 991823 w 12188965"/>
              <a:gd name="connsiteY4637" fmla="*/ 1784513 h 2053176"/>
              <a:gd name="connsiteX4638" fmla="*/ 966162 w 12188965"/>
              <a:gd name="connsiteY4638" fmla="*/ 1758854 h 2053176"/>
              <a:gd name="connsiteX4639" fmla="*/ 991823 w 12188965"/>
              <a:gd name="connsiteY4639" fmla="*/ 1733195 h 2053176"/>
              <a:gd name="connsiteX4640" fmla="*/ 927616 w 12188965"/>
              <a:gd name="connsiteY4640" fmla="*/ 1733195 h 2053176"/>
              <a:gd name="connsiteX4641" fmla="*/ 953275 w 12188965"/>
              <a:gd name="connsiteY4641" fmla="*/ 1758854 h 2053176"/>
              <a:gd name="connsiteX4642" fmla="*/ 927616 w 12188965"/>
              <a:gd name="connsiteY4642" fmla="*/ 1784513 h 2053176"/>
              <a:gd name="connsiteX4643" fmla="*/ 901957 w 12188965"/>
              <a:gd name="connsiteY4643" fmla="*/ 1758854 h 2053176"/>
              <a:gd name="connsiteX4644" fmla="*/ 927616 w 12188965"/>
              <a:gd name="connsiteY4644" fmla="*/ 1733195 h 2053176"/>
              <a:gd name="connsiteX4645" fmla="*/ 863411 w 12188965"/>
              <a:gd name="connsiteY4645" fmla="*/ 1733195 h 2053176"/>
              <a:gd name="connsiteX4646" fmla="*/ 889071 w 12188965"/>
              <a:gd name="connsiteY4646" fmla="*/ 1758854 h 2053176"/>
              <a:gd name="connsiteX4647" fmla="*/ 863411 w 12188965"/>
              <a:gd name="connsiteY4647" fmla="*/ 1784513 h 2053176"/>
              <a:gd name="connsiteX4648" fmla="*/ 837752 w 12188965"/>
              <a:gd name="connsiteY4648" fmla="*/ 1758854 h 2053176"/>
              <a:gd name="connsiteX4649" fmla="*/ 863411 w 12188965"/>
              <a:gd name="connsiteY4649" fmla="*/ 1733195 h 2053176"/>
              <a:gd name="connsiteX4650" fmla="*/ 799089 w 12188965"/>
              <a:gd name="connsiteY4650" fmla="*/ 1733195 h 2053176"/>
              <a:gd name="connsiteX4651" fmla="*/ 824748 w 12188965"/>
              <a:gd name="connsiteY4651" fmla="*/ 1758854 h 2053176"/>
              <a:gd name="connsiteX4652" fmla="*/ 799089 w 12188965"/>
              <a:gd name="connsiteY4652" fmla="*/ 1784513 h 2053176"/>
              <a:gd name="connsiteX4653" fmla="*/ 773432 w 12188965"/>
              <a:gd name="connsiteY4653" fmla="*/ 1758854 h 2053176"/>
              <a:gd name="connsiteX4654" fmla="*/ 799089 w 12188965"/>
              <a:gd name="connsiteY4654" fmla="*/ 1733195 h 2053176"/>
              <a:gd name="connsiteX4655" fmla="*/ 734885 w 12188965"/>
              <a:gd name="connsiteY4655" fmla="*/ 1733195 h 2053176"/>
              <a:gd name="connsiteX4656" fmla="*/ 760544 w 12188965"/>
              <a:gd name="connsiteY4656" fmla="*/ 1758854 h 2053176"/>
              <a:gd name="connsiteX4657" fmla="*/ 734885 w 12188965"/>
              <a:gd name="connsiteY4657" fmla="*/ 1784513 h 2053176"/>
              <a:gd name="connsiteX4658" fmla="*/ 709225 w 12188965"/>
              <a:gd name="connsiteY4658" fmla="*/ 1758854 h 2053176"/>
              <a:gd name="connsiteX4659" fmla="*/ 734885 w 12188965"/>
              <a:gd name="connsiteY4659" fmla="*/ 1733195 h 2053176"/>
              <a:gd name="connsiteX4660" fmla="*/ 670679 w 12188965"/>
              <a:gd name="connsiteY4660" fmla="*/ 1733195 h 2053176"/>
              <a:gd name="connsiteX4661" fmla="*/ 696338 w 12188965"/>
              <a:gd name="connsiteY4661" fmla="*/ 1758854 h 2053176"/>
              <a:gd name="connsiteX4662" fmla="*/ 670679 w 12188965"/>
              <a:gd name="connsiteY4662" fmla="*/ 1784513 h 2053176"/>
              <a:gd name="connsiteX4663" fmla="*/ 645020 w 12188965"/>
              <a:gd name="connsiteY4663" fmla="*/ 1758854 h 2053176"/>
              <a:gd name="connsiteX4664" fmla="*/ 670679 w 12188965"/>
              <a:gd name="connsiteY4664" fmla="*/ 1733195 h 2053176"/>
              <a:gd name="connsiteX4665" fmla="*/ 606475 w 12188965"/>
              <a:gd name="connsiteY4665" fmla="*/ 1733195 h 2053176"/>
              <a:gd name="connsiteX4666" fmla="*/ 632134 w 12188965"/>
              <a:gd name="connsiteY4666" fmla="*/ 1758854 h 2053176"/>
              <a:gd name="connsiteX4667" fmla="*/ 606475 w 12188965"/>
              <a:gd name="connsiteY4667" fmla="*/ 1784513 h 2053176"/>
              <a:gd name="connsiteX4668" fmla="*/ 580815 w 12188965"/>
              <a:gd name="connsiteY4668" fmla="*/ 1758854 h 2053176"/>
              <a:gd name="connsiteX4669" fmla="*/ 606475 w 12188965"/>
              <a:gd name="connsiteY4669" fmla="*/ 1733195 h 2053176"/>
              <a:gd name="connsiteX4670" fmla="*/ 542268 w 12188965"/>
              <a:gd name="connsiteY4670" fmla="*/ 1733195 h 2053176"/>
              <a:gd name="connsiteX4671" fmla="*/ 567927 w 12188965"/>
              <a:gd name="connsiteY4671" fmla="*/ 1758854 h 2053176"/>
              <a:gd name="connsiteX4672" fmla="*/ 542268 w 12188965"/>
              <a:gd name="connsiteY4672" fmla="*/ 1784513 h 2053176"/>
              <a:gd name="connsiteX4673" fmla="*/ 516610 w 12188965"/>
              <a:gd name="connsiteY4673" fmla="*/ 1758854 h 2053176"/>
              <a:gd name="connsiteX4674" fmla="*/ 542268 w 12188965"/>
              <a:gd name="connsiteY4674" fmla="*/ 1733195 h 2053176"/>
              <a:gd name="connsiteX4675" fmla="*/ 478063 w 12188965"/>
              <a:gd name="connsiteY4675" fmla="*/ 1733195 h 2053176"/>
              <a:gd name="connsiteX4676" fmla="*/ 503724 w 12188965"/>
              <a:gd name="connsiteY4676" fmla="*/ 1758854 h 2053176"/>
              <a:gd name="connsiteX4677" fmla="*/ 478063 w 12188965"/>
              <a:gd name="connsiteY4677" fmla="*/ 1784513 h 2053176"/>
              <a:gd name="connsiteX4678" fmla="*/ 452404 w 12188965"/>
              <a:gd name="connsiteY4678" fmla="*/ 1758854 h 2053176"/>
              <a:gd name="connsiteX4679" fmla="*/ 478063 w 12188965"/>
              <a:gd name="connsiteY4679" fmla="*/ 1733195 h 2053176"/>
              <a:gd name="connsiteX4680" fmla="*/ 413858 w 12188965"/>
              <a:gd name="connsiteY4680" fmla="*/ 1733195 h 2053176"/>
              <a:gd name="connsiteX4681" fmla="*/ 439517 w 12188965"/>
              <a:gd name="connsiteY4681" fmla="*/ 1758854 h 2053176"/>
              <a:gd name="connsiteX4682" fmla="*/ 413858 w 12188965"/>
              <a:gd name="connsiteY4682" fmla="*/ 1784513 h 2053176"/>
              <a:gd name="connsiteX4683" fmla="*/ 388200 w 12188965"/>
              <a:gd name="connsiteY4683" fmla="*/ 1758854 h 2053176"/>
              <a:gd name="connsiteX4684" fmla="*/ 413858 w 12188965"/>
              <a:gd name="connsiteY4684" fmla="*/ 1733195 h 2053176"/>
              <a:gd name="connsiteX4685" fmla="*/ 346686 w 12188965"/>
              <a:gd name="connsiteY4685" fmla="*/ 1733195 h 2053176"/>
              <a:gd name="connsiteX4686" fmla="*/ 372344 w 12188965"/>
              <a:gd name="connsiteY4686" fmla="*/ 1758854 h 2053176"/>
              <a:gd name="connsiteX4687" fmla="*/ 346686 w 12188965"/>
              <a:gd name="connsiteY4687" fmla="*/ 1784513 h 2053176"/>
              <a:gd name="connsiteX4688" fmla="*/ 321027 w 12188965"/>
              <a:gd name="connsiteY4688" fmla="*/ 1758854 h 2053176"/>
              <a:gd name="connsiteX4689" fmla="*/ 346686 w 12188965"/>
              <a:gd name="connsiteY4689" fmla="*/ 1733195 h 2053176"/>
              <a:gd name="connsiteX4690" fmla="*/ 282480 w 12188965"/>
              <a:gd name="connsiteY4690" fmla="*/ 1733195 h 2053176"/>
              <a:gd name="connsiteX4691" fmla="*/ 308138 w 12188965"/>
              <a:gd name="connsiteY4691" fmla="*/ 1758854 h 2053176"/>
              <a:gd name="connsiteX4692" fmla="*/ 282480 w 12188965"/>
              <a:gd name="connsiteY4692" fmla="*/ 1784513 h 2053176"/>
              <a:gd name="connsiteX4693" fmla="*/ 256820 w 12188965"/>
              <a:gd name="connsiteY4693" fmla="*/ 1758854 h 2053176"/>
              <a:gd name="connsiteX4694" fmla="*/ 282480 w 12188965"/>
              <a:gd name="connsiteY4694" fmla="*/ 1733195 h 2053176"/>
              <a:gd name="connsiteX4695" fmla="*/ 218274 w 12188965"/>
              <a:gd name="connsiteY4695" fmla="*/ 1733195 h 2053176"/>
              <a:gd name="connsiteX4696" fmla="*/ 243932 w 12188965"/>
              <a:gd name="connsiteY4696" fmla="*/ 1758854 h 2053176"/>
              <a:gd name="connsiteX4697" fmla="*/ 218274 w 12188965"/>
              <a:gd name="connsiteY4697" fmla="*/ 1784513 h 2053176"/>
              <a:gd name="connsiteX4698" fmla="*/ 192615 w 12188965"/>
              <a:gd name="connsiteY4698" fmla="*/ 1758854 h 2053176"/>
              <a:gd name="connsiteX4699" fmla="*/ 218274 w 12188965"/>
              <a:gd name="connsiteY4699" fmla="*/ 1733195 h 2053176"/>
              <a:gd name="connsiteX4700" fmla="*/ 89864 w 12188965"/>
              <a:gd name="connsiteY4700" fmla="*/ 1733195 h 2053176"/>
              <a:gd name="connsiteX4701" fmla="*/ 115522 w 12188965"/>
              <a:gd name="connsiteY4701" fmla="*/ 1758854 h 2053176"/>
              <a:gd name="connsiteX4702" fmla="*/ 89864 w 12188965"/>
              <a:gd name="connsiteY4702" fmla="*/ 1784513 h 2053176"/>
              <a:gd name="connsiteX4703" fmla="*/ 64205 w 12188965"/>
              <a:gd name="connsiteY4703" fmla="*/ 1758854 h 2053176"/>
              <a:gd name="connsiteX4704" fmla="*/ 89864 w 12188965"/>
              <a:gd name="connsiteY4704" fmla="*/ 1733195 h 2053176"/>
              <a:gd name="connsiteX4705" fmla="*/ 25659 w 12188965"/>
              <a:gd name="connsiteY4705" fmla="*/ 1733195 h 2053176"/>
              <a:gd name="connsiteX4706" fmla="*/ 51317 w 12188965"/>
              <a:gd name="connsiteY4706" fmla="*/ 1758854 h 2053176"/>
              <a:gd name="connsiteX4707" fmla="*/ 25659 w 12188965"/>
              <a:gd name="connsiteY4707" fmla="*/ 1784513 h 2053176"/>
              <a:gd name="connsiteX4708" fmla="*/ 0 w 12188965"/>
              <a:gd name="connsiteY4708" fmla="*/ 1758854 h 2053176"/>
              <a:gd name="connsiteX4709" fmla="*/ 25659 w 12188965"/>
              <a:gd name="connsiteY4709" fmla="*/ 1733195 h 2053176"/>
              <a:gd name="connsiteX4710" fmla="*/ 11582491 w 12188965"/>
              <a:gd name="connsiteY4710" fmla="*/ 1678857 h 2053176"/>
              <a:gd name="connsiteX4711" fmla="*/ 11595379 w 12188965"/>
              <a:gd name="connsiteY4711" fmla="*/ 1691745 h 2053176"/>
              <a:gd name="connsiteX4712" fmla="*/ 11582491 w 12188965"/>
              <a:gd name="connsiteY4712" fmla="*/ 1704633 h 2053176"/>
              <a:gd name="connsiteX4713" fmla="*/ 11569605 w 12188965"/>
              <a:gd name="connsiteY4713" fmla="*/ 1691745 h 2053176"/>
              <a:gd name="connsiteX4714" fmla="*/ 11582491 w 12188965"/>
              <a:gd name="connsiteY4714" fmla="*/ 1678857 h 2053176"/>
              <a:gd name="connsiteX4715" fmla="*/ 11518287 w 12188965"/>
              <a:gd name="connsiteY4715" fmla="*/ 1678857 h 2053176"/>
              <a:gd name="connsiteX4716" fmla="*/ 11531175 w 12188965"/>
              <a:gd name="connsiteY4716" fmla="*/ 1691745 h 2053176"/>
              <a:gd name="connsiteX4717" fmla="*/ 11518287 w 12188965"/>
              <a:gd name="connsiteY4717" fmla="*/ 1704633 h 2053176"/>
              <a:gd name="connsiteX4718" fmla="*/ 11505399 w 12188965"/>
              <a:gd name="connsiteY4718" fmla="*/ 1691745 h 2053176"/>
              <a:gd name="connsiteX4719" fmla="*/ 11518287 w 12188965"/>
              <a:gd name="connsiteY4719" fmla="*/ 1678857 h 2053176"/>
              <a:gd name="connsiteX4720" fmla="*/ 10169743 w 12188965"/>
              <a:gd name="connsiteY4720" fmla="*/ 1678857 h 2053176"/>
              <a:gd name="connsiteX4721" fmla="*/ 10182631 w 12188965"/>
              <a:gd name="connsiteY4721" fmla="*/ 1691745 h 2053176"/>
              <a:gd name="connsiteX4722" fmla="*/ 10169743 w 12188965"/>
              <a:gd name="connsiteY4722" fmla="*/ 1704633 h 2053176"/>
              <a:gd name="connsiteX4723" fmla="*/ 10156855 w 12188965"/>
              <a:gd name="connsiteY4723" fmla="*/ 1691745 h 2053176"/>
              <a:gd name="connsiteX4724" fmla="*/ 10169743 w 12188965"/>
              <a:gd name="connsiteY4724" fmla="*/ 1678857 h 2053176"/>
              <a:gd name="connsiteX4725" fmla="*/ 9848716 w 12188965"/>
              <a:gd name="connsiteY4725" fmla="*/ 1678857 h 2053176"/>
              <a:gd name="connsiteX4726" fmla="*/ 9861604 w 12188965"/>
              <a:gd name="connsiteY4726" fmla="*/ 1691745 h 2053176"/>
              <a:gd name="connsiteX4727" fmla="*/ 9848716 w 12188965"/>
              <a:gd name="connsiteY4727" fmla="*/ 1704633 h 2053176"/>
              <a:gd name="connsiteX4728" fmla="*/ 9835828 w 12188965"/>
              <a:gd name="connsiteY4728" fmla="*/ 1691745 h 2053176"/>
              <a:gd name="connsiteX4729" fmla="*/ 9848716 w 12188965"/>
              <a:gd name="connsiteY4729" fmla="*/ 1678857 h 2053176"/>
              <a:gd name="connsiteX4730" fmla="*/ 7023451 w 12188965"/>
              <a:gd name="connsiteY4730" fmla="*/ 1678857 h 2053176"/>
              <a:gd name="connsiteX4731" fmla="*/ 7036339 w 12188965"/>
              <a:gd name="connsiteY4731" fmla="*/ 1691745 h 2053176"/>
              <a:gd name="connsiteX4732" fmla="*/ 7023451 w 12188965"/>
              <a:gd name="connsiteY4732" fmla="*/ 1704633 h 2053176"/>
              <a:gd name="connsiteX4733" fmla="*/ 7010566 w 12188965"/>
              <a:gd name="connsiteY4733" fmla="*/ 1691745 h 2053176"/>
              <a:gd name="connsiteX4734" fmla="*/ 7023451 w 12188965"/>
              <a:gd name="connsiteY4734" fmla="*/ 1678857 h 2053176"/>
              <a:gd name="connsiteX4735" fmla="*/ 5871887 w 12188965"/>
              <a:gd name="connsiteY4735" fmla="*/ 1678857 h 2053176"/>
              <a:gd name="connsiteX4736" fmla="*/ 5884776 w 12188965"/>
              <a:gd name="connsiteY4736" fmla="*/ 1691745 h 2053176"/>
              <a:gd name="connsiteX4737" fmla="*/ 5871887 w 12188965"/>
              <a:gd name="connsiteY4737" fmla="*/ 1704633 h 2053176"/>
              <a:gd name="connsiteX4738" fmla="*/ 5859000 w 12188965"/>
              <a:gd name="connsiteY4738" fmla="*/ 1691745 h 2053176"/>
              <a:gd name="connsiteX4739" fmla="*/ 5871887 w 12188965"/>
              <a:gd name="connsiteY4739" fmla="*/ 1678857 h 2053176"/>
              <a:gd name="connsiteX4740" fmla="*/ 5807683 w 12188965"/>
              <a:gd name="connsiteY4740" fmla="*/ 1678857 h 2053176"/>
              <a:gd name="connsiteX4741" fmla="*/ 5820571 w 12188965"/>
              <a:gd name="connsiteY4741" fmla="*/ 1691745 h 2053176"/>
              <a:gd name="connsiteX4742" fmla="*/ 5807683 w 12188965"/>
              <a:gd name="connsiteY4742" fmla="*/ 1704633 h 2053176"/>
              <a:gd name="connsiteX4743" fmla="*/ 5794796 w 12188965"/>
              <a:gd name="connsiteY4743" fmla="*/ 1691745 h 2053176"/>
              <a:gd name="connsiteX4744" fmla="*/ 5807683 w 12188965"/>
              <a:gd name="connsiteY4744" fmla="*/ 1678857 h 2053176"/>
              <a:gd name="connsiteX4745" fmla="*/ 4459140 w 12188965"/>
              <a:gd name="connsiteY4745" fmla="*/ 1678857 h 2053176"/>
              <a:gd name="connsiteX4746" fmla="*/ 4472025 w 12188965"/>
              <a:gd name="connsiteY4746" fmla="*/ 1691745 h 2053176"/>
              <a:gd name="connsiteX4747" fmla="*/ 4459140 w 12188965"/>
              <a:gd name="connsiteY4747" fmla="*/ 1704633 h 2053176"/>
              <a:gd name="connsiteX4748" fmla="*/ 4446252 w 12188965"/>
              <a:gd name="connsiteY4748" fmla="*/ 1691745 h 2053176"/>
              <a:gd name="connsiteX4749" fmla="*/ 4459140 w 12188965"/>
              <a:gd name="connsiteY4749" fmla="*/ 1678857 h 2053176"/>
              <a:gd name="connsiteX4750" fmla="*/ 4138112 w 12188965"/>
              <a:gd name="connsiteY4750" fmla="*/ 1678857 h 2053176"/>
              <a:gd name="connsiteX4751" fmla="*/ 4151000 w 12188965"/>
              <a:gd name="connsiteY4751" fmla="*/ 1691745 h 2053176"/>
              <a:gd name="connsiteX4752" fmla="*/ 4138112 w 12188965"/>
              <a:gd name="connsiteY4752" fmla="*/ 1704633 h 2053176"/>
              <a:gd name="connsiteX4753" fmla="*/ 4125224 w 12188965"/>
              <a:gd name="connsiteY4753" fmla="*/ 1691745 h 2053176"/>
              <a:gd name="connsiteX4754" fmla="*/ 4138112 w 12188965"/>
              <a:gd name="connsiteY4754" fmla="*/ 1678857 h 2053176"/>
              <a:gd name="connsiteX4755" fmla="*/ 1312848 w 12188965"/>
              <a:gd name="connsiteY4755" fmla="*/ 1678857 h 2053176"/>
              <a:gd name="connsiteX4756" fmla="*/ 1325735 w 12188965"/>
              <a:gd name="connsiteY4756" fmla="*/ 1691745 h 2053176"/>
              <a:gd name="connsiteX4757" fmla="*/ 1312848 w 12188965"/>
              <a:gd name="connsiteY4757" fmla="*/ 1704633 h 2053176"/>
              <a:gd name="connsiteX4758" fmla="*/ 1299962 w 12188965"/>
              <a:gd name="connsiteY4758" fmla="*/ 1691745 h 2053176"/>
              <a:gd name="connsiteX4759" fmla="*/ 1312848 w 12188965"/>
              <a:gd name="connsiteY4759" fmla="*/ 1678857 h 2053176"/>
              <a:gd name="connsiteX4760" fmla="*/ 154069 w 12188965"/>
              <a:gd name="connsiteY4760" fmla="*/ 1678857 h 2053176"/>
              <a:gd name="connsiteX4761" fmla="*/ 166957 w 12188965"/>
              <a:gd name="connsiteY4761" fmla="*/ 1691745 h 2053176"/>
              <a:gd name="connsiteX4762" fmla="*/ 154069 w 12188965"/>
              <a:gd name="connsiteY4762" fmla="*/ 1704633 h 2053176"/>
              <a:gd name="connsiteX4763" fmla="*/ 141182 w 12188965"/>
              <a:gd name="connsiteY4763" fmla="*/ 1691745 h 2053176"/>
              <a:gd name="connsiteX4764" fmla="*/ 154069 w 12188965"/>
              <a:gd name="connsiteY4764" fmla="*/ 1678857 h 2053176"/>
              <a:gd name="connsiteX4765" fmla="*/ 89864 w 12188965"/>
              <a:gd name="connsiteY4765" fmla="*/ 1678857 h 2053176"/>
              <a:gd name="connsiteX4766" fmla="*/ 102752 w 12188965"/>
              <a:gd name="connsiteY4766" fmla="*/ 1691745 h 2053176"/>
              <a:gd name="connsiteX4767" fmla="*/ 89864 w 12188965"/>
              <a:gd name="connsiteY4767" fmla="*/ 1704633 h 2053176"/>
              <a:gd name="connsiteX4768" fmla="*/ 76977 w 12188965"/>
              <a:gd name="connsiteY4768" fmla="*/ 1691745 h 2053176"/>
              <a:gd name="connsiteX4769" fmla="*/ 89864 w 12188965"/>
              <a:gd name="connsiteY4769" fmla="*/ 1678857 h 2053176"/>
              <a:gd name="connsiteX4770" fmla="*/ 12099103 w 12188965"/>
              <a:gd name="connsiteY4770" fmla="*/ 1666086 h 2053176"/>
              <a:gd name="connsiteX4771" fmla="*/ 12124761 w 12188965"/>
              <a:gd name="connsiteY4771" fmla="*/ 1691745 h 2053176"/>
              <a:gd name="connsiteX4772" fmla="*/ 12099103 w 12188965"/>
              <a:gd name="connsiteY4772" fmla="*/ 1717404 h 2053176"/>
              <a:gd name="connsiteX4773" fmla="*/ 12073441 w 12188965"/>
              <a:gd name="connsiteY4773" fmla="*/ 1691745 h 2053176"/>
              <a:gd name="connsiteX4774" fmla="*/ 12099103 w 12188965"/>
              <a:gd name="connsiteY4774" fmla="*/ 1666086 h 2053176"/>
              <a:gd name="connsiteX4775" fmla="*/ 12034897 w 12188965"/>
              <a:gd name="connsiteY4775" fmla="*/ 1666086 h 2053176"/>
              <a:gd name="connsiteX4776" fmla="*/ 12060557 w 12188965"/>
              <a:gd name="connsiteY4776" fmla="*/ 1691745 h 2053176"/>
              <a:gd name="connsiteX4777" fmla="*/ 12034897 w 12188965"/>
              <a:gd name="connsiteY4777" fmla="*/ 1717404 h 2053176"/>
              <a:gd name="connsiteX4778" fmla="*/ 12009237 w 12188965"/>
              <a:gd name="connsiteY4778" fmla="*/ 1691745 h 2053176"/>
              <a:gd name="connsiteX4779" fmla="*/ 12034897 w 12188965"/>
              <a:gd name="connsiteY4779" fmla="*/ 1666086 h 2053176"/>
              <a:gd name="connsiteX4780" fmla="*/ 11970691 w 12188965"/>
              <a:gd name="connsiteY4780" fmla="*/ 1666086 h 2053176"/>
              <a:gd name="connsiteX4781" fmla="*/ 11996349 w 12188965"/>
              <a:gd name="connsiteY4781" fmla="*/ 1691745 h 2053176"/>
              <a:gd name="connsiteX4782" fmla="*/ 11970691 w 12188965"/>
              <a:gd name="connsiteY4782" fmla="*/ 1717404 h 2053176"/>
              <a:gd name="connsiteX4783" fmla="*/ 11945033 w 12188965"/>
              <a:gd name="connsiteY4783" fmla="*/ 1691745 h 2053176"/>
              <a:gd name="connsiteX4784" fmla="*/ 11970691 w 12188965"/>
              <a:gd name="connsiteY4784" fmla="*/ 1666086 h 2053176"/>
              <a:gd name="connsiteX4785" fmla="*/ 11906483 w 12188965"/>
              <a:gd name="connsiteY4785" fmla="*/ 1666086 h 2053176"/>
              <a:gd name="connsiteX4786" fmla="*/ 11932145 w 12188965"/>
              <a:gd name="connsiteY4786" fmla="*/ 1691745 h 2053176"/>
              <a:gd name="connsiteX4787" fmla="*/ 11906483 w 12188965"/>
              <a:gd name="connsiteY4787" fmla="*/ 1717404 h 2053176"/>
              <a:gd name="connsiteX4788" fmla="*/ 11880825 w 12188965"/>
              <a:gd name="connsiteY4788" fmla="*/ 1691745 h 2053176"/>
              <a:gd name="connsiteX4789" fmla="*/ 11906483 w 12188965"/>
              <a:gd name="connsiteY4789" fmla="*/ 1666086 h 2053176"/>
              <a:gd name="connsiteX4790" fmla="*/ 11842279 w 12188965"/>
              <a:gd name="connsiteY4790" fmla="*/ 1666086 h 2053176"/>
              <a:gd name="connsiteX4791" fmla="*/ 11867941 w 12188965"/>
              <a:gd name="connsiteY4791" fmla="*/ 1691745 h 2053176"/>
              <a:gd name="connsiteX4792" fmla="*/ 11842279 w 12188965"/>
              <a:gd name="connsiteY4792" fmla="*/ 1717404 h 2053176"/>
              <a:gd name="connsiteX4793" fmla="*/ 11816621 w 12188965"/>
              <a:gd name="connsiteY4793" fmla="*/ 1691745 h 2053176"/>
              <a:gd name="connsiteX4794" fmla="*/ 11842279 w 12188965"/>
              <a:gd name="connsiteY4794" fmla="*/ 1666086 h 2053176"/>
              <a:gd name="connsiteX4795" fmla="*/ 11775107 w 12188965"/>
              <a:gd name="connsiteY4795" fmla="*/ 1666086 h 2053176"/>
              <a:gd name="connsiteX4796" fmla="*/ 11800767 w 12188965"/>
              <a:gd name="connsiteY4796" fmla="*/ 1691745 h 2053176"/>
              <a:gd name="connsiteX4797" fmla="*/ 11775107 w 12188965"/>
              <a:gd name="connsiteY4797" fmla="*/ 1717404 h 2053176"/>
              <a:gd name="connsiteX4798" fmla="*/ 11749449 w 12188965"/>
              <a:gd name="connsiteY4798" fmla="*/ 1691745 h 2053176"/>
              <a:gd name="connsiteX4799" fmla="*/ 11775107 w 12188965"/>
              <a:gd name="connsiteY4799" fmla="*/ 1666086 h 2053176"/>
              <a:gd name="connsiteX4800" fmla="*/ 11710901 w 12188965"/>
              <a:gd name="connsiteY4800" fmla="*/ 1666086 h 2053176"/>
              <a:gd name="connsiteX4801" fmla="*/ 11736561 w 12188965"/>
              <a:gd name="connsiteY4801" fmla="*/ 1691745 h 2053176"/>
              <a:gd name="connsiteX4802" fmla="*/ 11710901 w 12188965"/>
              <a:gd name="connsiteY4802" fmla="*/ 1717404 h 2053176"/>
              <a:gd name="connsiteX4803" fmla="*/ 11685243 w 12188965"/>
              <a:gd name="connsiteY4803" fmla="*/ 1691745 h 2053176"/>
              <a:gd name="connsiteX4804" fmla="*/ 11710901 w 12188965"/>
              <a:gd name="connsiteY4804" fmla="*/ 1666086 h 2053176"/>
              <a:gd name="connsiteX4805" fmla="*/ 11646697 w 12188965"/>
              <a:gd name="connsiteY4805" fmla="*/ 1666086 h 2053176"/>
              <a:gd name="connsiteX4806" fmla="*/ 11672355 w 12188965"/>
              <a:gd name="connsiteY4806" fmla="*/ 1691745 h 2053176"/>
              <a:gd name="connsiteX4807" fmla="*/ 11646697 w 12188965"/>
              <a:gd name="connsiteY4807" fmla="*/ 1717404 h 2053176"/>
              <a:gd name="connsiteX4808" fmla="*/ 11621037 w 12188965"/>
              <a:gd name="connsiteY4808" fmla="*/ 1691745 h 2053176"/>
              <a:gd name="connsiteX4809" fmla="*/ 11646697 w 12188965"/>
              <a:gd name="connsiteY4809" fmla="*/ 1666086 h 2053176"/>
              <a:gd name="connsiteX4810" fmla="*/ 11454081 w 12188965"/>
              <a:gd name="connsiteY4810" fmla="*/ 1666086 h 2053176"/>
              <a:gd name="connsiteX4811" fmla="*/ 11479739 w 12188965"/>
              <a:gd name="connsiteY4811" fmla="*/ 1691745 h 2053176"/>
              <a:gd name="connsiteX4812" fmla="*/ 11454081 w 12188965"/>
              <a:gd name="connsiteY4812" fmla="*/ 1717404 h 2053176"/>
              <a:gd name="connsiteX4813" fmla="*/ 11428421 w 12188965"/>
              <a:gd name="connsiteY4813" fmla="*/ 1691745 h 2053176"/>
              <a:gd name="connsiteX4814" fmla="*/ 11454081 w 12188965"/>
              <a:gd name="connsiteY4814" fmla="*/ 1666086 h 2053176"/>
              <a:gd name="connsiteX4815" fmla="*/ 11389875 w 12188965"/>
              <a:gd name="connsiteY4815" fmla="*/ 1666086 h 2053176"/>
              <a:gd name="connsiteX4816" fmla="*/ 11415533 w 12188965"/>
              <a:gd name="connsiteY4816" fmla="*/ 1691745 h 2053176"/>
              <a:gd name="connsiteX4817" fmla="*/ 11389875 w 12188965"/>
              <a:gd name="connsiteY4817" fmla="*/ 1717404 h 2053176"/>
              <a:gd name="connsiteX4818" fmla="*/ 11364217 w 12188965"/>
              <a:gd name="connsiteY4818" fmla="*/ 1691745 h 2053176"/>
              <a:gd name="connsiteX4819" fmla="*/ 11389875 w 12188965"/>
              <a:gd name="connsiteY4819" fmla="*/ 1666086 h 2053176"/>
              <a:gd name="connsiteX4820" fmla="*/ 11325670 w 12188965"/>
              <a:gd name="connsiteY4820" fmla="*/ 1666086 h 2053176"/>
              <a:gd name="connsiteX4821" fmla="*/ 11351329 w 12188965"/>
              <a:gd name="connsiteY4821" fmla="*/ 1691745 h 2053176"/>
              <a:gd name="connsiteX4822" fmla="*/ 11325670 w 12188965"/>
              <a:gd name="connsiteY4822" fmla="*/ 1717404 h 2053176"/>
              <a:gd name="connsiteX4823" fmla="*/ 11300012 w 12188965"/>
              <a:gd name="connsiteY4823" fmla="*/ 1691745 h 2053176"/>
              <a:gd name="connsiteX4824" fmla="*/ 11325670 w 12188965"/>
              <a:gd name="connsiteY4824" fmla="*/ 1666086 h 2053176"/>
              <a:gd name="connsiteX4825" fmla="*/ 11261466 w 12188965"/>
              <a:gd name="connsiteY4825" fmla="*/ 1666086 h 2053176"/>
              <a:gd name="connsiteX4826" fmla="*/ 11287124 w 12188965"/>
              <a:gd name="connsiteY4826" fmla="*/ 1691745 h 2053176"/>
              <a:gd name="connsiteX4827" fmla="*/ 11261466 w 12188965"/>
              <a:gd name="connsiteY4827" fmla="*/ 1717404 h 2053176"/>
              <a:gd name="connsiteX4828" fmla="*/ 11235805 w 12188965"/>
              <a:gd name="connsiteY4828" fmla="*/ 1691745 h 2053176"/>
              <a:gd name="connsiteX4829" fmla="*/ 11261466 w 12188965"/>
              <a:gd name="connsiteY4829" fmla="*/ 1666086 h 2053176"/>
              <a:gd name="connsiteX4830" fmla="*/ 11197259 w 12188965"/>
              <a:gd name="connsiteY4830" fmla="*/ 1666086 h 2053176"/>
              <a:gd name="connsiteX4831" fmla="*/ 11222917 w 12188965"/>
              <a:gd name="connsiteY4831" fmla="*/ 1691745 h 2053176"/>
              <a:gd name="connsiteX4832" fmla="*/ 11197259 w 12188965"/>
              <a:gd name="connsiteY4832" fmla="*/ 1717404 h 2053176"/>
              <a:gd name="connsiteX4833" fmla="*/ 11171601 w 12188965"/>
              <a:gd name="connsiteY4833" fmla="*/ 1691745 h 2053176"/>
              <a:gd name="connsiteX4834" fmla="*/ 11197259 w 12188965"/>
              <a:gd name="connsiteY4834" fmla="*/ 1666086 h 2053176"/>
              <a:gd name="connsiteX4835" fmla="*/ 11133055 w 12188965"/>
              <a:gd name="connsiteY4835" fmla="*/ 1666086 h 2053176"/>
              <a:gd name="connsiteX4836" fmla="*/ 11158713 w 12188965"/>
              <a:gd name="connsiteY4836" fmla="*/ 1691745 h 2053176"/>
              <a:gd name="connsiteX4837" fmla="*/ 11133055 w 12188965"/>
              <a:gd name="connsiteY4837" fmla="*/ 1717404 h 2053176"/>
              <a:gd name="connsiteX4838" fmla="*/ 11107396 w 12188965"/>
              <a:gd name="connsiteY4838" fmla="*/ 1691745 h 2053176"/>
              <a:gd name="connsiteX4839" fmla="*/ 11133055 w 12188965"/>
              <a:gd name="connsiteY4839" fmla="*/ 1666086 h 2053176"/>
              <a:gd name="connsiteX4840" fmla="*/ 11068848 w 12188965"/>
              <a:gd name="connsiteY4840" fmla="*/ 1666086 h 2053176"/>
              <a:gd name="connsiteX4841" fmla="*/ 11094509 w 12188965"/>
              <a:gd name="connsiteY4841" fmla="*/ 1691745 h 2053176"/>
              <a:gd name="connsiteX4842" fmla="*/ 11068848 w 12188965"/>
              <a:gd name="connsiteY4842" fmla="*/ 1717404 h 2053176"/>
              <a:gd name="connsiteX4843" fmla="*/ 11043189 w 12188965"/>
              <a:gd name="connsiteY4843" fmla="*/ 1691745 h 2053176"/>
              <a:gd name="connsiteX4844" fmla="*/ 11068848 w 12188965"/>
              <a:gd name="connsiteY4844" fmla="*/ 1666086 h 2053176"/>
              <a:gd name="connsiteX4845" fmla="*/ 11004643 w 12188965"/>
              <a:gd name="connsiteY4845" fmla="*/ 1666086 h 2053176"/>
              <a:gd name="connsiteX4846" fmla="*/ 11030301 w 12188965"/>
              <a:gd name="connsiteY4846" fmla="*/ 1691745 h 2053176"/>
              <a:gd name="connsiteX4847" fmla="*/ 11004643 w 12188965"/>
              <a:gd name="connsiteY4847" fmla="*/ 1717404 h 2053176"/>
              <a:gd name="connsiteX4848" fmla="*/ 10978985 w 12188965"/>
              <a:gd name="connsiteY4848" fmla="*/ 1691745 h 2053176"/>
              <a:gd name="connsiteX4849" fmla="*/ 11004643 w 12188965"/>
              <a:gd name="connsiteY4849" fmla="*/ 1666086 h 2053176"/>
              <a:gd name="connsiteX4850" fmla="*/ 10940321 w 12188965"/>
              <a:gd name="connsiteY4850" fmla="*/ 1666086 h 2053176"/>
              <a:gd name="connsiteX4851" fmla="*/ 10965982 w 12188965"/>
              <a:gd name="connsiteY4851" fmla="*/ 1691745 h 2053176"/>
              <a:gd name="connsiteX4852" fmla="*/ 10940321 w 12188965"/>
              <a:gd name="connsiteY4852" fmla="*/ 1717404 h 2053176"/>
              <a:gd name="connsiteX4853" fmla="*/ 10914663 w 12188965"/>
              <a:gd name="connsiteY4853" fmla="*/ 1691745 h 2053176"/>
              <a:gd name="connsiteX4854" fmla="*/ 10940321 w 12188965"/>
              <a:gd name="connsiteY4854" fmla="*/ 1666086 h 2053176"/>
              <a:gd name="connsiteX4855" fmla="*/ 10876117 w 12188965"/>
              <a:gd name="connsiteY4855" fmla="*/ 1666086 h 2053176"/>
              <a:gd name="connsiteX4856" fmla="*/ 10901775 w 12188965"/>
              <a:gd name="connsiteY4856" fmla="*/ 1691745 h 2053176"/>
              <a:gd name="connsiteX4857" fmla="*/ 10876117 w 12188965"/>
              <a:gd name="connsiteY4857" fmla="*/ 1717404 h 2053176"/>
              <a:gd name="connsiteX4858" fmla="*/ 10850459 w 12188965"/>
              <a:gd name="connsiteY4858" fmla="*/ 1691745 h 2053176"/>
              <a:gd name="connsiteX4859" fmla="*/ 10876117 w 12188965"/>
              <a:gd name="connsiteY4859" fmla="*/ 1666086 h 2053176"/>
              <a:gd name="connsiteX4860" fmla="*/ 10811912 w 12188965"/>
              <a:gd name="connsiteY4860" fmla="*/ 1666086 h 2053176"/>
              <a:gd name="connsiteX4861" fmla="*/ 10837571 w 12188965"/>
              <a:gd name="connsiteY4861" fmla="*/ 1691745 h 2053176"/>
              <a:gd name="connsiteX4862" fmla="*/ 10811912 w 12188965"/>
              <a:gd name="connsiteY4862" fmla="*/ 1717404 h 2053176"/>
              <a:gd name="connsiteX4863" fmla="*/ 10786254 w 12188965"/>
              <a:gd name="connsiteY4863" fmla="*/ 1691745 h 2053176"/>
              <a:gd name="connsiteX4864" fmla="*/ 10811912 w 12188965"/>
              <a:gd name="connsiteY4864" fmla="*/ 1666086 h 2053176"/>
              <a:gd name="connsiteX4865" fmla="*/ 10747708 w 12188965"/>
              <a:gd name="connsiteY4865" fmla="*/ 1666086 h 2053176"/>
              <a:gd name="connsiteX4866" fmla="*/ 10773366 w 12188965"/>
              <a:gd name="connsiteY4866" fmla="*/ 1691745 h 2053176"/>
              <a:gd name="connsiteX4867" fmla="*/ 10747708 w 12188965"/>
              <a:gd name="connsiteY4867" fmla="*/ 1717404 h 2053176"/>
              <a:gd name="connsiteX4868" fmla="*/ 10722047 w 12188965"/>
              <a:gd name="connsiteY4868" fmla="*/ 1691745 h 2053176"/>
              <a:gd name="connsiteX4869" fmla="*/ 10747708 w 12188965"/>
              <a:gd name="connsiteY4869" fmla="*/ 1666086 h 2053176"/>
              <a:gd name="connsiteX4870" fmla="*/ 10683501 w 12188965"/>
              <a:gd name="connsiteY4870" fmla="*/ 1666086 h 2053176"/>
              <a:gd name="connsiteX4871" fmla="*/ 10709159 w 12188965"/>
              <a:gd name="connsiteY4871" fmla="*/ 1691745 h 2053176"/>
              <a:gd name="connsiteX4872" fmla="*/ 10683501 w 12188965"/>
              <a:gd name="connsiteY4872" fmla="*/ 1717404 h 2053176"/>
              <a:gd name="connsiteX4873" fmla="*/ 10657843 w 12188965"/>
              <a:gd name="connsiteY4873" fmla="*/ 1691745 h 2053176"/>
              <a:gd name="connsiteX4874" fmla="*/ 10683501 w 12188965"/>
              <a:gd name="connsiteY4874" fmla="*/ 1666086 h 2053176"/>
              <a:gd name="connsiteX4875" fmla="*/ 10619297 w 12188965"/>
              <a:gd name="connsiteY4875" fmla="*/ 1666086 h 2053176"/>
              <a:gd name="connsiteX4876" fmla="*/ 10644955 w 12188965"/>
              <a:gd name="connsiteY4876" fmla="*/ 1691745 h 2053176"/>
              <a:gd name="connsiteX4877" fmla="*/ 10619297 w 12188965"/>
              <a:gd name="connsiteY4877" fmla="*/ 1717404 h 2053176"/>
              <a:gd name="connsiteX4878" fmla="*/ 10593639 w 12188965"/>
              <a:gd name="connsiteY4878" fmla="*/ 1691745 h 2053176"/>
              <a:gd name="connsiteX4879" fmla="*/ 10619297 w 12188965"/>
              <a:gd name="connsiteY4879" fmla="*/ 1666086 h 2053176"/>
              <a:gd name="connsiteX4880" fmla="*/ 10555092 w 12188965"/>
              <a:gd name="connsiteY4880" fmla="*/ 1666086 h 2053176"/>
              <a:gd name="connsiteX4881" fmla="*/ 10580751 w 12188965"/>
              <a:gd name="connsiteY4881" fmla="*/ 1691745 h 2053176"/>
              <a:gd name="connsiteX4882" fmla="*/ 10555092 w 12188965"/>
              <a:gd name="connsiteY4882" fmla="*/ 1717404 h 2053176"/>
              <a:gd name="connsiteX4883" fmla="*/ 10529432 w 12188965"/>
              <a:gd name="connsiteY4883" fmla="*/ 1691745 h 2053176"/>
              <a:gd name="connsiteX4884" fmla="*/ 10555092 w 12188965"/>
              <a:gd name="connsiteY4884" fmla="*/ 1666086 h 2053176"/>
              <a:gd name="connsiteX4885" fmla="*/ 10490885 w 12188965"/>
              <a:gd name="connsiteY4885" fmla="*/ 1666086 h 2053176"/>
              <a:gd name="connsiteX4886" fmla="*/ 10516544 w 12188965"/>
              <a:gd name="connsiteY4886" fmla="*/ 1691745 h 2053176"/>
              <a:gd name="connsiteX4887" fmla="*/ 10490885 w 12188965"/>
              <a:gd name="connsiteY4887" fmla="*/ 1717404 h 2053176"/>
              <a:gd name="connsiteX4888" fmla="*/ 10465227 w 12188965"/>
              <a:gd name="connsiteY4888" fmla="*/ 1691745 h 2053176"/>
              <a:gd name="connsiteX4889" fmla="*/ 10490885 w 12188965"/>
              <a:gd name="connsiteY4889" fmla="*/ 1666086 h 2053176"/>
              <a:gd name="connsiteX4890" fmla="*/ 10426681 w 12188965"/>
              <a:gd name="connsiteY4890" fmla="*/ 1666086 h 2053176"/>
              <a:gd name="connsiteX4891" fmla="*/ 10452339 w 12188965"/>
              <a:gd name="connsiteY4891" fmla="*/ 1691745 h 2053176"/>
              <a:gd name="connsiteX4892" fmla="*/ 10426681 w 12188965"/>
              <a:gd name="connsiteY4892" fmla="*/ 1717404 h 2053176"/>
              <a:gd name="connsiteX4893" fmla="*/ 10401023 w 12188965"/>
              <a:gd name="connsiteY4893" fmla="*/ 1691745 h 2053176"/>
              <a:gd name="connsiteX4894" fmla="*/ 10426681 w 12188965"/>
              <a:gd name="connsiteY4894" fmla="*/ 1666086 h 2053176"/>
              <a:gd name="connsiteX4895" fmla="*/ 10362474 w 12188965"/>
              <a:gd name="connsiteY4895" fmla="*/ 1666086 h 2053176"/>
              <a:gd name="connsiteX4896" fmla="*/ 10388135 w 12188965"/>
              <a:gd name="connsiteY4896" fmla="*/ 1691745 h 2053176"/>
              <a:gd name="connsiteX4897" fmla="*/ 10362474 w 12188965"/>
              <a:gd name="connsiteY4897" fmla="*/ 1717404 h 2053176"/>
              <a:gd name="connsiteX4898" fmla="*/ 10336816 w 12188965"/>
              <a:gd name="connsiteY4898" fmla="*/ 1691745 h 2053176"/>
              <a:gd name="connsiteX4899" fmla="*/ 10362474 w 12188965"/>
              <a:gd name="connsiteY4899" fmla="*/ 1666086 h 2053176"/>
              <a:gd name="connsiteX4900" fmla="*/ 10298270 w 12188965"/>
              <a:gd name="connsiteY4900" fmla="*/ 1666086 h 2053176"/>
              <a:gd name="connsiteX4901" fmla="*/ 10323928 w 12188965"/>
              <a:gd name="connsiteY4901" fmla="*/ 1691745 h 2053176"/>
              <a:gd name="connsiteX4902" fmla="*/ 10298270 w 12188965"/>
              <a:gd name="connsiteY4902" fmla="*/ 1717404 h 2053176"/>
              <a:gd name="connsiteX4903" fmla="*/ 10272611 w 12188965"/>
              <a:gd name="connsiteY4903" fmla="*/ 1691745 h 2053176"/>
              <a:gd name="connsiteX4904" fmla="*/ 10298270 w 12188965"/>
              <a:gd name="connsiteY4904" fmla="*/ 1666086 h 2053176"/>
              <a:gd name="connsiteX4905" fmla="*/ 10234065 w 12188965"/>
              <a:gd name="connsiteY4905" fmla="*/ 1666086 h 2053176"/>
              <a:gd name="connsiteX4906" fmla="*/ 10259723 w 12188965"/>
              <a:gd name="connsiteY4906" fmla="*/ 1691745 h 2053176"/>
              <a:gd name="connsiteX4907" fmla="*/ 10234065 w 12188965"/>
              <a:gd name="connsiteY4907" fmla="*/ 1717404 h 2053176"/>
              <a:gd name="connsiteX4908" fmla="*/ 10208404 w 12188965"/>
              <a:gd name="connsiteY4908" fmla="*/ 1691745 h 2053176"/>
              <a:gd name="connsiteX4909" fmla="*/ 10234065 w 12188965"/>
              <a:gd name="connsiteY4909" fmla="*/ 1666086 h 2053176"/>
              <a:gd name="connsiteX4910" fmla="*/ 10105654 w 12188965"/>
              <a:gd name="connsiteY4910" fmla="*/ 1666086 h 2053176"/>
              <a:gd name="connsiteX4911" fmla="*/ 10131312 w 12188965"/>
              <a:gd name="connsiteY4911" fmla="*/ 1691745 h 2053176"/>
              <a:gd name="connsiteX4912" fmla="*/ 10105654 w 12188965"/>
              <a:gd name="connsiteY4912" fmla="*/ 1717404 h 2053176"/>
              <a:gd name="connsiteX4913" fmla="*/ 10079996 w 12188965"/>
              <a:gd name="connsiteY4913" fmla="*/ 1691745 h 2053176"/>
              <a:gd name="connsiteX4914" fmla="*/ 10105654 w 12188965"/>
              <a:gd name="connsiteY4914" fmla="*/ 1666086 h 2053176"/>
              <a:gd name="connsiteX4915" fmla="*/ 9977242 w 12188965"/>
              <a:gd name="connsiteY4915" fmla="*/ 1666086 h 2053176"/>
              <a:gd name="connsiteX4916" fmla="*/ 10002903 w 12188965"/>
              <a:gd name="connsiteY4916" fmla="*/ 1691745 h 2053176"/>
              <a:gd name="connsiteX4917" fmla="*/ 9977242 w 12188965"/>
              <a:gd name="connsiteY4917" fmla="*/ 1717404 h 2053176"/>
              <a:gd name="connsiteX4918" fmla="*/ 9951584 w 12188965"/>
              <a:gd name="connsiteY4918" fmla="*/ 1691745 h 2053176"/>
              <a:gd name="connsiteX4919" fmla="*/ 9977242 w 12188965"/>
              <a:gd name="connsiteY4919" fmla="*/ 1666086 h 2053176"/>
              <a:gd name="connsiteX4920" fmla="*/ 9913038 w 12188965"/>
              <a:gd name="connsiteY4920" fmla="*/ 1666086 h 2053176"/>
              <a:gd name="connsiteX4921" fmla="*/ 9938696 w 12188965"/>
              <a:gd name="connsiteY4921" fmla="*/ 1691745 h 2053176"/>
              <a:gd name="connsiteX4922" fmla="*/ 9913038 w 12188965"/>
              <a:gd name="connsiteY4922" fmla="*/ 1717404 h 2053176"/>
              <a:gd name="connsiteX4923" fmla="*/ 9887380 w 12188965"/>
              <a:gd name="connsiteY4923" fmla="*/ 1691745 h 2053176"/>
              <a:gd name="connsiteX4924" fmla="*/ 9913038 w 12188965"/>
              <a:gd name="connsiteY4924" fmla="*/ 1666086 h 2053176"/>
              <a:gd name="connsiteX4925" fmla="*/ 9784512 w 12188965"/>
              <a:gd name="connsiteY4925" fmla="*/ 1666086 h 2053176"/>
              <a:gd name="connsiteX4926" fmla="*/ 9810170 w 12188965"/>
              <a:gd name="connsiteY4926" fmla="*/ 1691745 h 2053176"/>
              <a:gd name="connsiteX4927" fmla="*/ 9784512 w 12188965"/>
              <a:gd name="connsiteY4927" fmla="*/ 1717404 h 2053176"/>
              <a:gd name="connsiteX4928" fmla="*/ 9758853 w 12188965"/>
              <a:gd name="connsiteY4928" fmla="*/ 1691745 h 2053176"/>
              <a:gd name="connsiteX4929" fmla="*/ 9784512 w 12188965"/>
              <a:gd name="connsiteY4929" fmla="*/ 1666086 h 2053176"/>
              <a:gd name="connsiteX4930" fmla="*/ 9720307 w 12188965"/>
              <a:gd name="connsiteY4930" fmla="*/ 1666086 h 2053176"/>
              <a:gd name="connsiteX4931" fmla="*/ 9745965 w 12188965"/>
              <a:gd name="connsiteY4931" fmla="*/ 1691745 h 2053176"/>
              <a:gd name="connsiteX4932" fmla="*/ 9720307 w 12188965"/>
              <a:gd name="connsiteY4932" fmla="*/ 1717404 h 2053176"/>
              <a:gd name="connsiteX4933" fmla="*/ 9694646 w 12188965"/>
              <a:gd name="connsiteY4933" fmla="*/ 1691745 h 2053176"/>
              <a:gd name="connsiteX4934" fmla="*/ 9720307 w 12188965"/>
              <a:gd name="connsiteY4934" fmla="*/ 1666086 h 2053176"/>
              <a:gd name="connsiteX4935" fmla="*/ 9656100 w 12188965"/>
              <a:gd name="connsiteY4935" fmla="*/ 1666086 h 2053176"/>
              <a:gd name="connsiteX4936" fmla="*/ 9681758 w 12188965"/>
              <a:gd name="connsiteY4936" fmla="*/ 1691745 h 2053176"/>
              <a:gd name="connsiteX4937" fmla="*/ 9656100 w 12188965"/>
              <a:gd name="connsiteY4937" fmla="*/ 1717404 h 2053176"/>
              <a:gd name="connsiteX4938" fmla="*/ 9630442 w 12188965"/>
              <a:gd name="connsiteY4938" fmla="*/ 1691745 h 2053176"/>
              <a:gd name="connsiteX4939" fmla="*/ 9656100 w 12188965"/>
              <a:gd name="connsiteY4939" fmla="*/ 1666086 h 2053176"/>
              <a:gd name="connsiteX4940" fmla="*/ 9591896 w 12188965"/>
              <a:gd name="connsiteY4940" fmla="*/ 1666086 h 2053176"/>
              <a:gd name="connsiteX4941" fmla="*/ 9617554 w 12188965"/>
              <a:gd name="connsiteY4941" fmla="*/ 1691745 h 2053176"/>
              <a:gd name="connsiteX4942" fmla="*/ 9591896 w 12188965"/>
              <a:gd name="connsiteY4942" fmla="*/ 1717404 h 2053176"/>
              <a:gd name="connsiteX4943" fmla="*/ 9566238 w 12188965"/>
              <a:gd name="connsiteY4943" fmla="*/ 1691745 h 2053176"/>
              <a:gd name="connsiteX4944" fmla="*/ 9591896 w 12188965"/>
              <a:gd name="connsiteY4944" fmla="*/ 1666086 h 2053176"/>
              <a:gd name="connsiteX4945" fmla="*/ 9527689 w 12188965"/>
              <a:gd name="connsiteY4945" fmla="*/ 1666086 h 2053176"/>
              <a:gd name="connsiteX4946" fmla="*/ 9553350 w 12188965"/>
              <a:gd name="connsiteY4946" fmla="*/ 1691745 h 2053176"/>
              <a:gd name="connsiteX4947" fmla="*/ 9527689 w 12188965"/>
              <a:gd name="connsiteY4947" fmla="*/ 1717404 h 2053176"/>
              <a:gd name="connsiteX4948" fmla="*/ 9502031 w 12188965"/>
              <a:gd name="connsiteY4948" fmla="*/ 1691745 h 2053176"/>
              <a:gd name="connsiteX4949" fmla="*/ 9527689 w 12188965"/>
              <a:gd name="connsiteY4949" fmla="*/ 1666086 h 2053176"/>
              <a:gd name="connsiteX4950" fmla="*/ 9463485 w 12188965"/>
              <a:gd name="connsiteY4950" fmla="*/ 1666086 h 2053176"/>
              <a:gd name="connsiteX4951" fmla="*/ 9489143 w 12188965"/>
              <a:gd name="connsiteY4951" fmla="*/ 1691745 h 2053176"/>
              <a:gd name="connsiteX4952" fmla="*/ 9463485 w 12188965"/>
              <a:gd name="connsiteY4952" fmla="*/ 1717404 h 2053176"/>
              <a:gd name="connsiteX4953" fmla="*/ 9437826 w 12188965"/>
              <a:gd name="connsiteY4953" fmla="*/ 1691745 h 2053176"/>
              <a:gd name="connsiteX4954" fmla="*/ 9463485 w 12188965"/>
              <a:gd name="connsiteY4954" fmla="*/ 1666086 h 2053176"/>
              <a:gd name="connsiteX4955" fmla="*/ 9399280 w 12188965"/>
              <a:gd name="connsiteY4955" fmla="*/ 1666086 h 2053176"/>
              <a:gd name="connsiteX4956" fmla="*/ 9424938 w 12188965"/>
              <a:gd name="connsiteY4956" fmla="*/ 1691745 h 2053176"/>
              <a:gd name="connsiteX4957" fmla="*/ 9399280 w 12188965"/>
              <a:gd name="connsiteY4957" fmla="*/ 1717404 h 2053176"/>
              <a:gd name="connsiteX4958" fmla="*/ 9373619 w 12188965"/>
              <a:gd name="connsiteY4958" fmla="*/ 1691745 h 2053176"/>
              <a:gd name="connsiteX4959" fmla="*/ 9399280 w 12188965"/>
              <a:gd name="connsiteY4959" fmla="*/ 1666086 h 2053176"/>
              <a:gd name="connsiteX4960" fmla="*/ 9335073 w 12188965"/>
              <a:gd name="connsiteY4960" fmla="*/ 1666086 h 2053176"/>
              <a:gd name="connsiteX4961" fmla="*/ 9360734 w 12188965"/>
              <a:gd name="connsiteY4961" fmla="*/ 1691745 h 2053176"/>
              <a:gd name="connsiteX4962" fmla="*/ 9335073 w 12188965"/>
              <a:gd name="connsiteY4962" fmla="*/ 1717404 h 2053176"/>
              <a:gd name="connsiteX4963" fmla="*/ 9309415 w 12188965"/>
              <a:gd name="connsiteY4963" fmla="*/ 1691745 h 2053176"/>
              <a:gd name="connsiteX4964" fmla="*/ 9335073 w 12188965"/>
              <a:gd name="connsiteY4964" fmla="*/ 1666086 h 2053176"/>
              <a:gd name="connsiteX4965" fmla="*/ 9206664 w 12188965"/>
              <a:gd name="connsiteY4965" fmla="*/ 1666086 h 2053176"/>
              <a:gd name="connsiteX4966" fmla="*/ 9232323 w 12188965"/>
              <a:gd name="connsiteY4966" fmla="*/ 1691745 h 2053176"/>
              <a:gd name="connsiteX4967" fmla="*/ 9206664 w 12188965"/>
              <a:gd name="connsiteY4967" fmla="*/ 1717404 h 2053176"/>
              <a:gd name="connsiteX4968" fmla="*/ 9181006 w 12188965"/>
              <a:gd name="connsiteY4968" fmla="*/ 1691745 h 2053176"/>
              <a:gd name="connsiteX4969" fmla="*/ 9206664 w 12188965"/>
              <a:gd name="connsiteY4969" fmla="*/ 1666086 h 2053176"/>
              <a:gd name="connsiteX4970" fmla="*/ 9142457 w 12188965"/>
              <a:gd name="connsiteY4970" fmla="*/ 1666086 h 2053176"/>
              <a:gd name="connsiteX4971" fmla="*/ 9168118 w 12188965"/>
              <a:gd name="connsiteY4971" fmla="*/ 1691745 h 2053176"/>
              <a:gd name="connsiteX4972" fmla="*/ 9142457 w 12188965"/>
              <a:gd name="connsiteY4972" fmla="*/ 1717404 h 2053176"/>
              <a:gd name="connsiteX4973" fmla="*/ 9116799 w 12188965"/>
              <a:gd name="connsiteY4973" fmla="*/ 1691745 h 2053176"/>
              <a:gd name="connsiteX4974" fmla="*/ 9142457 w 12188965"/>
              <a:gd name="connsiteY4974" fmla="*/ 1666086 h 2053176"/>
              <a:gd name="connsiteX4975" fmla="*/ 9078253 w 12188965"/>
              <a:gd name="connsiteY4975" fmla="*/ 1666086 h 2053176"/>
              <a:gd name="connsiteX4976" fmla="*/ 9103911 w 12188965"/>
              <a:gd name="connsiteY4976" fmla="*/ 1691745 h 2053176"/>
              <a:gd name="connsiteX4977" fmla="*/ 9078253 w 12188965"/>
              <a:gd name="connsiteY4977" fmla="*/ 1717404 h 2053176"/>
              <a:gd name="connsiteX4978" fmla="*/ 9052595 w 12188965"/>
              <a:gd name="connsiteY4978" fmla="*/ 1691745 h 2053176"/>
              <a:gd name="connsiteX4979" fmla="*/ 9078253 w 12188965"/>
              <a:gd name="connsiteY4979" fmla="*/ 1666086 h 2053176"/>
              <a:gd name="connsiteX4980" fmla="*/ 9014049 w 12188965"/>
              <a:gd name="connsiteY4980" fmla="*/ 1666086 h 2053176"/>
              <a:gd name="connsiteX4981" fmla="*/ 9039707 w 12188965"/>
              <a:gd name="connsiteY4981" fmla="*/ 1691745 h 2053176"/>
              <a:gd name="connsiteX4982" fmla="*/ 9014049 w 12188965"/>
              <a:gd name="connsiteY4982" fmla="*/ 1717404 h 2053176"/>
              <a:gd name="connsiteX4983" fmla="*/ 8988388 w 12188965"/>
              <a:gd name="connsiteY4983" fmla="*/ 1691745 h 2053176"/>
              <a:gd name="connsiteX4984" fmla="*/ 9014049 w 12188965"/>
              <a:gd name="connsiteY4984" fmla="*/ 1666086 h 2053176"/>
              <a:gd name="connsiteX4985" fmla="*/ 8949842 w 12188965"/>
              <a:gd name="connsiteY4985" fmla="*/ 1666086 h 2053176"/>
              <a:gd name="connsiteX4986" fmla="*/ 8975503 w 12188965"/>
              <a:gd name="connsiteY4986" fmla="*/ 1691745 h 2053176"/>
              <a:gd name="connsiteX4987" fmla="*/ 8949842 w 12188965"/>
              <a:gd name="connsiteY4987" fmla="*/ 1717404 h 2053176"/>
              <a:gd name="connsiteX4988" fmla="*/ 8924183 w 12188965"/>
              <a:gd name="connsiteY4988" fmla="*/ 1691745 h 2053176"/>
              <a:gd name="connsiteX4989" fmla="*/ 8949842 w 12188965"/>
              <a:gd name="connsiteY4989" fmla="*/ 1666086 h 2053176"/>
              <a:gd name="connsiteX4990" fmla="*/ 8821433 w 12188965"/>
              <a:gd name="connsiteY4990" fmla="*/ 1666086 h 2053176"/>
              <a:gd name="connsiteX4991" fmla="*/ 8847091 w 12188965"/>
              <a:gd name="connsiteY4991" fmla="*/ 1691745 h 2053176"/>
              <a:gd name="connsiteX4992" fmla="*/ 8821433 w 12188965"/>
              <a:gd name="connsiteY4992" fmla="*/ 1717404 h 2053176"/>
              <a:gd name="connsiteX4993" fmla="*/ 8795772 w 12188965"/>
              <a:gd name="connsiteY4993" fmla="*/ 1691745 h 2053176"/>
              <a:gd name="connsiteX4994" fmla="*/ 8821433 w 12188965"/>
              <a:gd name="connsiteY4994" fmla="*/ 1666086 h 2053176"/>
              <a:gd name="connsiteX4995" fmla="*/ 8757226 w 12188965"/>
              <a:gd name="connsiteY4995" fmla="*/ 1666086 h 2053176"/>
              <a:gd name="connsiteX4996" fmla="*/ 8782887 w 12188965"/>
              <a:gd name="connsiteY4996" fmla="*/ 1691745 h 2053176"/>
              <a:gd name="connsiteX4997" fmla="*/ 8757226 w 12188965"/>
              <a:gd name="connsiteY4997" fmla="*/ 1717404 h 2053176"/>
              <a:gd name="connsiteX4998" fmla="*/ 8731568 w 12188965"/>
              <a:gd name="connsiteY4998" fmla="*/ 1691745 h 2053176"/>
              <a:gd name="connsiteX4999" fmla="*/ 8757226 w 12188965"/>
              <a:gd name="connsiteY4999" fmla="*/ 1666086 h 2053176"/>
              <a:gd name="connsiteX5000" fmla="*/ 8692904 w 12188965"/>
              <a:gd name="connsiteY5000" fmla="*/ 1666086 h 2053176"/>
              <a:gd name="connsiteX5001" fmla="*/ 8718565 w 12188965"/>
              <a:gd name="connsiteY5001" fmla="*/ 1691745 h 2053176"/>
              <a:gd name="connsiteX5002" fmla="*/ 8692904 w 12188965"/>
              <a:gd name="connsiteY5002" fmla="*/ 1717404 h 2053176"/>
              <a:gd name="connsiteX5003" fmla="*/ 8667246 w 12188965"/>
              <a:gd name="connsiteY5003" fmla="*/ 1691745 h 2053176"/>
              <a:gd name="connsiteX5004" fmla="*/ 8692904 w 12188965"/>
              <a:gd name="connsiteY5004" fmla="*/ 1666086 h 2053176"/>
              <a:gd name="connsiteX5005" fmla="*/ 8628699 w 12188965"/>
              <a:gd name="connsiteY5005" fmla="*/ 1666086 h 2053176"/>
              <a:gd name="connsiteX5006" fmla="*/ 8654358 w 12188965"/>
              <a:gd name="connsiteY5006" fmla="*/ 1691745 h 2053176"/>
              <a:gd name="connsiteX5007" fmla="*/ 8628699 w 12188965"/>
              <a:gd name="connsiteY5007" fmla="*/ 1717404 h 2053176"/>
              <a:gd name="connsiteX5008" fmla="*/ 8603041 w 12188965"/>
              <a:gd name="connsiteY5008" fmla="*/ 1691745 h 2053176"/>
              <a:gd name="connsiteX5009" fmla="*/ 8628699 w 12188965"/>
              <a:gd name="connsiteY5009" fmla="*/ 1666086 h 2053176"/>
              <a:gd name="connsiteX5010" fmla="*/ 8564495 w 12188965"/>
              <a:gd name="connsiteY5010" fmla="*/ 1666086 h 2053176"/>
              <a:gd name="connsiteX5011" fmla="*/ 8590153 w 12188965"/>
              <a:gd name="connsiteY5011" fmla="*/ 1691745 h 2053176"/>
              <a:gd name="connsiteX5012" fmla="*/ 8564495 w 12188965"/>
              <a:gd name="connsiteY5012" fmla="*/ 1717404 h 2053176"/>
              <a:gd name="connsiteX5013" fmla="*/ 8538837 w 12188965"/>
              <a:gd name="connsiteY5013" fmla="*/ 1691745 h 2053176"/>
              <a:gd name="connsiteX5014" fmla="*/ 8564495 w 12188965"/>
              <a:gd name="connsiteY5014" fmla="*/ 1666086 h 2053176"/>
              <a:gd name="connsiteX5015" fmla="*/ 8500288 w 12188965"/>
              <a:gd name="connsiteY5015" fmla="*/ 1666086 h 2053176"/>
              <a:gd name="connsiteX5016" fmla="*/ 8525949 w 12188965"/>
              <a:gd name="connsiteY5016" fmla="*/ 1691745 h 2053176"/>
              <a:gd name="connsiteX5017" fmla="*/ 8500288 w 12188965"/>
              <a:gd name="connsiteY5017" fmla="*/ 1717404 h 2053176"/>
              <a:gd name="connsiteX5018" fmla="*/ 8474630 w 12188965"/>
              <a:gd name="connsiteY5018" fmla="*/ 1691745 h 2053176"/>
              <a:gd name="connsiteX5019" fmla="*/ 8500288 w 12188965"/>
              <a:gd name="connsiteY5019" fmla="*/ 1666086 h 2053176"/>
              <a:gd name="connsiteX5020" fmla="*/ 8436084 w 12188965"/>
              <a:gd name="connsiteY5020" fmla="*/ 1666086 h 2053176"/>
              <a:gd name="connsiteX5021" fmla="*/ 8461745 w 12188965"/>
              <a:gd name="connsiteY5021" fmla="*/ 1691745 h 2053176"/>
              <a:gd name="connsiteX5022" fmla="*/ 8436084 w 12188965"/>
              <a:gd name="connsiteY5022" fmla="*/ 1717404 h 2053176"/>
              <a:gd name="connsiteX5023" fmla="*/ 8410426 w 12188965"/>
              <a:gd name="connsiteY5023" fmla="*/ 1691745 h 2053176"/>
              <a:gd name="connsiteX5024" fmla="*/ 8436084 w 12188965"/>
              <a:gd name="connsiteY5024" fmla="*/ 1666086 h 2053176"/>
              <a:gd name="connsiteX5025" fmla="*/ 8307675 w 12188965"/>
              <a:gd name="connsiteY5025" fmla="*/ 1666086 h 2053176"/>
              <a:gd name="connsiteX5026" fmla="*/ 8333333 w 12188965"/>
              <a:gd name="connsiteY5026" fmla="*/ 1691745 h 2053176"/>
              <a:gd name="connsiteX5027" fmla="*/ 8307675 w 12188965"/>
              <a:gd name="connsiteY5027" fmla="*/ 1717404 h 2053176"/>
              <a:gd name="connsiteX5028" fmla="*/ 8282014 w 12188965"/>
              <a:gd name="connsiteY5028" fmla="*/ 1691745 h 2053176"/>
              <a:gd name="connsiteX5029" fmla="*/ 8307675 w 12188965"/>
              <a:gd name="connsiteY5029" fmla="*/ 1666086 h 2053176"/>
              <a:gd name="connsiteX5030" fmla="*/ 8243468 w 12188965"/>
              <a:gd name="connsiteY5030" fmla="*/ 1666086 h 2053176"/>
              <a:gd name="connsiteX5031" fmla="*/ 8269126 w 12188965"/>
              <a:gd name="connsiteY5031" fmla="*/ 1691745 h 2053176"/>
              <a:gd name="connsiteX5032" fmla="*/ 8243468 w 12188965"/>
              <a:gd name="connsiteY5032" fmla="*/ 1717404 h 2053176"/>
              <a:gd name="connsiteX5033" fmla="*/ 8217810 w 12188965"/>
              <a:gd name="connsiteY5033" fmla="*/ 1691745 h 2053176"/>
              <a:gd name="connsiteX5034" fmla="*/ 8243468 w 12188965"/>
              <a:gd name="connsiteY5034" fmla="*/ 1666086 h 2053176"/>
              <a:gd name="connsiteX5035" fmla="*/ 8115057 w 12188965"/>
              <a:gd name="connsiteY5035" fmla="*/ 1666086 h 2053176"/>
              <a:gd name="connsiteX5036" fmla="*/ 8140717 w 12188965"/>
              <a:gd name="connsiteY5036" fmla="*/ 1691745 h 2053176"/>
              <a:gd name="connsiteX5037" fmla="*/ 8115057 w 12188965"/>
              <a:gd name="connsiteY5037" fmla="*/ 1717404 h 2053176"/>
              <a:gd name="connsiteX5038" fmla="*/ 8089398 w 12188965"/>
              <a:gd name="connsiteY5038" fmla="*/ 1691745 h 2053176"/>
              <a:gd name="connsiteX5039" fmla="*/ 8115057 w 12188965"/>
              <a:gd name="connsiteY5039" fmla="*/ 1666086 h 2053176"/>
              <a:gd name="connsiteX5040" fmla="*/ 8050852 w 12188965"/>
              <a:gd name="connsiteY5040" fmla="*/ 1666086 h 2053176"/>
              <a:gd name="connsiteX5041" fmla="*/ 8076510 w 12188965"/>
              <a:gd name="connsiteY5041" fmla="*/ 1691745 h 2053176"/>
              <a:gd name="connsiteX5042" fmla="*/ 8050852 w 12188965"/>
              <a:gd name="connsiteY5042" fmla="*/ 1717404 h 2053176"/>
              <a:gd name="connsiteX5043" fmla="*/ 8025194 w 12188965"/>
              <a:gd name="connsiteY5043" fmla="*/ 1691745 h 2053176"/>
              <a:gd name="connsiteX5044" fmla="*/ 8050852 w 12188965"/>
              <a:gd name="connsiteY5044" fmla="*/ 1666086 h 2053176"/>
              <a:gd name="connsiteX5045" fmla="*/ 7986648 w 12188965"/>
              <a:gd name="connsiteY5045" fmla="*/ 1666086 h 2053176"/>
              <a:gd name="connsiteX5046" fmla="*/ 8012306 w 12188965"/>
              <a:gd name="connsiteY5046" fmla="*/ 1691745 h 2053176"/>
              <a:gd name="connsiteX5047" fmla="*/ 7986648 w 12188965"/>
              <a:gd name="connsiteY5047" fmla="*/ 1717404 h 2053176"/>
              <a:gd name="connsiteX5048" fmla="*/ 7960990 w 12188965"/>
              <a:gd name="connsiteY5048" fmla="*/ 1691745 h 2053176"/>
              <a:gd name="connsiteX5049" fmla="*/ 7986648 w 12188965"/>
              <a:gd name="connsiteY5049" fmla="*/ 1666086 h 2053176"/>
              <a:gd name="connsiteX5050" fmla="*/ 7922444 w 12188965"/>
              <a:gd name="connsiteY5050" fmla="*/ 1666086 h 2053176"/>
              <a:gd name="connsiteX5051" fmla="*/ 7948102 w 12188965"/>
              <a:gd name="connsiteY5051" fmla="*/ 1691745 h 2053176"/>
              <a:gd name="connsiteX5052" fmla="*/ 7922444 w 12188965"/>
              <a:gd name="connsiteY5052" fmla="*/ 1717404 h 2053176"/>
              <a:gd name="connsiteX5053" fmla="*/ 7896783 w 12188965"/>
              <a:gd name="connsiteY5053" fmla="*/ 1691745 h 2053176"/>
              <a:gd name="connsiteX5054" fmla="*/ 7922444 w 12188965"/>
              <a:gd name="connsiteY5054" fmla="*/ 1666086 h 2053176"/>
              <a:gd name="connsiteX5055" fmla="*/ 7858237 w 12188965"/>
              <a:gd name="connsiteY5055" fmla="*/ 1666086 h 2053176"/>
              <a:gd name="connsiteX5056" fmla="*/ 7883895 w 12188965"/>
              <a:gd name="connsiteY5056" fmla="*/ 1691745 h 2053176"/>
              <a:gd name="connsiteX5057" fmla="*/ 7858237 w 12188965"/>
              <a:gd name="connsiteY5057" fmla="*/ 1717404 h 2053176"/>
              <a:gd name="connsiteX5058" fmla="*/ 7832578 w 12188965"/>
              <a:gd name="connsiteY5058" fmla="*/ 1691745 h 2053176"/>
              <a:gd name="connsiteX5059" fmla="*/ 7858237 w 12188965"/>
              <a:gd name="connsiteY5059" fmla="*/ 1666086 h 2053176"/>
              <a:gd name="connsiteX5060" fmla="*/ 7794032 w 12188965"/>
              <a:gd name="connsiteY5060" fmla="*/ 1666086 h 2053176"/>
              <a:gd name="connsiteX5061" fmla="*/ 7819690 w 12188965"/>
              <a:gd name="connsiteY5061" fmla="*/ 1691745 h 2053176"/>
              <a:gd name="connsiteX5062" fmla="*/ 7794032 w 12188965"/>
              <a:gd name="connsiteY5062" fmla="*/ 1717404 h 2053176"/>
              <a:gd name="connsiteX5063" fmla="*/ 7768371 w 12188965"/>
              <a:gd name="connsiteY5063" fmla="*/ 1691745 h 2053176"/>
              <a:gd name="connsiteX5064" fmla="*/ 7794032 w 12188965"/>
              <a:gd name="connsiteY5064" fmla="*/ 1666086 h 2053176"/>
              <a:gd name="connsiteX5065" fmla="*/ 7729825 w 12188965"/>
              <a:gd name="connsiteY5065" fmla="*/ 1666086 h 2053176"/>
              <a:gd name="connsiteX5066" fmla="*/ 7755486 w 12188965"/>
              <a:gd name="connsiteY5066" fmla="*/ 1691745 h 2053176"/>
              <a:gd name="connsiteX5067" fmla="*/ 7729825 w 12188965"/>
              <a:gd name="connsiteY5067" fmla="*/ 1717404 h 2053176"/>
              <a:gd name="connsiteX5068" fmla="*/ 7704167 w 12188965"/>
              <a:gd name="connsiteY5068" fmla="*/ 1691745 h 2053176"/>
              <a:gd name="connsiteX5069" fmla="*/ 7729825 w 12188965"/>
              <a:gd name="connsiteY5069" fmla="*/ 1666086 h 2053176"/>
              <a:gd name="connsiteX5070" fmla="*/ 7665621 w 12188965"/>
              <a:gd name="connsiteY5070" fmla="*/ 1666086 h 2053176"/>
              <a:gd name="connsiteX5071" fmla="*/ 7691279 w 12188965"/>
              <a:gd name="connsiteY5071" fmla="*/ 1691745 h 2053176"/>
              <a:gd name="connsiteX5072" fmla="*/ 7665621 w 12188965"/>
              <a:gd name="connsiteY5072" fmla="*/ 1717404 h 2053176"/>
              <a:gd name="connsiteX5073" fmla="*/ 7639963 w 12188965"/>
              <a:gd name="connsiteY5073" fmla="*/ 1691745 h 2053176"/>
              <a:gd name="connsiteX5074" fmla="*/ 7665621 w 12188965"/>
              <a:gd name="connsiteY5074" fmla="*/ 1666086 h 2053176"/>
              <a:gd name="connsiteX5075" fmla="*/ 7601299 w 12188965"/>
              <a:gd name="connsiteY5075" fmla="*/ 1666086 h 2053176"/>
              <a:gd name="connsiteX5076" fmla="*/ 7626959 w 12188965"/>
              <a:gd name="connsiteY5076" fmla="*/ 1691745 h 2053176"/>
              <a:gd name="connsiteX5077" fmla="*/ 7601299 w 12188965"/>
              <a:gd name="connsiteY5077" fmla="*/ 1717404 h 2053176"/>
              <a:gd name="connsiteX5078" fmla="*/ 7575640 w 12188965"/>
              <a:gd name="connsiteY5078" fmla="*/ 1691745 h 2053176"/>
              <a:gd name="connsiteX5079" fmla="*/ 7601299 w 12188965"/>
              <a:gd name="connsiteY5079" fmla="*/ 1666086 h 2053176"/>
              <a:gd name="connsiteX5080" fmla="*/ 7537094 w 12188965"/>
              <a:gd name="connsiteY5080" fmla="*/ 1666086 h 2053176"/>
              <a:gd name="connsiteX5081" fmla="*/ 7562752 w 12188965"/>
              <a:gd name="connsiteY5081" fmla="*/ 1691745 h 2053176"/>
              <a:gd name="connsiteX5082" fmla="*/ 7537094 w 12188965"/>
              <a:gd name="connsiteY5082" fmla="*/ 1717404 h 2053176"/>
              <a:gd name="connsiteX5083" fmla="*/ 7511436 w 12188965"/>
              <a:gd name="connsiteY5083" fmla="*/ 1691745 h 2053176"/>
              <a:gd name="connsiteX5084" fmla="*/ 7537094 w 12188965"/>
              <a:gd name="connsiteY5084" fmla="*/ 1666086 h 2053176"/>
              <a:gd name="connsiteX5085" fmla="*/ 7472890 w 12188965"/>
              <a:gd name="connsiteY5085" fmla="*/ 1666086 h 2053176"/>
              <a:gd name="connsiteX5086" fmla="*/ 7498548 w 12188965"/>
              <a:gd name="connsiteY5086" fmla="*/ 1691745 h 2053176"/>
              <a:gd name="connsiteX5087" fmla="*/ 7472890 w 12188965"/>
              <a:gd name="connsiteY5087" fmla="*/ 1717404 h 2053176"/>
              <a:gd name="connsiteX5088" fmla="*/ 7447229 w 12188965"/>
              <a:gd name="connsiteY5088" fmla="*/ 1691745 h 2053176"/>
              <a:gd name="connsiteX5089" fmla="*/ 7472890 w 12188965"/>
              <a:gd name="connsiteY5089" fmla="*/ 1666086 h 2053176"/>
              <a:gd name="connsiteX5090" fmla="*/ 7408683 w 12188965"/>
              <a:gd name="connsiteY5090" fmla="*/ 1666086 h 2053176"/>
              <a:gd name="connsiteX5091" fmla="*/ 7434341 w 12188965"/>
              <a:gd name="connsiteY5091" fmla="*/ 1691745 h 2053176"/>
              <a:gd name="connsiteX5092" fmla="*/ 7408683 w 12188965"/>
              <a:gd name="connsiteY5092" fmla="*/ 1717404 h 2053176"/>
              <a:gd name="connsiteX5093" fmla="*/ 7383025 w 12188965"/>
              <a:gd name="connsiteY5093" fmla="*/ 1691745 h 2053176"/>
              <a:gd name="connsiteX5094" fmla="*/ 7408683 w 12188965"/>
              <a:gd name="connsiteY5094" fmla="*/ 1666086 h 2053176"/>
              <a:gd name="connsiteX5095" fmla="*/ 7344479 w 12188965"/>
              <a:gd name="connsiteY5095" fmla="*/ 1666086 h 2053176"/>
              <a:gd name="connsiteX5096" fmla="*/ 7370137 w 12188965"/>
              <a:gd name="connsiteY5096" fmla="*/ 1691745 h 2053176"/>
              <a:gd name="connsiteX5097" fmla="*/ 7344479 w 12188965"/>
              <a:gd name="connsiteY5097" fmla="*/ 1717404 h 2053176"/>
              <a:gd name="connsiteX5098" fmla="*/ 7318820 w 12188965"/>
              <a:gd name="connsiteY5098" fmla="*/ 1691745 h 2053176"/>
              <a:gd name="connsiteX5099" fmla="*/ 7344479 w 12188965"/>
              <a:gd name="connsiteY5099" fmla="*/ 1666086 h 2053176"/>
              <a:gd name="connsiteX5100" fmla="*/ 7280274 w 12188965"/>
              <a:gd name="connsiteY5100" fmla="*/ 1666086 h 2053176"/>
              <a:gd name="connsiteX5101" fmla="*/ 7305932 w 12188965"/>
              <a:gd name="connsiteY5101" fmla="*/ 1691745 h 2053176"/>
              <a:gd name="connsiteX5102" fmla="*/ 7280274 w 12188965"/>
              <a:gd name="connsiteY5102" fmla="*/ 1717404 h 2053176"/>
              <a:gd name="connsiteX5103" fmla="*/ 7254613 w 12188965"/>
              <a:gd name="connsiteY5103" fmla="*/ 1691745 h 2053176"/>
              <a:gd name="connsiteX5104" fmla="*/ 7280274 w 12188965"/>
              <a:gd name="connsiteY5104" fmla="*/ 1666086 h 2053176"/>
              <a:gd name="connsiteX5105" fmla="*/ 7216067 w 12188965"/>
              <a:gd name="connsiteY5105" fmla="*/ 1666086 h 2053176"/>
              <a:gd name="connsiteX5106" fmla="*/ 7241725 w 12188965"/>
              <a:gd name="connsiteY5106" fmla="*/ 1691745 h 2053176"/>
              <a:gd name="connsiteX5107" fmla="*/ 7216067 w 12188965"/>
              <a:gd name="connsiteY5107" fmla="*/ 1717404 h 2053176"/>
              <a:gd name="connsiteX5108" fmla="*/ 7190409 w 12188965"/>
              <a:gd name="connsiteY5108" fmla="*/ 1691745 h 2053176"/>
              <a:gd name="connsiteX5109" fmla="*/ 7216067 w 12188965"/>
              <a:gd name="connsiteY5109" fmla="*/ 1666086 h 2053176"/>
              <a:gd name="connsiteX5110" fmla="*/ 7151863 w 12188965"/>
              <a:gd name="connsiteY5110" fmla="*/ 1666086 h 2053176"/>
              <a:gd name="connsiteX5111" fmla="*/ 7177521 w 12188965"/>
              <a:gd name="connsiteY5111" fmla="*/ 1691745 h 2053176"/>
              <a:gd name="connsiteX5112" fmla="*/ 7151863 w 12188965"/>
              <a:gd name="connsiteY5112" fmla="*/ 1717404 h 2053176"/>
              <a:gd name="connsiteX5113" fmla="*/ 7126205 w 12188965"/>
              <a:gd name="connsiteY5113" fmla="*/ 1691745 h 2053176"/>
              <a:gd name="connsiteX5114" fmla="*/ 7151863 w 12188965"/>
              <a:gd name="connsiteY5114" fmla="*/ 1666086 h 2053176"/>
              <a:gd name="connsiteX5115" fmla="*/ 7087658 w 12188965"/>
              <a:gd name="connsiteY5115" fmla="*/ 1666086 h 2053176"/>
              <a:gd name="connsiteX5116" fmla="*/ 7113317 w 12188965"/>
              <a:gd name="connsiteY5116" fmla="*/ 1691745 h 2053176"/>
              <a:gd name="connsiteX5117" fmla="*/ 7087658 w 12188965"/>
              <a:gd name="connsiteY5117" fmla="*/ 1717404 h 2053176"/>
              <a:gd name="connsiteX5118" fmla="*/ 7061998 w 12188965"/>
              <a:gd name="connsiteY5118" fmla="*/ 1691745 h 2053176"/>
              <a:gd name="connsiteX5119" fmla="*/ 7087658 w 12188965"/>
              <a:gd name="connsiteY5119" fmla="*/ 1666086 h 2053176"/>
              <a:gd name="connsiteX5120" fmla="*/ 6959247 w 12188965"/>
              <a:gd name="connsiteY5120" fmla="*/ 1666086 h 2053176"/>
              <a:gd name="connsiteX5121" fmla="*/ 6984905 w 12188965"/>
              <a:gd name="connsiteY5121" fmla="*/ 1691745 h 2053176"/>
              <a:gd name="connsiteX5122" fmla="*/ 6959247 w 12188965"/>
              <a:gd name="connsiteY5122" fmla="*/ 1717404 h 2053176"/>
              <a:gd name="connsiteX5123" fmla="*/ 6933589 w 12188965"/>
              <a:gd name="connsiteY5123" fmla="*/ 1691745 h 2053176"/>
              <a:gd name="connsiteX5124" fmla="*/ 6959247 w 12188965"/>
              <a:gd name="connsiteY5124" fmla="*/ 1666086 h 2053176"/>
              <a:gd name="connsiteX5125" fmla="*/ 6895043 w 12188965"/>
              <a:gd name="connsiteY5125" fmla="*/ 1666086 h 2053176"/>
              <a:gd name="connsiteX5126" fmla="*/ 6920701 w 12188965"/>
              <a:gd name="connsiteY5126" fmla="*/ 1691745 h 2053176"/>
              <a:gd name="connsiteX5127" fmla="*/ 6895043 w 12188965"/>
              <a:gd name="connsiteY5127" fmla="*/ 1717404 h 2053176"/>
              <a:gd name="connsiteX5128" fmla="*/ 6869382 w 12188965"/>
              <a:gd name="connsiteY5128" fmla="*/ 1691745 h 2053176"/>
              <a:gd name="connsiteX5129" fmla="*/ 6895043 w 12188965"/>
              <a:gd name="connsiteY5129" fmla="*/ 1666086 h 2053176"/>
              <a:gd name="connsiteX5130" fmla="*/ 6830836 w 12188965"/>
              <a:gd name="connsiteY5130" fmla="*/ 1666086 h 2053176"/>
              <a:gd name="connsiteX5131" fmla="*/ 6856494 w 12188965"/>
              <a:gd name="connsiteY5131" fmla="*/ 1691745 h 2053176"/>
              <a:gd name="connsiteX5132" fmla="*/ 6830836 w 12188965"/>
              <a:gd name="connsiteY5132" fmla="*/ 1717404 h 2053176"/>
              <a:gd name="connsiteX5133" fmla="*/ 6805178 w 12188965"/>
              <a:gd name="connsiteY5133" fmla="*/ 1691745 h 2053176"/>
              <a:gd name="connsiteX5134" fmla="*/ 6830836 w 12188965"/>
              <a:gd name="connsiteY5134" fmla="*/ 1666086 h 2053176"/>
              <a:gd name="connsiteX5135" fmla="*/ 6766631 w 12188965"/>
              <a:gd name="connsiteY5135" fmla="*/ 1666086 h 2053176"/>
              <a:gd name="connsiteX5136" fmla="*/ 6792290 w 12188965"/>
              <a:gd name="connsiteY5136" fmla="*/ 1691745 h 2053176"/>
              <a:gd name="connsiteX5137" fmla="*/ 6766631 w 12188965"/>
              <a:gd name="connsiteY5137" fmla="*/ 1717404 h 2053176"/>
              <a:gd name="connsiteX5138" fmla="*/ 6740973 w 12188965"/>
              <a:gd name="connsiteY5138" fmla="*/ 1691745 h 2053176"/>
              <a:gd name="connsiteX5139" fmla="*/ 6766631 w 12188965"/>
              <a:gd name="connsiteY5139" fmla="*/ 1666086 h 2053176"/>
              <a:gd name="connsiteX5140" fmla="*/ 6702427 w 12188965"/>
              <a:gd name="connsiteY5140" fmla="*/ 1666086 h 2053176"/>
              <a:gd name="connsiteX5141" fmla="*/ 6728085 w 12188965"/>
              <a:gd name="connsiteY5141" fmla="*/ 1691745 h 2053176"/>
              <a:gd name="connsiteX5142" fmla="*/ 6702427 w 12188965"/>
              <a:gd name="connsiteY5142" fmla="*/ 1717404 h 2053176"/>
              <a:gd name="connsiteX5143" fmla="*/ 6676766 w 12188965"/>
              <a:gd name="connsiteY5143" fmla="*/ 1691745 h 2053176"/>
              <a:gd name="connsiteX5144" fmla="*/ 6702427 w 12188965"/>
              <a:gd name="connsiteY5144" fmla="*/ 1666086 h 2053176"/>
              <a:gd name="connsiteX5145" fmla="*/ 6638220 w 12188965"/>
              <a:gd name="connsiteY5145" fmla="*/ 1666086 h 2053176"/>
              <a:gd name="connsiteX5146" fmla="*/ 6663881 w 12188965"/>
              <a:gd name="connsiteY5146" fmla="*/ 1691745 h 2053176"/>
              <a:gd name="connsiteX5147" fmla="*/ 6638220 w 12188965"/>
              <a:gd name="connsiteY5147" fmla="*/ 1717404 h 2053176"/>
              <a:gd name="connsiteX5148" fmla="*/ 6612562 w 12188965"/>
              <a:gd name="connsiteY5148" fmla="*/ 1691745 h 2053176"/>
              <a:gd name="connsiteX5149" fmla="*/ 6638220 w 12188965"/>
              <a:gd name="connsiteY5149" fmla="*/ 1666086 h 2053176"/>
              <a:gd name="connsiteX5150" fmla="*/ 6574016 w 12188965"/>
              <a:gd name="connsiteY5150" fmla="*/ 1666086 h 2053176"/>
              <a:gd name="connsiteX5151" fmla="*/ 6599674 w 12188965"/>
              <a:gd name="connsiteY5151" fmla="*/ 1691745 h 2053176"/>
              <a:gd name="connsiteX5152" fmla="*/ 6574016 w 12188965"/>
              <a:gd name="connsiteY5152" fmla="*/ 1717404 h 2053176"/>
              <a:gd name="connsiteX5153" fmla="*/ 6548357 w 12188965"/>
              <a:gd name="connsiteY5153" fmla="*/ 1691745 h 2053176"/>
              <a:gd name="connsiteX5154" fmla="*/ 6574016 w 12188965"/>
              <a:gd name="connsiteY5154" fmla="*/ 1666086 h 2053176"/>
              <a:gd name="connsiteX5155" fmla="*/ 6381282 w 12188965"/>
              <a:gd name="connsiteY5155" fmla="*/ 1666086 h 2053176"/>
              <a:gd name="connsiteX5156" fmla="*/ 6406943 w 12188965"/>
              <a:gd name="connsiteY5156" fmla="*/ 1691745 h 2053176"/>
              <a:gd name="connsiteX5157" fmla="*/ 6381282 w 12188965"/>
              <a:gd name="connsiteY5157" fmla="*/ 1717404 h 2053176"/>
              <a:gd name="connsiteX5158" fmla="*/ 6355624 w 12188965"/>
              <a:gd name="connsiteY5158" fmla="*/ 1691745 h 2053176"/>
              <a:gd name="connsiteX5159" fmla="*/ 6381282 w 12188965"/>
              <a:gd name="connsiteY5159" fmla="*/ 1666086 h 2053176"/>
              <a:gd name="connsiteX5160" fmla="*/ 6317078 w 12188965"/>
              <a:gd name="connsiteY5160" fmla="*/ 1666086 h 2053176"/>
              <a:gd name="connsiteX5161" fmla="*/ 6342736 w 12188965"/>
              <a:gd name="connsiteY5161" fmla="*/ 1691745 h 2053176"/>
              <a:gd name="connsiteX5162" fmla="*/ 6317078 w 12188965"/>
              <a:gd name="connsiteY5162" fmla="*/ 1717404 h 2053176"/>
              <a:gd name="connsiteX5163" fmla="*/ 6291420 w 12188965"/>
              <a:gd name="connsiteY5163" fmla="*/ 1691745 h 2053176"/>
              <a:gd name="connsiteX5164" fmla="*/ 6317078 w 12188965"/>
              <a:gd name="connsiteY5164" fmla="*/ 1666086 h 2053176"/>
              <a:gd name="connsiteX5165" fmla="*/ 6252873 w 12188965"/>
              <a:gd name="connsiteY5165" fmla="*/ 1666086 h 2053176"/>
              <a:gd name="connsiteX5166" fmla="*/ 6278532 w 12188965"/>
              <a:gd name="connsiteY5166" fmla="*/ 1691745 h 2053176"/>
              <a:gd name="connsiteX5167" fmla="*/ 6252873 w 12188965"/>
              <a:gd name="connsiteY5167" fmla="*/ 1717404 h 2053176"/>
              <a:gd name="connsiteX5168" fmla="*/ 6227213 w 12188965"/>
              <a:gd name="connsiteY5168" fmla="*/ 1691745 h 2053176"/>
              <a:gd name="connsiteX5169" fmla="*/ 6252873 w 12188965"/>
              <a:gd name="connsiteY5169" fmla="*/ 1666086 h 2053176"/>
              <a:gd name="connsiteX5170" fmla="*/ 6188666 w 12188965"/>
              <a:gd name="connsiteY5170" fmla="*/ 1666086 h 2053176"/>
              <a:gd name="connsiteX5171" fmla="*/ 6214327 w 12188965"/>
              <a:gd name="connsiteY5171" fmla="*/ 1691745 h 2053176"/>
              <a:gd name="connsiteX5172" fmla="*/ 6188666 w 12188965"/>
              <a:gd name="connsiteY5172" fmla="*/ 1717404 h 2053176"/>
              <a:gd name="connsiteX5173" fmla="*/ 6163008 w 12188965"/>
              <a:gd name="connsiteY5173" fmla="*/ 1691745 h 2053176"/>
              <a:gd name="connsiteX5174" fmla="*/ 6188666 w 12188965"/>
              <a:gd name="connsiteY5174" fmla="*/ 1666086 h 2053176"/>
              <a:gd name="connsiteX5175" fmla="*/ 6124462 w 12188965"/>
              <a:gd name="connsiteY5175" fmla="*/ 1666086 h 2053176"/>
              <a:gd name="connsiteX5176" fmla="*/ 6150123 w 12188965"/>
              <a:gd name="connsiteY5176" fmla="*/ 1691745 h 2053176"/>
              <a:gd name="connsiteX5177" fmla="*/ 6124462 w 12188965"/>
              <a:gd name="connsiteY5177" fmla="*/ 1717404 h 2053176"/>
              <a:gd name="connsiteX5178" fmla="*/ 6098804 w 12188965"/>
              <a:gd name="connsiteY5178" fmla="*/ 1691745 h 2053176"/>
              <a:gd name="connsiteX5179" fmla="*/ 6124462 w 12188965"/>
              <a:gd name="connsiteY5179" fmla="*/ 1666086 h 2053176"/>
              <a:gd name="connsiteX5180" fmla="*/ 6064505 w 12188965"/>
              <a:gd name="connsiteY5180" fmla="*/ 1666086 h 2053176"/>
              <a:gd name="connsiteX5181" fmla="*/ 6090163 w 12188965"/>
              <a:gd name="connsiteY5181" fmla="*/ 1691745 h 2053176"/>
              <a:gd name="connsiteX5182" fmla="*/ 6064505 w 12188965"/>
              <a:gd name="connsiteY5182" fmla="*/ 1717404 h 2053176"/>
              <a:gd name="connsiteX5183" fmla="*/ 6038844 w 12188965"/>
              <a:gd name="connsiteY5183" fmla="*/ 1691745 h 2053176"/>
              <a:gd name="connsiteX5184" fmla="*/ 6064505 w 12188965"/>
              <a:gd name="connsiteY5184" fmla="*/ 1666086 h 2053176"/>
              <a:gd name="connsiteX5185" fmla="*/ 6000298 w 12188965"/>
              <a:gd name="connsiteY5185" fmla="*/ 1666086 h 2053176"/>
              <a:gd name="connsiteX5186" fmla="*/ 6025956 w 12188965"/>
              <a:gd name="connsiteY5186" fmla="*/ 1691745 h 2053176"/>
              <a:gd name="connsiteX5187" fmla="*/ 6000298 w 12188965"/>
              <a:gd name="connsiteY5187" fmla="*/ 1717404 h 2053176"/>
              <a:gd name="connsiteX5188" fmla="*/ 5974639 w 12188965"/>
              <a:gd name="connsiteY5188" fmla="*/ 1691745 h 2053176"/>
              <a:gd name="connsiteX5189" fmla="*/ 6000298 w 12188965"/>
              <a:gd name="connsiteY5189" fmla="*/ 1666086 h 2053176"/>
              <a:gd name="connsiteX5190" fmla="*/ 5936092 w 12188965"/>
              <a:gd name="connsiteY5190" fmla="*/ 1666086 h 2053176"/>
              <a:gd name="connsiteX5191" fmla="*/ 5961751 w 12188965"/>
              <a:gd name="connsiteY5191" fmla="*/ 1691745 h 2053176"/>
              <a:gd name="connsiteX5192" fmla="*/ 5936092 w 12188965"/>
              <a:gd name="connsiteY5192" fmla="*/ 1717404 h 2053176"/>
              <a:gd name="connsiteX5193" fmla="*/ 5910435 w 12188965"/>
              <a:gd name="connsiteY5193" fmla="*/ 1691745 h 2053176"/>
              <a:gd name="connsiteX5194" fmla="*/ 5936092 w 12188965"/>
              <a:gd name="connsiteY5194" fmla="*/ 1666086 h 2053176"/>
              <a:gd name="connsiteX5195" fmla="*/ 5743477 w 12188965"/>
              <a:gd name="connsiteY5195" fmla="*/ 1666086 h 2053176"/>
              <a:gd name="connsiteX5196" fmla="*/ 5769136 w 12188965"/>
              <a:gd name="connsiteY5196" fmla="*/ 1691745 h 2053176"/>
              <a:gd name="connsiteX5197" fmla="*/ 5743477 w 12188965"/>
              <a:gd name="connsiteY5197" fmla="*/ 1717404 h 2053176"/>
              <a:gd name="connsiteX5198" fmla="*/ 5717818 w 12188965"/>
              <a:gd name="connsiteY5198" fmla="*/ 1691745 h 2053176"/>
              <a:gd name="connsiteX5199" fmla="*/ 5743477 w 12188965"/>
              <a:gd name="connsiteY5199" fmla="*/ 1666086 h 2053176"/>
              <a:gd name="connsiteX5200" fmla="*/ 5679272 w 12188965"/>
              <a:gd name="connsiteY5200" fmla="*/ 1666086 h 2053176"/>
              <a:gd name="connsiteX5201" fmla="*/ 5704930 w 12188965"/>
              <a:gd name="connsiteY5201" fmla="*/ 1691745 h 2053176"/>
              <a:gd name="connsiteX5202" fmla="*/ 5679272 w 12188965"/>
              <a:gd name="connsiteY5202" fmla="*/ 1717404 h 2053176"/>
              <a:gd name="connsiteX5203" fmla="*/ 5653614 w 12188965"/>
              <a:gd name="connsiteY5203" fmla="*/ 1691745 h 2053176"/>
              <a:gd name="connsiteX5204" fmla="*/ 5679272 w 12188965"/>
              <a:gd name="connsiteY5204" fmla="*/ 1666086 h 2053176"/>
              <a:gd name="connsiteX5205" fmla="*/ 5615066 w 12188965"/>
              <a:gd name="connsiteY5205" fmla="*/ 1666086 h 2053176"/>
              <a:gd name="connsiteX5206" fmla="*/ 5640726 w 12188965"/>
              <a:gd name="connsiteY5206" fmla="*/ 1691745 h 2053176"/>
              <a:gd name="connsiteX5207" fmla="*/ 5615066 w 12188965"/>
              <a:gd name="connsiteY5207" fmla="*/ 1717404 h 2053176"/>
              <a:gd name="connsiteX5208" fmla="*/ 5589407 w 12188965"/>
              <a:gd name="connsiteY5208" fmla="*/ 1691745 h 2053176"/>
              <a:gd name="connsiteX5209" fmla="*/ 5615066 w 12188965"/>
              <a:gd name="connsiteY5209" fmla="*/ 1666086 h 2053176"/>
              <a:gd name="connsiteX5210" fmla="*/ 5550862 w 12188965"/>
              <a:gd name="connsiteY5210" fmla="*/ 1666086 h 2053176"/>
              <a:gd name="connsiteX5211" fmla="*/ 5576520 w 12188965"/>
              <a:gd name="connsiteY5211" fmla="*/ 1691745 h 2053176"/>
              <a:gd name="connsiteX5212" fmla="*/ 5550862 w 12188965"/>
              <a:gd name="connsiteY5212" fmla="*/ 1717404 h 2053176"/>
              <a:gd name="connsiteX5213" fmla="*/ 5525203 w 12188965"/>
              <a:gd name="connsiteY5213" fmla="*/ 1691745 h 2053176"/>
              <a:gd name="connsiteX5214" fmla="*/ 5550862 w 12188965"/>
              <a:gd name="connsiteY5214" fmla="*/ 1666086 h 2053176"/>
              <a:gd name="connsiteX5215" fmla="*/ 5486655 w 12188965"/>
              <a:gd name="connsiteY5215" fmla="*/ 1666086 h 2053176"/>
              <a:gd name="connsiteX5216" fmla="*/ 5512316 w 12188965"/>
              <a:gd name="connsiteY5216" fmla="*/ 1691745 h 2053176"/>
              <a:gd name="connsiteX5217" fmla="*/ 5486655 w 12188965"/>
              <a:gd name="connsiteY5217" fmla="*/ 1717404 h 2053176"/>
              <a:gd name="connsiteX5218" fmla="*/ 5460997 w 12188965"/>
              <a:gd name="connsiteY5218" fmla="*/ 1691745 h 2053176"/>
              <a:gd name="connsiteX5219" fmla="*/ 5486655 w 12188965"/>
              <a:gd name="connsiteY5219" fmla="*/ 1666086 h 2053176"/>
              <a:gd name="connsiteX5220" fmla="*/ 5422451 w 12188965"/>
              <a:gd name="connsiteY5220" fmla="*/ 1666086 h 2053176"/>
              <a:gd name="connsiteX5221" fmla="*/ 5448109 w 12188965"/>
              <a:gd name="connsiteY5221" fmla="*/ 1691745 h 2053176"/>
              <a:gd name="connsiteX5222" fmla="*/ 5422451 w 12188965"/>
              <a:gd name="connsiteY5222" fmla="*/ 1717404 h 2053176"/>
              <a:gd name="connsiteX5223" fmla="*/ 5396791 w 12188965"/>
              <a:gd name="connsiteY5223" fmla="*/ 1691745 h 2053176"/>
              <a:gd name="connsiteX5224" fmla="*/ 5422451 w 12188965"/>
              <a:gd name="connsiteY5224" fmla="*/ 1666086 h 2053176"/>
              <a:gd name="connsiteX5225" fmla="*/ 5358245 w 12188965"/>
              <a:gd name="connsiteY5225" fmla="*/ 1666086 h 2053176"/>
              <a:gd name="connsiteX5226" fmla="*/ 5383904 w 12188965"/>
              <a:gd name="connsiteY5226" fmla="*/ 1691745 h 2053176"/>
              <a:gd name="connsiteX5227" fmla="*/ 5358245 w 12188965"/>
              <a:gd name="connsiteY5227" fmla="*/ 1717404 h 2053176"/>
              <a:gd name="connsiteX5228" fmla="*/ 5332587 w 12188965"/>
              <a:gd name="connsiteY5228" fmla="*/ 1691745 h 2053176"/>
              <a:gd name="connsiteX5229" fmla="*/ 5358245 w 12188965"/>
              <a:gd name="connsiteY5229" fmla="*/ 1666086 h 2053176"/>
              <a:gd name="connsiteX5230" fmla="*/ 5294040 w 12188965"/>
              <a:gd name="connsiteY5230" fmla="*/ 1666086 h 2053176"/>
              <a:gd name="connsiteX5231" fmla="*/ 5319699 w 12188965"/>
              <a:gd name="connsiteY5231" fmla="*/ 1691745 h 2053176"/>
              <a:gd name="connsiteX5232" fmla="*/ 5294040 w 12188965"/>
              <a:gd name="connsiteY5232" fmla="*/ 1717404 h 2053176"/>
              <a:gd name="connsiteX5233" fmla="*/ 5268382 w 12188965"/>
              <a:gd name="connsiteY5233" fmla="*/ 1691745 h 2053176"/>
              <a:gd name="connsiteX5234" fmla="*/ 5294040 w 12188965"/>
              <a:gd name="connsiteY5234" fmla="*/ 1666086 h 2053176"/>
              <a:gd name="connsiteX5235" fmla="*/ 5229719 w 12188965"/>
              <a:gd name="connsiteY5235" fmla="*/ 1666086 h 2053176"/>
              <a:gd name="connsiteX5236" fmla="*/ 5255377 w 12188965"/>
              <a:gd name="connsiteY5236" fmla="*/ 1691745 h 2053176"/>
              <a:gd name="connsiteX5237" fmla="*/ 5229719 w 12188965"/>
              <a:gd name="connsiteY5237" fmla="*/ 1717404 h 2053176"/>
              <a:gd name="connsiteX5238" fmla="*/ 5204058 w 12188965"/>
              <a:gd name="connsiteY5238" fmla="*/ 1691745 h 2053176"/>
              <a:gd name="connsiteX5239" fmla="*/ 5229719 w 12188965"/>
              <a:gd name="connsiteY5239" fmla="*/ 1666086 h 2053176"/>
              <a:gd name="connsiteX5240" fmla="*/ 5165514 w 12188965"/>
              <a:gd name="connsiteY5240" fmla="*/ 1666086 h 2053176"/>
              <a:gd name="connsiteX5241" fmla="*/ 5191171 w 12188965"/>
              <a:gd name="connsiteY5241" fmla="*/ 1691745 h 2053176"/>
              <a:gd name="connsiteX5242" fmla="*/ 5165514 w 12188965"/>
              <a:gd name="connsiteY5242" fmla="*/ 1717404 h 2053176"/>
              <a:gd name="connsiteX5243" fmla="*/ 5139855 w 12188965"/>
              <a:gd name="connsiteY5243" fmla="*/ 1691745 h 2053176"/>
              <a:gd name="connsiteX5244" fmla="*/ 5165514 w 12188965"/>
              <a:gd name="connsiteY5244" fmla="*/ 1666086 h 2053176"/>
              <a:gd name="connsiteX5245" fmla="*/ 5101309 w 12188965"/>
              <a:gd name="connsiteY5245" fmla="*/ 1666086 h 2053176"/>
              <a:gd name="connsiteX5246" fmla="*/ 5126967 w 12188965"/>
              <a:gd name="connsiteY5246" fmla="*/ 1691745 h 2053176"/>
              <a:gd name="connsiteX5247" fmla="*/ 5101309 w 12188965"/>
              <a:gd name="connsiteY5247" fmla="*/ 1717404 h 2053176"/>
              <a:gd name="connsiteX5248" fmla="*/ 5075649 w 12188965"/>
              <a:gd name="connsiteY5248" fmla="*/ 1691745 h 2053176"/>
              <a:gd name="connsiteX5249" fmla="*/ 5101309 w 12188965"/>
              <a:gd name="connsiteY5249" fmla="*/ 1666086 h 2053176"/>
              <a:gd name="connsiteX5250" fmla="*/ 5037104 w 12188965"/>
              <a:gd name="connsiteY5250" fmla="*/ 1666086 h 2053176"/>
              <a:gd name="connsiteX5251" fmla="*/ 5062762 w 12188965"/>
              <a:gd name="connsiteY5251" fmla="*/ 1691745 h 2053176"/>
              <a:gd name="connsiteX5252" fmla="*/ 5037104 w 12188965"/>
              <a:gd name="connsiteY5252" fmla="*/ 1717404 h 2053176"/>
              <a:gd name="connsiteX5253" fmla="*/ 5011444 w 12188965"/>
              <a:gd name="connsiteY5253" fmla="*/ 1691745 h 2053176"/>
              <a:gd name="connsiteX5254" fmla="*/ 5037104 w 12188965"/>
              <a:gd name="connsiteY5254" fmla="*/ 1666086 h 2053176"/>
              <a:gd name="connsiteX5255" fmla="*/ 4972896 w 12188965"/>
              <a:gd name="connsiteY5255" fmla="*/ 1666086 h 2053176"/>
              <a:gd name="connsiteX5256" fmla="*/ 4998557 w 12188965"/>
              <a:gd name="connsiteY5256" fmla="*/ 1691745 h 2053176"/>
              <a:gd name="connsiteX5257" fmla="*/ 4972896 w 12188965"/>
              <a:gd name="connsiteY5257" fmla="*/ 1717404 h 2053176"/>
              <a:gd name="connsiteX5258" fmla="*/ 4947240 w 12188965"/>
              <a:gd name="connsiteY5258" fmla="*/ 1691745 h 2053176"/>
              <a:gd name="connsiteX5259" fmla="*/ 4972896 w 12188965"/>
              <a:gd name="connsiteY5259" fmla="*/ 1666086 h 2053176"/>
              <a:gd name="connsiteX5260" fmla="*/ 4908693 w 12188965"/>
              <a:gd name="connsiteY5260" fmla="*/ 1666086 h 2053176"/>
              <a:gd name="connsiteX5261" fmla="*/ 4934352 w 12188965"/>
              <a:gd name="connsiteY5261" fmla="*/ 1691745 h 2053176"/>
              <a:gd name="connsiteX5262" fmla="*/ 4908693 w 12188965"/>
              <a:gd name="connsiteY5262" fmla="*/ 1717404 h 2053176"/>
              <a:gd name="connsiteX5263" fmla="*/ 4883033 w 12188965"/>
              <a:gd name="connsiteY5263" fmla="*/ 1691745 h 2053176"/>
              <a:gd name="connsiteX5264" fmla="*/ 4908693 w 12188965"/>
              <a:gd name="connsiteY5264" fmla="*/ 1666086 h 2053176"/>
              <a:gd name="connsiteX5265" fmla="*/ 4844487 w 12188965"/>
              <a:gd name="connsiteY5265" fmla="*/ 1666086 h 2053176"/>
              <a:gd name="connsiteX5266" fmla="*/ 4870146 w 12188965"/>
              <a:gd name="connsiteY5266" fmla="*/ 1691745 h 2053176"/>
              <a:gd name="connsiteX5267" fmla="*/ 4844487 w 12188965"/>
              <a:gd name="connsiteY5267" fmla="*/ 1717404 h 2053176"/>
              <a:gd name="connsiteX5268" fmla="*/ 4818828 w 12188965"/>
              <a:gd name="connsiteY5268" fmla="*/ 1691745 h 2053176"/>
              <a:gd name="connsiteX5269" fmla="*/ 4844487 w 12188965"/>
              <a:gd name="connsiteY5269" fmla="*/ 1666086 h 2053176"/>
              <a:gd name="connsiteX5270" fmla="*/ 4780282 w 12188965"/>
              <a:gd name="connsiteY5270" fmla="*/ 1666086 h 2053176"/>
              <a:gd name="connsiteX5271" fmla="*/ 4805941 w 12188965"/>
              <a:gd name="connsiteY5271" fmla="*/ 1691745 h 2053176"/>
              <a:gd name="connsiteX5272" fmla="*/ 4780282 w 12188965"/>
              <a:gd name="connsiteY5272" fmla="*/ 1717404 h 2053176"/>
              <a:gd name="connsiteX5273" fmla="*/ 4754622 w 12188965"/>
              <a:gd name="connsiteY5273" fmla="*/ 1691745 h 2053176"/>
              <a:gd name="connsiteX5274" fmla="*/ 4780282 w 12188965"/>
              <a:gd name="connsiteY5274" fmla="*/ 1666086 h 2053176"/>
              <a:gd name="connsiteX5275" fmla="*/ 4716077 w 12188965"/>
              <a:gd name="connsiteY5275" fmla="*/ 1666086 h 2053176"/>
              <a:gd name="connsiteX5276" fmla="*/ 4741736 w 12188965"/>
              <a:gd name="connsiteY5276" fmla="*/ 1691745 h 2053176"/>
              <a:gd name="connsiteX5277" fmla="*/ 4716077 w 12188965"/>
              <a:gd name="connsiteY5277" fmla="*/ 1717404 h 2053176"/>
              <a:gd name="connsiteX5278" fmla="*/ 4690419 w 12188965"/>
              <a:gd name="connsiteY5278" fmla="*/ 1691745 h 2053176"/>
              <a:gd name="connsiteX5279" fmla="*/ 4716077 w 12188965"/>
              <a:gd name="connsiteY5279" fmla="*/ 1666086 h 2053176"/>
              <a:gd name="connsiteX5280" fmla="*/ 4651872 w 12188965"/>
              <a:gd name="connsiteY5280" fmla="*/ 1666086 h 2053176"/>
              <a:gd name="connsiteX5281" fmla="*/ 4677531 w 12188965"/>
              <a:gd name="connsiteY5281" fmla="*/ 1691745 h 2053176"/>
              <a:gd name="connsiteX5282" fmla="*/ 4651872 w 12188965"/>
              <a:gd name="connsiteY5282" fmla="*/ 1717404 h 2053176"/>
              <a:gd name="connsiteX5283" fmla="*/ 4626213 w 12188965"/>
              <a:gd name="connsiteY5283" fmla="*/ 1691745 h 2053176"/>
              <a:gd name="connsiteX5284" fmla="*/ 4651872 w 12188965"/>
              <a:gd name="connsiteY5284" fmla="*/ 1666086 h 2053176"/>
              <a:gd name="connsiteX5285" fmla="*/ 4587666 w 12188965"/>
              <a:gd name="connsiteY5285" fmla="*/ 1666086 h 2053176"/>
              <a:gd name="connsiteX5286" fmla="*/ 4613324 w 12188965"/>
              <a:gd name="connsiteY5286" fmla="*/ 1691745 h 2053176"/>
              <a:gd name="connsiteX5287" fmla="*/ 4587666 w 12188965"/>
              <a:gd name="connsiteY5287" fmla="*/ 1717404 h 2053176"/>
              <a:gd name="connsiteX5288" fmla="*/ 4562007 w 12188965"/>
              <a:gd name="connsiteY5288" fmla="*/ 1691745 h 2053176"/>
              <a:gd name="connsiteX5289" fmla="*/ 4587666 w 12188965"/>
              <a:gd name="connsiteY5289" fmla="*/ 1666086 h 2053176"/>
              <a:gd name="connsiteX5290" fmla="*/ 4523461 w 12188965"/>
              <a:gd name="connsiteY5290" fmla="*/ 1666086 h 2053176"/>
              <a:gd name="connsiteX5291" fmla="*/ 4549121 w 12188965"/>
              <a:gd name="connsiteY5291" fmla="*/ 1691745 h 2053176"/>
              <a:gd name="connsiteX5292" fmla="*/ 4523461 w 12188965"/>
              <a:gd name="connsiteY5292" fmla="*/ 1717404 h 2053176"/>
              <a:gd name="connsiteX5293" fmla="*/ 4497802 w 12188965"/>
              <a:gd name="connsiteY5293" fmla="*/ 1691745 h 2053176"/>
              <a:gd name="connsiteX5294" fmla="*/ 4523461 w 12188965"/>
              <a:gd name="connsiteY5294" fmla="*/ 1666086 h 2053176"/>
              <a:gd name="connsiteX5295" fmla="*/ 4395050 w 12188965"/>
              <a:gd name="connsiteY5295" fmla="*/ 1666086 h 2053176"/>
              <a:gd name="connsiteX5296" fmla="*/ 4420710 w 12188965"/>
              <a:gd name="connsiteY5296" fmla="*/ 1691745 h 2053176"/>
              <a:gd name="connsiteX5297" fmla="*/ 4395050 w 12188965"/>
              <a:gd name="connsiteY5297" fmla="*/ 1717404 h 2053176"/>
              <a:gd name="connsiteX5298" fmla="*/ 4369391 w 12188965"/>
              <a:gd name="connsiteY5298" fmla="*/ 1691745 h 2053176"/>
              <a:gd name="connsiteX5299" fmla="*/ 4395050 w 12188965"/>
              <a:gd name="connsiteY5299" fmla="*/ 1666086 h 2053176"/>
              <a:gd name="connsiteX5300" fmla="*/ 4266640 w 12188965"/>
              <a:gd name="connsiteY5300" fmla="*/ 1666086 h 2053176"/>
              <a:gd name="connsiteX5301" fmla="*/ 4292298 w 12188965"/>
              <a:gd name="connsiteY5301" fmla="*/ 1691745 h 2053176"/>
              <a:gd name="connsiteX5302" fmla="*/ 4266640 w 12188965"/>
              <a:gd name="connsiteY5302" fmla="*/ 1717404 h 2053176"/>
              <a:gd name="connsiteX5303" fmla="*/ 4240981 w 12188965"/>
              <a:gd name="connsiteY5303" fmla="*/ 1691745 h 2053176"/>
              <a:gd name="connsiteX5304" fmla="*/ 4266640 w 12188965"/>
              <a:gd name="connsiteY5304" fmla="*/ 1666086 h 2053176"/>
              <a:gd name="connsiteX5305" fmla="*/ 4202435 w 12188965"/>
              <a:gd name="connsiteY5305" fmla="*/ 1666086 h 2053176"/>
              <a:gd name="connsiteX5306" fmla="*/ 4228093 w 12188965"/>
              <a:gd name="connsiteY5306" fmla="*/ 1691745 h 2053176"/>
              <a:gd name="connsiteX5307" fmla="*/ 4202435 w 12188965"/>
              <a:gd name="connsiteY5307" fmla="*/ 1717404 h 2053176"/>
              <a:gd name="connsiteX5308" fmla="*/ 4176776 w 12188965"/>
              <a:gd name="connsiteY5308" fmla="*/ 1691745 h 2053176"/>
              <a:gd name="connsiteX5309" fmla="*/ 4202435 w 12188965"/>
              <a:gd name="connsiteY5309" fmla="*/ 1666086 h 2053176"/>
              <a:gd name="connsiteX5310" fmla="*/ 4073908 w 12188965"/>
              <a:gd name="connsiteY5310" fmla="*/ 1666086 h 2053176"/>
              <a:gd name="connsiteX5311" fmla="*/ 4099565 w 12188965"/>
              <a:gd name="connsiteY5311" fmla="*/ 1691745 h 2053176"/>
              <a:gd name="connsiteX5312" fmla="*/ 4073908 w 12188965"/>
              <a:gd name="connsiteY5312" fmla="*/ 1717404 h 2053176"/>
              <a:gd name="connsiteX5313" fmla="*/ 4048248 w 12188965"/>
              <a:gd name="connsiteY5313" fmla="*/ 1691745 h 2053176"/>
              <a:gd name="connsiteX5314" fmla="*/ 4073908 w 12188965"/>
              <a:gd name="connsiteY5314" fmla="*/ 1666086 h 2053176"/>
              <a:gd name="connsiteX5315" fmla="*/ 4009702 w 12188965"/>
              <a:gd name="connsiteY5315" fmla="*/ 1666086 h 2053176"/>
              <a:gd name="connsiteX5316" fmla="*/ 4035362 w 12188965"/>
              <a:gd name="connsiteY5316" fmla="*/ 1691745 h 2053176"/>
              <a:gd name="connsiteX5317" fmla="*/ 4009702 w 12188965"/>
              <a:gd name="connsiteY5317" fmla="*/ 1717404 h 2053176"/>
              <a:gd name="connsiteX5318" fmla="*/ 3984043 w 12188965"/>
              <a:gd name="connsiteY5318" fmla="*/ 1691745 h 2053176"/>
              <a:gd name="connsiteX5319" fmla="*/ 4009702 w 12188965"/>
              <a:gd name="connsiteY5319" fmla="*/ 1666086 h 2053176"/>
              <a:gd name="connsiteX5320" fmla="*/ 3945497 w 12188965"/>
              <a:gd name="connsiteY5320" fmla="*/ 1666086 h 2053176"/>
              <a:gd name="connsiteX5321" fmla="*/ 3971155 w 12188965"/>
              <a:gd name="connsiteY5321" fmla="*/ 1691745 h 2053176"/>
              <a:gd name="connsiteX5322" fmla="*/ 3945497 w 12188965"/>
              <a:gd name="connsiteY5322" fmla="*/ 1717404 h 2053176"/>
              <a:gd name="connsiteX5323" fmla="*/ 3919838 w 12188965"/>
              <a:gd name="connsiteY5323" fmla="*/ 1691745 h 2053176"/>
              <a:gd name="connsiteX5324" fmla="*/ 3945497 w 12188965"/>
              <a:gd name="connsiteY5324" fmla="*/ 1666086 h 2053176"/>
              <a:gd name="connsiteX5325" fmla="*/ 3881291 w 12188965"/>
              <a:gd name="connsiteY5325" fmla="*/ 1666086 h 2053176"/>
              <a:gd name="connsiteX5326" fmla="*/ 3906950 w 12188965"/>
              <a:gd name="connsiteY5326" fmla="*/ 1691745 h 2053176"/>
              <a:gd name="connsiteX5327" fmla="*/ 3881291 w 12188965"/>
              <a:gd name="connsiteY5327" fmla="*/ 1717404 h 2053176"/>
              <a:gd name="connsiteX5328" fmla="*/ 3855633 w 12188965"/>
              <a:gd name="connsiteY5328" fmla="*/ 1691745 h 2053176"/>
              <a:gd name="connsiteX5329" fmla="*/ 3881291 w 12188965"/>
              <a:gd name="connsiteY5329" fmla="*/ 1666086 h 2053176"/>
              <a:gd name="connsiteX5330" fmla="*/ 3817085 w 12188965"/>
              <a:gd name="connsiteY5330" fmla="*/ 1666086 h 2053176"/>
              <a:gd name="connsiteX5331" fmla="*/ 3842745 w 12188965"/>
              <a:gd name="connsiteY5331" fmla="*/ 1691745 h 2053176"/>
              <a:gd name="connsiteX5332" fmla="*/ 3817085 w 12188965"/>
              <a:gd name="connsiteY5332" fmla="*/ 1717404 h 2053176"/>
              <a:gd name="connsiteX5333" fmla="*/ 3791427 w 12188965"/>
              <a:gd name="connsiteY5333" fmla="*/ 1691745 h 2053176"/>
              <a:gd name="connsiteX5334" fmla="*/ 3817085 w 12188965"/>
              <a:gd name="connsiteY5334" fmla="*/ 1666086 h 2053176"/>
              <a:gd name="connsiteX5335" fmla="*/ 3752882 w 12188965"/>
              <a:gd name="connsiteY5335" fmla="*/ 1666086 h 2053176"/>
              <a:gd name="connsiteX5336" fmla="*/ 3778539 w 12188965"/>
              <a:gd name="connsiteY5336" fmla="*/ 1691745 h 2053176"/>
              <a:gd name="connsiteX5337" fmla="*/ 3752882 w 12188965"/>
              <a:gd name="connsiteY5337" fmla="*/ 1717404 h 2053176"/>
              <a:gd name="connsiteX5338" fmla="*/ 3727221 w 12188965"/>
              <a:gd name="connsiteY5338" fmla="*/ 1691745 h 2053176"/>
              <a:gd name="connsiteX5339" fmla="*/ 3752882 w 12188965"/>
              <a:gd name="connsiteY5339" fmla="*/ 1666086 h 2053176"/>
              <a:gd name="connsiteX5340" fmla="*/ 3688674 w 12188965"/>
              <a:gd name="connsiteY5340" fmla="*/ 1666086 h 2053176"/>
              <a:gd name="connsiteX5341" fmla="*/ 3714335 w 12188965"/>
              <a:gd name="connsiteY5341" fmla="*/ 1691745 h 2053176"/>
              <a:gd name="connsiteX5342" fmla="*/ 3688674 w 12188965"/>
              <a:gd name="connsiteY5342" fmla="*/ 1717404 h 2053176"/>
              <a:gd name="connsiteX5343" fmla="*/ 3663017 w 12188965"/>
              <a:gd name="connsiteY5343" fmla="*/ 1691745 h 2053176"/>
              <a:gd name="connsiteX5344" fmla="*/ 3688674 w 12188965"/>
              <a:gd name="connsiteY5344" fmla="*/ 1666086 h 2053176"/>
              <a:gd name="connsiteX5345" fmla="*/ 3624472 w 12188965"/>
              <a:gd name="connsiteY5345" fmla="*/ 1666086 h 2053176"/>
              <a:gd name="connsiteX5346" fmla="*/ 3650129 w 12188965"/>
              <a:gd name="connsiteY5346" fmla="*/ 1691745 h 2053176"/>
              <a:gd name="connsiteX5347" fmla="*/ 3624472 w 12188965"/>
              <a:gd name="connsiteY5347" fmla="*/ 1717404 h 2053176"/>
              <a:gd name="connsiteX5348" fmla="*/ 3598810 w 12188965"/>
              <a:gd name="connsiteY5348" fmla="*/ 1691745 h 2053176"/>
              <a:gd name="connsiteX5349" fmla="*/ 3624472 w 12188965"/>
              <a:gd name="connsiteY5349" fmla="*/ 1666086 h 2053176"/>
              <a:gd name="connsiteX5350" fmla="*/ 3496060 w 12188965"/>
              <a:gd name="connsiteY5350" fmla="*/ 1666086 h 2053176"/>
              <a:gd name="connsiteX5351" fmla="*/ 3521719 w 12188965"/>
              <a:gd name="connsiteY5351" fmla="*/ 1691745 h 2053176"/>
              <a:gd name="connsiteX5352" fmla="*/ 3496060 w 12188965"/>
              <a:gd name="connsiteY5352" fmla="*/ 1717404 h 2053176"/>
              <a:gd name="connsiteX5353" fmla="*/ 3470400 w 12188965"/>
              <a:gd name="connsiteY5353" fmla="*/ 1691745 h 2053176"/>
              <a:gd name="connsiteX5354" fmla="*/ 3496060 w 12188965"/>
              <a:gd name="connsiteY5354" fmla="*/ 1666086 h 2053176"/>
              <a:gd name="connsiteX5355" fmla="*/ 3431855 w 12188965"/>
              <a:gd name="connsiteY5355" fmla="*/ 1666086 h 2053176"/>
              <a:gd name="connsiteX5356" fmla="*/ 3457512 w 12188965"/>
              <a:gd name="connsiteY5356" fmla="*/ 1691745 h 2053176"/>
              <a:gd name="connsiteX5357" fmla="*/ 3431855 w 12188965"/>
              <a:gd name="connsiteY5357" fmla="*/ 1717404 h 2053176"/>
              <a:gd name="connsiteX5358" fmla="*/ 3406196 w 12188965"/>
              <a:gd name="connsiteY5358" fmla="*/ 1691745 h 2053176"/>
              <a:gd name="connsiteX5359" fmla="*/ 3431855 w 12188965"/>
              <a:gd name="connsiteY5359" fmla="*/ 1666086 h 2053176"/>
              <a:gd name="connsiteX5360" fmla="*/ 3367649 w 12188965"/>
              <a:gd name="connsiteY5360" fmla="*/ 1666086 h 2053176"/>
              <a:gd name="connsiteX5361" fmla="*/ 3393308 w 12188965"/>
              <a:gd name="connsiteY5361" fmla="*/ 1691745 h 2053176"/>
              <a:gd name="connsiteX5362" fmla="*/ 3367649 w 12188965"/>
              <a:gd name="connsiteY5362" fmla="*/ 1717404 h 2053176"/>
              <a:gd name="connsiteX5363" fmla="*/ 3341990 w 12188965"/>
              <a:gd name="connsiteY5363" fmla="*/ 1691745 h 2053176"/>
              <a:gd name="connsiteX5364" fmla="*/ 3367649 w 12188965"/>
              <a:gd name="connsiteY5364" fmla="*/ 1666086 h 2053176"/>
              <a:gd name="connsiteX5365" fmla="*/ 3303444 w 12188965"/>
              <a:gd name="connsiteY5365" fmla="*/ 1666086 h 2053176"/>
              <a:gd name="connsiteX5366" fmla="*/ 3329102 w 12188965"/>
              <a:gd name="connsiteY5366" fmla="*/ 1691745 h 2053176"/>
              <a:gd name="connsiteX5367" fmla="*/ 3303444 w 12188965"/>
              <a:gd name="connsiteY5367" fmla="*/ 1717404 h 2053176"/>
              <a:gd name="connsiteX5368" fmla="*/ 3277785 w 12188965"/>
              <a:gd name="connsiteY5368" fmla="*/ 1691745 h 2053176"/>
              <a:gd name="connsiteX5369" fmla="*/ 3303444 w 12188965"/>
              <a:gd name="connsiteY5369" fmla="*/ 1666086 h 2053176"/>
              <a:gd name="connsiteX5370" fmla="*/ 3239238 w 12188965"/>
              <a:gd name="connsiteY5370" fmla="*/ 1666086 h 2053176"/>
              <a:gd name="connsiteX5371" fmla="*/ 3264898 w 12188965"/>
              <a:gd name="connsiteY5371" fmla="*/ 1691745 h 2053176"/>
              <a:gd name="connsiteX5372" fmla="*/ 3239238 w 12188965"/>
              <a:gd name="connsiteY5372" fmla="*/ 1717404 h 2053176"/>
              <a:gd name="connsiteX5373" fmla="*/ 3213580 w 12188965"/>
              <a:gd name="connsiteY5373" fmla="*/ 1691745 h 2053176"/>
              <a:gd name="connsiteX5374" fmla="*/ 3239238 w 12188965"/>
              <a:gd name="connsiteY5374" fmla="*/ 1666086 h 2053176"/>
              <a:gd name="connsiteX5375" fmla="*/ 3110828 w 12188965"/>
              <a:gd name="connsiteY5375" fmla="*/ 1666086 h 2053176"/>
              <a:gd name="connsiteX5376" fmla="*/ 3136487 w 12188965"/>
              <a:gd name="connsiteY5376" fmla="*/ 1691745 h 2053176"/>
              <a:gd name="connsiteX5377" fmla="*/ 3110828 w 12188965"/>
              <a:gd name="connsiteY5377" fmla="*/ 1717404 h 2053176"/>
              <a:gd name="connsiteX5378" fmla="*/ 3085170 w 12188965"/>
              <a:gd name="connsiteY5378" fmla="*/ 1691745 h 2053176"/>
              <a:gd name="connsiteX5379" fmla="*/ 3110828 w 12188965"/>
              <a:gd name="connsiteY5379" fmla="*/ 1666086 h 2053176"/>
              <a:gd name="connsiteX5380" fmla="*/ 3046623 w 12188965"/>
              <a:gd name="connsiteY5380" fmla="*/ 1666086 h 2053176"/>
              <a:gd name="connsiteX5381" fmla="*/ 3072282 w 12188965"/>
              <a:gd name="connsiteY5381" fmla="*/ 1691745 h 2053176"/>
              <a:gd name="connsiteX5382" fmla="*/ 3046623 w 12188965"/>
              <a:gd name="connsiteY5382" fmla="*/ 1717404 h 2053176"/>
              <a:gd name="connsiteX5383" fmla="*/ 3020964 w 12188965"/>
              <a:gd name="connsiteY5383" fmla="*/ 1691745 h 2053176"/>
              <a:gd name="connsiteX5384" fmla="*/ 3046623 w 12188965"/>
              <a:gd name="connsiteY5384" fmla="*/ 1666086 h 2053176"/>
              <a:gd name="connsiteX5385" fmla="*/ 2982301 w 12188965"/>
              <a:gd name="connsiteY5385" fmla="*/ 1666086 h 2053176"/>
              <a:gd name="connsiteX5386" fmla="*/ 3007960 w 12188965"/>
              <a:gd name="connsiteY5386" fmla="*/ 1691745 h 2053176"/>
              <a:gd name="connsiteX5387" fmla="*/ 2982301 w 12188965"/>
              <a:gd name="connsiteY5387" fmla="*/ 1717404 h 2053176"/>
              <a:gd name="connsiteX5388" fmla="*/ 2956642 w 12188965"/>
              <a:gd name="connsiteY5388" fmla="*/ 1691745 h 2053176"/>
              <a:gd name="connsiteX5389" fmla="*/ 2982301 w 12188965"/>
              <a:gd name="connsiteY5389" fmla="*/ 1666086 h 2053176"/>
              <a:gd name="connsiteX5390" fmla="*/ 2918096 w 12188965"/>
              <a:gd name="connsiteY5390" fmla="*/ 1666086 h 2053176"/>
              <a:gd name="connsiteX5391" fmla="*/ 2943755 w 12188965"/>
              <a:gd name="connsiteY5391" fmla="*/ 1691745 h 2053176"/>
              <a:gd name="connsiteX5392" fmla="*/ 2918096 w 12188965"/>
              <a:gd name="connsiteY5392" fmla="*/ 1717404 h 2053176"/>
              <a:gd name="connsiteX5393" fmla="*/ 2892438 w 12188965"/>
              <a:gd name="connsiteY5393" fmla="*/ 1691745 h 2053176"/>
              <a:gd name="connsiteX5394" fmla="*/ 2918096 w 12188965"/>
              <a:gd name="connsiteY5394" fmla="*/ 1666086 h 2053176"/>
              <a:gd name="connsiteX5395" fmla="*/ 2853890 w 12188965"/>
              <a:gd name="connsiteY5395" fmla="*/ 1666086 h 2053176"/>
              <a:gd name="connsiteX5396" fmla="*/ 2879550 w 12188965"/>
              <a:gd name="connsiteY5396" fmla="*/ 1691745 h 2053176"/>
              <a:gd name="connsiteX5397" fmla="*/ 2853890 w 12188965"/>
              <a:gd name="connsiteY5397" fmla="*/ 1717404 h 2053176"/>
              <a:gd name="connsiteX5398" fmla="*/ 2828231 w 12188965"/>
              <a:gd name="connsiteY5398" fmla="*/ 1691745 h 2053176"/>
              <a:gd name="connsiteX5399" fmla="*/ 2853890 w 12188965"/>
              <a:gd name="connsiteY5399" fmla="*/ 1666086 h 2053176"/>
              <a:gd name="connsiteX5400" fmla="*/ 2789686 w 12188965"/>
              <a:gd name="connsiteY5400" fmla="*/ 1666086 h 2053176"/>
              <a:gd name="connsiteX5401" fmla="*/ 2815344 w 12188965"/>
              <a:gd name="connsiteY5401" fmla="*/ 1691745 h 2053176"/>
              <a:gd name="connsiteX5402" fmla="*/ 2789686 w 12188965"/>
              <a:gd name="connsiteY5402" fmla="*/ 1717404 h 2053176"/>
              <a:gd name="connsiteX5403" fmla="*/ 2764027 w 12188965"/>
              <a:gd name="connsiteY5403" fmla="*/ 1691745 h 2053176"/>
              <a:gd name="connsiteX5404" fmla="*/ 2789686 w 12188965"/>
              <a:gd name="connsiteY5404" fmla="*/ 1666086 h 2053176"/>
              <a:gd name="connsiteX5405" fmla="*/ 2725480 w 12188965"/>
              <a:gd name="connsiteY5405" fmla="*/ 1666086 h 2053176"/>
              <a:gd name="connsiteX5406" fmla="*/ 2751140 w 12188965"/>
              <a:gd name="connsiteY5406" fmla="*/ 1691745 h 2053176"/>
              <a:gd name="connsiteX5407" fmla="*/ 2725480 w 12188965"/>
              <a:gd name="connsiteY5407" fmla="*/ 1717404 h 2053176"/>
              <a:gd name="connsiteX5408" fmla="*/ 2699821 w 12188965"/>
              <a:gd name="connsiteY5408" fmla="*/ 1691745 h 2053176"/>
              <a:gd name="connsiteX5409" fmla="*/ 2725480 w 12188965"/>
              <a:gd name="connsiteY5409" fmla="*/ 1666086 h 2053176"/>
              <a:gd name="connsiteX5410" fmla="*/ 2597069 w 12188965"/>
              <a:gd name="connsiteY5410" fmla="*/ 1666086 h 2053176"/>
              <a:gd name="connsiteX5411" fmla="*/ 2622729 w 12188965"/>
              <a:gd name="connsiteY5411" fmla="*/ 1691745 h 2053176"/>
              <a:gd name="connsiteX5412" fmla="*/ 2597069 w 12188965"/>
              <a:gd name="connsiteY5412" fmla="*/ 1717404 h 2053176"/>
              <a:gd name="connsiteX5413" fmla="*/ 2571410 w 12188965"/>
              <a:gd name="connsiteY5413" fmla="*/ 1691745 h 2053176"/>
              <a:gd name="connsiteX5414" fmla="*/ 2597069 w 12188965"/>
              <a:gd name="connsiteY5414" fmla="*/ 1666086 h 2053176"/>
              <a:gd name="connsiteX5415" fmla="*/ 2532865 w 12188965"/>
              <a:gd name="connsiteY5415" fmla="*/ 1666086 h 2053176"/>
              <a:gd name="connsiteX5416" fmla="*/ 2558523 w 12188965"/>
              <a:gd name="connsiteY5416" fmla="*/ 1691745 h 2053176"/>
              <a:gd name="connsiteX5417" fmla="*/ 2532865 w 12188965"/>
              <a:gd name="connsiteY5417" fmla="*/ 1717404 h 2053176"/>
              <a:gd name="connsiteX5418" fmla="*/ 2507205 w 12188965"/>
              <a:gd name="connsiteY5418" fmla="*/ 1691745 h 2053176"/>
              <a:gd name="connsiteX5419" fmla="*/ 2532865 w 12188965"/>
              <a:gd name="connsiteY5419" fmla="*/ 1666086 h 2053176"/>
              <a:gd name="connsiteX5420" fmla="*/ 2404454 w 12188965"/>
              <a:gd name="connsiteY5420" fmla="*/ 1666086 h 2053176"/>
              <a:gd name="connsiteX5421" fmla="*/ 2430112 w 12188965"/>
              <a:gd name="connsiteY5421" fmla="*/ 1691745 h 2053176"/>
              <a:gd name="connsiteX5422" fmla="*/ 2404454 w 12188965"/>
              <a:gd name="connsiteY5422" fmla="*/ 1717404 h 2053176"/>
              <a:gd name="connsiteX5423" fmla="*/ 2378795 w 12188965"/>
              <a:gd name="connsiteY5423" fmla="*/ 1691745 h 2053176"/>
              <a:gd name="connsiteX5424" fmla="*/ 2404454 w 12188965"/>
              <a:gd name="connsiteY5424" fmla="*/ 1666086 h 2053176"/>
              <a:gd name="connsiteX5425" fmla="*/ 2340249 w 12188965"/>
              <a:gd name="connsiteY5425" fmla="*/ 1666086 h 2053176"/>
              <a:gd name="connsiteX5426" fmla="*/ 2365908 w 12188965"/>
              <a:gd name="connsiteY5426" fmla="*/ 1691745 h 2053176"/>
              <a:gd name="connsiteX5427" fmla="*/ 2340249 w 12188965"/>
              <a:gd name="connsiteY5427" fmla="*/ 1717404 h 2053176"/>
              <a:gd name="connsiteX5428" fmla="*/ 2314590 w 12188965"/>
              <a:gd name="connsiteY5428" fmla="*/ 1691745 h 2053176"/>
              <a:gd name="connsiteX5429" fmla="*/ 2340249 w 12188965"/>
              <a:gd name="connsiteY5429" fmla="*/ 1666086 h 2053176"/>
              <a:gd name="connsiteX5430" fmla="*/ 2276044 w 12188965"/>
              <a:gd name="connsiteY5430" fmla="*/ 1666086 h 2053176"/>
              <a:gd name="connsiteX5431" fmla="*/ 2301702 w 12188965"/>
              <a:gd name="connsiteY5431" fmla="*/ 1691745 h 2053176"/>
              <a:gd name="connsiteX5432" fmla="*/ 2276044 w 12188965"/>
              <a:gd name="connsiteY5432" fmla="*/ 1717404 h 2053176"/>
              <a:gd name="connsiteX5433" fmla="*/ 2250385 w 12188965"/>
              <a:gd name="connsiteY5433" fmla="*/ 1691745 h 2053176"/>
              <a:gd name="connsiteX5434" fmla="*/ 2276044 w 12188965"/>
              <a:gd name="connsiteY5434" fmla="*/ 1666086 h 2053176"/>
              <a:gd name="connsiteX5435" fmla="*/ 2211838 w 12188965"/>
              <a:gd name="connsiteY5435" fmla="*/ 1666086 h 2053176"/>
              <a:gd name="connsiteX5436" fmla="*/ 2237497 w 12188965"/>
              <a:gd name="connsiteY5436" fmla="*/ 1691745 h 2053176"/>
              <a:gd name="connsiteX5437" fmla="*/ 2211838 w 12188965"/>
              <a:gd name="connsiteY5437" fmla="*/ 1717404 h 2053176"/>
              <a:gd name="connsiteX5438" fmla="*/ 2186178 w 12188965"/>
              <a:gd name="connsiteY5438" fmla="*/ 1691745 h 2053176"/>
              <a:gd name="connsiteX5439" fmla="*/ 2211838 w 12188965"/>
              <a:gd name="connsiteY5439" fmla="*/ 1666086 h 2053176"/>
              <a:gd name="connsiteX5440" fmla="*/ 2147633 w 12188965"/>
              <a:gd name="connsiteY5440" fmla="*/ 1666086 h 2053176"/>
              <a:gd name="connsiteX5441" fmla="*/ 2173293 w 12188965"/>
              <a:gd name="connsiteY5441" fmla="*/ 1691745 h 2053176"/>
              <a:gd name="connsiteX5442" fmla="*/ 2147633 w 12188965"/>
              <a:gd name="connsiteY5442" fmla="*/ 1717404 h 2053176"/>
              <a:gd name="connsiteX5443" fmla="*/ 2121975 w 12188965"/>
              <a:gd name="connsiteY5443" fmla="*/ 1691745 h 2053176"/>
              <a:gd name="connsiteX5444" fmla="*/ 2147633 w 12188965"/>
              <a:gd name="connsiteY5444" fmla="*/ 1666086 h 2053176"/>
              <a:gd name="connsiteX5445" fmla="*/ 2083427 w 12188965"/>
              <a:gd name="connsiteY5445" fmla="*/ 1666086 h 2053176"/>
              <a:gd name="connsiteX5446" fmla="*/ 2109087 w 12188965"/>
              <a:gd name="connsiteY5446" fmla="*/ 1691745 h 2053176"/>
              <a:gd name="connsiteX5447" fmla="*/ 2083427 w 12188965"/>
              <a:gd name="connsiteY5447" fmla="*/ 1717404 h 2053176"/>
              <a:gd name="connsiteX5448" fmla="*/ 2057768 w 12188965"/>
              <a:gd name="connsiteY5448" fmla="*/ 1691745 h 2053176"/>
              <a:gd name="connsiteX5449" fmla="*/ 2083427 w 12188965"/>
              <a:gd name="connsiteY5449" fmla="*/ 1666086 h 2053176"/>
              <a:gd name="connsiteX5450" fmla="*/ 2019222 w 12188965"/>
              <a:gd name="connsiteY5450" fmla="*/ 1666086 h 2053176"/>
              <a:gd name="connsiteX5451" fmla="*/ 2044880 w 12188965"/>
              <a:gd name="connsiteY5451" fmla="*/ 1691745 h 2053176"/>
              <a:gd name="connsiteX5452" fmla="*/ 2019222 w 12188965"/>
              <a:gd name="connsiteY5452" fmla="*/ 1717404 h 2053176"/>
              <a:gd name="connsiteX5453" fmla="*/ 1993563 w 12188965"/>
              <a:gd name="connsiteY5453" fmla="*/ 1691745 h 2053176"/>
              <a:gd name="connsiteX5454" fmla="*/ 2019222 w 12188965"/>
              <a:gd name="connsiteY5454" fmla="*/ 1666086 h 2053176"/>
              <a:gd name="connsiteX5455" fmla="*/ 1955016 w 12188965"/>
              <a:gd name="connsiteY5455" fmla="*/ 1666086 h 2053176"/>
              <a:gd name="connsiteX5456" fmla="*/ 1980676 w 12188965"/>
              <a:gd name="connsiteY5456" fmla="*/ 1691745 h 2053176"/>
              <a:gd name="connsiteX5457" fmla="*/ 1955016 w 12188965"/>
              <a:gd name="connsiteY5457" fmla="*/ 1717404 h 2053176"/>
              <a:gd name="connsiteX5458" fmla="*/ 1929358 w 12188965"/>
              <a:gd name="connsiteY5458" fmla="*/ 1691745 h 2053176"/>
              <a:gd name="connsiteX5459" fmla="*/ 1955016 w 12188965"/>
              <a:gd name="connsiteY5459" fmla="*/ 1666086 h 2053176"/>
              <a:gd name="connsiteX5460" fmla="*/ 1890696 w 12188965"/>
              <a:gd name="connsiteY5460" fmla="*/ 1666086 h 2053176"/>
              <a:gd name="connsiteX5461" fmla="*/ 1916355 w 12188965"/>
              <a:gd name="connsiteY5461" fmla="*/ 1691745 h 2053176"/>
              <a:gd name="connsiteX5462" fmla="*/ 1890696 w 12188965"/>
              <a:gd name="connsiteY5462" fmla="*/ 1717404 h 2053176"/>
              <a:gd name="connsiteX5463" fmla="*/ 1865037 w 12188965"/>
              <a:gd name="connsiteY5463" fmla="*/ 1691745 h 2053176"/>
              <a:gd name="connsiteX5464" fmla="*/ 1890696 w 12188965"/>
              <a:gd name="connsiteY5464" fmla="*/ 1666086 h 2053176"/>
              <a:gd name="connsiteX5465" fmla="*/ 1826490 w 12188965"/>
              <a:gd name="connsiteY5465" fmla="*/ 1666086 h 2053176"/>
              <a:gd name="connsiteX5466" fmla="*/ 1852149 w 12188965"/>
              <a:gd name="connsiteY5466" fmla="*/ 1691745 h 2053176"/>
              <a:gd name="connsiteX5467" fmla="*/ 1826490 w 12188965"/>
              <a:gd name="connsiteY5467" fmla="*/ 1717404 h 2053176"/>
              <a:gd name="connsiteX5468" fmla="*/ 1800830 w 12188965"/>
              <a:gd name="connsiteY5468" fmla="*/ 1691745 h 2053176"/>
              <a:gd name="connsiteX5469" fmla="*/ 1826490 w 12188965"/>
              <a:gd name="connsiteY5469" fmla="*/ 1666086 h 2053176"/>
              <a:gd name="connsiteX5470" fmla="*/ 1762285 w 12188965"/>
              <a:gd name="connsiteY5470" fmla="*/ 1666086 h 2053176"/>
              <a:gd name="connsiteX5471" fmla="*/ 1787944 w 12188965"/>
              <a:gd name="connsiteY5471" fmla="*/ 1691745 h 2053176"/>
              <a:gd name="connsiteX5472" fmla="*/ 1762285 w 12188965"/>
              <a:gd name="connsiteY5472" fmla="*/ 1717404 h 2053176"/>
              <a:gd name="connsiteX5473" fmla="*/ 1736626 w 12188965"/>
              <a:gd name="connsiteY5473" fmla="*/ 1691745 h 2053176"/>
              <a:gd name="connsiteX5474" fmla="*/ 1762285 w 12188965"/>
              <a:gd name="connsiteY5474" fmla="*/ 1666086 h 2053176"/>
              <a:gd name="connsiteX5475" fmla="*/ 1698080 w 12188965"/>
              <a:gd name="connsiteY5475" fmla="*/ 1666086 h 2053176"/>
              <a:gd name="connsiteX5476" fmla="*/ 1723738 w 12188965"/>
              <a:gd name="connsiteY5476" fmla="*/ 1691745 h 2053176"/>
              <a:gd name="connsiteX5477" fmla="*/ 1698080 w 12188965"/>
              <a:gd name="connsiteY5477" fmla="*/ 1717404 h 2053176"/>
              <a:gd name="connsiteX5478" fmla="*/ 1672420 w 12188965"/>
              <a:gd name="connsiteY5478" fmla="*/ 1691745 h 2053176"/>
              <a:gd name="connsiteX5479" fmla="*/ 1698080 w 12188965"/>
              <a:gd name="connsiteY5479" fmla="*/ 1666086 h 2053176"/>
              <a:gd name="connsiteX5480" fmla="*/ 1633874 w 12188965"/>
              <a:gd name="connsiteY5480" fmla="*/ 1666086 h 2053176"/>
              <a:gd name="connsiteX5481" fmla="*/ 1659533 w 12188965"/>
              <a:gd name="connsiteY5481" fmla="*/ 1691745 h 2053176"/>
              <a:gd name="connsiteX5482" fmla="*/ 1633874 w 12188965"/>
              <a:gd name="connsiteY5482" fmla="*/ 1717404 h 2053176"/>
              <a:gd name="connsiteX5483" fmla="*/ 1608216 w 12188965"/>
              <a:gd name="connsiteY5483" fmla="*/ 1691745 h 2053176"/>
              <a:gd name="connsiteX5484" fmla="*/ 1633874 w 12188965"/>
              <a:gd name="connsiteY5484" fmla="*/ 1666086 h 2053176"/>
              <a:gd name="connsiteX5485" fmla="*/ 1569669 w 12188965"/>
              <a:gd name="connsiteY5485" fmla="*/ 1666086 h 2053176"/>
              <a:gd name="connsiteX5486" fmla="*/ 1595328 w 12188965"/>
              <a:gd name="connsiteY5486" fmla="*/ 1691745 h 2053176"/>
              <a:gd name="connsiteX5487" fmla="*/ 1569669 w 12188965"/>
              <a:gd name="connsiteY5487" fmla="*/ 1717404 h 2053176"/>
              <a:gd name="connsiteX5488" fmla="*/ 1544010 w 12188965"/>
              <a:gd name="connsiteY5488" fmla="*/ 1691745 h 2053176"/>
              <a:gd name="connsiteX5489" fmla="*/ 1569669 w 12188965"/>
              <a:gd name="connsiteY5489" fmla="*/ 1666086 h 2053176"/>
              <a:gd name="connsiteX5490" fmla="*/ 1505464 w 12188965"/>
              <a:gd name="connsiteY5490" fmla="*/ 1666086 h 2053176"/>
              <a:gd name="connsiteX5491" fmla="*/ 1531123 w 12188965"/>
              <a:gd name="connsiteY5491" fmla="*/ 1691745 h 2053176"/>
              <a:gd name="connsiteX5492" fmla="*/ 1505464 w 12188965"/>
              <a:gd name="connsiteY5492" fmla="*/ 1717404 h 2053176"/>
              <a:gd name="connsiteX5493" fmla="*/ 1479806 w 12188965"/>
              <a:gd name="connsiteY5493" fmla="*/ 1691745 h 2053176"/>
              <a:gd name="connsiteX5494" fmla="*/ 1505464 w 12188965"/>
              <a:gd name="connsiteY5494" fmla="*/ 1666086 h 2053176"/>
              <a:gd name="connsiteX5495" fmla="*/ 1441258 w 12188965"/>
              <a:gd name="connsiteY5495" fmla="*/ 1666086 h 2053176"/>
              <a:gd name="connsiteX5496" fmla="*/ 1466917 w 12188965"/>
              <a:gd name="connsiteY5496" fmla="*/ 1691745 h 2053176"/>
              <a:gd name="connsiteX5497" fmla="*/ 1441258 w 12188965"/>
              <a:gd name="connsiteY5497" fmla="*/ 1717404 h 2053176"/>
              <a:gd name="connsiteX5498" fmla="*/ 1415599 w 12188965"/>
              <a:gd name="connsiteY5498" fmla="*/ 1691745 h 2053176"/>
              <a:gd name="connsiteX5499" fmla="*/ 1441258 w 12188965"/>
              <a:gd name="connsiteY5499" fmla="*/ 1666086 h 2053176"/>
              <a:gd name="connsiteX5500" fmla="*/ 1377053 w 12188965"/>
              <a:gd name="connsiteY5500" fmla="*/ 1666086 h 2053176"/>
              <a:gd name="connsiteX5501" fmla="*/ 1402712 w 12188965"/>
              <a:gd name="connsiteY5501" fmla="*/ 1691745 h 2053176"/>
              <a:gd name="connsiteX5502" fmla="*/ 1377053 w 12188965"/>
              <a:gd name="connsiteY5502" fmla="*/ 1717404 h 2053176"/>
              <a:gd name="connsiteX5503" fmla="*/ 1351395 w 12188965"/>
              <a:gd name="connsiteY5503" fmla="*/ 1691745 h 2053176"/>
              <a:gd name="connsiteX5504" fmla="*/ 1377053 w 12188965"/>
              <a:gd name="connsiteY5504" fmla="*/ 1666086 h 2053176"/>
              <a:gd name="connsiteX5505" fmla="*/ 1248643 w 12188965"/>
              <a:gd name="connsiteY5505" fmla="*/ 1666086 h 2053176"/>
              <a:gd name="connsiteX5506" fmla="*/ 1274302 w 12188965"/>
              <a:gd name="connsiteY5506" fmla="*/ 1691745 h 2053176"/>
              <a:gd name="connsiteX5507" fmla="*/ 1248643 w 12188965"/>
              <a:gd name="connsiteY5507" fmla="*/ 1717404 h 2053176"/>
              <a:gd name="connsiteX5508" fmla="*/ 1222984 w 12188965"/>
              <a:gd name="connsiteY5508" fmla="*/ 1691745 h 2053176"/>
              <a:gd name="connsiteX5509" fmla="*/ 1248643 w 12188965"/>
              <a:gd name="connsiteY5509" fmla="*/ 1666086 h 2053176"/>
              <a:gd name="connsiteX5510" fmla="*/ 1184437 w 12188965"/>
              <a:gd name="connsiteY5510" fmla="*/ 1666086 h 2053176"/>
              <a:gd name="connsiteX5511" fmla="*/ 1210096 w 12188965"/>
              <a:gd name="connsiteY5511" fmla="*/ 1691745 h 2053176"/>
              <a:gd name="connsiteX5512" fmla="*/ 1184437 w 12188965"/>
              <a:gd name="connsiteY5512" fmla="*/ 1717404 h 2053176"/>
              <a:gd name="connsiteX5513" fmla="*/ 1158780 w 12188965"/>
              <a:gd name="connsiteY5513" fmla="*/ 1691745 h 2053176"/>
              <a:gd name="connsiteX5514" fmla="*/ 1184437 w 12188965"/>
              <a:gd name="connsiteY5514" fmla="*/ 1666086 h 2053176"/>
              <a:gd name="connsiteX5515" fmla="*/ 1120233 w 12188965"/>
              <a:gd name="connsiteY5515" fmla="*/ 1666086 h 2053176"/>
              <a:gd name="connsiteX5516" fmla="*/ 1145892 w 12188965"/>
              <a:gd name="connsiteY5516" fmla="*/ 1691745 h 2053176"/>
              <a:gd name="connsiteX5517" fmla="*/ 1120233 w 12188965"/>
              <a:gd name="connsiteY5517" fmla="*/ 1717404 h 2053176"/>
              <a:gd name="connsiteX5518" fmla="*/ 1094573 w 12188965"/>
              <a:gd name="connsiteY5518" fmla="*/ 1691745 h 2053176"/>
              <a:gd name="connsiteX5519" fmla="*/ 1120233 w 12188965"/>
              <a:gd name="connsiteY5519" fmla="*/ 1666086 h 2053176"/>
              <a:gd name="connsiteX5520" fmla="*/ 1056027 w 12188965"/>
              <a:gd name="connsiteY5520" fmla="*/ 1666086 h 2053176"/>
              <a:gd name="connsiteX5521" fmla="*/ 1081685 w 12188965"/>
              <a:gd name="connsiteY5521" fmla="*/ 1691745 h 2053176"/>
              <a:gd name="connsiteX5522" fmla="*/ 1056027 w 12188965"/>
              <a:gd name="connsiteY5522" fmla="*/ 1717404 h 2053176"/>
              <a:gd name="connsiteX5523" fmla="*/ 1030369 w 12188965"/>
              <a:gd name="connsiteY5523" fmla="*/ 1691745 h 2053176"/>
              <a:gd name="connsiteX5524" fmla="*/ 1056027 w 12188965"/>
              <a:gd name="connsiteY5524" fmla="*/ 1666086 h 2053176"/>
              <a:gd name="connsiteX5525" fmla="*/ 991823 w 12188965"/>
              <a:gd name="connsiteY5525" fmla="*/ 1666086 h 2053176"/>
              <a:gd name="connsiteX5526" fmla="*/ 1017481 w 12188965"/>
              <a:gd name="connsiteY5526" fmla="*/ 1691745 h 2053176"/>
              <a:gd name="connsiteX5527" fmla="*/ 991823 w 12188965"/>
              <a:gd name="connsiteY5527" fmla="*/ 1717404 h 2053176"/>
              <a:gd name="connsiteX5528" fmla="*/ 966162 w 12188965"/>
              <a:gd name="connsiteY5528" fmla="*/ 1691745 h 2053176"/>
              <a:gd name="connsiteX5529" fmla="*/ 991823 w 12188965"/>
              <a:gd name="connsiteY5529" fmla="*/ 1666086 h 2053176"/>
              <a:gd name="connsiteX5530" fmla="*/ 927616 w 12188965"/>
              <a:gd name="connsiteY5530" fmla="*/ 1666086 h 2053176"/>
              <a:gd name="connsiteX5531" fmla="*/ 953275 w 12188965"/>
              <a:gd name="connsiteY5531" fmla="*/ 1691745 h 2053176"/>
              <a:gd name="connsiteX5532" fmla="*/ 927616 w 12188965"/>
              <a:gd name="connsiteY5532" fmla="*/ 1717404 h 2053176"/>
              <a:gd name="connsiteX5533" fmla="*/ 901957 w 12188965"/>
              <a:gd name="connsiteY5533" fmla="*/ 1691745 h 2053176"/>
              <a:gd name="connsiteX5534" fmla="*/ 927616 w 12188965"/>
              <a:gd name="connsiteY5534" fmla="*/ 1666086 h 2053176"/>
              <a:gd name="connsiteX5535" fmla="*/ 863411 w 12188965"/>
              <a:gd name="connsiteY5535" fmla="*/ 1666086 h 2053176"/>
              <a:gd name="connsiteX5536" fmla="*/ 889071 w 12188965"/>
              <a:gd name="connsiteY5536" fmla="*/ 1691745 h 2053176"/>
              <a:gd name="connsiteX5537" fmla="*/ 863411 w 12188965"/>
              <a:gd name="connsiteY5537" fmla="*/ 1717404 h 2053176"/>
              <a:gd name="connsiteX5538" fmla="*/ 837752 w 12188965"/>
              <a:gd name="connsiteY5538" fmla="*/ 1691745 h 2053176"/>
              <a:gd name="connsiteX5539" fmla="*/ 863411 w 12188965"/>
              <a:gd name="connsiteY5539" fmla="*/ 1666086 h 2053176"/>
              <a:gd name="connsiteX5540" fmla="*/ 670679 w 12188965"/>
              <a:gd name="connsiteY5540" fmla="*/ 1666086 h 2053176"/>
              <a:gd name="connsiteX5541" fmla="*/ 696338 w 12188965"/>
              <a:gd name="connsiteY5541" fmla="*/ 1691745 h 2053176"/>
              <a:gd name="connsiteX5542" fmla="*/ 670679 w 12188965"/>
              <a:gd name="connsiteY5542" fmla="*/ 1717404 h 2053176"/>
              <a:gd name="connsiteX5543" fmla="*/ 645020 w 12188965"/>
              <a:gd name="connsiteY5543" fmla="*/ 1691745 h 2053176"/>
              <a:gd name="connsiteX5544" fmla="*/ 670679 w 12188965"/>
              <a:gd name="connsiteY5544" fmla="*/ 1666086 h 2053176"/>
              <a:gd name="connsiteX5545" fmla="*/ 606475 w 12188965"/>
              <a:gd name="connsiteY5545" fmla="*/ 1666086 h 2053176"/>
              <a:gd name="connsiteX5546" fmla="*/ 632134 w 12188965"/>
              <a:gd name="connsiteY5546" fmla="*/ 1691745 h 2053176"/>
              <a:gd name="connsiteX5547" fmla="*/ 606475 w 12188965"/>
              <a:gd name="connsiteY5547" fmla="*/ 1717404 h 2053176"/>
              <a:gd name="connsiteX5548" fmla="*/ 580815 w 12188965"/>
              <a:gd name="connsiteY5548" fmla="*/ 1691745 h 2053176"/>
              <a:gd name="connsiteX5549" fmla="*/ 606475 w 12188965"/>
              <a:gd name="connsiteY5549" fmla="*/ 1666086 h 2053176"/>
              <a:gd name="connsiteX5550" fmla="*/ 542268 w 12188965"/>
              <a:gd name="connsiteY5550" fmla="*/ 1666086 h 2053176"/>
              <a:gd name="connsiteX5551" fmla="*/ 567927 w 12188965"/>
              <a:gd name="connsiteY5551" fmla="*/ 1691745 h 2053176"/>
              <a:gd name="connsiteX5552" fmla="*/ 542268 w 12188965"/>
              <a:gd name="connsiteY5552" fmla="*/ 1717404 h 2053176"/>
              <a:gd name="connsiteX5553" fmla="*/ 516610 w 12188965"/>
              <a:gd name="connsiteY5553" fmla="*/ 1691745 h 2053176"/>
              <a:gd name="connsiteX5554" fmla="*/ 542268 w 12188965"/>
              <a:gd name="connsiteY5554" fmla="*/ 1666086 h 2053176"/>
              <a:gd name="connsiteX5555" fmla="*/ 478063 w 12188965"/>
              <a:gd name="connsiteY5555" fmla="*/ 1666086 h 2053176"/>
              <a:gd name="connsiteX5556" fmla="*/ 503724 w 12188965"/>
              <a:gd name="connsiteY5556" fmla="*/ 1691745 h 2053176"/>
              <a:gd name="connsiteX5557" fmla="*/ 478063 w 12188965"/>
              <a:gd name="connsiteY5557" fmla="*/ 1717404 h 2053176"/>
              <a:gd name="connsiteX5558" fmla="*/ 452404 w 12188965"/>
              <a:gd name="connsiteY5558" fmla="*/ 1691745 h 2053176"/>
              <a:gd name="connsiteX5559" fmla="*/ 478063 w 12188965"/>
              <a:gd name="connsiteY5559" fmla="*/ 1666086 h 2053176"/>
              <a:gd name="connsiteX5560" fmla="*/ 413858 w 12188965"/>
              <a:gd name="connsiteY5560" fmla="*/ 1666086 h 2053176"/>
              <a:gd name="connsiteX5561" fmla="*/ 439517 w 12188965"/>
              <a:gd name="connsiteY5561" fmla="*/ 1691745 h 2053176"/>
              <a:gd name="connsiteX5562" fmla="*/ 413858 w 12188965"/>
              <a:gd name="connsiteY5562" fmla="*/ 1717404 h 2053176"/>
              <a:gd name="connsiteX5563" fmla="*/ 388200 w 12188965"/>
              <a:gd name="connsiteY5563" fmla="*/ 1691745 h 2053176"/>
              <a:gd name="connsiteX5564" fmla="*/ 413858 w 12188965"/>
              <a:gd name="connsiteY5564" fmla="*/ 1666086 h 2053176"/>
              <a:gd name="connsiteX5565" fmla="*/ 346686 w 12188965"/>
              <a:gd name="connsiteY5565" fmla="*/ 1666086 h 2053176"/>
              <a:gd name="connsiteX5566" fmla="*/ 372344 w 12188965"/>
              <a:gd name="connsiteY5566" fmla="*/ 1691745 h 2053176"/>
              <a:gd name="connsiteX5567" fmla="*/ 346686 w 12188965"/>
              <a:gd name="connsiteY5567" fmla="*/ 1717404 h 2053176"/>
              <a:gd name="connsiteX5568" fmla="*/ 321027 w 12188965"/>
              <a:gd name="connsiteY5568" fmla="*/ 1691745 h 2053176"/>
              <a:gd name="connsiteX5569" fmla="*/ 346686 w 12188965"/>
              <a:gd name="connsiteY5569" fmla="*/ 1666086 h 2053176"/>
              <a:gd name="connsiteX5570" fmla="*/ 282480 w 12188965"/>
              <a:gd name="connsiteY5570" fmla="*/ 1666086 h 2053176"/>
              <a:gd name="connsiteX5571" fmla="*/ 308138 w 12188965"/>
              <a:gd name="connsiteY5571" fmla="*/ 1691745 h 2053176"/>
              <a:gd name="connsiteX5572" fmla="*/ 282480 w 12188965"/>
              <a:gd name="connsiteY5572" fmla="*/ 1717404 h 2053176"/>
              <a:gd name="connsiteX5573" fmla="*/ 256820 w 12188965"/>
              <a:gd name="connsiteY5573" fmla="*/ 1691745 h 2053176"/>
              <a:gd name="connsiteX5574" fmla="*/ 282480 w 12188965"/>
              <a:gd name="connsiteY5574" fmla="*/ 1666086 h 2053176"/>
              <a:gd name="connsiteX5575" fmla="*/ 218274 w 12188965"/>
              <a:gd name="connsiteY5575" fmla="*/ 1666086 h 2053176"/>
              <a:gd name="connsiteX5576" fmla="*/ 243932 w 12188965"/>
              <a:gd name="connsiteY5576" fmla="*/ 1691745 h 2053176"/>
              <a:gd name="connsiteX5577" fmla="*/ 218274 w 12188965"/>
              <a:gd name="connsiteY5577" fmla="*/ 1717404 h 2053176"/>
              <a:gd name="connsiteX5578" fmla="*/ 192615 w 12188965"/>
              <a:gd name="connsiteY5578" fmla="*/ 1691745 h 2053176"/>
              <a:gd name="connsiteX5579" fmla="*/ 218274 w 12188965"/>
              <a:gd name="connsiteY5579" fmla="*/ 1666086 h 2053176"/>
              <a:gd name="connsiteX5580" fmla="*/ 25659 w 12188965"/>
              <a:gd name="connsiteY5580" fmla="*/ 1666086 h 2053176"/>
              <a:gd name="connsiteX5581" fmla="*/ 51317 w 12188965"/>
              <a:gd name="connsiteY5581" fmla="*/ 1691745 h 2053176"/>
              <a:gd name="connsiteX5582" fmla="*/ 25659 w 12188965"/>
              <a:gd name="connsiteY5582" fmla="*/ 1717404 h 2053176"/>
              <a:gd name="connsiteX5583" fmla="*/ 0 w 12188965"/>
              <a:gd name="connsiteY5583" fmla="*/ 1691745 h 2053176"/>
              <a:gd name="connsiteX5584" fmla="*/ 25659 w 12188965"/>
              <a:gd name="connsiteY5584" fmla="*/ 1666086 h 2053176"/>
              <a:gd name="connsiteX5585" fmla="*/ 11582491 w 12188965"/>
              <a:gd name="connsiteY5585" fmla="*/ 1611634 h 2053176"/>
              <a:gd name="connsiteX5586" fmla="*/ 11595379 w 12188965"/>
              <a:gd name="connsiteY5586" fmla="*/ 1624521 h 2053176"/>
              <a:gd name="connsiteX5587" fmla="*/ 11582491 w 12188965"/>
              <a:gd name="connsiteY5587" fmla="*/ 1637409 h 2053176"/>
              <a:gd name="connsiteX5588" fmla="*/ 11569605 w 12188965"/>
              <a:gd name="connsiteY5588" fmla="*/ 1624521 h 2053176"/>
              <a:gd name="connsiteX5589" fmla="*/ 11582491 w 12188965"/>
              <a:gd name="connsiteY5589" fmla="*/ 1611634 h 2053176"/>
              <a:gd name="connsiteX5590" fmla="*/ 11518287 w 12188965"/>
              <a:gd name="connsiteY5590" fmla="*/ 1611634 h 2053176"/>
              <a:gd name="connsiteX5591" fmla="*/ 11531175 w 12188965"/>
              <a:gd name="connsiteY5591" fmla="*/ 1624521 h 2053176"/>
              <a:gd name="connsiteX5592" fmla="*/ 11518287 w 12188965"/>
              <a:gd name="connsiteY5592" fmla="*/ 1637409 h 2053176"/>
              <a:gd name="connsiteX5593" fmla="*/ 11505399 w 12188965"/>
              <a:gd name="connsiteY5593" fmla="*/ 1624521 h 2053176"/>
              <a:gd name="connsiteX5594" fmla="*/ 11518287 w 12188965"/>
              <a:gd name="connsiteY5594" fmla="*/ 1611634 h 2053176"/>
              <a:gd name="connsiteX5595" fmla="*/ 10169743 w 12188965"/>
              <a:gd name="connsiteY5595" fmla="*/ 1611634 h 2053176"/>
              <a:gd name="connsiteX5596" fmla="*/ 10182631 w 12188965"/>
              <a:gd name="connsiteY5596" fmla="*/ 1624521 h 2053176"/>
              <a:gd name="connsiteX5597" fmla="*/ 10169743 w 12188965"/>
              <a:gd name="connsiteY5597" fmla="*/ 1637409 h 2053176"/>
              <a:gd name="connsiteX5598" fmla="*/ 10156855 w 12188965"/>
              <a:gd name="connsiteY5598" fmla="*/ 1624521 h 2053176"/>
              <a:gd name="connsiteX5599" fmla="*/ 10169743 w 12188965"/>
              <a:gd name="connsiteY5599" fmla="*/ 1611634 h 2053176"/>
              <a:gd name="connsiteX5600" fmla="*/ 9848716 w 12188965"/>
              <a:gd name="connsiteY5600" fmla="*/ 1611634 h 2053176"/>
              <a:gd name="connsiteX5601" fmla="*/ 9861604 w 12188965"/>
              <a:gd name="connsiteY5601" fmla="*/ 1624521 h 2053176"/>
              <a:gd name="connsiteX5602" fmla="*/ 9848716 w 12188965"/>
              <a:gd name="connsiteY5602" fmla="*/ 1637409 h 2053176"/>
              <a:gd name="connsiteX5603" fmla="*/ 9835828 w 12188965"/>
              <a:gd name="connsiteY5603" fmla="*/ 1624521 h 2053176"/>
              <a:gd name="connsiteX5604" fmla="*/ 9848716 w 12188965"/>
              <a:gd name="connsiteY5604" fmla="*/ 1611634 h 2053176"/>
              <a:gd name="connsiteX5605" fmla="*/ 7023451 w 12188965"/>
              <a:gd name="connsiteY5605" fmla="*/ 1611634 h 2053176"/>
              <a:gd name="connsiteX5606" fmla="*/ 7036339 w 12188965"/>
              <a:gd name="connsiteY5606" fmla="*/ 1624521 h 2053176"/>
              <a:gd name="connsiteX5607" fmla="*/ 7023451 w 12188965"/>
              <a:gd name="connsiteY5607" fmla="*/ 1637409 h 2053176"/>
              <a:gd name="connsiteX5608" fmla="*/ 7010566 w 12188965"/>
              <a:gd name="connsiteY5608" fmla="*/ 1624521 h 2053176"/>
              <a:gd name="connsiteX5609" fmla="*/ 7023451 w 12188965"/>
              <a:gd name="connsiteY5609" fmla="*/ 1611634 h 2053176"/>
              <a:gd name="connsiteX5610" fmla="*/ 5871887 w 12188965"/>
              <a:gd name="connsiteY5610" fmla="*/ 1611634 h 2053176"/>
              <a:gd name="connsiteX5611" fmla="*/ 5884776 w 12188965"/>
              <a:gd name="connsiteY5611" fmla="*/ 1624521 h 2053176"/>
              <a:gd name="connsiteX5612" fmla="*/ 5871887 w 12188965"/>
              <a:gd name="connsiteY5612" fmla="*/ 1637409 h 2053176"/>
              <a:gd name="connsiteX5613" fmla="*/ 5859000 w 12188965"/>
              <a:gd name="connsiteY5613" fmla="*/ 1624521 h 2053176"/>
              <a:gd name="connsiteX5614" fmla="*/ 5871887 w 12188965"/>
              <a:gd name="connsiteY5614" fmla="*/ 1611634 h 2053176"/>
              <a:gd name="connsiteX5615" fmla="*/ 5807683 w 12188965"/>
              <a:gd name="connsiteY5615" fmla="*/ 1611634 h 2053176"/>
              <a:gd name="connsiteX5616" fmla="*/ 5820571 w 12188965"/>
              <a:gd name="connsiteY5616" fmla="*/ 1624521 h 2053176"/>
              <a:gd name="connsiteX5617" fmla="*/ 5807683 w 12188965"/>
              <a:gd name="connsiteY5617" fmla="*/ 1637409 h 2053176"/>
              <a:gd name="connsiteX5618" fmla="*/ 5794796 w 12188965"/>
              <a:gd name="connsiteY5618" fmla="*/ 1624521 h 2053176"/>
              <a:gd name="connsiteX5619" fmla="*/ 5807683 w 12188965"/>
              <a:gd name="connsiteY5619" fmla="*/ 1611634 h 2053176"/>
              <a:gd name="connsiteX5620" fmla="*/ 4459140 w 12188965"/>
              <a:gd name="connsiteY5620" fmla="*/ 1611634 h 2053176"/>
              <a:gd name="connsiteX5621" fmla="*/ 4472025 w 12188965"/>
              <a:gd name="connsiteY5621" fmla="*/ 1624521 h 2053176"/>
              <a:gd name="connsiteX5622" fmla="*/ 4459140 w 12188965"/>
              <a:gd name="connsiteY5622" fmla="*/ 1637409 h 2053176"/>
              <a:gd name="connsiteX5623" fmla="*/ 4446252 w 12188965"/>
              <a:gd name="connsiteY5623" fmla="*/ 1624521 h 2053176"/>
              <a:gd name="connsiteX5624" fmla="*/ 4459140 w 12188965"/>
              <a:gd name="connsiteY5624" fmla="*/ 1611634 h 2053176"/>
              <a:gd name="connsiteX5625" fmla="*/ 4138112 w 12188965"/>
              <a:gd name="connsiteY5625" fmla="*/ 1611634 h 2053176"/>
              <a:gd name="connsiteX5626" fmla="*/ 4151000 w 12188965"/>
              <a:gd name="connsiteY5626" fmla="*/ 1624521 h 2053176"/>
              <a:gd name="connsiteX5627" fmla="*/ 4138112 w 12188965"/>
              <a:gd name="connsiteY5627" fmla="*/ 1637409 h 2053176"/>
              <a:gd name="connsiteX5628" fmla="*/ 4125224 w 12188965"/>
              <a:gd name="connsiteY5628" fmla="*/ 1624521 h 2053176"/>
              <a:gd name="connsiteX5629" fmla="*/ 4138112 w 12188965"/>
              <a:gd name="connsiteY5629" fmla="*/ 1611634 h 2053176"/>
              <a:gd name="connsiteX5630" fmla="*/ 1312848 w 12188965"/>
              <a:gd name="connsiteY5630" fmla="*/ 1611634 h 2053176"/>
              <a:gd name="connsiteX5631" fmla="*/ 1325735 w 12188965"/>
              <a:gd name="connsiteY5631" fmla="*/ 1624521 h 2053176"/>
              <a:gd name="connsiteX5632" fmla="*/ 1312848 w 12188965"/>
              <a:gd name="connsiteY5632" fmla="*/ 1637409 h 2053176"/>
              <a:gd name="connsiteX5633" fmla="*/ 1299962 w 12188965"/>
              <a:gd name="connsiteY5633" fmla="*/ 1624521 h 2053176"/>
              <a:gd name="connsiteX5634" fmla="*/ 1312848 w 12188965"/>
              <a:gd name="connsiteY5634" fmla="*/ 1611634 h 2053176"/>
              <a:gd name="connsiteX5635" fmla="*/ 154069 w 12188965"/>
              <a:gd name="connsiteY5635" fmla="*/ 1611634 h 2053176"/>
              <a:gd name="connsiteX5636" fmla="*/ 166957 w 12188965"/>
              <a:gd name="connsiteY5636" fmla="*/ 1624521 h 2053176"/>
              <a:gd name="connsiteX5637" fmla="*/ 154069 w 12188965"/>
              <a:gd name="connsiteY5637" fmla="*/ 1637409 h 2053176"/>
              <a:gd name="connsiteX5638" fmla="*/ 141182 w 12188965"/>
              <a:gd name="connsiteY5638" fmla="*/ 1624521 h 2053176"/>
              <a:gd name="connsiteX5639" fmla="*/ 154069 w 12188965"/>
              <a:gd name="connsiteY5639" fmla="*/ 1611634 h 2053176"/>
              <a:gd name="connsiteX5640" fmla="*/ 89864 w 12188965"/>
              <a:gd name="connsiteY5640" fmla="*/ 1611634 h 2053176"/>
              <a:gd name="connsiteX5641" fmla="*/ 102752 w 12188965"/>
              <a:gd name="connsiteY5641" fmla="*/ 1624521 h 2053176"/>
              <a:gd name="connsiteX5642" fmla="*/ 89864 w 12188965"/>
              <a:gd name="connsiteY5642" fmla="*/ 1637409 h 2053176"/>
              <a:gd name="connsiteX5643" fmla="*/ 76977 w 12188965"/>
              <a:gd name="connsiteY5643" fmla="*/ 1624521 h 2053176"/>
              <a:gd name="connsiteX5644" fmla="*/ 89864 w 12188965"/>
              <a:gd name="connsiteY5644" fmla="*/ 1611634 h 2053176"/>
              <a:gd name="connsiteX5645" fmla="*/ 12099103 w 12188965"/>
              <a:gd name="connsiteY5645" fmla="*/ 1598863 h 2053176"/>
              <a:gd name="connsiteX5646" fmla="*/ 12124761 w 12188965"/>
              <a:gd name="connsiteY5646" fmla="*/ 1624521 h 2053176"/>
              <a:gd name="connsiteX5647" fmla="*/ 12099103 w 12188965"/>
              <a:gd name="connsiteY5647" fmla="*/ 1650180 h 2053176"/>
              <a:gd name="connsiteX5648" fmla="*/ 12073441 w 12188965"/>
              <a:gd name="connsiteY5648" fmla="*/ 1624521 h 2053176"/>
              <a:gd name="connsiteX5649" fmla="*/ 12099103 w 12188965"/>
              <a:gd name="connsiteY5649" fmla="*/ 1598863 h 2053176"/>
              <a:gd name="connsiteX5650" fmla="*/ 12034897 w 12188965"/>
              <a:gd name="connsiteY5650" fmla="*/ 1598863 h 2053176"/>
              <a:gd name="connsiteX5651" fmla="*/ 12060557 w 12188965"/>
              <a:gd name="connsiteY5651" fmla="*/ 1624521 h 2053176"/>
              <a:gd name="connsiteX5652" fmla="*/ 12034897 w 12188965"/>
              <a:gd name="connsiteY5652" fmla="*/ 1650180 h 2053176"/>
              <a:gd name="connsiteX5653" fmla="*/ 12009237 w 12188965"/>
              <a:gd name="connsiteY5653" fmla="*/ 1624521 h 2053176"/>
              <a:gd name="connsiteX5654" fmla="*/ 12034897 w 12188965"/>
              <a:gd name="connsiteY5654" fmla="*/ 1598863 h 2053176"/>
              <a:gd name="connsiteX5655" fmla="*/ 11970691 w 12188965"/>
              <a:gd name="connsiteY5655" fmla="*/ 1598863 h 2053176"/>
              <a:gd name="connsiteX5656" fmla="*/ 11996349 w 12188965"/>
              <a:gd name="connsiteY5656" fmla="*/ 1624521 h 2053176"/>
              <a:gd name="connsiteX5657" fmla="*/ 11970691 w 12188965"/>
              <a:gd name="connsiteY5657" fmla="*/ 1650180 h 2053176"/>
              <a:gd name="connsiteX5658" fmla="*/ 11945033 w 12188965"/>
              <a:gd name="connsiteY5658" fmla="*/ 1624521 h 2053176"/>
              <a:gd name="connsiteX5659" fmla="*/ 11970691 w 12188965"/>
              <a:gd name="connsiteY5659" fmla="*/ 1598863 h 2053176"/>
              <a:gd name="connsiteX5660" fmla="*/ 11906483 w 12188965"/>
              <a:gd name="connsiteY5660" fmla="*/ 1598863 h 2053176"/>
              <a:gd name="connsiteX5661" fmla="*/ 11932145 w 12188965"/>
              <a:gd name="connsiteY5661" fmla="*/ 1624521 h 2053176"/>
              <a:gd name="connsiteX5662" fmla="*/ 11906483 w 12188965"/>
              <a:gd name="connsiteY5662" fmla="*/ 1650180 h 2053176"/>
              <a:gd name="connsiteX5663" fmla="*/ 11880825 w 12188965"/>
              <a:gd name="connsiteY5663" fmla="*/ 1624521 h 2053176"/>
              <a:gd name="connsiteX5664" fmla="*/ 11906483 w 12188965"/>
              <a:gd name="connsiteY5664" fmla="*/ 1598863 h 2053176"/>
              <a:gd name="connsiteX5665" fmla="*/ 11842279 w 12188965"/>
              <a:gd name="connsiteY5665" fmla="*/ 1598863 h 2053176"/>
              <a:gd name="connsiteX5666" fmla="*/ 11867941 w 12188965"/>
              <a:gd name="connsiteY5666" fmla="*/ 1624521 h 2053176"/>
              <a:gd name="connsiteX5667" fmla="*/ 11842279 w 12188965"/>
              <a:gd name="connsiteY5667" fmla="*/ 1650180 h 2053176"/>
              <a:gd name="connsiteX5668" fmla="*/ 11816621 w 12188965"/>
              <a:gd name="connsiteY5668" fmla="*/ 1624521 h 2053176"/>
              <a:gd name="connsiteX5669" fmla="*/ 11842279 w 12188965"/>
              <a:gd name="connsiteY5669" fmla="*/ 1598863 h 2053176"/>
              <a:gd name="connsiteX5670" fmla="*/ 11775107 w 12188965"/>
              <a:gd name="connsiteY5670" fmla="*/ 1598863 h 2053176"/>
              <a:gd name="connsiteX5671" fmla="*/ 11800767 w 12188965"/>
              <a:gd name="connsiteY5671" fmla="*/ 1624521 h 2053176"/>
              <a:gd name="connsiteX5672" fmla="*/ 11775107 w 12188965"/>
              <a:gd name="connsiteY5672" fmla="*/ 1650180 h 2053176"/>
              <a:gd name="connsiteX5673" fmla="*/ 11749449 w 12188965"/>
              <a:gd name="connsiteY5673" fmla="*/ 1624521 h 2053176"/>
              <a:gd name="connsiteX5674" fmla="*/ 11775107 w 12188965"/>
              <a:gd name="connsiteY5674" fmla="*/ 1598863 h 2053176"/>
              <a:gd name="connsiteX5675" fmla="*/ 11710901 w 12188965"/>
              <a:gd name="connsiteY5675" fmla="*/ 1598863 h 2053176"/>
              <a:gd name="connsiteX5676" fmla="*/ 11736561 w 12188965"/>
              <a:gd name="connsiteY5676" fmla="*/ 1624521 h 2053176"/>
              <a:gd name="connsiteX5677" fmla="*/ 11710901 w 12188965"/>
              <a:gd name="connsiteY5677" fmla="*/ 1650180 h 2053176"/>
              <a:gd name="connsiteX5678" fmla="*/ 11685243 w 12188965"/>
              <a:gd name="connsiteY5678" fmla="*/ 1624521 h 2053176"/>
              <a:gd name="connsiteX5679" fmla="*/ 11710901 w 12188965"/>
              <a:gd name="connsiteY5679" fmla="*/ 1598863 h 2053176"/>
              <a:gd name="connsiteX5680" fmla="*/ 11646697 w 12188965"/>
              <a:gd name="connsiteY5680" fmla="*/ 1598863 h 2053176"/>
              <a:gd name="connsiteX5681" fmla="*/ 11672355 w 12188965"/>
              <a:gd name="connsiteY5681" fmla="*/ 1624521 h 2053176"/>
              <a:gd name="connsiteX5682" fmla="*/ 11646697 w 12188965"/>
              <a:gd name="connsiteY5682" fmla="*/ 1650180 h 2053176"/>
              <a:gd name="connsiteX5683" fmla="*/ 11621037 w 12188965"/>
              <a:gd name="connsiteY5683" fmla="*/ 1624521 h 2053176"/>
              <a:gd name="connsiteX5684" fmla="*/ 11646697 w 12188965"/>
              <a:gd name="connsiteY5684" fmla="*/ 1598863 h 2053176"/>
              <a:gd name="connsiteX5685" fmla="*/ 11454081 w 12188965"/>
              <a:gd name="connsiteY5685" fmla="*/ 1598863 h 2053176"/>
              <a:gd name="connsiteX5686" fmla="*/ 11479739 w 12188965"/>
              <a:gd name="connsiteY5686" fmla="*/ 1624521 h 2053176"/>
              <a:gd name="connsiteX5687" fmla="*/ 11454081 w 12188965"/>
              <a:gd name="connsiteY5687" fmla="*/ 1650180 h 2053176"/>
              <a:gd name="connsiteX5688" fmla="*/ 11428421 w 12188965"/>
              <a:gd name="connsiteY5688" fmla="*/ 1624521 h 2053176"/>
              <a:gd name="connsiteX5689" fmla="*/ 11454081 w 12188965"/>
              <a:gd name="connsiteY5689" fmla="*/ 1598863 h 2053176"/>
              <a:gd name="connsiteX5690" fmla="*/ 11389875 w 12188965"/>
              <a:gd name="connsiteY5690" fmla="*/ 1598863 h 2053176"/>
              <a:gd name="connsiteX5691" fmla="*/ 11415533 w 12188965"/>
              <a:gd name="connsiteY5691" fmla="*/ 1624521 h 2053176"/>
              <a:gd name="connsiteX5692" fmla="*/ 11389875 w 12188965"/>
              <a:gd name="connsiteY5692" fmla="*/ 1650180 h 2053176"/>
              <a:gd name="connsiteX5693" fmla="*/ 11364217 w 12188965"/>
              <a:gd name="connsiteY5693" fmla="*/ 1624521 h 2053176"/>
              <a:gd name="connsiteX5694" fmla="*/ 11389875 w 12188965"/>
              <a:gd name="connsiteY5694" fmla="*/ 1598863 h 2053176"/>
              <a:gd name="connsiteX5695" fmla="*/ 11325670 w 12188965"/>
              <a:gd name="connsiteY5695" fmla="*/ 1598863 h 2053176"/>
              <a:gd name="connsiteX5696" fmla="*/ 11351329 w 12188965"/>
              <a:gd name="connsiteY5696" fmla="*/ 1624521 h 2053176"/>
              <a:gd name="connsiteX5697" fmla="*/ 11325670 w 12188965"/>
              <a:gd name="connsiteY5697" fmla="*/ 1650180 h 2053176"/>
              <a:gd name="connsiteX5698" fmla="*/ 11300012 w 12188965"/>
              <a:gd name="connsiteY5698" fmla="*/ 1624521 h 2053176"/>
              <a:gd name="connsiteX5699" fmla="*/ 11325670 w 12188965"/>
              <a:gd name="connsiteY5699" fmla="*/ 1598863 h 2053176"/>
              <a:gd name="connsiteX5700" fmla="*/ 11261466 w 12188965"/>
              <a:gd name="connsiteY5700" fmla="*/ 1598863 h 2053176"/>
              <a:gd name="connsiteX5701" fmla="*/ 11287124 w 12188965"/>
              <a:gd name="connsiteY5701" fmla="*/ 1624521 h 2053176"/>
              <a:gd name="connsiteX5702" fmla="*/ 11261466 w 12188965"/>
              <a:gd name="connsiteY5702" fmla="*/ 1650180 h 2053176"/>
              <a:gd name="connsiteX5703" fmla="*/ 11235805 w 12188965"/>
              <a:gd name="connsiteY5703" fmla="*/ 1624521 h 2053176"/>
              <a:gd name="connsiteX5704" fmla="*/ 11261466 w 12188965"/>
              <a:gd name="connsiteY5704" fmla="*/ 1598863 h 2053176"/>
              <a:gd name="connsiteX5705" fmla="*/ 11197259 w 12188965"/>
              <a:gd name="connsiteY5705" fmla="*/ 1598863 h 2053176"/>
              <a:gd name="connsiteX5706" fmla="*/ 11222917 w 12188965"/>
              <a:gd name="connsiteY5706" fmla="*/ 1624521 h 2053176"/>
              <a:gd name="connsiteX5707" fmla="*/ 11197259 w 12188965"/>
              <a:gd name="connsiteY5707" fmla="*/ 1650180 h 2053176"/>
              <a:gd name="connsiteX5708" fmla="*/ 11171601 w 12188965"/>
              <a:gd name="connsiteY5708" fmla="*/ 1624521 h 2053176"/>
              <a:gd name="connsiteX5709" fmla="*/ 11197259 w 12188965"/>
              <a:gd name="connsiteY5709" fmla="*/ 1598863 h 2053176"/>
              <a:gd name="connsiteX5710" fmla="*/ 11133055 w 12188965"/>
              <a:gd name="connsiteY5710" fmla="*/ 1598863 h 2053176"/>
              <a:gd name="connsiteX5711" fmla="*/ 11158713 w 12188965"/>
              <a:gd name="connsiteY5711" fmla="*/ 1624521 h 2053176"/>
              <a:gd name="connsiteX5712" fmla="*/ 11133055 w 12188965"/>
              <a:gd name="connsiteY5712" fmla="*/ 1650180 h 2053176"/>
              <a:gd name="connsiteX5713" fmla="*/ 11107396 w 12188965"/>
              <a:gd name="connsiteY5713" fmla="*/ 1624521 h 2053176"/>
              <a:gd name="connsiteX5714" fmla="*/ 11133055 w 12188965"/>
              <a:gd name="connsiteY5714" fmla="*/ 1598863 h 2053176"/>
              <a:gd name="connsiteX5715" fmla="*/ 11068848 w 12188965"/>
              <a:gd name="connsiteY5715" fmla="*/ 1598863 h 2053176"/>
              <a:gd name="connsiteX5716" fmla="*/ 11094509 w 12188965"/>
              <a:gd name="connsiteY5716" fmla="*/ 1624521 h 2053176"/>
              <a:gd name="connsiteX5717" fmla="*/ 11068848 w 12188965"/>
              <a:gd name="connsiteY5717" fmla="*/ 1650180 h 2053176"/>
              <a:gd name="connsiteX5718" fmla="*/ 11043189 w 12188965"/>
              <a:gd name="connsiteY5718" fmla="*/ 1624521 h 2053176"/>
              <a:gd name="connsiteX5719" fmla="*/ 11068848 w 12188965"/>
              <a:gd name="connsiteY5719" fmla="*/ 1598863 h 2053176"/>
              <a:gd name="connsiteX5720" fmla="*/ 11004643 w 12188965"/>
              <a:gd name="connsiteY5720" fmla="*/ 1598863 h 2053176"/>
              <a:gd name="connsiteX5721" fmla="*/ 11030301 w 12188965"/>
              <a:gd name="connsiteY5721" fmla="*/ 1624521 h 2053176"/>
              <a:gd name="connsiteX5722" fmla="*/ 11004643 w 12188965"/>
              <a:gd name="connsiteY5722" fmla="*/ 1650180 h 2053176"/>
              <a:gd name="connsiteX5723" fmla="*/ 10978985 w 12188965"/>
              <a:gd name="connsiteY5723" fmla="*/ 1624521 h 2053176"/>
              <a:gd name="connsiteX5724" fmla="*/ 11004643 w 12188965"/>
              <a:gd name="connsiteY5724" fmla="*/ 1598863 h 2053176"/>
              <a:gd name="connsiteX5725" fmla="*/ 10940321 w 12188965"/>
              <a:gd name="connsiteY5725" fmla="*/ 1598863 h 2053176"/>
              <a:gd name="connsiteX5726" fmla="*/ 10965982 w 12188965"/>
              <a:gd name="connsiteY5726" fmla="*/ 1624521 h 2053176"/>
              <a:gd name="connsiteX5727" fmla="*/ 10940321 w 12188965"/>
              <a:gd name="connsiteY5727" fmla="*/ 1650180 h 2053176"/>
              <a:gd name="connsiteX5728" fmla="*/ 10914663 w 12188965"/>
              <a:gd name="connsiteY5728" fmla="*/ 1624521 h 2053176"/>
              <a:gd name="connsiteX5729" fmla="*/ 10940321 w 12188965"/>
              <a:gd name="connsiteY5729" fmla="*/ 1598863 h 2053176"/>
              <a:gd name="connsiteX5730" fmla="*/ 10811912 w 12188965"/>
              <a:gd name="connsiteY5730" fmla="*/ 1598863 h 2053176"/>
              <a:gd name="connsiteX5731" fmla="*/ 10837571 w 12188965"/>
              <a:gd name="connsiteY5731" fmla="*/ 1624521 h 2053176"/>
              <a:gd name="connsiteX5732" fmla="*/ 10811912 w 12188965"/>
              <a:gd name="connsiteY5732" fmla="*/ 1650180 h 2053176"/>
              <a:gd name="connsiteX5733" fmla="*/ 10786254 w 12188965"/>
              <a:gd name="connsiteY5733" fmla="*/ 1624521 h 2053176"/>
              <a:gd name="connsiteX5734" fmla="*/ 10811912 w 12188965"/>
              <a:gd name="connsiteY5734" fmla="*/ 1598863 h 2053176"/>
              <a:gd name="connsiteX5735" fmla="*/ 10747708 w 12188965"/>
              <a:gd name="connsiteY5735" fmla="*/ 1598863 h 2053176"/>
              <a:gd name="connsiteX5736" fmla="*/ 10773366 w 12188965"/>
              <a:gd name="connsiteY5736" fmla="*/ 1624521 h 2053176"/>
              <a:gd name="connsiteX5737" fmla="*/ 10747708 w 12188965"/>
              <a:gd name="connsiteY5737" fmla="*/ 1650180 h 2053176"/>
              <a:gd name="connsiteX5738" fmla="*/ 10722047 w 12188965"/>
              <a:gd name="connsiteY5738" fmla="*/ 1624521 h 2053176"/>
              <a:gd name="connsiteX5739" fmla="*/ 10747708 w 12188965"/>
              <a:gd name="connsiteY5739" fmla="*/ 1598863 h 2053176"/>
              <a:gd name="connsiteX5740" fmla="*/ 10683501 w 12188965"/>
              <a:gd name="connsiteY5740" fmla="*/ 1598863 h 2053176"/>
              <a:gd name="connsiteX5741" fmla="*/ 10709159 w 12188965"/>
              <a:gd name="connsiteY5741" fmla="*/ 1624521 h 2053176"/>
              <a:gd name="connsiteX5742" fmla="*/ 10683501 w 12188965"/>
              <a:gd name="connsiteY5742" fmla="*/ 1650180 h 2053176"/>
              <a:gd name="connsiteX5743" fmla="*/ 10657843 w 12188965"/>
              <a:gd name="connsiteY5743" fmla="*/ 1624521 h 2053176"/>
              <a:gd name="connsiteX5744" fmla="*/ 10683501 w 12188965"/>
              <a:gd name="connsiteY5744" fmla="*/ 1598863 h 2053176"/>
              <a:gd name="connsiteX5745" fmla="*/ 10619297 w 12188965"/>
              <a:gd name="connsiteY5745" fmla="*/ 1598863 h 2053176"/>
              <a:gd name="connsiteX5746" fmla="*/ 10644955 w 12188965"/>
              <a:gd name="connsiteY5746" fmla="*/ 1624521 h 2053176"/>
              <a:gd name="connsiteX5747" fmla="*/ 10619297 w 12188965"/>
              <a:gd name="connsiteY5747" fmla="*/ 1650180 h 2053176"/>
              <a:gd name="connsiteX5748" fmla="*/ 10593639 w 12188965"/>
              <a:gd name="connsiteY5748" fmla="*/ 1624521 h 2053176"/>
              <a:gd name="connsiteX5749" fmla="*/ 10619297 w 12188965"/>
              <a:gd name="connsiteY5749" fmla="*/ 1598863 h 2053176"/>
              <a:gd name="connsiteX5750" fmla="*/ 10555092 w 12188965"/>
              <a:gd name="connsiteY5750" fmla="*/ 1598863 h 2053176"/>
              <a:gd name="connsiteX5751" fmla="*/ 10580751 w 12188965"/>
              <a:gd name="connsiteY5751" fmla="*/ 1624521 h 2053176"/>
              <a:gd name="connsiteX5752" fmla="*/ 10555092 w 12188965"/>
              <a:gd name="connsiteY5752" fmla="*/ 1650180 h 2053176"/>
              <a:gd name="connsiteX5753" fmla="*/ 10529432 w 12188965"/>
              <a:gd name="connsiteY5753" fmla="*/ 1624521 h 2053176"/>
              <a:gd name="connsiteX5754" fmla="*/ 10555092 w 12188965"/>
              <a:gd name="connsiteY5754" fmla="*/ 1598863 h 2053176"/>
              <a:gd name="connsiteX5755" fmla="*/ 10490885 w 12188965"/>
              <a:gd name="connsiteY5755" fmla="*/ 1598863 h 2053176"/>
              <a:gd name="connsiteX5756" fmla="*/ 10516544 w 12188965"/>
              <a:gd name="connsiteY5756" fmla="*/ 1624521 h 2053176"/>
              <a:gd name="connsiteX5757" fmla="*/ 10490885 w 12188965"/>
              <a:gd name="connsiteY5757" fmla="*/ 1650180 h 2053176"/>
              <a:gd name="connsiteX5758" fmla="*/ 10465227 w 12188965"/>
              <a:gd name="connsiteY5758" fmla="*/ 1624521 h 2053176"/>
              <a:gd name="connsiteX5759" fmla="*/ 10490885 w 12188965"/>
              <a:gd name="connsiteY5759" fmla="*/ 1598863 h 2053176"/>
              <a:gd name="connsiteX5760" fmla="*/ 10426681 w 12188965"/>
              <a:gd name="connsiteY5760" fmla="*/ 1598863 h 2053176"/>
              <a:gd name="connsiteX5761" fmla="*/ 10452339 w 12188965"/>
              <a:gd name="connsiteY5761" fmla="*/ 1624521 h 2053176"/>
              <a:gd name="connsiteX5762" fmla="*/ 10426681 w 12188965"/>
              <a:gd name="connsiteY5762" fmla="*/ 1650180 h 2053176"/>
              <a:gd name="connsiteX5763" fmla="*/ 10401023 w 12188965"/>
              <a:gd name="connsiteY5763" fmla="*/ 1624521 h 2053176"/>
              <a:gd name="connsiteX5764" fmla="*/ 10426681 w 12188965"/>
              <a:gd name="connsiteY5764" fmla="*/ 1598863 h 2053176"/>
              <a:gd name="connsiteX5765" fmla="*/ 10362474 w 12188965"/>
              <a:gd name="connsiteY5765" fmla="*/ 1598863 h 2053176"/>
              <a:gd name="connsiteX5766" fmla="*/ 10388135 w 12188965"/>
              <a:gd name="connsiteY5766" fmla="*/ 1624521 h 2053176"/>
              <a:gd name="connsiteX5767" fmla="*/ 10362474 w 12188965"/>
              <a:gd name="connsiteY5767" fmla="*/ 1650180 h 2053176"/>
              <a:gd name="connsiteX5768" fmla="*/ 10336816 w 12188965"/>
              <a:gd name="connsiteY5768" fmla="*/ 1624521 h 2053176"/>
              <a:gd name="connsiteX5769" fmla="*/ 10362474 w 12188965"/>
              <a:gd name="connsiteY5769" fmla="*/ 1598863 h 2053176"/>
              <a:gd name="connsiteX5770" fmla="*/ 10298270 w 12188965"/>
              <a:gd name="connsiteY5770" fmla="*/ 1598863 h 2053176"/>
              <a:gd name="connsiteX5771" fmla="*/ 10323928 w 12188965"/>
              <a:gd name="connsiteY5771" fmla="*/ 1624521 h 2053176"/>
              <a:gd name="connsiteX5772" fmla="*/ 10298270 w 12188965"/>
              <a:gd name="connsiteY5772" fmla="*/ 1650180 h 2053176"/>
              <a:gd name="connsiteX5773" fmla="*/ 10272611 w 12188965"/>
              <a:gd name="connsiteY5773" fmla="*/ 1624521 h 2053176"/>
              <a:gd name="connsiteX5774" fmla="*/ 10298270 w 12188965"/>
              <a:gd name="connsiteY5774" fmla="*/ 1598863 h 2053176"/>
              <a:gd name="connsiteX5775" fmla="*/ 10234065 w 12188965"/>
              <a:gd name="connsiteY5775" fmla="*/ 1598863 h 2053176"/>
              <a:gd name="connsiteX5776" fmla="*/ 10259723 w 12188965"/>
              <a:gd name="connsiteY5776" fmla="*/ 1624521 h 2053176"/>
              <a:gd name="connsiteX5777" fmla="*/ 10234065 w 12188965"/>
              <a:gd name="connsiteY5777" fmla="*/ 1650180 h 2053176"/>
              <a:gd name="connsiteX5778" fmla="*/ 10208404 w 12188965"/>
              <a:gd name="connsiteY5778" fmla="*/ 1624521 h 2053176"/>
              <a:gd name="connsiteX5779" fmla="*/ 10234065 w 12188965"/>
              <a:gd name="connsiteY5779" fmla="*/ 1598863 h 2053176"/>
              <a:gd name="connsiteX5780" fmla="*/ 10105654 w 12188965"/>
              <a:gd name="connsiteY5780" fmla="*/ 1598863 h 2053176"/>
              <a:gd name="connsiteX5781" fmla="*/ 10131312 w 12188965"/>
              <a:gd name="connsiteY5781" fmla="*/ 1624521 h 2053176"/>
              <a:gd name="connsiteX5782" fmla="*/ 10105654 w 12188965"/>
              <a:gd name="connsiteY5782" fmla="*/ 1650180 h 2053176"/>
              <a:gd name="connsiteX5783" fmla="*/ 10079996 w 12188965"/>
              <a:gd name="connsiteY5783" fmla="*/ 1624521 h 2053176"/>
              <a:gd name="connsiteX5784" fmla="*/ 10105654 w 12188965"/>
              <a:gd name="connsiteY5784" fmla="*/ 1598863 h 2053176"/>
              <a:gd name="connsiteX5785" fmla="*/ 9977242 w 12188965"/>
              <a:gd name="connsiteY5785" fmla="*/ 1598863 h 2053176"/>
              <a:gd name="connsiteX5786" fmla="*/ 10002903 w 12188965"/>
              <a:gd name="connsiteY5786" fmla="*/ 1624521 h 2053176"/>
              <a:gd name="connsiteX5787" fmla="*/ 9977242 w 12188965"/>
              <a:gd name="connsiteY5787" fmla="*/ 1650180 h 2053176"/>
              <a:gd name="connsiteX5788" fmla="*/ 9951584 w 12188965"/>
              <a:gd name="connsiteY5788" fmla="*/ 1624521 h 2053176"/>
              <a:gd name="connsiteX5789" fmla="*/ 9977242 w 12188965"/>
              <a:gd name="connsiteY5789" fmla="*/ 1598863 h 2053176"/>
              <a:gd name="connsiteX5790" fmla="*/ 9913038 w 12188965"/>
              <a:gd name="connsiteY5790" fmla="*/ 1598863 h 2053176"/>
              <a:gd name="connsiteX5791" fmla="*/ 9938696 w 12188965"/>
              <a:gd name="connsiteY5791" fmla="*/ 1624521 h 2053176"/>
              <a:gd name="connsiteX5792" fmla="*/ 9913038 w 12188965"/>
              <a:gd name="connsiteY5792" fmla="*/ 1650180 h 2053176"/>
              <a:gd name="connsiteX5793" fmla="*/ 9887380 w 12188965"/>
              <a:gd name="connsiteY5793" fmla="*/ 1624521 h 2053176"/>
              <a:gd name="connsiteX5794" fmla="*/ 9913038 w 12188965"/>
              <a:gd name="connsiteY5794" fmla="*/ 1598863 h 2053176"/>
              <a:gd name="connsiteX5795" fmla="*/ 9784512 w 12188965"/>
              <a:gd name="connsiteY5795" fmla="*/ 1598863 h 2053176"/>
              <a:gd name="connsiteX5796" fmla="*/ 9810170 w 12188965"/>
              <a:gd name="connsiteY5796" fmla="*/ 1624521 h 2053176"/>
              <a:gd name="connsiteX5797" fmla="*/ 9784512 w 12188965"/>
              <a:gd name="connsiteY5797" fmla="*/ 1650180 h 2053176"/>
              <a:gd name="connsiteX5798" fmla="*/ 9758853 w 12188965"/>
              <a:gd name="connsiteY5798" fmla="*/ 1624521 h 2053176"/>
              <a:gd name="connsiteX5799" fmla="*/ 9784512 w 12188965"/>
              <a:gd name="connsiteY5799" fmla="*/ 1598863 h 2053176"/>
              <a:gd name="connsiteX5800" fmla="*/ 9720307 w 12188965"/>
              <a:gd name="connsiteY5800" fmla="*/ 1598863 h 2053176"/>
              <a:gd name="connsiteX5801" fmla="*/ 9745965 w 12188965"/>
              <a:gd name="connsiteY5801" fmla="*/ 1624521 h 2053176"/>
              <a:gd name="connsiteX5802" fmla="*/ 9720307 w 12188965"/>
              <a:gd name="connsiteY5802" fmla="*/ 1650180 h 2053176"/>
              <a:gd name="connsiteX5803" fmla="*/ 9694646 w 12188965"/>
              <a:gd name="connsiteY5803" fmla="*/ 1624521 h 2053176"/>
              <a:gd name="connsiteX5804" fmla="*/ 9720307 w 12188965"/>
              <a:gd name="connsiteY5804" fmla="*/ 1598863 h 2053176"/>
              <a:gd name="connsiteX5805" fmla="*/ 9656100 w 12188965"/>
              <a:gd name="connsiteY5805" fmla="*/ 1598863 h 2053176"/>
              <a:gd name="connsiteX5806" fmla="*/ 9681758 w 12188965"/>
              <a:gd name="connsiteY5806" fmla="*/ 1624521 h 2053176"/>
              <a:gd name="connsiteX5807" fmla="*/ 9656100 w 12188965"/>
              <a:gd name="connsiteY5807" fmla="*/ 1650180 h 2053176"/>
              <a:gd name="connsiteX5808" fmla="*/ 9630442 w 12188965"/>
              <a:gd name="connsiteY5808" fmla="*/ 1624521 h 2053176"/>
              <a:gd name="connsiteX5809" fmla="*/ 9656100 w 12188965"/>
              <a:gd name="connsiteY5809" fmla="*/ 1598863 h 2053176"/>
              <a:gd name="connsiteX5810" fmla="*/ 9591896 w 12188965"/>
              <a:gd name="connsiteY5810" fmla="*/ 1598863 h 2053176"/>
              <a:gd name="connsiteX5811" fmla="*/ 9617554 w 12188965"/>
              <a:gd name="connsiteY5811" fmla="*/ 1624521 h 2053176"/>
              <a:gd name="connsiteX5812" fmla="*/ 9591896 w 12188965"/>
              <a:gd name="connsiteY5812" fmla="*/ 1650180 h 2053176"/>
              <a:gd name="connsiteX5813" fmla="*/ 9566238 w 12188965"/>
              <a:gd name="connsiteY5813" fmla="*/ 1624521 h 2053176"/>
              <a:gd name="connsiteX5814" fmla="*/ 9591896 w 12188965"/>
              <a:gd name="connsiteY5814" fmla="*/ 1598863 h 2053176"/>
              <a:gd name="connsiteX5815" fmla="*/ 9527689 w 12188965"/>
              <a:gd name="connsiteY5815" fmla="*/ 1598863 h 2053176"/>
              <a:gd name="connsiteX5816" fmla="*/ 9553350 w 12188965"/>
              <a:gd name="connsiteY5816" fmla="*/ 1624521 h 2053176"/>
              <a:gd name="connsiteX5817" fmla="*/ 9527689 w 12188965"/>
              <a:gd name="connsiteY5817" fmla="*/ 1650180 h 2053176"/>
              <a:gd name="connsiteX5818" fmla="*/ 9502031 w 12188965"/>
              <a:gd name="connsiteY5818" fmla="*/ 1624521 h 2053176"/>
              <a:gd name="connsiteX5819" fmla="*/ 9527689 w 12188965"/>
              <a:gd name="connsiteY5819" fmla="*/ 1598863 h 2053176"/>
              <a:gd name="connsiteX5820" fmla="*/ 9463485 w 12188965"/>
              <a:gd name="connsiteY5820" fmla="*/ 1598863 h 2053176"/>
              <a:gd name="connsiteX5821" fmla="*/ 9489143 w 12188965"/>
              <a:gd name="connsiteY5821" fmla="*/ 1624521 h 2053176"/>
              <a:gd name="connsiteX5822" fmla="*/ 9463485 w 12188965"/>
              <a:gd name="connsiteY5822" fmla="*/ 1650180 h 2053176"/>
              <a:gd name="connsiteX5823" fmla="*/ 9437826 w 12188965"/>
              <a:gd name="connsiteY5823" fmla="*/ 1624521 h 2053176"/>
              <a:gd name="connsiteX5824" fmla="*/ 9463485 w 12188965"/>
              <a:gd name="connsiteY5824" fmla="*/ 1598863 h 2053176"/>
              <a:gd name="connsiteX5825" fmla="*/ 9399280 w 12188965"/>
              <a:gd name="connsiteY5825" fmla="*/ 1598863 h 2053176"/>
              <a:gd name="connsiteX5826" fmla="*/ 9424938 w 12188965"/>
              <a:gd name="connsiteY5826" fmla="*/ 1624521 h 2053176"/>
              <a:gd name="connsiteX5827" fmla="*/ 9399280 w 12188965"/>
              <a:gd name="connsiteY5827" fmla="*/ 1650180 h 2053176"/>
              <a:gd name="connsiteX5828" fmla="*/ 9373619 w 12188965"/>
              <a:gd name="connsiteY5828" fmla="*/ 1624521 h 2053176"/>
              <a:gd name="connsiteX5829" fmla="*/ 9399280 w 12188965"/>
              <a:gd name="connsiteY5829" fmla="*/ 1598863 h 2053176"/>
              <a:gd name="connsiteX5830" fmla="*/ 9335073 w 12188965"/>
              <a:gd name="connsiteY5830" fmla="*/ 1598863 h 2053176"/>
              <a:gd name="connsiteX5831" fmla="*/ 9360734 w 12188965"/>
              <a:gd name="connsiteY5831" fmla="*/ 1624521 h 2053176"/>
              <a:gd name="connsiteX5832" fmla="*/ 9335073 w 12188965"/>
              <a:gd name="connsiteY5832" fmla="*/ 1650180 h 2053176"/>
              <a:gd name="connsiteX5833" fmla="*/ 9309415 w 12188965"/>
              <a:gd name="connsiteY5833" fmla="*/ 1624521 h 2053176"/>
              <a:gd name="connsiteX5834" fmla="*/ 9335073 w 12188965"/>
              <a:gd name="connsiteY5834" fmla="*/ 1598863 h 2053176"/>
              <a:gd name="connsiteX5835" fmla="*/ 9206664 w 12188965"/>
              <a:gd name="connsiteY5835" fmla="*/ 1598863 h 2053176"/>
              <a:gd name="connsiteX5836" fmla="*/ 9232323 w 12188965"/>
              <a:gd name="connsiteY5836" fmla="*/ 1624521 h 2053176"/>
              <a:gd name="connsiteX5837" fmla="*/ 9206664 w 12188965"/>
              <a:gd name="connsiteY5837" fmla="*/ 1650180 h 2053176"/>
              <a:gd name="connsiteX5838" fmla="*/ 9181006 w 12188965"/>
              <a:gd name="connsiteY5838" fmla="*/ 1624521 h 2053176"/>
              <a:gd name="connsiteX5839" fmla="*/ 9206664 w 12188965"/>
              <a:gd name="connsiteY5839" fmla="*/ 1598863 h 2053176"/>
              <a:gd name="connsiteX5840" fmla="*/ 9142457 w 12188965"/>
              <a:gd name="connsiteY5840" fmla="*/ 1598863 h 2053176"/>
              <a:gd name="connsiteX5841" fmla="*/ 9168118 w 12188965"/>
              <a:gd name="connsiteY5841" fmla="*/ 1624521 h 2053176"/>
              <a:gd name="connsiteX5842" fmla="*/ 9142457 w 12188965"/>
              <a:gd name="connsiteY5842" fmla="*/ 1650180 h 2053176"/>
              <a:gd name="connsiteX5843" fmla="*/ 9116799 w 12188965"/>
              <a:gd name="connsiteY5843" fmla="*/ 1624521 h 2053176"/>
              <a:gd name="connsiteX5844" fmla="*/ 9142457 w 12188965"/>
              <a:gd name="connsiteY5844" fmla="*/ 1598863 h 2053176"/>
              <a:gd name="connsiteX5845" fmla="*/ 9078253 w 12188965"/>
              <a:gd name="connsiteY5845" fmla="*/ 1598863 h 2053176"/>
              <a:gd name="connsiteX5846" fmla="*/ 9103911 w 12188965"/>
              <a:gd name="connsiteY5846" fmla="*/ 1624521 h 2053176"/>
              <a:gd name="connsiteX5847" fmla="*/ 9078253 w 12188965"/>
              <a:gd name="connsiteY5847" fmla="*/ 1650180 h 2053176"/>
              <a:gd name="connsiteX5848" fmla="*/ 9052595 w 12188965"/>
              <a:gd name="connsiteY5848" fmla="*/ 1624521 h 2053176"/>
              <a:gd name="connsiteX5849" fmla="*/ 9078253 w 12188965"/>
              <a:gd name="connsiteY5849" fmla="*/ 1598863 h 2053176"/>
              <a:gd name="connsiteX5850" fmla="*/ 9014049 w 12188965"/>
              <a:gd name="connsiteY5850" fmla="*/ 1598863 h 2053176"/>
              <a:gd name="connsiteX5851" fmla="*/ 9039707 w 12188965"/>
              <a:gd name="connsiteY5851" fmla="*/ 1624521 h 2053176"/>
              <a:gd name="connsiteX5852" fmla="*/ 9014049 w 12188965"/>
              <a:gd name="connsiteY5852" fmla="*/ 1650180 h 2053176"/>
              <a:gd name="connsiteX5853" fmla="*/ 8988388 w 12188965"/>
              <a:gd name="connsiteY5853" fmla="*/ 1624521 h 2053176"/>
              <a:gd name="connsiteX5854" fmla="*/ 9014049 w 12188965"/>
              <a:gd name="connsiteY5854" fmla="*/ 1598863 h 2053176"/>
              <a:gd name="connsiteX5855" fmla="*/ 8949842 w 12188965"/>
              <a:gd name="connsiteY5855" fmla="*/ 1598863 h 2053176"/>
              <a:gd name="connsiteX5856" fmla="*/ 8975503 w 12188965"/>
              <a:gd name="connsiteY5856" fmla="*/ 1624521 h 2053176"/>
              <a:gd name="connsiteX5857" fmla="*/ 8949842 w 12188965"/>
              <a:gd name="connsiteY5857" fmla="*/ 1650180 h 2053176"/>
              <a:gd name="connsiteX5858" fmla="*/ 8924183 w 12188965"/>
              <a:gd name="connsiteY5858" fmla="*/ 1624521 h 2053176"/>
              <a:gd name="connsiteX5859" fmla="*/ 8949842 w 12188965"/>
              <a:gd name="connsiteY5859" fmla="*/ 1598863 h 2053176"/>
              <a:gd name="connsiteX5860" fmla="*/ 8821433 w 12188965"/>
              <a:gd name="connsiteY5860" fmla="*/ 1598863 h 2053176"/>
              <a:gd name="connsiteX5861" fmla="*/ 8847091 w 12188965"/>
              <a:gd name="connsiteY5861" fmla="*/ 1624521 h 2053176"/>
              <a:gd name="connsiteX5862" fmla="*/ 8821433 w 12188965"/>
              <a:gd name="connsiteY5862" fmla="*/ 1650180 h 2053176"/>
              <a:gd name="connsiteX5863" fmla="*/ 8795772 w 12188965"/>
              <a:gd name="connsiteY5863" fmla="*/ 1624521 h 2053176"/>
              <a:gd name="connsiteX5864" fmla="*/ 8821433 w 12188965"/>
              <a:gd name="connsiteY5864" fmla="*/ 1598863 h 2053176"/>
              <a:gd name="connsiteX5865" fmla="*/ 8757226 w 12188965"/>
              <a:gd name="connsiteY5865" fmla="*/ 1598863 h 2053176"/>
              <a:gd name="connsiteX5866" fmla="*/ 8782887 w 12188965"/>
              <a:gd name="connsiteY5866" fmla="*/ 1624521 h 2053176"/>
              <a:gd name="connsiteX5867" fmla="*/ 8757226 w 12188965"/>
              <a:gd name="connsiteY5867" fmla="*/ 1650180 h 2053176"/>
              <a:gd name="connsiteX5868" fmla="*/ 8731568 w 12188965"/>
              <a:gd name="connsiteY5868" fmla="*/ 1624521 h 2053176"/>
              <a:gd name="connsiteX5869" fmla="*/ 8757226 w 12188965"/>
              <a:gd name="connsiteY5869" fmla="*/ 1598863 h 2053176"/>
              <a:gd name="connsiteX5870" fmla="*/ 8692904 w 12188965"/>
              <a:gd name="connsiteY5870" fmla="*/ 1598863 h 2053176"/>
              <a:gd name="connsiteX5871" fmla="*/ 8718565 w 12188965"/>
              <a:gd name="connsiteY5871" fmla="*/ 1624521 h 2053176"/>
              <a:gd name="connsiteX5872" fmla="*/ 8692904 w 12188965"/>
              <a:gd name="connsiteY5872" fmla="*/ 1650180 h 2053176"/>
              <a:gd name="connsiteX5873" fmla="*/ 8667246 w 12188965"/>
              <a:gd name="connsiteY5873" fmla="*/ 1624521 h 2053176"/>
              <a:gd name="connsiteX5874" fmla="*/ 8692904 w 12188965"/>
              <a:gd name="connsiteY5874" fmla="*/ 1598863 h 2053176"/>
              <a:gd name="connsiteX5875" fmla="*/ 8628699 w 12188965"/>
              <a:gd name="connsiteY5875" fmla="*/ 1598863 h 2053176"/>
              <a:gd name="connsiteX5876" fmla="*/ 8654358 w 12188965"/>
              <a:gd name="connsiteY5876" fmla="*/ 1624521 h 2053176"/>
              <a:gd name="connsiteX5877" fmla="*/ 8628699 w 12188965"/>
              <a:gd name="connsiteY5877" fmla="*/ 1650180 h 2053176"/>
              <a:gd name="connsiteX5878" fmla="*/ 8603041 w 12188965"/>
              <a:gd name="connsiteY5878" fmla="*/ 1624521 h 2053176"/>
              <a:gd name="connsiteX5879" fmla="*/ 8628699 w 12188965"/>
              <a:gd name="connsiteY5879" fmla="*/ 1598863 h 2053176"/>
              <a:gd name="connsiteX5880" fmla="*/ 8564495 w 12188965"/>
              <a:gd name="connsiteY5880" fmla="*/ 1598863 h 2053176"/>
              <a:gd name="connsiteX5881" fmla="*/ 8590153 w 12188965"/>
              <a:gd name="connsiteY5881" fmla="*/ 1624521 h 2053176"/>
              <a:gd name="connsiteX5882" fmla="*/ 8564495 w 12188965"/>
              <a:gd name="connsiteY5882" fmla="*/ 1650180 h 2053176"/>
              <a:gd name="connsiteX5883" fmla="*/ 8538837 w 12188965"/>
              <a:gd name="connsiteY5883" fmla="*/ 1624521 h 2053176"/>
              <a:gd name="connsiteX5884" fmla="*/ 8564495 w 12188965"/>
              <a:gd name="connsiteY5884" fmla="*/ 1598863 h 2053176"/>
              <a:gd name="connsiteX5885" fmla="*/ 8500288 w 12188965"/>
              <a:gd name="connsiteY5885" fmla="*/ 1598863 h 2053176"/>
              <a:gd name="connsiteX5886" fmla="*/ 8525949 w 12188965"/>
              <a:gd name="connsiteY5886" fmla="*/ 1624521 h 2053176"/>
              <a:gd name="connsiteX5887" fmla="*/ 8500288 w 12188965"/>
              <a:gd name="connsiteY5887" fmla="*/ 1650180 h 2053176"/>
              <a:gd name="connsiteX5888" fmla="*/ 8474630 w 12188965"/>
              <a:gd name="connsiteY5888" fmla="*/ 1624521 h 2053176"/>
              <a:gd name="connsiteX5889" fmla="*/ 8500288 w 12188965"/>
              <a:gd name="connsiteY5889" fmla="*/ 1598863 h 2053176"/>
              <a:gd name="connsiteX5890" fmla="*/ 8436084 w 12188965"/>
              <a:gd name="connsiteY5890" fmla="*/ 1598863 h 2053176"/>
              <a:gd name="connsiteX5891" fmla="*/ 8461745 w 12188965"/>
              <a:gd name="connsiteY5891" fmla="*/ 1624521 h 2053176"/>
              <a:gd name="connsiteX5892" fmla="*/ 8436084 w 12188965"/>
              <a:gd name="connsiteY5892" fmla="*/ 1650180 h 2053176"/>
              <a:gd name="connsiteX5893" fmla="*/ 8410426 w 12188965"/>
              <a:gd name="connsiteY5893" fmla="*/ 1624521 h 2053176"/>
              <a:gd name="connsiteX5894" fmla="*/ 8436084 w 12188965"/>
              <a:gd name="connsiteY5894" fmla="*/ 1598863 h 2053176"/>
              <a:gd name="connsiteX5895" fmla="*/ 8307675 w 12188965"/>
              <a:gd name="connsiteY5895" fmla="*/ 1598863 h 2053176"/>
              <a:gd name="connsiteX5896" fmla="*/ 8333333 w 12188965"/>
              <a:gd name="connsiteY5896" fmla="*/ 1624521 h 2053176"/>
              <a:gd name="connsiteX5897" fmla="*/ 8307675 w 12188965"/>
              <a:gd name="connsiteY5897" fmla="*/ 1650180 h 2053176"/>
              <a:gd name="connsiteX5898" fmla="*/ 8282014 w 12188965"/>
              <a:gd name="connsiteY5898" fmla="*/ 1624521 h 2053176"/>
              <a:gd name="connsiteX5899" fmla="*/ 8307675 w 12188965"/>
              <a:gd name="connsiteY5899" fmla="*/ 1598863 h 2053176"/>
              <a:gd name="connsiteX5900" fmla="*/ 8243468 w 12188965"/>
              <a:gd name="connsiteY5900" fmla="*/ 1598863 h 2053176"/>
              <a:gd name="connsiteX5901" fmla="*/ 8269126 w 12188965"/>
              <a:gd name="connsiteY5901" fmla="*/ 1624521 h 2053176"/>
              <a:gd name="connsiteX5902" fmla="*/ 8243468 w 12188965"/>
              <a:gd name="connsiteY5902" fmla="*/ 1650180 h 2053176"/>
              <a:gd name="connsiteX5903" fmla="*/ 8217810 w 12188965"/>
              <a:gd name="connsiteY5903" fmla="*/ 1624521 h 2053176"/>
              <a:gd name="connsiteX5904" fmla="*/ 8243468 w 12188965"/>
              <a:gd name="connsiteY5904" fmla="*/ 1598863 h 2053176"/>
              <a:gd name="connsiteX5905" fmla="*/ 8115057 w 12188965"/>
              <a:gd name="connsiteY5905" fmla="*/ 1598863 h 2053176"/>
              <a:gd name="connsiteX5906" fmla="*/ 8140717 w 12188965"/>
              <a:gd name="connsiteY5906" fmla="*/ 1624521 h 2053176"/>
              <a:gd name="connsiteX5907" fmla="*/ 8115057 w 12188965"/>
              <a:gd name="connsiteY5907" fmla="*/ 1650180 h 2053176"/>
              <a:gd name="connsiteX5908" fmla="*/ 8089398 w 12188965"/>
              <a:gd name="connsiteY5908" fmla="*/ 1624521 h 2053176"/>
              <a:gd name="connsiteX5909" fmla="*/ 8115057 w 12188965"/>
              <a:gd name="connsiteY5909" fmla="*/ 1598863 h 2053176"/>
              <a:gd name="connsiteX5910" fmla="*/ 8050852 w 12188965"/>
              <a:gd name="connsiteY5910" fmla="*/ 1598863 h 2053176"/>
              <a:gd name="connsiteX5911" fmla="*/ 8076510 w 12188965"/>
              <a:gd name="connsiteY5911" fmla="*/ 1624521 h 2053176"/>
              <a:gd name="connsiteX5912" fmla="*/ 8050852 w 12188965"/>
              <a:gd name="connsiteY5912" fmla="*/ 1650180 h 2053176"/>
              <a:gd name="connsiteX5913" fmla="*/ 8025194 w 12188965"/>
              <a:gd name="connsiteY5913" fmla="*/ 1624521 h 2053176"/>
              <a:gd name="connsiteX5914" fmla="*/ 8050852 w 12188965"/>
              <a:gd name="connsiteY5914" fmla="*/ 1598863 h 2053176"/>
              <a:gd name="connsiteX5915" fmla="*/ 7986648 w 12188965"/>
              <a:gd name="connsiteY5915" fmla="*/ 1598863 h 2053176"/>
              <a:gd name="connsiteX5916" fmla="*/ 8012306 w 12188965"/>
              <a:gd name="connsiteY5916" fmla="*/ 1624521 h 2053176"/>
              <a:gd name="connsiteX5917" fmla="*/ 7986648 w 12188965"/>
              <a:gd name="connsiteY5917" fmla="*/ 1650180 h 2053176"/>
              <a:gd name="connsiteX5918" fmla="*/ 7960990 w 12188965"/>
              <a:gd name="connsiteY5918" fmla="*/ 1624521 h 2053176"/>
              <a:gd name="connsiteX5919" fmla="*/ 7986648 w 12188965"/>
              <a:gd name="connsiteY5919" fmla="*/ 1598863 h 2053176"/>
              <a:gd name="connsiteX5920" fmla="*/ 7922444 w 12188965"/>
              <a:gd name="connsiteY5920" fmla="*/ 1598863 h 2053176"/>
              <a:gd name="connsiteX5921" fmla="*/ 7948102 w 12188965"/>
              <a:gd name="connsiteY5921" fmla="*/ 1624521 h 2053176"/>
              <a:gd name="connsiteX5922" fmla="*/ 7922444 w 12188965"/>
              <a:gd name="connsiteY5922" fmla="*/ 1650180 h 2053176"/>
              <a:gd name="connsiteX5923" fmla="*/ 7896783 w 12188965"/>
              <a:gd name="connsiteY5923" fmla="*/ 1624521 h 2053176"/>
              <a:gd name="connsiteX5924" fmla="*/ 7922444 w 12188965"/>
              <a:gd name="connsiteY5924" fmla="*/ 1598863 h 2053176"/>
              <a:gd name="connsiteX5925" fmla="*/ 7858237 w 12188965"/>
              <a:gd name="connsiteY5925" fmla="*/ 1598863 h 2053176"/>
              <a:gd name="connsiteX5926" fmla="*/ 7883895 w 12188965"/>
              <a:gd name="connsiteY5926" fmla="*/ 1624521 h 2053176"/>
              <a:gd name="connsiteX5927" fmla="*/ 7858237 w 12188965"/>
              <a:gd name="connsiteY5927" fmla="*/ 1650180 h 2053176"/>
              <a:gd name="connsiteX5928" fmla="*/ 7832578 w 12188965"/>
              <a:gd name="connsiteY5928" fmla="*/ 1624521 h 2053176"/>
              <a:gd name="connsiteX5929" fmla="*/ 7858237 w 12188965"/>
              <a:gd name="connsiteY5929" fmla="*/ 1598863 h 2053176"/>
              <a:gd name="connsiteX5930" fmla="*/ 7794032 w 12188965"/>
              <a:gd name="connsiteY5930" fmla="*/ 1598863 h 2053176"/>
              <a:gd name="connsiteX5931" fmla="*/ 7819690 w 12188965"/>
              <a:gd name="connsiteY5931" fmla="*/ 1624521 h 2053176"/>
              <a:gd name="connsiteX5932" fmla="*/ 7794032 w 12188965"/>
              <a:gd name="connsiteY5932" fmla="*/ 1650180 h 2053176"/>
              <a:gd name="connsiteX5933" fmla="*/ 7768371 w 12188965"/>
              <a:gd name="connsiteY5933" fmla="*/ 1624521 h 2053176"/>
              <a:gd name="connsiteX5934" fmla="*/ 7794032 w 12188965"/>
              <a:gd name="connsiteY5934" fmla="*/ 1598863 h 2053176"/>
              <a:gd name="connsiteX5935" fmla="*/ 7729825 w 12188965"/>
              <a:gd name="connsiteY5935" fmla="*/ 1598863 h 2053176"/>
              <a:gd name="connsiteX5936" fmla="*/ 7755486 w 12188965"/>
              <a:gd name="connsiteY5936" fmla="*/ 1624521 h 2053176"/>
              <a:gd name="connsiteX5937" fmla="*/ 7729825 w 12188965"/>
              <a:gd name="connsiteY5937" fmla="*/ 1650180 h 2053176"/>
              <a:gd name="connsiteX5938" fmla="*/ 7704167 w 12188965"/>
              <a:gd name="connsiteY5938" fmla="*/ 1624521 h 2053176"/>
              <a:gd name="connsiteX5939" fmla="*/ 7729825 w 12188965"/>
              <a:gd name="connsiteY5939" fmla="*/ 1598863 h 2053176"/>
              <a:gd name="connsiteX5940" fmla="*/ 7665621 w 12188965"/>
              <a:gd name="connsiteY5940" fmla="*/ 1598863 h 2053176"/>
              <a:gd name="connsiteX5941" fmla="*/ 7691279 w 12188965"/>
              <a:gd name="connsiteY5941" fmla="*/ 1624521 h 2053176"/>
              <a:gd name="connsiteX5942" fmla="*/ 7665621 w 12188965"/>
              <a:gd name="connsiteY5942" fmla="*/ 1650180 h 2053176"/>
              <a:gd name="connsiteX5943" fmla="*/ 7639963 w 12188965"/>
              <a:gd name="connsiteY5943" fmla="*/ 1624521 h 2053176"/>
              <a:gd name="connsiteX5944" fmla="*/ 7665621 w 12188965"/>
              <a:gd name="connsiteY5944" fmla="*/ 1598863 h 2053176"/>
              <a:gd name="connsiteX5945" fmla="*/ 7601299 w 12188965"/>
              <a:gd name="connsiteY5945" fmla="*/ 1598863 h 2053176"/>
              <a:gd name="connsiteX5946" fmla="*/ 7626959 w 12188965"/>
              <a:gd name="connsiteY5946" fmla="*/ 1624521 h 2053176"/>
              <a:gd name="connsiteX5947" fmla="*/ 7601299 w 12188965"/>
              <a:gd name="connsiteY5947" fmla="*/ 1650180 h 2053176"/>
              <a:gd name="connsiteX5948" fmla="*/ 7575640 w 12188965"/>
              <a:gd name="connsiteY5948" fmla="*/ 1624521 h 2053176"/>
              <a:gd name="connsiteX5949" fmla="*/ 7601299 w 12188965"/>
              <a:gd name="connsiteY5949" fmla="*/ 1598863 h 2053176"/>
              <a:gd name="connsiteX5950" fmla="*/ 7537094 w 12188965"/>
              <a:gd name="connsiteY5950" fmla="*/ 1598863 h 2053176"/>
              <a:gd name="connsiteX5951" fmla="*/ 7562752 w 12188965"/>
              <a:gd name="connsiteY5951" fmla="*/ 1624521 h 2053176"/>
              <a:gd name="connsiteX5952" fmla="*/ 7537094 w 12188965"/>
              <a:gd name="connsiteY5952" fmla="*/ 1650180 h 2053176"/>
              <a:gd name="connsiteX5953" fmla="*/ 7511436 w 12188965"/>
              <a:gd name="connsiteY5953" fmla="*/ 1624521 h 2053176"/>
              <a:gd name="connsiteX5954" fmla="*/ 7537094 w 12188965"/>
              <a:gd name="connsiteY5954" fmla="*/ 1598863 h 2053176"/>
              <a:gd name="connsiteX5955" fmla="*/ 7472890 w 12188965"/>
              <a:gd name="connsiteY5955" fmla="*/ 1598863 h 2053176"/>
              <a:gd name="connsiteX5956" fmla="*/ 7498548 w 12188965"/>
              <a:gd name="connsiteY5956" fmla="*/ 1624521 h 2053176"/>
              <a:gd name="connsiteX5957" fmla="*/ 7472890 w 12188965"/>
              <a:gd name="connsiteY5957" fmla="*/ 1650180 h 2053176"/>
              <a:gd name="connsiteX5958" fmla="*/ 7447229 w 12188965"/>
              <a:gd name="connsiteY5958" fmla="*/ 1624521 h 2053176"/>
              <a:gd name="connsiteX5959" fmla="*/ 7472890 w 12188965"/>
              <a:gd name="connsiteY5959" fmla="*/ 1598863 h 2053176"/>
              <a:gd name="connsiteX5960" fmla="*/ 7408683 w 12188965"/>
              <a:gd name="connsiteY5960" fmla="*/ 1598863 h 2053176"/>
              <a:gd name="connsiteX5961" fmla="*/ 7434341 w 12188965"/>
              <a:gd name="connsiteY5961" fmla="*/ 1624521 h 2053176"/>
              <a:gd name="connsiteX5962" fmla="*/ 7408683 w 12188965"/>
              <a:gd name="connsiteY5962" fmla="*/ 1650180 h 2053176"/>
              <a:gd name="connsiteX5963" fmla="*/ 7383025 w 12188965"/>
              <a:gd name="connsiteY5963" fmla="*/ 1624521 h 2053176"/>
              <a:gd name="connsiteX5964" fmla="*/ 7408683 w 12188965"/>
              <a:gd name="connsiteY5964" fmla="*/ 1598863 h 2053176"/>
              <a:gd name="connsiteX5965" fmla="*/ 7344479 w 12188965"/>
              <a:gd name="connsiteY5965" fmla="*/ 1598863 h 2053176"/>
              <a:gd name="connsiteX5966" fmla="*/ 7370137 w 12188965"/>
              <a:gd name="connsiteY5966" fmla="*/ 1624521 h 2053176"/>
              <a:gd name="connsiteX5967" fmla="*/ 7344479 w 12188965"/>
              <a:gd name="connsiteY5967" fmla="*/ 1650180 h 2053176"/>
              <a:gd name="connsiteX5968" fmla="*/ 7318820 w 12188965"/>
              <a:gd name="connsiteY5968" fmla="*/ 1624521 h 2053176"/>
              <a:gd name="connsiteX5969" fmla="*/ 7344479 w 12188965"/>
              <a:gd name="connsiteY5969" fmla="*/ 1598863 h 2053176"/>
              <a:gd name="connsiteX5970" fmla="*/ 7280274 w 12188965"/>
              <a:gd name="connsiteY5970" fmla="*/ 1598863 h 2053176"/>
              <a:gd name="connsiteX5971" fmla="*/ 7305932 w 12188965"/>
              <a:gd name="connsiteY5971" fmla="*/ 1624521 h 2053176"/>
              <a:gd name="connsiteX5972" fmla="*/ 7280274 w 12188965"/>
              <a:gd name="connsiteY5972" fmla="*/ 1650180 h 2053176"/>
              <a:gd name="connsiteX5973" fmla="*/ 7254613 w 12188965"/>
              <a:gd name="connsiteY5973" fmla="*/ 1624521 h 2053176"/>
              <a:gd name="connsiteX5974" fmla="*/ 7280274 w 12188965"/>
              <a:gd name="connsiteY5974" fmla="*/ 1598863 h 2053176"/>
              <a:gd name="connsiteX5975" fmla="*/ 7216067 w 12188965"/>
              <a:gd name="connsiteY5975" fmla="*/ 1598863 h 2053176"/>
              <a:gd name="connsiteX5976" fmla="*/ 7241725 w 12188965"/>
              <a:gd name="connsiteY5976" fmla="*/ 1624521 h 2053176"/>
              <a:gd name="connsiteX5977" fmla="*/ 7216067 w 12188965"/>
              <a:gd name="connsiteY5977" fmla="*/ 1650180 h 2053176"/>
              <a:gd name="connsiteX5978" fmla="*/ 7190409 w 12188965"/>
              <a:gd name="connsiteY5978" fmla="*/ 1624521 h 2053176"/>
              <a:gd name="connsiteX5979" fmla="*/ 7216067 w 12188965"/>
              <a:gd name="connsiteY5979" fmla="*/ 1598863 h 2053176"/>
              <a:gd name="connsiteX5980" fmla="*/ 7151863 w 12188965"/>
              <a:gd name="connsiteY5980" fmla="*/ 1598863 h 2053176"/>
              <a:gd name="connsiteX5981" fmla="*/ 7177521 w 12188965"/>
              <a:gd name="connsiteY5981" fmla="*/ 1624521 h 2053176"/>
              <a:gd name="connsiteX5982" fmla="*/ 7151863 w 12188965"/>
              <a:gd name="connsiteY5982" fmla="*/ 1650180 h 2053176"/>
              <a:gd name="connsiteX5983" fmla="*/ 7126205 w 12188965"/>
              <a:gd name="connsiteY5983" fmla="*/ 1624521 h 2053176"/>
              <a:gd name="connsiteX5984" fmla="*/ 7151863 w 12188965"/>
              <a:gd name="connsiteY5984" fmla="*/ 1598863 h 2053176"/>
              <a:gd name="connsiteX5985" fmla="*/ 7087658 w 12188965"/>
              <a:gd name="connsiteY5985" fmla="*/ 1598863 h 2053176"/>
              <a:gd name="connsiteX5986" fmla="*/ 7113317 w 12188965"/>
              <a:gd name="connsiteY5986" fmla="*/ 1624521 h 2053176"/>
              <a:gd name="connsiteX5987" fmla="*/ 7087658 w 12188965"/>
              <a:gd name="connsiteY5987" fmla="*/ 1650180 h 2053176"/>
              <a:gd name="connsiteX5988" fmla="*/ 7061998 w 12188965"/>
              <a:gd name="connsiteY5988" fmla="*/ 1624521 h 2053176"/>
              <a:gd name="connsiteX5989" fmla="*/ 7087658 w 12188965"/>
              <a:gd name="connsiteY5989" fmla="*/ 1598863 h 2053176"/>
              <a:gd name="connsiteX5990" fmla="*/ 6959247 w 12188965"/>
              <a:gd name="connsiteY5990" fmla="*/ 1598863 h 2053176"/>
              <a:gd name="connsiteX5991" fmla="*/ 6984905 w 12188965"/>
              <a:gd name="connsiteY5991" fmla="*/ 1624521 h 2053176"/>
              <a:gd name="connsiteX5992" fmla="*/ 6959247 w 12188965"/>
              <a:gd name="connsiteY5992" fmla="*/ 1650180 h 2053176"/>
              <a:gd name="connsiteX5993" fmla="*/ 6933589 w 12188965"/>
              <a:gd name="connsiteY5993" fmla="*/ 1624521 h 2053176"/>
              <a:gd name="connsiteX5994" fmla="*/ 6959247 w 12188965"/>
              <a:gd name="connsiteY5994" fmla="*/ 1598863 h 2053176"/>
              <a:gd name="connsiteX5995" fmla="*/ 6895043 w 12188965"/>
              <a:gd name="connsiteY5995" fmla="*/ 1598863 h 2053176"/>
              <a:gd name="connsiteX5996" fmla="*/ 6920701 w 12188965"/>
              <a:gd name="connsiteY5996" fmla="*/ 1624521 h 2053176"/>
              <a:gd name="connsiteX5997" fmla="*/ 6895043 w 12188965"/>
              <a:gd name="connsiteY5997" fmla="*/ 1650180 h 2053176"/>
              <a:gd name="connsiteX5998" fmla="*/ 6869382 w 12188965"/>
              <a:gd name="connsiteY5998" fmla="*/ 1624521 h 2053176"/>
              <a:gd name="connsiteX5999" fmla="*/ 6895043 w 12188965"/>
              <a:gd name="connsiteY5999" fmla="*/ 1598863 h 2053176"/>
              <a:gd name="connsiteX6000" fmla="*/ 6830836 w 12188965"/>
              <a:gd name="connsiteY6000" fmla="*/ 1598863 h 2053176"/>
              <a:gd name="connsiteX6001" fmla="*/ 6856494 w 12188965"/>
              <a:gd name="connsiteY6001" fmla="*/ 1624521 h 2053176"/>
              <a:gd name="connsiteX6002" fmla="*/ 6830836 w 12188965"/>
              <a:gd name="connsiteY6002" fmla="*/ 1650180 h 2053176"/>
              <a:gd name="connsiteX6003" fmla="*/ 6805178 w 12188965"/>
              <a:gd name="connsiteY6003" fmla="*/ 1624521 h 2053176"/>
              <a:gd name="connsiteX6004" fmla="*/ 6830836 w 12188965"/>
              <a:gd name="connsiteY6004" fmla="*/ 1598863 h 2053176"/>
              <a:gd name="connsiteX6005" fmla="*/ 6766631 w 12188965"/>
              <a:gd name="connsiteY6005" fmla="*/ 1598863 h 2053176"/>
              <a:gd name="connsiteX6006" fmla="*/ 6792290 w 12188965"/>
              <a:gd name="connsiteY6006" fmla="*/ 1624521 h 2053176"/>
              <a:gd name="connsiteX6007" fmla="*/ 6766631 w 12188965"/>
              <a:gd name="connsiteY6007" fmla="*/ 1650180 h 2053176"/>
              <a:gd name="connsiteX6008" fmla="*/ 6740973 w 12188965"/>
              <a:gd name="connsiteY6008" fmla="*/ 1624521 h 2053176"/>
              <a:gd name="connsiteX6009" fmla="*/ 6766631 w 12188965"/>
              <a:gd name="connsiteY6009" fmla="*/ 1598863 h 2053176"/>
              <a:gd name="connsiteX6010" fmla="*/ 6702427 w 12188965"/>
              <a:gd name="connsiteY6010" fmla="*/ 1598863 h 2053176"/>
              <a:gd name="connsiteX6011" fmla="*/ 6728085 w 12188965"/>
              <a:gd name="connsiteY6011" fmla="*/ 1624521 h 2053176"/>
              <a:gd name="connsiteX6012" fmla="*/ 6702427 w 12188965"/>
              <a:gd name="connsiteY6012" fmla="*/ 1650180 h 2053176"/>
              <a:gd name="connsiteX6013" fmla="*/ 6676766 w 12188965"/>
              <a:gd name="connsiteY6013" fmla="*/ 1624521 h 2053176"/>
              <a:gd name="connsiteX6014" fmla="*/ 6702427 w 12188965"/>
              <a:gd name="connsiteY6014" fmla="*/ 1598863 h 2053176"/>
              <a:gd name="connsiteX6015" fmla="*/ 6638220 w 12188965"/>
              <a:gd name="connsiteY6015" fmla="*/ 1598863 h 2053176"/>
              <a:gd name="connsiteX6016" fmla="*/ 6663881 w 12188965"/>
              <a:gd name="connsiteY6016" fmla="*/ 1624521 h 2053176"/>
              <a:gd name="connsiteX6017" fmla="*/ 6638220 w 12188965"/>
              <a:gd name="connsiteY6017" fmla="*/ 1650180 h 2053176"/>
              <a:gd name="connsiteX6018" fmla="*/ 6612562 w 12188965"/>
              <a:gd name="connsiteY6018" fmla="*/ 1624521 h 2053176"/>
              <a:gd name="connsiteX6019" fmla="*/ 6638220 w 12188965"/>
              <a:gd name="connsiteY6019" fmla="*/ 1598863 h 2053176"/>
              <a:gd name="connsiteX6020" fmla="*/ 6574016 w 12188965"/>
              <a:gd name="connsiteY6020" fmla="*/ 1598863 h 2053176"/>
              <a:gd name="connsiteX6021" fmla="*/ 6599674 w 12188965"/>
              <a:gd name="connsiteY6021" fmla="*/ 1624521 h 2053176"/>
              <a:gd name="connsiteX6022" fmla="*/ 6574016 w 12188965"/>
              <a:gd name="connsiteY6022" fmla="*/ 1650180 h 2053176"/>
              <a:gd name="connsiteX6023" fmla="*/ 6548357 w 12188965"/>
              <a:gd name="connsiteY6023" fmla="*/ 1624521 h 2053176"/>
              <a:gd name="connsiteX6024" fmla="*/ 6574016 w 12188965"/>
              <a:gd name="connsiteY6024" fmla="*/ 1598863 h 2053176"/>
              <a:gd name="connsiteX6025" fmla="*/ 6381282 w 12188965"/>
              <a:gd name="connsiteY6025" fmla="*/ 1598863 h 2053176"/>
              <a:gd name="connsiteX6026" fmla="*/ 6406943 w 12188965"/>
              <a:gd name="connsiteY6026" fmla="*/ 1624521 h 2053176"/>
              <a:gd name="connsiteX6027" fmla="*/ 6381282 w 12188965"/>
              <a:gd name="connsiteY6027" fmla="*/ 1650180 h 2053176"/>
              <a:gd name="connsiteX6028" fmla="*/ 6355624 w 12188965"/>
              <a:gd name="connsiteY6028" fmla="*/ 1624521 h 2053176"/>
              <a:gd name="connsiteX6029" fmla="*/ 6381282 w 12188965"/>
              <a:gd name="connsiteY6029" fmla="*/ 1598863 h 2053176"/>
              <a:gd name="connsiteX6030" fmla="*/ 6317078 w 12188965"/>
              <a:gd name="connsiteY6030" fmla="*/ 1598863 h 2053176"/>
              <a:gd name="connsiteX6031" fmla="*/ 6342736 w 12188965"/>
              <a:gd name="connsiteY6031" fmla="*/ 1624521 h 2053176"/>
              <a:gd name="connsiteX6032" fmla="*/ 6317078 w 12188965"/>
              <a:gd name="connsiteY6032" fmla="*/ 1650180 h 2053176"/>
              <a:gd name="connsiteX6033" fmla="*/ 6291420 w 12188965"/>
              <a:gd name="connsiteY6033" fmla="*/ 1624521 h 2053176"/>
              <a:gd name="connsiteX6034" fmla="*/ 6317078 w 12188965"/>
              <a:gd name="connsiteY6034" fmla="*/ 1598863 h 2053176"/>
              <a:gd name="connsiteX6035" fmla="*/ 6252873 w 12188965"/>
              <a:gd name="connsiteY6035" fmla="*/ 1598863 h 2053176"/>
              <a:gd name="connsiteX6036" fmla="*/ 6278532 w 12188965"/>
              <a:gd name="connsiteY6036" fmla="*/ 1624521 h 2053176"/>
              <a:gd name="connsiteX6037" fmla="*/ 6252873 w 12188965"/>
              <a:gd name="connsiteY6037" fmla="*/ 1650180 h 2053176"/>
              <a:gd name="connsiteX6038" fmla="*/ 6227213 w 12188965"/>
              <a:gd name="connsiteY6038" fmla="*/ 1624521 h 2053176"/>
              <a:gd name="connsiteX6039" fmla="*/ 6252873 w 12188965"/>
              <a:gd name="connsiteY6039" fmla="*/ 1598863 h 2053176"/>
              <a:gd name="connsiteX6040" fmla="*/ 6188666 w 12188965"/>
              <a:gd name="connsiteY6040" fmla="*/ 1598863 h 2053176"/>
              <a:gd name="connsiteX6041" fmla="*/ 6214327 w 12188965"/>
              <a:gd name="connsiteY6041" fmla="*/ 1624521 h 2053176"/>
              <a:gd name="connsiteX6042" fmla="*/ 6188666 w 12188965"/>
              <a:gd name="connsiteY6042" fmla="*/ 1650180 h 2053176"/>
              <a:gd name="connsiteX6043" fmla="*/ 6163008 w 12188965"/>
              <a:gd name="connsiteY6043" fmla="*/ 1624521 h 2053176"/>
              <a:gd name="connsiteX6044" fmla="*/ 6188666 w 12188965"/>
              <a:gd name="connsiteY6044" fmla="*/ 1598863 h 2053176"/>
              <a:gd name="connsiteX6045" fmla="*/ 6124462 w 12188965"/>
              <a:gd name="connsiteY6045" fmla="*/ 1598863 h 2053176"/>
              <a:gd name="connsiteX6046" fmla="*/ 6150123 w 12188965"/>
              <a:gd name="connsiteY6046" fmla="*/ 1624521 h 2053176"/>
              <a:gd name="connsiteX6047" fmla="*/ 6124462 w 12188965"/>
              <a:gd name="connsiteY6047" fmla="*/ 1650180 h 2053176"/>
              <a:gd name="connsiteX6048" fmla="*/ 6098804 w 12188965"/>
              <a:gd name="connsiteY6048" fmla="*/ 1624521 h 2053176"/>
              <a:gd name="connsiteX6049" fmla="*/ 6124462 w 12188965"/>
              <a:gd name="connsiteY6049" fmla="*/ 1598863 h 2053176"/>
              <a:gd name="connsiteX6050" fmla="*/ 6064505 w 12188965"/>
              <a:gd name="connsiteY6050" fmla="*/ 1598863 h 2053176"/>
              <a:gd name="connsiteX6051" fmla="*/ 6090163 w 12188965"/>
              <a:gd name="connsiteY6051" fmla="*/ 1624521 h 2053176"/>
              <a:gd name="connsiteX6052" fmla="*/ 6064505 w 12188965"/>
              <a:gd name="connsiteY6052" fmla="*/ 1650180 h 2053176"/>
              <a:gd name="connsiteX6053" fmla="*/ 6038844 w 12188965"/>
              <a:gd name="connsiteY6053" fmla="*/ 1624521 h 2053176"/>
              <a:gd name="connsiteX6054" fmla="*/ 6064505 w 12188965"/>
              <a:gd name="connsiteY6054" fmla="*/ 1598863 h 2053176"/>
              <a:gd name="connsiteX6055" fmla="*/ 6000298 w 12188965"/>
              <a:gd name="connsiteY6055" fmla="*/ 1598863 h 2053176"/>
              <a:gd name="connsiteX6056" fmla="*/ 6025956 w 12188965"/>
              <a:gd name="connsiteY6056" fmla="*/ 1624521 h 2053176"/>
              <a:gd name="connsiteX6057" fmla="*/ 6000298 w 12188965"/>
              <a:gd name="connsiteY6057" fmla="*/ 1650180 h 2053176"/>
              <a:gd name="connsiteX6058" fmla="*/ 5974639 w 12188965"/>
              <a:gd name="connsiteY6058" fmla="*/ 1624521 h 2053176"/>
              <a:gd name="connsiteX6059" fmla="*/ 6000298 w 12188965"/>
              <a:gd name="connsiteY6059" fmla="*/ 1598863 h 2053176"/>
              <a:gd name="connsiteX6060" fmla="*/ 5936092 w 12188965"/>
              <a:gd name="connsiteY6060" fmla="*/ 1598863 h 2053176"/>
              <a:gd name="connsiteX6061" fmla="*/ 5961751 w 12188965"/>
              <a:gd name="connsiteY6061" fmla="*/ 1624521 h 2053176"/>
              <a:gd name="connsiteX6062" fmla="*/ 5936092 w 12188965"/>
              <a:gd name="connsiteY6062" fmla="*/ 1650180 h 2053176"/>
              <a:gd name="connsiteX6063" fmla="*/ 5910435 w 12188965"/>
              <a:gd name="connsiteY6063" fmla="*/ 1624521 h 2053176"/>
              <a:gd name="connsiteX6064" fmla="*/ 5936092 w 12188965"/>
              <a:gd name="connsiteY6064" fmla="*/ 1598863 h 2053176"/>
              <a:gd name="connsiteX6065" fmla="*/ 5743477 w 12188965"/>
              <a:gd name="connsiteY6065" fmla="*/ 1598863 h 2053176"/>
              <a:gd name="connsiteX6066" fmla="*/ 5769136 w 12188965"/>
              <a:gd name="connsiteY6066" fmla="*/ 1624521 h 2053176"/>
              <a:gd name="connsiteX6067" fmla="*/ 5743477 w 12188965"/>
              <a:gd name="connsiteY6067" fmla="*/ 1650180 h 2053176"/>
              <a:gd name="connsiteX6068" fmla="*/ 5717818 w 12188965"/>
              <a:gd name="connsiteY6068" fmla="*/ 1624521 h 2053176"/>
              <a:gd name="connsiteX6069" fmla="*/ 5743477 w 12188965"/>
              <a:gd name="connsiteY6069" fmla="*/ 1598863 h 2053176"/>
              <a:gd name="connsiteX6070" fmla="*/ 5679272 w 12188965"/>
              <a:gd name="connsiteY6070" fmla="*/ 1598863 h 2053176"/>
              <a:gd name="connsiteX6071" fmla="*/ 5704930 w 12188965"/>
              <a:gd name="connsiteY6071" fmla="*/ 1624521 h 2053176"/>
              <a:gd name="connsiteX6072" fmla="*/ 5679272 w 12188965"/>
              <a:gd name="connsiteY6072" fmla="*/ 1650180 h 2053176"/>
              <a:gd name="connsiteX6073" fmla="*/ 5653614 w 12188965"/>
              <a:gd name="connsiteY6073" fmla="*/ 1624521 h 2053176"/>
              <a:gd name="connsiteX6074" fmla="*/ 5679272 w 12188965"/>
              <a:gd name="connsiteY6074" fmla="*/ 1598863 h 2053176"/>
              <a:gd name="connsiteX6075" fmla="*/ 5615066 w 12188965"/>
              <a:gd name="connsiteY6075" fmla="*/ 1598863 h 2053176"/>
              <a:gd name="connsiteX6076" fmla="*/ 5640726 w 12188965"/>
              <a:gd name="connsiteY6076" fmla="*/ 1624521 h 2053176"/>
              <a:gd name="connsiteX6077" fmla="*/ 5615066 w 12188965"/>
              <a:gd name="connsiteY6077" fmla="*/ 1650180 h 2053176"/>
              <a:gd name="connsiteX6078" fmla="*/ 5589407 w 12188965"/>
              <a:gd name="connsiteY6078" fmla="*/ 1624521 h 2053176"/>
              <a:gd name="connsiteX6079" fmla="*/ 5615066 w 12188965"/>
              <a:gd name="connsiteY6079" fmla="*/ 1598863 h 2053176"/>
              <a:gd name="connsiteX6080" fmla="*/ 5550862 w 12188965"/>
              <a:gd name="connsiteY6080" fmla="*/ 1598863 h 2053176"/>
              <a:gd name="connsiteX6081" fmla="*/ 5576520 w 12188965"/>
              <a:gd name="connsiteY6081" fmla="*/ 1624521 h 2053176"/>
              <a:gd name="connsiteX6082" fmla="*/ 5550862 w 12188965"/>
              <a:gd name="connsiteY6082" fmla="*/ 1650180 h 2053176"/>
              <a:gd name="connsiteX6083" fmla="*/ 5525203 w 12188965"/>
              <a:gd name="connsiteY6083" fmla="*/ 1624521 h 2053176"/>
              <a:gd name="connsiteX6084" fmla="*/ 5550862 w 12188965"/>
              <a:gd name="connsiteY6084" fmla="*/ 1598863 h 2053176"/>
              <a:gd name="connsiteX6085" fmla="*/ 5486655 w 12188965"/>
              <a:gd name="connsiteY6085" fmla="*/ 1598863 h 2053176"/>
              <a:gd name="connsiteX6086" fmla="*/ 5512316 w 12188965"/>
              <a:gd name="connsiteY6086" fmla="*/ 1624521 h 2053176"/>
              <a:gd name="connsiteX6087" fmla="*/ 5486655 w 12188965"/>
              <a:gd name="connsiteY6087" fmla="*/ 1650180 h 2053176"/>
              <a:gd name="connsiteX6088" fmla="*/ 5460997 w 12188965"/>
              <a:gd name="connsiteY6088" fmla="*/ 1624521 h 2053176"/>
              <a:gd name="connsiteX6089" fmla="*/ 5486655 w 12188965"/>
              <a:gd name="connsiteY6089" fmla="*/ 1598863 h 2053176"/>
              <a:gd name="connsiteX6090" fmla="*/ 5422451 w 12188965"/>
              <a:gd name="connsiteY6090" fmla="*/ 1598863 h 2053176"/>
              <a:gd name="connsiteX6091" fmla="*/ 5448109 w 12188965"/>
              <a:gd name="connsiteY6091" fmla="*/ 1624521 h 2053176"/>
              <a:gd name="connsiteX6092" fmla="*/ 5422451 w 12188965"/>
              <a:gd name="connsiteY6092" fmla="*/ 1650180 h 2053176"/>
              <a:gd name="connsiteX6093" fmla="*/ 5396791 w 12188965"/>
              <a:gd name="connsiteY6093" fmla="*/ 1624521 h 2053176"/>
              <a:gd name="connsiteX6094" fmla="*/ 5422451 w 12188965"/>
              <a:gd name="connsiteY6094" fmla="*/ 1598863 h 2053176"/>
              <a:gd name="connsiteX6095" fmla="*/ 5358245 w 12188965"/>
              <a:gd name="connsiteY6095" fmla="*/ 1598863 h 2053176"/>
              <a:gd name="connsiteX6096" fmla="*/ 5383904 w 12188965"/>
              <a:gd name="connsiteY6096" fmla="*/ 1624521 h 2053176"/>
              <a:gd name="connsiteX6097" fmla="*/ 5358245 w 12188965"/>
              <a:gd name="connsiteY6097" fmla="*/ 1650180 h 2053176"/>
              <a:gd name="connsiteX6098" fmla="*/ 5332587 w 12188965"/>
              <a:gd name="connsiteY6098" fmla="*/ 1624521 h 2053176"/>
              <a:gd name="connsiteX6099" fmla="*/ 5358245 w 12188965"/>
              <a:gd name="connsiteY6099" fmla="*/ 1598863 h 2053176"/>
              <a:gd name="connsiteX6100" fmla="*/ 5294040 w 12188965"/>
              <a:gd name="connsiteY6100" fmla="*/ 1598863 h 2053176"/>
              <a:gd name="connsiteX6101" fmla="*/ 5319699 w 12188965"/>
              <a:gd name="connsiteY6101" fmla="*/ 1624521 h 2053176"/>
              <a:gd name="connsiteX6102" fmla="*/ 5294040 w 12188965"/>
              <a:gd name="connsiteY6102" fmla="*/ 1650180 h 2053176"/>
              <a:gd name="connsiteX6103" fmla="*/ 5268382 w 12188965"/>
              <a:gd name="connsiteY6103" fmla="*/ 1624521 h 2053176"/>
              <a:gd name="connsiteX6104" fmla="*/ 5294040 w 12188965"/>
              <a:gd name="connsiteY6104" fmla="*/ 1598863 h 2053176"/>
              <a:gd name="connsiteX6105" fmla="*/ 5229719 w 12188965"/>
              <a:gd name="connsiteY6105" fmla="*/ 1598863 h 2053176"/>
              <a:gd name="connsiteX6106" fmla="*/ 5255377 w 12188965"/>
              <a:gd name="connsiteY6106" fmla="*/ 1624521 h 2053176"/>
              <a:gd name="connsiteX6107" fmla="*/ 5229719 w 12188965"/>
              <a:gd name="connsiteY6107" fmla="*/ 1650180 h 2053176"/>
              <a:gd name="connsiteX6108" fmla="*/ 5204058 w 12188965"/>
              <a:gd name="connsiteY6108" fmla="*/ 1624521 h 2053176"/>
              <a:gd name="connsiteX6109" fmla="*/ 5229719 w 12188965"/>
              <a:gd name="connsiteY6109" fmla="*/ 1598863 h 2053176"/>
              <a:gd name="connsiteX6110" fmla="*/ 5101309 w 12188965"/>
              <a:gd name="connsiteY6110" fmla="*/ 1598863 h 2053176"/>
              <a:gd name="connsiteX6111" fmla="*/ 5126967 w 12188965"/>
              <a:gd name="connsiteY6111" fmla="*/ 1624521 h 2053176"/>
              <a:gd name="connsiteX6112" fmla="*/ 5101309 w 12188965"/>
              <a:gd name="connsiteY6112" fmla="*/ 1650180 h 2053176"/>
              <a:gd name="connsiteX6113" fmla="*/ 5075649 w 12188965"/>
              <a:gd name="connsiteY6113" fmla="*/ 1624521 h 2053176"/>
              <a:gd name="connsiteX6114" fmla="*/ 5101309 w 12188965"/>
              <a:gd name="connsiteY6114" fmla="*/ 1598863 h 2053176"/>
              <a:gd name="connsiteX6115" fmla="*/ 5037104 w 12188965"/>
              <a:gd name="connsiteY6115" fmla="*/ 1598863 h 2053176"/>
              <a:gd name="connsiteX6116" fmla="*/ 5062762 w 12188965"/>
              <a:gd name="connsiteY6116" fmla="*/ 1624521 h 2053176"/>
              <a:gd name="connsiteX6117" fmla="*/ 5037104 w 12188965"/>
              <a:gd name="connsiteY6117" fmla="*/ 1650180 h 2053176"/>
              <a:gd name="connsiteX6118" fmla="*/ 5011444 w 12188965"/>
              <a:gd name="connsiteY6118" fmla="*/ 1624521 h 2053176"/>
              <a:gd name="connsiteX6119" fmla="*/ 5037104 w 12188965"/>
              <a:gd name="connsiteY6119" fmla="*/ 1598863 h 2053176"/>
              <a:gd name="connsiteX6120" fmla="*/ 4972896 w 12188965"/>
              <a:gd name="connsiteY6120" fmla="*/ 1598863 h 2053176"/>
              <a:gd name="connsiteX6121" fmla="*/ 4998557 w 12188965"/>
              <a:gd name="connsiteY6121" fmla="*/ 1624521 h 2053176"/>
              <a:gd name="connsiteX6122" fmla="*/ 4972896 w 12188965"/>
              <a:gd name="connsiteY6122" fmla="*/ 1650180 h 2053176"/>
              <a:gd name="connsiteX6123" fmla="*/ 4947240 w 12188965"/>
              <a:gd name="connsiteY6123" fmla="*/ 1624521 h 2053176"/>
              <a:gd name="connsiteX6124" fmla="*/ 4972896 w 12188965"/>
              <a:gd name="connsiteY6124" fmla="*/ 1598863 h 2053176"/>
              <a:gd name="connsiteX6125" fmla="*/ 4908693 w 12188965"/>
              <a:gd name="connsiteY6125" fmla="*/ 1598863 h 2053176"/>
              <a:gd name="connsiteX6126" fmla="*/ 4934352 w 12188965"/>
              <a:gd name="connsiteY6126" fmla="*/ 1624521 h 2053176"/>
              <a:gd name="connsiteX6127" fmla="*/ 4908693 w 12188965"/>
              <a:gd name="connsiteY6127" fmla="*/ 1650180 h 2053176"/>
              <a:gd name="connsiteX6128" fmla="*/ 4883033 w 12188965"/>
              <a:gd name="connsiteY6128" fmla="*/ 1624521 h 2053176"/>
              <a:gd name="connsiteX6129" fmla="*/ 4908693 w 12188965"/>
              <a:gd name="connsiteY6129" fmla="*/ 1598863 h 2053176"/>
              <a:gd name="connsiteX6130" fmla="*/ 4844487 w 12188965"/>
              <a:gd name="connsiteY6130" fmla="*/ 1598863 h 2053176"/>
              <a:gd name="connsiteX6131" fmla="*/ 4870146 w 12188965"/>
              <a:gd name="connsiteY6131" fmla="*/ 1624521 h 2053176"/>
              <a:gd name="connsiteX6132" fmla="*/ 4844487 w 12188965"/>
              <a:gd name="connsiteY6132" fmla="*/ 1650180 h 2053176"/>
              <a:gd name="connsiteX6133" fmla="*/ 4818828 w 12188965"/>
              <a:gd name="connsiteY6133" fmla="*/ 1624521 h 2053176"/>
              <a:gd name="connsiteX6134" fmla="*/ 4844487 w 12188965"/>
              <a:gd name="connsiteY6134" fmla="*/ 1598863 h 2053176"/>
              <a:gd name="connsiteX6135" fmla="*/ 4780282 w 12188965"/>
              <a:gd name="connsiteY6135" fmla="*/ 1598863 h 2053176"/>
              <a:gd name="connsiteX6136" fmla="*/ 4805941 w 12188965"/>
              <a:gd name="connsiteY6136" fmla="*/ 1624521 h 2053176"/>
              <a:gd name="connsiteX6137" fmla="*/ 4780282 w 12188965"/>
              <a:gd name="connsiteY6137" fmla="*/ 1650180 h 2053176"/>
              <a:gd name="connsiteX6138" fmla="*/ 4754622 w 12188965"/>
              <a:gd name="connsiteY6138" fmla="*/ 1624521 h 2053176"/>
              <a:gd name="connsiteX6139" fmla="*/ 4780282 w 12188965"/>
              <a:gd name="connsiteY6139" fmla="*/ 1598863 h 2053176"/>
              <a:gd name="connsiteX6140" fmla="*/ 4716077 w 12188965"/>
              <a:gd name="connsiteY6140" fmla="*/ 1598863 h 2053176"/>
              <a:gd name="connsiteX6141" fmla="*/ 4741736 w 12188965"/>
              <a:gd name="connsiteY6141" fmla="*/ 1624521 h 2053176"/>
              <a:gd name="connsiteX6142" fmla="*/ 4716077 w 12188965"/>
              <a:gd name="connsiteY6142" fmla="*/ 1650180 h 2053176"/>
              <a:gd name="connsiteX6143" fmla="*/ 4690419 w 12188965"/>
              <a:gd name="connsiteY6143" fmla="*/ 1624521 h 2053176"/>
              <a:gd name="connsiteX6144" fmla="*/ 4716077 w 12188965"/>
              <a:gd name="connsiteY6144" fmla="*/ 1598863 h 2053176"/>
              <a:gd name="connsiteX6145" fmla="*/ 4651872 w 12188965"/>
              <a:gd name="connsiteY6145" fmla="*/ 1598863 h 2053176"/>
              <a:gd name="connsiteX6146" fmla="*/ 4677531 w 12188965"/>
              <a:gd name="connsiteY6146" fmla="*/ 1624521 h 2053176"/>
              <a:gd name="connsiteX6147" fmla="*/ 4651872 w 12188965"/>
              <a:gd name="connsiteY6147" fmla="*/ 1650180 h 2053176"/>
              <a:gd name="connsiteX6148" fmla="*/ 4626213 w 12188965"/>
              <a:gd name="connsiteY6148" fmla="*/ 1624521 h 2053176"/>
              <a:gd name="connsiteX6149" fmla="*/ 4651872 w 12188965"/>
              <a:gd name="connsiteY6149" fmla="*/ 1598863 h 2053176"/>
              <a:gd name="connsiteX6150" fmla="*/ 4587666 w 12188965"/>
              <a:gd name="connsiteY6150" fmla="*/ 1598863 h 2053176"/>
              <a:gd name="connsiteX6151" fmla="*/ 4613324 w 12188965"/>
              <a:gd name="connsiteY6151" fmla="*/ 1624521 h 2053176"/>
              <a:gd name="connsiteX6152" fmla="*/ 4587666 w 12188965"/>
              <a:gd name="connsiteY6152" fmla="*/ 1650180 h 2053176"/>
              <a:gd name="connsiteX6153" fmla="*/ 4562007 w 12188965"/>
              <a:gd name="connsiteY6153" fmla="*/ 1624521 h 2053176"/>
              <a:gd name="connsiteX6154" fmla="*/ 4587666 w 12188965"/>
              <a:gd name="connsiteY6154" fmla="*/ 1598863 h 2053176"/>
              <a:gd name="connsiteX6155" fmla="*/ 4523461 w 12188965"/>
              <a:gd name="connsiteY6155" fmla="*/ 1598863 h 2053176"/>
              <a:gd name="connsiteX6156" fmla="*/ 4549121 w 12188965"/>
              <a:gd name="connsiteY6156" fmla="*/ 1624521 h 2053176"/>
              <a:gd name="connsiteX6157" fmla="*/ 4523461 w 12188965"/>
              <a:gd name="connsiteY6157" fmla="*/ 1650180 h 2053176"/>
              <a:gd name="connsiteX6158" fmla="*/ 4497802 w 12188965"/>
              <a:gd name="connsiteY6158" fmla="*/ 1624521 h 2053176"/>
              <a:gd name="connsiteX6159" fmla="*/ 4523461 w 12188965"/>
              <a:gd name="connsiteY6159" fmla="*/ 1598863 h 2053176"/>
              <a:gd name="connsiteX6160" fmla="*/ 4395050 w 12188965"/>
              <a:gd name="connsiteY6160" fmla="*/ 1598863 h 2053176"/>
              <a:gd name="connsiteX6161" fmla="*/ 4420710 w 12188965"/>
              <a:gd name="connsiteY6161" fmla="*/ 1624521 h 2053176"/>
              <a:gd name="connsiteX6162" fmla="*/ 4395050 w 12188965"/>
              <a:gd name="connsiteY6162" fmla="*/ 1650180 h 2053176"/>
              <a:gd name="connsiteX6163" fmla="*/ 4369391 w 12188965"/>
              <a:gd name="connsiteY6163" fmla="*/ 1624521 h 2053176"/>
              <a:gd name="connsiteX6164" fmla="*/ 4395050 w 12188965"/>
              <a:gd name="connsiteY6164" fmla="*/ 1598863 h 2053176"/>
              <a:gd name="connsiteX6165" fmla="*/ 4266640 w 12188965"/>
              <a:gd name="connsiteY6165" fmla="*/ 1598863 h 2053176"/>
              <a:gd name="connsiteX6166" fmla="*/ 4292298 w 12188965"/>
              <a:gd name="connsiteY6166" fmla="*/ 1624521 h 2053176"/>
              <a:gd name="connsiteX6167" fmla="*/ 4266640 w 12188965"/>
              <a:gd name="connsiteY6167" fmla="*/ 1650180 h 2053176"/>
              <a:gd name="connsiteX6168" fmla="*/ 4240981 w 12188965"/>
              <a:gd name="connsiteY6168" fmla="*/ 1624521 h 2053176"/>
              <a:gd name="connsiteX6169" fmla="*/ 4266640 w 12188965"/>
              <a:gd name="connsiteY6169" fmla="*/ 1598863 h 2053176"/>
              <a:gd name="connsiteX6170" fmla="*/ 4202435 w 12188965"/>
              <a:gd name="connsiteY6170" fmla="*/ 1598863 h 2053176"/>
              <a:gd name="connsiteX6171" fmla="*/ 4228093 w 12188965"/>
              <a:gd name="connsiteY6171" fmla="*/ 1624521 h 2053176"/>
              <a:gd name="connsiteX6172" fmla="*/ 4202435 w 12188965"/>
              <a:gd name="connsiteY6172" fmla="*/ 1650180 h 2053176"/>
              <a:gd name="connsiteX6173" fmla="*/ 4176776 w 12188965"/>
              <a:gd name="connsiteY6173" fmla="*/ 1624521 h 2053176"/>
              <a:gd name="connsiteX6174" fmla="*/ 4202435 w 12188965"/>
              <a:gd name="connsiteY6174" fmla="*/ 1598863 h 2053176"/>
              <a:gd name="connsiteX6175" fmla="*/ 4073908 w 12188965"/>
              <a:gd name="connsiteY6175" fmla="*/ 1598863 h 2053176"/>
              <a:gd name="connsiteX6176" fmla="*/ 4099565 w 12188965"/>
              <a:gd name="connsiteY6176" fmla="*/ 1624521 h 2053176"/>
              <a:gd name="connsiteX6177" fmla="*/ 4073908 w 12188965"/>
              <a:gd name="connsiteY6177" fmla="*/ 1650180 h 2053176"/>
              <a:gd name="connsiteX6178" fmla="*/ 4048248 w 12188965"/>
              <a:gd name="connsiteY6178" fmla="*/ 1624521 h 2053176"/>
              <a:gd name="connsiteX6179" fmla="*/ 4073908 w 12188965"/>
              <a:gd name="connsiteY6179" fmla="*/ 1598863 h 2053176"/>
              <a:gd name="connsiteX6180" fmla="*/ 4009702 w 12188965"/>
              <a:gd name="connsiteY6180" fmla="*/ 1598863 h 2053176"/>
              <a:gd name="connsiteX6181" fmla="*/ 4035362 w 12188965"/>
              <a:gd name="connsiteY6181" fmla="*/ 1624521 h 2053176"/>
              <a:gd name="connsiteX6182" fmla="*/ 4009702 w 12188965"/>
              <a:gd name="connsiteY6182" fmla="*/ 1650180 h 2053176"/>
              <a:gd name="connsiteX6183" fmla="*/ 3984043 w 12188965"/>
              <a:gd name="connsiteY6183" fmla="*/ 1624521 h 2053176"/>
              <a:gd name="connsiteX6184" fmla="*/ 4009702 w 12188965"/>
              <a:gd name="connsiteY6184" fmla="*/ 1598863 h 2053176"/>
              <a:gd name="connsiteX6185" fmla="*/ 3945497 w 12188965"/>
              <a:gd name="connsiteY6185" fmla="*/ 1598863 h 2053176"/>
              <a:gd name="connsiteX6186" fmla="*/ 3971155 w 12188965"/>
              <a:gd name="connsiteY6186" fmla="*/ 1624521 h 2053176"/>
              <a:gd name="connsiteX6187" fmla="*/ 3945497 w 12188965"/>
              <a:gd name="connsiteY6187" fmla="*/ 1650180 h 2053176"/>
              <a:gd name="connsiteX6188" fmla="*/ 3919838 w 12188965"/>
              <a:gd name="connsiteY6188" fmla="*/ 1624521 h 2053176"/>
              <a:gd name="connsiteX6189" fmla="*/ 3945497 w 12188965"/>
              <a:gd name="connsiteY6189" fmla="*/ 1598863 h 2053176"/>
              <a:gd name="connsiteX6190" fmla="*/ 3881291 w 12188965"/>
              <a:gd name="connsiteY6190" fmla="*/ 1598863 h 2053176"/>
              <a:gd name="connsiteX6191" fmla="*/ 3906950 w 12188965"/>
              <a:gd name="connsiteY6191" fmla="*/ 1624521 h 2053176"/>
              <a:gd name="connsiteX6192" fmla="*/ 3881291 w 12188965"/>
              <a:gd name="connsiteY6192" fmla="*/ 1650180 h 2053176"/>
              <a:gd name="connsiteX6193" fmla="*/ 3855633 w 12188965"/>
              <a:gd name="connsiteY6193" fmla="*/ 1624521 h 2053176"/>
              <a:gd name="connsiteX6194" fmla="*/ 3881291 w 12188965"/>
              <a:gd name="connsiteY6194" fmla="*/ 1598863 h 2053176"/>
              <a:gd name="connsiteX6195" fmla="*/ 3817085 w 12188965"/>
              <a:gd name="connsiteY6195" fmla="*/ 1598863 h 2053176"/>
              <a:gd name="connsiteX6196" fmla="*/ 3842745 w 12188965"/>
              <a:gd name="connsiteY6196" fmla="*/ 1624521 h 2053176"/>
              <a:gd name="connsiteX6197" fmla="*/ 3817085 w 12188965"/>
              <a:gd name="connsiteY6197" fmla="*/ 1650180 h 2053176"/>
              <a:gd name="connsiteX6198" fmla="*/ 3791427 w 12188965"/>
              <a:gd name="connsiteY6198" fmla="*/ 1624521 h 2053176"/>
              <a:gd name="connsiteX6199" fmla="*/ 3817085 w 12188965"/>
              <a:gd name="connsiteY6199" fmla="*/ 1598863 h 2053176"/>
              <a:gd name="connsiteX6200" fmla="*/ 3752882 w 12188965"/>
              <a:gd name="connsiteY6200" fmla="*/ 1598863 h 2053176"/>
              <a:gd name="connsiteX6201" fmla="*/ 3778539 w 12188965"/>
              <a:gd name="connsiteY6201" fmla="*/ 1624521 h 2053176"/>
              <a:gd name="connsiteX6202" fmla="*/ 3752882 w 12188965"/>
              <a:gd name="connsiteY6202" fmla="*/ 1650180 h 2053176"/>
              <a:gd name="connsiteX6203" fmla="*/ 3727221 w 12188965"/>
              <a:gd name="connsiteY6203" fmla="*/ 1624521 h 2053176"/>
              <a:gd name="connsiteX6204" fmla="*/ 3752882 w 12188965"/>
              <a:gd name="connsiteY6204" fmla="*/ 1598863 h 2053176"/>
              <a:gd name="connsiteX6205" fmla="*/ 3688674 w 12188965"/>
              <a:gd name="connsiteY6205" fmla="*/ 1598863 h 2053176"/>
              <a:gd name="connsiteX6206" fmla="*/ 3714335 w 12188965"/>
              <a:gd name="connsiteY6206" fmla="*/ 1624521 h 2053176"/>
              <a:gd name="connsiteX6207" fmla="*/ 3688674 w 12188965"/>
              <a:gd name="connsiteY6207" fmla="*/ 1650180 h 2053176"/>
              <a:gd name="connsiteX6208" fmla="*/ 3663017 w 12188965"/>
              <a:gd name="connsiteY6208" fmla="*/ 1624521 h 2053176"/>
              <a:gd name="connsiteX6209" fmla="*/ 3688674 w 12188965"/>
              <a:gd name="connsiteY6209" fmla="*/ 1598863 h 2053176"/>
              <a:gd name="connsiteX6210" fmla="*/ 3624472 w 12188965"/>
              <a:gd name="connsiteY6210" fmla="*/ 1598863 h 2053176"/>
              <a:gd name="connsiteX6211" fmla="*/ 3650129 w 12188965"/>
              <a:gd name="connsiteY6211" fmla="*/ 1624521 h 2053176"/>
              <a:gd name="connsiteX6212" fmla="*/ 3624472 w 12188965"/>
              <a:gd name="connsiteY6212" fmla="*/ 1650180 h 2053176"/>
              <a:gd name="connsiteX6213" fmla="*/ 3598810 w 12188965"/>
              <a:gd name="connsiteY6213" fmla="*/ 1624521 h 2053176"/>
              <a:gd name="connsiteX6214" fmla="*/ 3624472 w 12188965"/>
              <a:gd name="connsiteY6214" fmla="*/ 1598863 h 2053176"/>
              <a:gd name="connsiteX6215" fmla="*/ 3496060 w 12188965"/>
              <a:gd name="connsiteY6215" fmla="*/ 1598863 h 2053176"/>
              <a:gd name="connsiteX6216" fmla="*/ 3521719 w 12188965"/>
              <a:gd name="connsiteY6216" fmla="*/ 1624521 h 2053176"/>
              <a:gd name="connsiteX6217" fmla="*/ 3496060 w 12188965"/>
              <a:gd name="connsiteY6217" fmla="*/ 1650180 h 2053176"/>
              <a:gd name="connsiteX6218" fmla="*/ 3470400 w 12188965"/>
              <a:gd name="connsiteY6218" fmla="*/ 1624521 h 2053176"/>
              <a:gd name="connsiteX6219" fmla="*/ 3496060 w 12188965"/>
              <a:gd name="connsiteY6219" fmla="*/ 1598863 h 2053176"/>
              <a:gd name="connsiteX6220" fmla="*/ 3431855 w 12188965"/>
              <a:gd name="connsiteY6220" fmla="*/ 1598863 h 2053176"/>
              <a:gd name="connsiteX6221" fmla="*/ 3457512 w 12188965"/>
              <a:gd name="connsiteY6221" fmla="*/ 1624521 h 2053176"/>
              <a:gd name="connsiteX6222" fmla="*/ 3431855 w 12188965"/>
              <a:gd name="connsiteY6222" fmla="*/ 1650180 h 2053176"/>
              <a:gd name="connsiteX6223" fmla="*/ 3406196 w 12188965"/>
              <a:gd name="connsiteY6223" fmla="*/ 1624521 h 2053176"/>
              <a:gd name="connsiteX6224" fmla="*/ 3431855 w 12188965"/>
              <a:gd name="connsiteY6224" fmla="*/ 1598863 h 2053176"/>
              <a:gd name="connsiteX6225" fmla="*/ 3367649 w 12188965"/>
              <a:gd name="connsiteY6225" fmla="*/ 1598863 h 2053176"/>
              <a:gd name="connsiteX6226" fmla="*/ 3393308 w 12188965"/>
              <a:gd name="connsiteY6226" fmla="*/ 1624521 h 2053176"/>
              <a:gd name="connsiteX6227" fmla="*/ 3367649 w 12188965"/>
              <a:gd name="connsiteY6227" fmla="*/ 1650180 h 2053176"/>
              <a:gd name="connsiteX6228" fmla="*/ 3341990 w 12188965"/>
              <a:gd name="connsiteY6228" fmla="*/ 1624521 h 2053176"/>
              <a:gd name="connsiteX6229" fmla="*/ 3367649 w 12188965"/>
              <a:gd name="connsiteY6229" fmla="*/ 1598863 h 2053176"/>
              <a:gd name="connsiteX6230" fmla="*/ 3303444 w 12188965"/>
              <a:gd name="connsiteY6230" fmla="*/ 1598863 h 2053176"/>
              <a:gd name="connsiteX6231" fmla="*/ 3329102 w 12188965"/>
              <a:gd name="connsiteY6231" fmla="*/ 1624521 h 2053176"/>
              <a:gd name="connsiteX6232" fmla="*/ 3303444 w 12188965"/>
              <a:gd name="connsiteY6232" fmla="*/ 1650180 h 2053176"/>
              <a:gd name="connsiteX6233" fmla="*/ 3277785 w 12188965"/>
              <a:gd name="connsiteY6233" fmla="*/ 1624521 h 2053176"/>
              <a:gd name="connsiteX6234" fmla="*/ 3303444 w 12188965"/>
              <a:gd name="connsiteY6234" fmla="*/ 1598863 h 2053176"/>
              <a:gd name="connsiteX6235" fmla="*/ 3239238 w 12188965"/>
              <a:gd name="connsiteY6235" fmla="*/ 1598863 h 2053176"/>
              <a:gd name="connsiteX6236" fmla="*/ 3264898 w 12188965"/>
              <a:gd name="connsiteY6236" fmla="*/ 1624521 h 2053176"/>
              <a:gd name="connsiteX6237" fmla="*/ 3239238 w 12188965"/>
              <a:gd name="connsiteY6237" fmla="*/ 1650180 h 2053176"/>
              <a:gd name="connsiteX6238" fmla="*/ 3213580 w 12188965"/>
              <a:gd name="connsiteY6238" fmla="*/ 1624521 h 2053176"/>
              <a:gd name="connsiteX6239" fmla="*/ 3239238 w 12188965"/>
              <a:gd name="connsiteY6239" fmla="*/ 1598863 h 2053176"/>
              <a:gd name="connsiteX6240" fmla="*/ 3110828 w 12188965"/>
              <a:gd name="connsiteY6240" fmla="*/ 1598863 h 2053176"/>
              <a:gd name="connsiteX6241" fmla="*/ 3136487 w 12188965"/>
              <a:gd name="connsiteY6241" fmla="*/ 1624521 h 2053176"/>
              <a:gd name="connsiteX6242" fmla="*/ 3110828 w 12188965"/>
              <a:gd name="connsiteY6242" fmla="*/ 1650180 h 2053176"/>
              <a:gd name="connsiteX6243" fmla="*/ 3085170 w 12188965"/>
              <a:gd name="connsiteY6243" fmla="*/ 1624521 h 2053176"/>
              <a:gd name="connsiteX6244" fmla="*/ 3110828 w 12188965"/>
              <a:gd name="connsiteY6244" fmla="*/ 1598863 h 2053176"/>
              <a:gd name="connsiteX6245" fmla="*/ 3046623 w 12188965"/>
              <a:gd name="connsiteY6245" fmla="*/ 1598863 h 2053176"/>
              <a:gd name="connsiteX6246" fmla="*/ 3072282 w 12188965"/>
              <a:gd name="connsiteY6246" fmla="*/ 1624521 h 2053176"/>
              <a:gd name="connsiteX6247" fmla="*/ 3046623 w 12188965"/>
              <a:gd name="connsiteY6247" fmla="*/ 1650180 h 2053176"/>
              <a:gd name="connsiteX6248" fmla="*/ 3020964 w 12188965"/>
              <a:gd name="connsiteY6248" fmla="*/ 1624521 h 2053176"/>
              <a:gd name="connsiteX6249" fmla="*/ 3046623 w 12188965"/>
              <a:gd name="connsiteY6249" fmla="*/ 1598863 h 2053176"/>
              <a:gd name="connsiteX6250" fmla="*/ 2982301 w 12188965"/>
              <a:gd name="connsiteY6250" fmla="*/ 1598863 h 2053176"/>
              <a:gd name="connsiteX6251" fmla="*/ 3007960 w 12188965"/>
              <a:gd name="connsiteY6251" fmla="*/ 1624521 h 2053176"/>
              <a:gd name="connsiteX6252" fmla="*/ 2982301 w 12188965"/>
              <a:gd name="connsiteY6252" fmla="*/ 1650180 h 2053176"/>
              <a:gd name="connsiteX6253" fmla="*/ 2956642 w 12188965"/>
              <a:gd name="connsiteY6253" fmla="*/ 1624521 h 2053176"/>
              <a:gd name="connsiteX6254" fmla="*/ 2982301 w 12188965"/>
              <a:gd name="connsiteY6254" fmla="*/ 1598863 h 2053176"/>
              <a:gd name="connsiteX6255" fmla="*/ 2918096 w 12188965"/>
              <a:gd name="connsiteY6255" fmla="*/ 1598863 h 2053176"/>
              <a:gd name="connsiteX6256" fmla="*/ 2943755 w 12188965"/>
              <a:gd name="connsiteY6256" fmla="*/ 1624521 h 2053176"/>
              <a:gd name="connsiteX6257" fmla="*/ 2918096 w 12188965"/>
              <a:gd name="connsiteY6257" fmla="*/ 1650180 h 2053176"/>
              <a:gd name="connsiteX6258" fmla="*/ 2892438 w 12188965"/>
              <a:gd name="connsiteY6258" fmla="*/ 1624521 h 2053176"/>
              <a:gd name="connsiteX6259" fmla="*/ 2918096 w 12188965"/>
              <a:gd name="connsiteY6259" fmla="*/ 1598863 h 2053176"/>
              <a:gd name="connsiteX6260" fmla="*/ 2853890 w 12188965"/>
              <a:gd name="connsiteY6260" fmla="*/ 1598863 h 2053176"/>
              <a:gd name="connsiteX6261" fmla="*/ 2879550 w 12188965"/>
              <a:gd name="connsiteY6261" fmla="*/ 1624521 h 2053176"/>
              <a:gd name="connsiteX6262" fmla="*/ 2853890 w 12188965"/>
              <a:gd name="connsiteY6262" fmla="*/ 1650180 h 2053176"/>
              <a:gd name="connsiteX6263" fmla="*/ 2828231 w 12188965"/>
              <a:gd name="connsiteY6263" fmla="*/ 1624521 h 2053176"/>
              <a:gd name="connsiteX6264" fmla="*/ 2853890 w 12188965"/>
              <a:gd name="connsiteY6264" fmla="*/ 1598863 h 2053176"/>
              <a:gd name="connsiteX6265" fmla="*/ 2789686 w 12188965"/>
              <a:gd name="connsiteY6265" fmla="*/ 1598863 h 2053176"/>
              <a:gd name="connsiteX6266" fmla="*/ 2815344 w 12188965"/>
              <a:gd name="connsiteY6266" fmla="*/ 1624521 h 2053176"/>
              <a:gd name="connsiteX6267" fmla="*/ 2789686 w 12188965"/>
              <a:gd name="connsiteY6267" fmla="*/ 1650180 h 2053176"/>
              <a:gd name="connsiteX6268" fmla="*/ 2764027 w 12188965"/>
              <a:gd name="connsiteY6268" fmla="*/ 1624521 h 2053176"/>
              <a:gd name="connsiteX6269" fmla="*/ 2789686 w 12188965"/>
              <a:gd name="connsiteY6269" fmla="*/ 1598863 h 2053176"/>
              <a:gd name="connsiteX6270" fmla="*/ 2725480 w 12188965"/>
              <a:gd name="connsiteY6270" fmla="*/ 1598863 h 2053176"/>
              <a:gd name="connsiteX6271" fmla="*/ 2751140 w 12188965"/>
              <a:gd name="connsiteY6271" fmla="*/ 1624521 h 2053176"/>
              <a:gd name="connsiteX6272" fmla="*/ 2725480 w 12188965"/>
              <a:gd name="connsiteY6272" fmla="*/ 1650180 h 2053176"/>
              <a:gd name="connsiteX6273" fmla="*/ 2699821 w 12188965"/>
              <a:gd name="connsiteY6273" fmla="*/ 1624521 h 2053176"/>
              <a:gd name="connsiteX6274" fmla="*/ 2725480 w 12188965"/>
              <a:gd name="connsiteY6274" fmla="*/ 1598863 h 2053176"/>
              <a:gd name="connsiteX6275" fmla="*/ 2597069 w 12188965"/>
              <a:gd name="connsiteY6275" fmla="*/ 1598863 h 2053176"/>
              <a:gd name="connsiteX6276" fmla="*/ 2622729 w 12188965"/>
              <a:gd name="connsiteY6276" fmla="*/ 1624521 h 2053176"/>
              <a:gd name="connsiteX6277" fmla="*/ 2597069 w 12188965"/>
              <a:gd name="connsiteY6277" fmla="*/ 1650180 h 2053176"/>
              <a:gd name="connsiteX6278" fmla="*/ 2571410 w 12188965"/>
              <a:gd name="connsiteY6278" fmla="*/ 1624521 h 2053176"/>
              <a:gd name="connsiteX6279" fmla="*/ 2597069 w 12188965"/>
              <a:gd name="connsiteY6279" fmla="*/ 1598863 h 2053176"/>
              <a:gd name="connsiteX6280" fmla="*/ 2532865 w 12188965"/>
              <a:gd name="connsiteY6280" fmla="*/ 1598863 h 2053176"/>
              <a:gd name="connsiteX6281" fmla="*/ 2558523 w 12188965"/>
              <a:gd name="connsiteY6281" fmla="*/ 1624521 h 2053176"/>
              <a:gd name="connsiteX6282" fmla="*/ 2532865 w 12188965"/>
              <a:gd name="connsiteY6282" fmla="*/ 1650180 h 2053176"/>
              <a:gd name="connsiteX6283" fmla="*/ 2507205 w 12188965"/>
              <a:gd name="connsiteY6283" fmla="*/ 1624521 h 2053176"/>
              <a:gd name="connsiteX6284" fmla="*/ 2532865 w 12188965"/>
              <a:gd name="connsiteY6284" fmla="*/ 1598863 h 2053176"/>
              <a:gd name="connsiteX6285" fmla="*/ 2404454 w 12188965"/>
              <a:gd name="connsiteY6285" fmla="*/ 1598863 h 2053176"/>
              <a:gd name="connsiteX6286" fmla="*/ 2430112 w 12188965"/>
              <a:gd name="connsiteY6286" fmla="*/ 1624521 h 2053176"/>
              <a:gd name="connsiteX6287" fmla="*/ 2404454 w 12188965"/>
              <a:gd name="connsiteY6287" fmla="*/ 1650180 h 2053176"/>
              <a:gd name="connsiteX6288" fmla="*/ 2378795 w 12188965"/>
              <a:gd name="connsiteY6288" fmla="*/ 1624521 h 2053176"/>
              <a:gd name="connsiteX6289" fmla="*/ 2404454 w 12188965"/>
              <a:gd name="connsiteY6289" fmla="*/ 1598863 h 2053176"/>
              <a:gd name="connsiteX6290" fmla="*/ 2340249 w 12188965"/>
              <a:gd name="connsiteY6290" fmla="*/ 1598863 h 2053176"/>
              <a:gd name="connsiteX6291" fmla="*/ 2365908 w 12188965"/>
              <a:gd name="connsiteY6291" fmla="*/ 1624521 h 2053176"/>
              <a:gd name="connsiteX6292" fmla="*/ 2340249 w 12188965"/>
              <a:gd name="connsiteY6292" fmla="*/ 1650180 h 2053176"/>
              <a:gd name="connsiteX6293" fmla="*/ 2314590 w 12188965"/>
              <a:gd name="connsiteY6293" fmla="*/ 1624521 h 2053176"/>
              <a:gd name="connsiteX6294" fmla="*/ 2340249 w 12188965"/>
              <a:gd name="connsiteY6294" fmla="*/ 1598863 h 2053176"/>
              <a:gd name="connsiteX6295" fmla="*/ 2276044 w 12188965"/>
              <a:gd name="connsiteY6295" fmla="*/ 1598863 h 2053176"/>
              <a:gd name="connsiteX6296" fmla="*/ 2301702 w 12188965"/>
              <a:gd name="connsiteY6296" fmla="*/ 1624521 h 2053176"/>
              <a:gd name="connsiteX6297" fmla="*/ 2276044 w 12188965"/>
              <a:gd name="connsiteY6297" fmla="*/ 1650180 h 2053176"/>
              <a:gd name="connsiteX6298" fmla="*/ 2250385 w 12188965"/>
              <a:gd name="connsiteY6298" fmla="*/ 1624521 h 2053176"/>
              <a:gd name="connsiteX6299" fmla="*/ 2276044 w 12188965"/>
              <a:gd name="connsiteY6299" fmla="*/ 1598863 h 2053176"/>
              <a:gd name="connsiteX6300" fmla="*/ 2211838 w 12188965"/>
              <a:gd name="connsiteY6300" fmla="*/ 1598863 h 2053176"/>
              <a:gd name="connsiteX6301" fmla="*/ 2237497 w 12188965"/>
              <a:gd name="connsiteY6301" fmla="*/ 1624521 h 2053176"/>
              <a:gd name="connsiteX6302" fmla="*/ 2211838 w 12188965"/>
              <a:gd name="connsiteY6302" fmla="*/ 1650180 h 2053176"/>
              <a:gd name="connsiteX6303" fmla="*/ 2186178 w 12188965"/>
              <a:gd name="connsiteY6303" fmla="*/ 1624521 h 2053176"/>
              <a:gd name="connsiteX6304" fmla="*/ 2211838 w 12188965"/>
              <a:gd name="connsiteY6304" fmla="*/ 1598863 h 2053176"/>
              <a:gd name="connsiteX6305" fmla="*/ 2147633 w 12188965"/>
              <a:gd name="connsiteY6305" fmla="*/ 1598863 h 2053176"/>
              <a:gd name="connsiteX6306" fmla="*/ 2173293 w 12188965"/>
              <a:gd name="connsiteY6306" fmla="*/ 1624521 h 2053176"/>
              <a:gd name="connsiteX6307" fmla="*/ 2147633 w 12188965"/>
              <a:gd name="connsiteY6307" fmla="*/ 1650180 h 2053176"/>
              <a:gd name="connsiteX6308" fmla="*/ 2121975 w 12188965"/>
              <a:gd name="connsiteY6308" fmla="*/ 1624521 h 2053176"/>
              <a:gd name="connsiteX6309" fmla="*/ 2147633 w 12188965"/>
              <a:gd name="connsiteY6309" fmla="*/ 1598863 h 2053176"/>
              <a:gd name="connsiteX6310" fmla="*/ 2083427 w 12188965"/>
              <a:gd name="connsiteY6310" fmla="*/ 1598863 h 2053176"/>
              <a:gd name="connsiteX6311" fmla="*/ 2109087 w 12188965"/>
              <a:gd name="connsiteY6311" fmla="*/ 1624521 h 2053176"/>
              <a:gd name="connsiteX6312" fmla="*/ 2083427 w 12188965"/>
              <a:gd name="connsiteY6312" fmla="*/ 1650180 h 2053176"/>
              <a:gd name="connsiteX6313" fmla="*/ 2057768 w 12188965"/>
              <a:gd name="connsiteY6313" fmla="*/ 1624521 h 2053176"/>
              <a:gd name="connsiteX6314" fmla="*/ 2083427 w 12188965"/>
              <a:gd name="connsiteY6314" fmla="*/ 1598863 h 2053176"/>
              <a:gd name="connsiteX6315" fmla="*/ 2019222 w 12188965"/>
              <a:gd name="connsiteY6315" fmla="*/ 1598863 h 2053176"/>
              <a:gd name="connsiteX6316" fmla="*/ 2044880 w 12188965"/>
              <a:gd name="connsiteY6316" fmla="*/ 1624521 h 2053176"/>
              <a:gd name="connsiteX6317" fmla="*/ 2019222 w 12188965"/>
              <a:gd name="connsiteY6317" fmla="*/ 1650180 h 2053176"/>
              <a:gd name="connsiteX6318" fmla="*/ 1993563 w 12188965"/>
              <a:gd name="connsiteY6318" fmla="*/ 1624521 h 2053176"/>
              <a:gd name="connsiteX6319" fmla="*/ 2019222 w 12188965"/>
              <a:gd name="connsiteY6319" fmla="*/ 1598863 h 2053176"/>
              <a:gd name="connsiteX6320" fmla="*/ 1955016 w 12188965"/>
              <a:gd name="connsiteY6320" fmla="*/ 1598863 h 2053176"/>
              <a:gd name="connsiteX6321" fmla="*/ 1980676 w 12188965"/>
              <a:gd name="connsiteY6321" fmla="*/ 1624521 h 2053176"/>
              <a:gd name="connsiteX6322" fmla="*/ 1955016 w 12188965"/>
              <a:gd name="connsiteY6322" fmla="*/ 1650180 h 2053176"/>
              <a:gd name="connsiteX6323" fmla="*/ 1929358 w 12188965"/>
              <a:gd name="connsiteY6323" fmla="*/ 1624521 h 2053176"/>
              <a:gd name="connsiteX6324" fmla="*/ 1955016 w 12188965"/>
              <a:gd name="connsiteY6324" fmla="*/ 1598863 h 2053176"/>
              <a:gd name="connsiteX6325" fmla="*/ 1890696 w 12188965"/>
              <a:gd name="connsiteY6325" fmla="*/ 1598863 h 2053176"/>
              <a:gd name="connsiteX6326" fmla="*/ 1916355 w 12188965"/>
              <a:gd name="connsiteY6326" fmla="*/ 1624521 h 2053176"/>
              <a:gd name="connsiteX6327" fmla="*/ 1890696 w 12188965"/>
              <a:gd name="connsiteY6327" fmla="*/ 1650180 h 2053176"/>
              <a:gd name="connsiteX6328" fmla="*/ 1865037 w 12188965"/>
              <a:gd name="connsiteY6328" fmla="*/ 1624521 h 2053176"/>
              <a:gd name="connsiteX6329" fmla="*/ 1890696 w 12188965"/>
              <a:gd name="connsiteY6329" fmla="*/ 1598863 h 2053176"/>
              <a:gd name="connsiteX6330" fmla="*/ 1826490 w 12188965"/>
              <a:gd name="connsiteY6330" fmla="*/ 1598863 h 2053176"/>
              <a:gd name="connsiteX6331" fmla="*/ 1852149 w 12188965"/>
              <a:gd name="connsiteY6331" fmla="*/ 1624521 h 2053176"/>
              <a:gd name="connsiteX6332" fmla="*/ 1826490 w 12188965"/>
              <a:gd name="connsiteY6332" fmla="*/ 1650180 h 2053176"/>
              <a:gd name="connsiteX6333" fmla="*/ 1800830 w 12188965"/>
              <a:gd name="connsiteY6333" fmla="*/ 1624521 h 2053176"/>
              <a:gd name="connsiteX6334" fmla="*/ 1826490 w 12188965"/>
              <a:gd name="connsiteY6334" fmla="*/ 1598863 h 2053176"/>
              <a:gd name="connsiteX6335" fmla="*/ 1762285 w 12188965"/>
              <a:gd name="connsiteY6335" fmla="*/ 1598863 h 2053176"/>
              <a:gd name="connsiteX6336" fmla="*/ 1787944 w 12188965"/>
              <a:gd name="connsiteY6336" fmla="*/ 1624521 h 2053176"/>
              <a:gd name="connsiteX6337" fmla="*/ 1762285 w 12188965"/>
              <a:gd name="connsiteY6337" fmla="*/ 1650180 h 2053176"/>
              <a:gd name="connsiteX6338" fmla="*/ 1736626 w 12188965"/>
              <a:gd name="connsiteY6338" fmla="*/ 1624521 h 2053176"/>
              <a:gd name="connsiteX6339" fmla="*/ 1762285 w 12188965"/>
              <a:gd name="connsiteY6339" fmla="*/ 1598863 h 2053176"/>
              <a:gd name="connsiteX6340" fmla="*/ 1698080 w 12188965"/>
              <a:gd name="connsiteY6340" fmla="*/ 1598863 h 2053176"/>
              <a:gd name="connsiteX6341" fmla="*/ 1723738 w 12188965"/>
              <a:gd name="connsiteY6341" fmla="*/ 1624521 h 2053176"/>
              <a:gd name="connsiteX6342" fmla="*/ 1698080 w 12188965"/>
              <a:gd name="connsiteY6342" fmla="*/ 1650180 h 2053176"/>
              <a:gd name="connsiteX6343" fmla="*/ 1672420 w 12188965"/>
              <a:gd name="connsiteY6343" fmla="*/ 1624521 h 2053176"/>
              <a:gd name="connsiteX6344" fmla="*/ 1698080 w 12188965"/>
              <a:gd name="connsiteY6344" fmla="*/ 1598863 h 2053176"/>
              <a:gd name="connsiteX6345" fmla="*/ 1633874 w 12188965"/>
              <a:gd name="connsiteY6345" fmla="*/ 1598863 h 2053176"/>
              <a:gd name="connsiteX6346" fmla="*/ 1659533 w 12188965"/>
              <a:gd name="connsiteY6346" fmla="*/ 1624521 h 2053176"/>
              <a:gd name="connsiteX6347" fmla="*/ 1633874 w 12188965"/>
              <a:gd name="connsiteY6347" fmla="*/ 1650180 h 2053176"/>
              <a:gd name="connsiteX6348" fmla="*/ 1608216 w 12188965"/>
              <a:gd name="connsiteY6348" fmla="*/ 1624521 h 2053176"/>
              <a:gd name="connsiteX6349" fmla="*/ 1633874 w 12188965"/>
              <a:gd name="connsiteY6349" fmla="*/ 1598863 h 2053176"/>
              <a:gd name="connsiteX6350" fmla="*/ 1569669 w 12188965"/>
              <a:gd name="connsiteY6350" fmla="*/ 1598863 h 2053176"/>
              <a:gd name="connsiteX6351" fmla="*/ 1595328 w 12188965"/>
              <a:gd name="connsiteY6351" fmla="*/ 1624521 h 2053176"/>
              <a:gd name="connsiteX6352" fmla="*/ 1569669 w 12188965"/>
              <a:gd name="connsiteY6352" fmla="*/ 1650180 h 2053176"/>
              <a:gd name="connsiteX6353" fmla="*/ 1544010 w 12188965"/>
              <a:gd name="connsiteY6353" fmla="*/ 1624521 h 2053176"/>
              <a:gd name="connsiteX6354" fmla="*/ 1569669 w 12188965"/>
              <a:gd name="connsiteY6354" fmla="*/ 1598863 h 2053176"/>
              <a:gd name="connsiteX6355" fmla="*/ 1505464 w 12188965"/>
              <a:gd name="connsiteY6355" fmla="*/ 1598863 h 2053176"/>
              <a:gd name="connsiteX6356" fmla="*/ 1531123 w 12188965"/>
              <a:gd name="connsiteY6356" fmla="*/ 1624521 h 2053176"/>
              <a:gd name="connsiteX6357" fmla="*/ 1505464 w 12188965"/>
              <a:gd name="connsiteY6357" fmla="*/ 1650180 h 2053176"/>
              <a:gd name="connsiteX6358" fmla="*/ 1479806 w 12188965"/>
              <a:gd name="connsiteY6358" fmla="*/ 1624521 h 2053176"/>
              <a:gd name="connsiteX6359" fmla="*/ 1505464 w 12188965"/>
              <a:gd name="connsiteY6359" fmla="*/ 1598863 h 2053176"/>
              <a:gd name="connsiteX6360" fmla="*/ 1441258 w 12188965"/>
              <a:gd name="connsiteY6360" fmla="*/ 1598863 h 2053176"/>
              <a:gd name="connsiteX6361" fmla="*/ 1466917 w 12188965"/>
              <a:gd name="connsiteY6361" fmla="*/ 1624521 h 2053176"/>
              <a:gd name="connsiteX6362" fmla="*/ 1441258 w 12188965"/>
              <a:gd name="connsiteY6362" fmla="*/ 1650180 h 2053176"/>
              <a:gd name="connsiteX6363" fmla="*/ 1415599 w 12188965"/>
              <a:gd name="connsiteY6363" fmla="*/ 1624521 h 2053176"/>
              <a:gd name="connsiteX6364" fmla="*/ 1441258 w 12188965"/>
              <a:gd name="connsiteY6364" fmla="*/ 1598863 h 2053176"/>
              <a:gd name="connsiteX6365" fmla="*/ 1377053 w 12188965"/>
              <a:gd name="connsiteY6365" fmla="*/ 1598863 h 2053176"/>
              <a:gd name="connsiteX6366" fmla="*/ 1402712 w 12188965"/>
              <a:gd name="connsiteY6366" fmla="*/ 1624521 h 2053176"/>
              <a:gd name="connsiteX6367" fmla="*/ 1377053 w 12188965"/>
              <a:gd name="connsiteY6367" fmla="*/ 1650180 h 2053176"/>
              <a:gd name="connsiteX6368" fmla="*/ 1351395 w 12188965"/>
              <a:gd name="connsiteY6368" fmla="*/ 1624521 h 2053176"/>
              <a:gd name="connsiteX6369" fmla="*/ 1377053 w 12188965"/>
              <a:gd name="connsiteY6369" fmla="*/ 1598863 h 2053176"/>
              <a:gd name="connsiteX6370" fmla="*/ 1248643 w 12188965"/>
              <a:gd name="connsiteY6370" fmla="*/ 1598863 h 2053176"/>
              <a:gd name="connsiteX6371" fmla="*/ 1274302 w 12188965"/>
              <a:gd name="connsiteY6371" fmla="*/ 1624521 h 2053176"/>
              <a:gd name="connsiteX6372" fmla="*/ 1248643 w 12188965"/>
              <a:gd name="connsiteY6372" fmla="*/ 1650180 h 2053176"/>
              <a:gd name="connsiteX6373" fmla="*/ 1222984 w 12188965"/>
              <a:gd name="connsiteY6373" fmla="*/ 1624521 h 2053176"/>
              <a:gd name="connsiteX6374" fmla="*/ 1248643 w 12188965"/>
              <a:gd name="connsiteY6374" fmla="*/ 1598863 h 2053176"/>
              <a:gd name="connsiteX6375" fmla="*/ 1184437 w 12188965"/>
              <a:gd name="connsiteY6375" fmla="*/ 1598863 h 2053176"/>
              <a:gd name="connsiteX6376" fmla="*/ 1210096 w 12188965"/>
              <a:gd name="connsiteY6376" fmla="*/ 1624521 h 2053176"/>
              <a:gd name="connsiteX6377" fmla="*/ 1184437 w 12188965"/>
              <a:gd name="connsiteY6377" fmla="*/ 1650180 h 2053176"/>
              <a:gd name="connsiteX6378" fmla="*/ 1158780 w 12188965"/>
              <a:gd name="connsiteY6378" fmla="*/ 1624521 h 2053176"/>
              <a:gd name="connsiteX6379" fmla="*/ 1184437 w 12188965"/>
              <a:gd name="connsiteY6379" fmla="*/ 1598863 h 2053176"/>
              <a:gd name="connsiteX6380" fmla="*/ 1120233 w 12188965"/>
              <a:gd name="connsiteY6380" fmla="*/ 1598863 h 2053176"/>
              <a:gd name="connsiteX6381" fmla="*/ 1145892 w 12188965"/>
              <a:gd name="connsiteY6381" fmla="*/ 1624521 h 2053176"/>
              <a:gd name="connsiteX6382" fmla="*/ 1120233 w 12188965"/>
              <a:gd name="connsiteY6382" fmla="*/ 1650180 h 2053176"/>
              <a:gd name="connsiteX6383" fmla="*/ 1094573 w 12188965"/>
              <a:gd name="connsiteY6383" fmla="*/ 1624521 h 2053176"/>
              <a:gd name="connsiteX6384" fmla="*/ 1120233 w 12188965"/>
              <a:gd name="connsiteY6384" fmla="*/ 1598863 h 2053176"/>
              <a:gd name="connsiteX6385" fmla="*/ 1056027 w 12188965"/>
              <a:gd name="connsiteY6385" fmla="*/ 1598863 h 2053176"/>
              <a:gd name="connsiteX6386" fmla="*/ 1081685 w 12188965"/>
              <a:gd name="connsiteY6386" fmla="*/ 1624521 h 2053176"/>
              <a:gd name="connsiteX6387" fmla="*/ 1056027 w 12188965"/>
              <a:gd name="connsiteY6387" fmla="*/ 1650180 h 2053176"/>
              <a:gd name="connsiteX6388" fmla="*/ 1030369 w 12188965"/>
              <a:gd name="connsiteY6388" fmla="*/ 1624521 h 2053176"/>
              <a:gd name="connsiteX6389" fmla="*/ 1056027 w 12188965"/>
              <a:gd name="connsiteY6389" fmla="*/ 1598863 h 2053176"/>
              <a:gd name="connsiteX6390" fmla="*/ 991823 w 12188965"/>
              <a:gd name="connsiteY6390" fmla="*/ 1598863 h 2053176"/>
              <a:gd name="connsiteX6391" fmla="*/ 1017481 w 12188965"/>
              <a:gd name="connsiteY6391" fmla="*/ 1624521 h 2053176"/>
              <a:gd name="connsiteX6392" fmla="*/ 991823 w 12188965"/>
              <a:gd name="connsiteY6392" fmla="*/ 1650180 h 2053176"/>
              <a:gd name="connsiteX6393" fmla="*/ 966162 w 12188965"/>
              <a:gd name="connsiteY6393" fmla="*/ 1624521 h 2053176"/>
              <a:gd name="connsiteX6394" fmla="*/ 991823 w 12188965"/>
              <a:gd name="connsiteY6394" fmla="*/ 1598863 h 2053176"/>
              <a:gd name="connsiteX6395" fmla="*/ 927616 w 12188965"/>
              <a:gd name="connsiteY6395" fmla="*/ 1598863 h 2053176"/>
              <a:gd name="connsiteX6396" fmla="*/ 953275 w 12188965"/>
              <a:gd name="connsiteY6396" fmla="*/ 1624521 h 2053176"/>
              <a:gd name="connsiteX6397" fmla="*/ 927616 w 12188965"/>
              <a:gd name="connsiteY6397" fmla="*/ 1650180 h 2053176"/>
              <a:gd name="connsiteX6398" fmla="*/ 901957 w 12188965"/>
              <a:gd name="connsiteY6398" fmla="*/ 1624521 h 2053176"/>
              <a:gd name="connsiteX6399" fmla="*/ 927616 w 12188965"/>
              <a:gd name="connsiteY6399" fmla="*/ 1598863 h 2053176"/>
              <a:gd name="connsiteX6400" fmla="*/ 863411 w 12188965"/>
              <a:gd name="connsiteY6400" fmla="*/ 1598863 h 2053176"/>
              <a:gd name="connsiteX6401" fmla="*/ 889071 w 12188965"/>
              <a:gd name="connsiteY6401" fmla="*/ 1624521 h 2053176"/>
              <a:gd name="connsiteX6402" fmla="*/ 863411 w 12188965"/>
              <a:gd name="connsiteY6402" fmla="*/ 1650180 h 2053176"/>
              <a:gd name="connsiteX6403" fmla="*/ 837752 w 12188965"/>
              <a:gd name="connsiteY6403" fmla="*/ 1624521 h 2053176"/>
              <a:gd name="connsiteX6404" fmla="*/ 863411 w 12188965"/>
              <a:gd name="connsiteY6404" fmla="*/ 1598863 h 2053176"/>
              <a:gd name="connsiteX6405" fmla="*/ 670679 w 12188965"/>
              <a:gd name="connsiteY6405" fmla="*/ 1598863 h 2053176"/>
              <a:gd name="connsiteX6406" fmla="*/ 696338 w 12188965"/>
              <a:gd name="connsiteY6406" fmla="*/ 1624521 h 2053176"/>
              <a:gd name="connsiteX6407" fmla="*/ 670679 w 12188965"/>
              <a:gd name="connsiteY6407" fmla="*/ 1650180 h 2053176"/>
              <a:gd name="connsiteX6408" fmla="*/ 645020 w 12188965"/>
              <a:gd name="connsiteY6408" fmla="*/ 1624521 h 2053176"/>
              <a:gd name="connsiteX6409" fmla="*/ 670679 w 12188965"/>
              <a:gd name="connsiteY6409" fmla="*/ 1598863 h 2053176"/>
              <a:gd name="connsiteX6410" fmla="*/ 606475 w 12188965"/>
              <a:gd name="connsiteY6410" fmla="*/ 1598863 h 2053176"/>
              <a:gd name="connsiteX6411" fmla="*/ 632134 w 12188965"/>
              <a:gd name="connsiteY6411" fmla="*/ 1624521 h 2053176"/>
              <a:gd name="connsiteX6412" fmla="*/ 606475 w 12188965"/>
              <a:gd name="connsiteY6412" fmla="*/ 1650180 h 2053176"/>
              <a:gd name="connsiteX6413" fmla="*/ 580815 w 12188965"/>
              <a:gd name="connsiteY6413" fmla="*/ 1624521 h 2053176"/>
              <a:gd name="connsiteX6414" fmla="*/ 606475 w 12188965"/>
              <a:gd name="connsiteY6414" fmla="*/ 1598863 h 2053176"/>
              <a:gd name="connsiteX6415" fmla="*/ 542268 w 12188965"/>
              <a:gd name="connsiteY6415" fmla="*/ 1598863 h 2053176"/>
              <a:gd name="connsiteX6416" fmla="*/ 567927 w 12188965"/>
              <a:gd name="connsiteY6416" fmla="*/ 1624521 h 2053176"/>
              <a:gd name="connsiteX6417" fmla="*/ 542268 w 12188965"/>
              <a:gd name="connsiteY6417" fmla="*/ 1650180 h 2053176"/>
              <a:gd name="connsiteX6418" fmla="*/ 516610 w 12188965"/>
              <a:gd name="connsiteY6418" fmla="*/ 1624521 h 2053176"/>
              <a:gd name="connsiteX6419" fmla="*/ 542268 w 12188965"/>
              <a:gd name="connsiteY6419" fmla="*/ 1598863 h 2053176"/>
              <a:gd name="connsiteX6420" fmla="*/ 478063 w 12188965"/>
              <a:gd name="connsiteY6420" fmla="*/ 1598863 h 2053176"/>
              <a:gd name="connsiteX6421" fmla="*/ 503724 w 12188965"/>
              <a:gd name="connsiteY6421" fmla="*/ 1624521 h 2053176"/>
              <a:gd name="connsiteX6422" fmla="*/ 478063 w 12188965"/>
              <a:gd name="connsiteY6422" fmla="*/ 1650180 h 2053176"/>
              <a:gd name="connsiteX6423" fmla="*/ 452404 w 12188965"/>
              <a:gd name="connsiteY6423" fmla="*/ 1624521 h 2053176"/>
              <a:gd name="connsiteX6424" fmla="*/ 478063 w 12188965"/>
              <a:gd name="connsiteY6424" fmla="*/ 1598863 h 2053176"/>
              <a:gd name="connsiteX6425" fmla="*/ 413858 w 12188965"/>
              <a:gd name="connsiteY6425" fmla="*/ 1598863 h 2053176"/>
              <a:gd name="connsiteX6426" fmla="*/ 439517 w 12188965"/>
              <a:gd name="connsiteY6426" fmla="*/ 1624521 h 2053176"/>
              <a:gd name="connsiteX6427" fmla="*/ 413858 w 12188965"/>
              <a:gd name="connsiteY6427" fmla="*/ 1650180 h 2053176"/>
              <a:gd name="connsiteX6428" fmla="*/ 388200 w 12188965"/>
              <a:gd name="connsiteY6428" fmla="*/ 1624521 h 2053176"/>
              <a:gd name="connsiteX6429" fmla="*/ 413858 w 12188965"/>
              <a:gd name="connsiteY6429" fmla="*/ 1598863 h 2053176"/>
              <a:gd name="connsiteX6430" fmla="*/ 346686 w 12188965"/>
              <a:gd name="connsiteY6430" fmla="*/ 1598863 h 2053176"/>
              <a:gd name="connsiteX6431" fmla="*/ 372344 w 12188965"/>
              <a:gd name="connsiteY6431" fmla="*/ 1624521 h 2053176"/>
              <a:gd name="connsiteX6432" fmla="*/ 346686 w 12188965"/>
              <a:gd name="connsiteY6432" fmla="*/ 1650180 h 2053176"/>
              <a:gd name="connsiteX6433" fmla="*/ 321027 w 12188965"/>
              <a:gd name="connsiteY6433" fmla="*/ 1624521 h 2053176"/>
              <a:gd name="connsiteX6434" fmla="*/ 346686 w 12188965"/>
              <a:gd name="connsiteY6434" fmla="*/ 1598863 h 2053176"/>
              <a:gd name="connsiteX6435" fmla="*/ 282480 w 12188965"/>
              <a:gd name="connsiteY6435" fmla="*/ 1598863 h 2053176"/>
              <a:gd name="connsiteX6436" fmla="*/ 308138 w 12188965"/>
              <a:gd name="connsiteY6436" fmla="*/ 1624521 h 2053176"/>
              <a:gd name="connsiteX6437" fmla="*/ 282480 w 12188965"/>
              <a:gd name="connsiteY6437" fmla="*/ 1650180 h 2053176"/>
              <a:gd name="connsiteX6438" fmla="*/ 256820 w 12188965"/>
              <a:gd name="connsiteY6438" fmla="*/ 1624521 h 2053176"/>
              <a:gd name="connsiteX6439" fmla="*/ 282480 w 12188965"/>
              <a:gd name="connsiteY6439" fmla="*/ 1598863 h 2053176"/>
              <a:gd name="connsiteX6440" fmla="*/ 218274 w 12188965"/>
              <a:gd name="connsiteY6440" fmla="*/ 1598863 h 2053176"/>
              <a:gd name="connsiteX6441" fmla="*/ 243932 w 12188965"/>
              <a:gd name="connsiteY6441" fmla="*/ 1624521 h 2053176"/>
              <a:gd name="connsiteX6442" fmla="*/ 218274 w 12188965"/>
              <a:gd name="connsiteY6442" fmla="*/ 1650180 h 2053176"/>
              <a:gd name="connsiteX6443" fmla="*/ 192615 w 12188965"/>
              <a:gd name="connsiteY6443" fmla="*/ 1624521 h 2053176"/>
              <a:gd name="connsiteX6444" fmla="*/ 218274 w 12188965"/>
              <a:gd name="connsiteY6444" fmla="*/ 1598863 h 2053176"/>
              <a:gd name="connsiteX6445" fmla="*/ 25659 w 12188965"/>
              <a:gd name="connsiteY6445" fmla="*/ 1598863 h 2053176"/>
              <a:gd name="connsiteX6446" fmla="*/ 51317 w 12188965"/>
              <a:gd name="connsiteY6446" fmla="*/ 1624521 h 2053176"/>
              <a:gd name="connsiteX6447" fmla="*/ 25659 w 12188965"/>
              <a:gd name="connsiteY6447" fmla="*/ 1650180 h 2053176"/>
              <a:gd name="connsiteX6448" fmla="*/ 0 w 12188965"/>
              <a:gd name="connsiteY6448" fmla="*/ 1624521 h 2053176"/>
              <a:gd name="connsiteX6449" fmla="*/ 25659 w 12188965"/>
              <a:gd name="connsiteY6449" fmla="*/ 1598863 h 2053176"/>
              <a:gd name="connsiteX6450" fmla="*/ 11582491 w 12188965"/>
              <a:gd name="connsiteY6450" fmla="*/ 1544527 h 2053176"/>
              <a:gd name="connsiteX6451" fmla="*/ 11595379 w 12188965"/>
              <a:gd name="connsiteY6451" fmla="*/ 1557414 h 2053176"/>
              <a:gd name="connsiteX6452" fmla="*/ 11582491 w 12188965"/>
              <a:gd name="connsiteY6452" fmla="*/ 1570301 h 2053176"/>
              <a:gd name="connsiteX6453" fmla="*/ 11569605 w 12188965"/>
              <a:gd name="connsiteY6453" fmla="*/ 1557414 h 2053176"/>
              <a:gd name="connsiteX6454" fmla="*/ 11582491 w 12188965"/>
              <a:gd name="connsiteY6454" fmla="*/ 1544527 h 2053176"/>
              <a:gd name="connsiteX6455" fmla="*/ 11518287 w 12188965"/>
              <a:gd name="connsiteY6455" fmla="*/ 1544527 h 2053176"/>
              <a:gd name="connsiteX6456" fmla="*/ 11531175 w 12188965"/>
              <a:gd name="connsiteY6456" fmla="*/ 1557414 h 2053176"/>
              <a:gd name="connsiteX6457" fmla="*/ 11518287 w 12188965"/>
              <a:gd name="connsiteY6457" fmla="*/ 1570301 h 2053176"/>
              <a:gd name="connsiteX6458" fmla="*/ 11505399 w 12188965"/>
              <a:gd name="connsiteY6458" fmla="*/ 1557414 h 2053176"/>
              <a:gd name="connsiteX6459" fmla="*/ 11518287 w 12188965"/>
              <a:gd name="connsiteY6459" fmla="*/ 1544527 h 2053176"/>
              <a:gd name="connsiteX6460" fmla="*/ 11004528 w 12188965"/>
              <a:gd name="connsiteY6460" fmla="*/ 1544527 h 2053176"/>
              <a:gd name="connsiteX6461" fmla="*/ 11017416 w 12188965"/>
              <a:gd name="connsiteY6461" fmla="*/ 1557414 h 2053176"/>
              <a:gd name="connsiteX6462" fmla="*/ 11004528 w 12188965"/>
              <a:gd name="connsiteY6462" fmla="*/ 1570301 h 2053176"/>
              <a:gd name="connsiteX6463" fmla="*/ 10991640 w 12188965"/>
              <a:gd name="connsiteY6463" fmla="*/ 1557414 h 2053176"/>
              <a:gd name="connsiteX6464" fmla="*/ 11004528 w 12188965"/>
              <a:gd name="connsiteY6464" fmla="*/ 1544527 h 2053176"/>
              <a:gd name="connsiteX6465" fmla="*/ 10426681 w 12188965"/>
              <a:gd name="connsiteY6465" fmla="*/ 1544527 h 2053176"/>
              <a:gd name="connsiteX6466" fmla="*/ 10439569 w 12188965"/>
              <a:gd name="connsiteY6466" fmla="*/ 1557414 h 2053176"/>
              <a:gd name="connsiteX6467" fmla="*/ 10426681 w 12188965"/>
              <a:gd name="connsiteY6467" fmla="*/ 1570301 h 2053176"/>
              <a:gd name="connsiteX6468" fmla="*/ 10413793 w 12188965"/>
              <a:gd name="connsiteY6468" fmla="*/ 1557414 h 2053176"/>
              <a:gd name="connsiteX6469" fmla="*/ 10426681 w 12188965"/>
              <a:gd name="connsiteY6469" fmla="*/ 1544527 h 2053176"/>
              <a:gd name="connsiteX6470" fmla="*/ 10169743 w 12188965"/>
              <a:gd name="connsiteY6470" fmla="*/ 1544527 h 2053176"/>
              <a:gd name="connsiteX6471" fmla="*/ 10182631 w 12188965"/>
              <a:gd name="connsiteY6471" fmla="*/ 1557414 h 2053176"/>
              <a:gd name="connsiteX6472" fmla="*/ 10169743 w 12188965"/>
              <a:gd name="connsiteY6472" fmla="*/ 1570301 h 2053176"/>
              <a:gd name="connsiteX6473" fmla="*/ 10156855 w 12188965"/>
              <a:gd name="connsiteY6473" fmla="*/ 1557414 h 2053176"/>
              <a:gd name="connsiteX6474" fmla="*/ 10169743 w 12188965"/>
              <a:gd name="connsiteY6474" fmla="*/ 1544527 h 2053176"/>
              <a:gd name="connsiteX6475" fmla="*/ 9848716 w 12188965"/>
              <a:gd name="connsiteY6475" fmla="*/ 1544527 h 2053176"/>
              <a:gd name="connsiteX6476" fmla="*/ 9861604 w 12188965"/>
              <a:gd name="connsiteY6476" fmla="*/ 1557414 h 2053176"/>
              <a:gd name="connsiteX6477" fmla="*/ 9848716 w 12188965"/>
              <a:gd name="connsiteY6477" fmla="*/ 1570301 h 2053176"/>
              <a:gd name="connsiteX6478" fmla="*/ 9835828 w 12188965"/>
              <a:gd name="connsiteY6478" fmla="*/ 1557414 h 2053176"/>
              <a:gd name="connsiteX6479" fmla="*/ 9848716 w 12188965"/>
              <a:gd name="connsiteY6479" fmla="*/ 1544527 h 2053176"/>
              <a:gd name="connsiteX6480" fmla="*/ 7023451 w 12188965"/>
              <a:gd name="connsiteY6480" fmla="*/ 1544527 h 2053176"/>
              <a:gd name="connsiteX6481" fmla="*/ 7036339 w 12188965"/>
              <a:gd name="connsiteY6481" fmla="*/ 1557414 h 2053176"/>
              <a:gd name="connsiteX6482" fmla="*/ 7023451 w 12188965"/>
              <a:gd name="connsiteY6482" fmla="*/ 1570301 h 2053176"/>
              <a:gd name="connsiteX6483" fmla="*/ 7010566 w 12188965"/>
              <a:gd name="connsiteY6483" fmla="*/ 1557414 h 2053176"/>
              <a:gd name="connsiteX6484" fmla="*/ 7023451 w 12188965"/>
              <a:gd name="connsiteY6484" fmla="*/ 1544527 h 2053176"/>
              <a:gd name="connsiteX6485" fmla="*/ 6959132 w 12188965"/>
              <a:gd name="connsiteY6485" fmla="*/ 1544527 h 2053176"/>
              <a:gd name="connsiteX6486" fmla="*/ 6972020 w 12188965"/>
              <a:gd name="connsiteY6486" fmla="*/ 1557414 h 2053176"/>
              <a:gd name="connsiteX6487" fmla="*/ 6959132 w 12188965"/>
              <a:gd name="connsiteY6487" fmla="*/ 1570301 h 2053176"/>
              <a:gd name="connsiteX6488" fmla="*/ 6946244 w 12188965"/>
              <a:gd name="connsiteY6488" fmla="*/ 1557414 h 2053176"/>
              <a:gd name="connsiteX6489" fmla="*/ 6959132 w 12188965"/>
              <a:gd name="connsiteY6489" fmla="*/ 1544527 h 2053176"/>
              <a:gd name="connsiteX6490" fmla="*/ 5871887 w 12188965"/>
              <a:gd name="connsiteY6490" fmla="*/ 1544527 h 2053176"/>
              <a:gd name="connsiteX6491" fmla="*/ 5884776 w 12188965"/>
              <a:gd name="connsiteY6491" fmla="*/ 1557414 h 2053176"/>
              <a:gd name="connsiteX6492" fmla="*/ 5871887 w 12188965"/>
              <a:gd name="connsiteY6492" fmla="*/ 1570301 h 2053176"/>
              <a:gd name="connsiteX6493" fmla="*/ 5859000 w 12188965"/>
              <a:gd name="connsiteY6493" fmla="*/ 1557414 h 2053176"/>
              <a:gd name="connsiteX6494" fmla="*/ 5871887 w 12188965"/>
              <a:gd name="connsiteY6494" fmla="*/ 1544527 h 2053176"/>
              <a:gd name="connsiteX6495" fmla="*/ 5807683 w 12188965"/>
              <a:gd name="connsiteY6495" fmla="*/ 1544527 h 2053176"/>
              <a:gd name="connsiteX6496" fmla="*/ 5820571 w 12188965"/>
              <a:gd name="connsiteY6496" fmla="*/ 1557414 h 2053176"/>
              <a:gd name="connsiteX6497" fmla="*/ 5807683 w 12188965"/>
              <a:gd name="connsiteY6497" fmla="*/ 1570301 h 2053176"/>
              <a:gd name="connsiteX6498" fmla="*/ 5794796 w 12188965"/>
              <a:gd name="connsiteY6498" fmla="*/ 1557414 h 2053176"/>
              <a:gd name="connsiteX6499" fmla="*/ 5807683 w 12188965"/>
              <a:gd name="connsiteY6499" fmla="*/ 1544527 h 2053176"/>
              <a:gd name="connsiteX6500" fmla="*/ 5293924 w 12188965"/>
              <a:gd name="connsiteY6500" fmla="*/ 1544527 h 2053176"/>
              <a:gd name="connsiteX6501" fmla="*/ 5306812 w 12188965"/>
              <a:gd name="connsiteY6501" fmla="*/ 1557414 h 2053176"/>
              <a:gd name="connsiteX6502" fmla="*/ 5293924 w 12188965"/>
              <a:gd name="connsiteY6502" fmla="*/ 1570301 h 2053176"/>
              <a:gd name="connsiteX6503" fmla="*/ 5281036 w 12188965"/>
              <a:gd name="connsiteY6503" fmla="*/ 1557414 h 2053176"/>
              <a:gd name="connsiteX6504" fmla="*/ 5293924 w 12188965"/>
              <a:gd name="connsiteY6504" fmla="*/ 1544527 h 2053176"/>
              <a:gd name="connsiteX6505" fmla="*/ 4716077 w 12188965"/>
              <a:gd name="connsiteY6505" fmla="*/ 1544527 h 2053176"/>
              <a:gd name="connsiteX6506" fmla="*/ 4728964 w 12188965"/>
              <a:gd name="connsiteY6506" fmla="*/ 1557414 h 2053176"/>
              <a:gd name="connsiteX6507" fmla="*/ 4716077 w 12188965"/>
              <a:gd name="connsiteY6507" fmla="*/ 1570301 h 2053176"/>
              <a:gd name="connsiteX6508" fmla="*/ 4703188 w 12188965"/>
              <a:gd name="connsiteY6508" fmla="*/ 1557414 h 2053176"/>
              <a:gd name="connsiteX6509" fmla="*/ 4716077 w 12188965"/>
              <a:gd name="connsiteY6509" fmla="*/ 1544527 h 2053176"/>
              <a:gd name="connsiteX6510" fmla="*/ 4459140 w 12188965"/>
              <a:gd name="connsiteY6510" fmla="*/ 1544527 h 2053176"/>
              <a:gd name="connsiteX6511" fmla="*/ 4472025 w 12188965"/>
              <a:gd name="connsiteY6511" fmla="*/ 1557414 h 2053176"/>
              <a:gd name="connsiteX6512" fmla="*/ 4459140 w 12188965"/>
              <a:gd name="connsiteY6512" fmla="*/ 1570301 h 2053176"/>
              <a:gd name="connsiteX6513" fmla="*/ 4446252 w 12188965"/>
              <a:gd name="connsiteY6513" fmla="*/ 1557414 h 2053176"/>
              <a:gd name="connsiteX6514" fmla="*/ 4459140 w 12188965"/>
              <a:gd name="connsiteY6514" fmla="*/ 1544527 h 2053176"/>
              <a:gd name="connsiteX6515" fmla="*/ 4138112 w 12188965"/>
              <a:gd name="connsiteY6515" fmla="*/ 1544527 h 2053176"/>
              <a:gd name="connsiteX6516" fmla="*/ 4151000 w 12188965"/>
              <a:gd name="connsiteY6516" fmla="*/ 1557414 h 2053176"/>
              <a:gd name="connsiteX6517" fmla="*/ 4138112 w 12188965"/>
              <a:gd name="connsiteY6517" fmla="*/ 1570301 h 2053176"/>
              <a:gd name="connsiteX6518" fmla="*/ 4125224 w 12188965"/>
              <a:gd name="connsiteY6518" fmla="*/ 1557414 h 2053176"/>
              <a:gd name="connsiteX6519" fmla="*/ 4138112 w 12188965"/>
              <a:gd name="connsiteY6519" fmla="*/ 1544527 h 2053176"/>
              <a:gd name="connsiteX6520" fmla="*/ 1312848 w 12188965"/>
              <a:gd name="connsiteY6520" fmla="*/ 1544527 h 2053176"/>
              <a:gd name="connsiteX6521" fmla="*/ 1325735 w 12188965"/>
              <a:gd name="connsiteY6521" fmla="*/ 1557414 h 2053176"/>
              <a:gd name="connsiteX6522" fmla="*/ 1312848 w 12188965"/>
              <a:gd name="connsiteY6522" fmla="*/ 1570301 h 2053176"/>
              <a:gd name="connsiteX6523" fmla="*/ 1299962 w 12188965"/>
              <a:gd name="connsiteY6523" fmla="*/ 1557414 h 2053176"/>
              <a:gd name="connsiteX6524" fmla="*/ 1312848 w 12188965"/>
              <a:gd name="connsiteY6524" fmla="*/ 1544527 h 2053176"/>
              <a:gd name="connsiteX6525" fmla="*/ 1248528 w 12188965"/>
              <a:gd name="connsiteY6525" fmla="*/ 1544527 h 2053176"/>
              <a:gd name="connsiteX6526" fmla="*/ 1261416 w 12188965"/>
              <a:gd name="connsiteY6526" fmla="*/ 1557414 h 2053176"/>
              <a:gd name="connsiteX6527" fmla="*/ 1248528 w 12188965"/>
              <a:gd name="connsiteY6527" fmla="*/ 1570301 h 2053176"/>
              <a:gd name="connsiteX6528" fmla="*/ 1235638 w 12188965"/>
              <a:gd name="connsiteY6528" fmla="*/ 1557414 h 2053176"/>
              <a:gd name="connsiteX6529" fmla="*/ 1248528 w 12188965"/>
              <a:gd name="connsiteY6529" fmla="*/ 1544527 h 2053176"/>
              <a:gd name="connsiteX6530" fmla="*/ 154069 w 12188965"/>
              <a:gd name="connsiteY6530" fmla="*/ 1544527 h 2053176"/>
              <a:gd name="connsiteX6531" fmla="*/ 166957 w 12188965"/>
              <a:gd name="connsiteY6531" fmla="*/ 1557414 h 2053176"/>
              <a:gd name="connsiteX6532" fmla="*/ 154069 w 12188965"/>
              <a:gd name="connsiteY6532" fmla="*/ 1570301 h 2053176"/>
              <a:gd name="connsiteX6533" fmla="*/ 141182 w 12188965"/>
              <a:gd name="connsiteY6533" fmla="*/ 1557414 h 2053176"/>
              <a:gd name="connsiteX6534" fmla="*/ 154069 w 12188965"/>
              <a:gd name="connsiteY6534" fmla="*/ 1544527 h 2053176"/>
              <a:gd name="connsiteX6535" fmla="*/ 89864 w 12188965"/>
              <a:gd name="connsiteY6535" fmla="*/ 1544527 h 2053176"/>
              <a:gd name="connsiteX6536" fmla="*/ 102752 w 12188965"/>
              <a:gd name="connsiteY6536" fmla="*/ 1557414 h 2053176"/>
              <a:gd name="connsiteX6537" fmla="*/ 89864 w 12188965"/>
              <a:gd name="connsiteY6537" fmla="*/ 1570301 h 2053176"/>
              <a:gd name="connsiteX6538" fmla="*/ 76977 w 12188965"/>
              <a:gd name="connsiteY6538" fmla="*/ 1557414 h 2053176"/>
              <a:gd name="connsiteX6539" fmla="*/ 89864 w 12188965"/>
              <a:gd name="connsiteY6539" fmla="*/ 1544527 h 2053176"/>
              <a:gd name="connsiteX6540" fmla="*/ 12099103 w 12188965"/>
              <a:gd name="connsiteY6540" fmla="*/ 1531755 h 2053176"/>
              <a:gd name="connsiteX6541" fmla="*/ 12124761 w 12188965"/>
              <a:gd name="connsiteY6541" fmla="*/ 1557413 h 2053176"/>
              <a:gd name="connsiteX6542" fmla="*/ 12099103 w 12188965"/>
              <a:gd name="connsiteY6542" fmla="*/ 1583073 h 2053176"/>
              <a:gd name="connsiteX6543" fmla="*/ 12073441 w 12188965"/>
              <a:gd name="connsiteY6543" fmla="*/ 1557413 h 2053176"/>
              <a:gd name="connsiteX6544" fmla="*/ 12099103 w 12188965"/>
              <a:gd name="connsiteY6544" fmla="*/ 1531755 h 2053176"/>
              <a:gd name="connsiteX6545" fmla="*/ 12034897 w 12188965"/>
              <a:gd name="connsiteY6545" fmla="*/ 1531755 h 2053176"/>
              <a:gd name="connsiteX6546" fmla="*/ 12060557 w 12188965"/>
              <a:gd name="connsiteY6546" fmla="*/ 1557414 h 2053176"/>
              <a:gd name="connsiteX6547" fmla="*/ 12034897 w 12188965"/>
              <a:gd name="connsiteY6547" fmla="*/ 1583073 h 2053176"/>
              <a:gd name="connsiteX6548" fmla="*/ 12009237 w 12188965"/>
              <a:gd name="connsiteY6548" fmla="*/ 1557414 h 2053176"/>
              <a:gd name="connsiteX6549" fmla="*/ 12034897 w 12188965"/>
              <a:gd name="connsiteY6549" fmla="*/ 1531755 h 2053176"/>
              <a:gd name="connsiteX6550" fmla="*/ 11970691 w 12188965"/>
              <a:gd name="connsiteY6550" fmla="*/ 1531755 h 2053176"/>
              <a:gd name="connsiteX6551" fmla="*/ 11996349 w 12188965"/>
              <a:gd name="connsiteY6551" fmla="*/ 1557414 h 2053176"/>
              <a:gd name="connsiteX6552" fmla="*/ 11970691 w 12188965"/>
              <a:gd name="connsiteY6552" fmla="*/ 1583073 h 2053176"/>
              <a:gd name="connsiteX6553" fmla="*/ 11945033 w 12188965"/>
              <a:gd name="connsiteY6553" fmla="*/ 1557414 h 2053176"/>
              <a:gd name="connsiteX6554" fmla="*/ 11970691 w 12188965"/>
              <a:gd name="connsiteY6554" fmla="*/ 1531755 h 2053176"/>
              <a:gd name="connsiteX6555" fmla="*/ 11906483 w 12188965"/>
              <a:gd name="connsiteY6555" fmla="*/ 1531755 h 2053176"/>
              <a:gd name="connsiteX6556" fmla="*/ 11932145 w 12188965"/>
              <a:gd name="connsiteY6556" fmla="*/ 1557414 h 2053176"/>
              <a:gd name="connsiteX6557" fmla="*/ 11906483 w 12188965"/>
              <a:gd name="connsiteY6557" fmla="*/ 1583073 h 2053176"/>
              <a:gd name="connsiteX6558" fmla="*/ 11880825 w 12188965"/>
              <a:gd name="connsiteY6558" fmla="*/ 1557414 h 2053176"/>
              <a:gd name="connsiteX6559" fmla="*/ 11906483 w 12188965"/>
              <a:gd name="connsiteY6559" fmla="*/ 1531755 h 2053176"/>
              <a:gd name="connsiteX6560" fmla="*/ 11842279 w 12188965"/>
              <a:gd name="connsiteY6560" fmla="*/ 1531755 h 2053176"/>
              <a:gd name="connsiteX6561" fmla="*/ 11867941 w 12188965"/>
              <a:gd name="connsiteY6561" fmla="*/ 1557414 h 2053176"/>
              <a:gd name="connsiteX6562" fmla="*/ 11842279 w 12188965"/>
              <a:gd name="connsiteY6562" fmla="*/ 1583073 h 2053176"/>
              <a:gd name="connsiteX6563" fmla="*/ 11816621 w 12188965"/>
              <a:gd name="connsiteY6563" fmla="*/ 1557414 h 2053176"/>
              <a:gd name="connsiteX6564" fmla="*/ 11842279 w 12188965"/>
              <a:gd name="connsiteY6564" fmla="*/ 1531755 h 2053176"/>
              <a:gd name="connsiteX6565" fmla="*/ 11775107 w 12188965"/>
              <a:gd name="connsiteY6565" fmla="*/ 1531755 h 2053176"/>
              <a:gd name="connsiteX6566" fmla="*/ 11800767 w 12188965"/>
              <a:gd name="connsiteY6566" fmla="*/ 1557414 h 2053176"/>
              <a:gd name="connsiteX6567" fmla="*/ 11775107 w 12188965"/>
              <a:gd name="connsiteY6567" fmla="*/ 1583073 h 2053176"/>
              <a:gd name="connsiteX6568" fmla="*/ 11749449 w 12188965"/>
              <a:gd name="connsiteY6568" fmla="*/ 1557414 h 2053176"/>
              <a:gd name="connsiteX6569" fmla="*/ 11775107 w 12188965"/>
              <a:gd name="connsiteY6569" fmla="*/ 1531755 h 2053176"/>
              <a:gd name="connsiteX6570" fmla="*/ 11710901 w 12188965"/>
              <a:gd name="connsiteY6570" fmla="*/ 1531755 h 2053176"/>
              <a:gd name="connsiteX6571" fmla="*/ 11736561 w 12188965"/>
              <a:gd name="connsiteY6571" fmla="*/ 1557414 h 2053176"/>
              <a:gd name="connsiteX6572" fmla="*/ 11710901 w 12188965"/>
              <a:gd name="connsiteY6572" fmla="*/ 1583073 h 2053176"/>
              <a:gd name="connsiteX6573" fmla="*/ 11685243 w 12188965"/>
              <a:gd name="connsiteY6573" fmla="*/ 1557414 h 2053176"/>
              <a:gd name="connsiteX6574" fmla="*/ 11710901 w 12188965"/>
              <a:gd name="connsiteY6574" fmla="*/ 1531755 h 2053176"/>
              <a:gd name="connsiteX6575" fmla="*/ 11646697 w 12188965"/>
              <a:gd name="connsiteY6575" fmla="*/ 1531755 h 2053176"/>
              <a:gd name="connsiteX6576" fmla="*/ 11672355 w 12188965"/>
              <a:gd name="connsiteY6576" fmla="*/ 1557414 h 2053176"/>
              <a:gd name="connsiteX6577" fmla="*/ 11646697 w 12188965"/>
              <a:gd name="connsiteY6577" fmla="*/ 1583073 h 2053176"/>
              <a:gd name="connsiteX6578" fmla="*/ 11621037 w 12188965"/>
              <a:gd name="connsiteY6578" fmla="*/ 1557414 h 2053176"/>
              <a:gd name="connsiteX6579" fmla="*/ 11646697 w 12188965"/>
              <a:gd name="connsiteY6579" fmla="*/ 1531755 h 2053176"/>
              <a:gd name="connsiteX6580" fmla="*/ 11454081 w 12188965"/>
              <a:gd name="connsiteY6580" fmla="*/ 1531755 h 2053176"/>
              <a:gd name="connsiteX6581" fmla="*/ 11479739 w 12188965"/>
              <a:gd name="connsiteY6581" fmla="*/ 1557413 h 2053176"/>
              <a:gd name="connsiteX6582" fmla="*/ 11454081 w 12188965"/>
              <a:gd name="connsiteY6582" fmla="*/ 1583073 h 2053176"/>
              <a:gd name="connsiteX6583" fmla="*/ 11428421 w 12188965"/>
              <a:gd name="connsiteY6583" fmla="*/ 1557413 h 2053176"/>
              <a:gd name="connsiteX6584" fmla="*/ 11454081 w 12188965"/>
              <a:gd name="connsiteY6584" fmla="*/ 1531755 h 2053176"/>
              <a:gd name="connsiteX6585" fmla="*/ 11389875 w 12188965"/>
              <a:gd name="connsiteY6585" fmla="*/ 1531755 h 2053176"/>
              <a:gd name="connsiteX6586" fmla="*/ 11415533 w 12188965"/>
              <a:gd name="connsiteY6586" fmla="*/ 1557414 h 2053176"/>
              <a:gd name="connsiteX6587" fmla="*/ 11389875 w 12188965"/>
              <a:gd name="connsiteY6587" fmla="*/ 1583073 h 2053176"/>
              <a:gd name="connsiteX6588" fmla="*/ 11364217 w 12188965"/>
              <a:gd name="connsiteY6588" fmla="*/ 1557414 h 2053176"/>
              <a:gd name="connsiteX6589" fmla="*/ 11389875 w 12188965"/>
              <a:gd name="connsiteY6589" fmla="*/ 1531755 h 2053176"/>
              <a:gd name="connsiteX6590" fmla="*/ 11325670 w 12188965"/>
              <a:gd name="connsiteY6590" fmla="*/ 1531755 h 2053176"/>
              <a:gd name="connsiteX6591" fmla="*/ 11351329 w 12188965"/>
              <a:gd name="connsiteY6591" fmla="*/ 1557414 h 2053176"/>
              <a:gd name="connsiteX6592" fmla="*/ 11325670 w 12188965"/>
              <a:gd name="connsiteY6592" fmla="*/ 1583073 h 2053176"/>
              <a:gd name="connsiteX6593" fmla="*/ 11300012 w 12188965"/>
              <a:gd name="connsiteY6593" fmla="*/ 1557414 h 2053176"/>
              <a:gd name="connsiteX6594" fmla="*/ 11325670 w 12188965"/>
              <a:gd name="connsiteY6594" fmla="*/ 1531755 h 2053176"/>
              <a:gd name="connsiteX6595" fmla="*/ 11261466 w 12188965"/>
              <a:gd name="connsiteY6595" fmla="*/ 1531755 h 2053176"/>
              <a:gd name="connsiteX6596" fmla="*/ 11287124 w 12188965"/>
              <a:gd name="connsiteY6596" fmla="*/ 1557414 h 2053176"/>
              <a:gd name="connsiteX6597" fmla="*/ 11261466 w 12188965"/>
              <a:gd name="connsiteY6597" fmla="*/ 1583073 h 2053176"/>
              <a:gd name="connsiteX6598" fmla="*/ 11235805 w 12188965"/>
              <a:gd name="connsiteY6598" fmla="*/ 1557414 h 2053176"/>
              <a:gd name="connsiteX6599" fmla="*/ 11261466 w 12188965"/>
              <a:gd name="connsiteY6599" fmla="*/ 1531755 h 2053176"/>
              <a:gd name="connsiteX6600" fmla="*/ 11197259 w 12188965"/>
              <a:gd name="connsiteY6600" fmla="*/ 1531755 h 2053176"/>
              <a:gd name="connsiteX6601" fmla="*/ 11222917 w 12188965"/>
              <a:gd name="connsiteY6601" fmla="*/ 1557414 h 2053176"/>
              <a:gd name="connsiteX6602" fmla="*/ 11197259 w 12188965"/>
              <a:gd name="connsiteY6602" fmla="*/ 1583073 h 2053176"/>
              <a:gd name="connsiteX6603" fmla="*/ 11171601 w 12188965"/>
              <a:gd name="connsiteY6603" fmla="*/ 1557414 h 2053176"/>
              <a:gd name="connsiteX6604" fmla="*/ 11197259 w 12188965"/>
              <a:gd name="connsiteY6604" fmla="*/ 1531755 h 2053176"/>
              <a:gd name="connsiteX6605" fmla="*/ 11133055 w 12188965"/>
              <a:gd name="connsiteY6605" fmla="*/ 1531755 h 2053176"/>
              <a:gd name="connsiteX6606" fmla="*/ 11158713 w 12188965"/>
              <a:gd name="connsiteY6606" fmla="*/ 1557413 h 2053176"/>
              <a:gd name="connsiteX6607" fmla="*/ 11133055 w 12188965"/>
              <a:gd name="connsiteY6607" fmla="*/ 1583073 h 2053176"/>
              <a:gd name="connsiteX6608" fmla="*/ 11107396 w 12188965"/>
              <a:gd name="connsiteY6608" fmla="*/ 1557413 h 2053176"/>
              <a:gd name="connsiteX6609" fmla="*/ 11133055 w 12188965"/>
              <a:gd name="connsiteY6609" fmla="*/ 1531755 h 2053176"/>
              <a:gd name="connsiteX6610" fmla="*/ 11068848 w 12188965"/>
              <a:gd name="connsiteY6610" fmla="*/ 1531755 h 2053176"/>
              <a:gd name="connsiteX6611" fmla="*/ 11094509 w 12188965"/>
              <a:gd name="connsiteY6611" fmla="*/ 1557413 h 2053176"/>
              <a:gd name="connsiteX6612" fmla="*/ 11068848 w 12188965"/>
              <a:gd name="connsiteY6612" fmla="*/ 1583073 h 2053176"/>
              <a:gd name="connsiteX6613" fmla="*/ 11043189 w 12188965"/>
              <a:gd name="connsiteY6613" fmla="*/ 1557413 h 2053176"/>
              <a:gd name="connsiteX6614" fmla="*/ 11068848 w 12188965"/>
              <a:gd name="connsiteY6614" fmla="*/ 1531755 h 2053176"/>
              <a:gd name="connsiteX6615" fmla="*/ 10940321 w 12188965"/>
              <a:gd name="connsiteY6615" fmla="*/ 1531755 h 2053176"/>
              <a:gd name="connsiteX6616" fmla="*/ 10965982 w 12188965"/>
              <a:gd name="connsiteY6616" fmla="*/ 1557414 h 2053176"/>
              <a:gd name="connsiteX6617" fmla="*/ 10940321 w 12188965"/>
              <a:gd name="connsiteY6617" fmla="*/ 1583073 h 2053176"/>
              <a:gd name="connsiteX6618" fmla="*/ 10914663 w 12188965"/>
              <a:gd name="connsiteY6618" fmla="*/ 1557414 h 2053176"/>
              <a:gd name="connsiteX6619" fmla="*/ 10940321 w 12188965"/>
              <a:gd name="connsiteY6619" fmla="*/ 1531755 h 2053176"/>
              <a:gd name="connsiteX6620" fmla="*/ 10811912 w 12188965"/>
              <a:gd name="connsiteY6620" fmla="*/ 1531755 h 2053176"/>
              <a:gd name="connsiteX6621" fmla="*/ 10837571 w 12188965"/>
              <a:gd name="connsiteY6621" fmla="*/ 1557414 h 2053176"/>
              <a:gd name="connsiteX6622" fmla="*/ 10811912 w 12188965"/>
              <a:gd name="connsiteY6622" fmla="*/ 1583073 h 2053176"/>
              <a:gd name="connsiteX6623" fmla="*/ 10786254 w 12188965"/>
              <a:gd name="connsiteY6623" fmla="*/ 1557414 h 2053176"/>
              <a:gd name="connsiteX6624" fmla="*/ 10811912 w 12188965"/>
              <a:gd name="connsiteY6624" fmla="*/ 1531755 h 2053176"/>
              <a:gd name="connsiteX6625" fmla="*/ 10747708 w 12188965"/>
              <a:gd name="connsiteY6625" fmla="*/ 1531755 h 2053176"/>
              <a:gd name="connsiteX6626" fmla="*/ 10773366 w 12188965"/>
              <a:gd name="connsiteY6626" fmla="*/ 1557413 h 2053176"/>
              <a:gd name="connsiteX6627" fmla="*/ 10747708 w 12188965"/>
              <a:gd name="connsiteY6627" fmla="*/ 1583073 h 2053176"/>
              <a:gd name="connsiteX6628" fmla="*/ 10722047 w 12188965"/>
              <a:gd name="connsiteY6628" fmla="*/ 1557413 h 2053176"/>
              <a:gd name="connsiteX6629" fmla="*/ 10747708 w 12188965"/>
              <a:gd name="connsiteY6629" fmla="*/ 1531755 h 2053176"/>
              <a:gd name="connsiteX6630" fmla="*/ 10683501 w 12188965"/>
              <a:gd name="connsiteY6630" fmla="*/ 1531755 h 2053176"/>
              <a:gd name="connsiteX6631" fmla="*/ 10709159 w 12188965"/>
              <a:gd name="connsiteY6631" fmla="*/ 1557414 h 2053176"/>
              <a:gd name="connsiteX6632" fmla="*/ 10683501 w 12188965"/>
              <a:gd name="connsiteY6632" fmla="*/ 1583073 h 2053176"/>
              <a:gd name="connsiteX6633" fmla="*/ 10657843 w 12188965"/>
              <a:gd name="connsiteY6633" fmla="*/ 1557414 h 2053176"/>
              <a:gd name="connsiteX6634" fmla="*/ 10683501 w 12188965"/>
              <a:gd name="connsiteY6634" fmla="*/ 1531755 h 2053176"/>
              <a:gd name="connsiteX6635" fmla="*/ 10619297 w 12188965"/>
              <a:gd name="connsiteY6635" fmla="*/ 1531755 h 2053176"/>
              <a:gd name="connsiteX6636" fmla="*/ 10644955 w 12188965"/>
              <a:gd name="connsiteY6636" fmla="*/ 1557414 h 2053176"/>
              <a:gd name="connsiteX6637" fmla="*/ 10619297 w 12188965"/>
              <a:gd name="connsiteY6637" fmla="*/ 1583073 h 2053176"/>
              <a:gd name="connsiteX6638" fmla="*/ 10593639 w 12188965"/>
              <a:gd name="connsiteY6638" fmla="*/ 1557414 h 2053176"/>
              <a:gd name="connsiteX6639" fmla="*/ 10619297 w 12188965"/>
              <a:gd name="connsiteY6639" fmla="*/ 1531755 h 2053176"/>
              <a:gd name="connsiteX6640" fmla="*/ 10555092 w 12188965"/>
              <a:gd name="connsiteY6640" fmla="*/ 1531755 h 2053176"/>
              <a:gd name="connsiteX6641" fmla="*/ 10580751 w 12188965"/>
              <a:gd name="connsiteY6641" fmla="*/ 1557414 h 2053176"/>
              <a:gd name="connsiteX6642" fmla="*/ 10555092 w 12188965"/>
              <a:gd name="connsiteY6642" fmla="*/ 1583073 h 2053176"/>
              <a:gd name="connsiteX6643" fmla="*/ 10529432 w 12188965"/>
              <a:gd name="connsiteY6643" fmla="*/ 1557414 h 2053176"/>
              <a:gd name="connsiteX6644" fmla="*/ 10555092 w 12188965"/>
              <a:gd name="connsiteY6644" fmla="*/ 1531755 h 2053176"/>
              <a:gd name="connsiteX6645" fmla="*/ 10490885 w 12188965"/>
              <a:gd name="connsiteY6645" fmla="*/ 1531755 h 2053176"/>
              <a:gd name="connsiteX6646" fmla="*/ 10516544 w 12188965"/>
              <a:gd name="connsiteY6646" fmla="*/ 1557414 h 2053176"/>
              <a:gd name="connsiteX6647" fmla="*/ 10490885 w 12188965"/>
              <a:gd name="connsiteY6647" fmla="*/ 1583073 h 2053176"/>
              <a:gd name="connsiteX6648" fmla="*/ 10465227 w 12188965"/>
              <a:gd name="connsiteY6648" fmla="*/ 1557414 h 2053176"/>
              <a:gd name="connsiteX6649" fmla="*/ 10490885 w 12188965"/>
              <a:gd name="connsiteY6649" fmla="*/ 1531755 h 2053176"/>
              <a:gd name="connsiteX6650" fmla="*/ 10362474 w 12188965"/>
              <a:gd name="connsiteY6650" fmla="*/ 1531755 h 2053176"/>
              <a:gd name="connsiteX6651" fmla="*/ 10388135 w 12188965"/>
              <a:gd name="connsiteY6651" fmla="*/ 1557413 h 2053176"/>
              <a:gd name="connsiteX6652" fmla="*/ 10362474 w 12188965"/>
              <a:gd name="connsiteY6652" fmla="*/ 1583073 h 2053176"/>
              <a:gd name="connsiteX6653" fmla="*/ 10336816 w 12188965"/>
              <a:gd name="connsiteY6653" fmla="*/ 1557413 h 2053176"/>
              <a:gd name="connsiteX6654" fmla="*/ 10362474 w 12188965"/>
              <a:gd name="connsiteY6654" fmla="*/ 1531755 h 2053176"/>
              <a:gd name="connsiteX6655" fmla="*/ 10298270 w 12188965"/>
              <a:gd name="connsiteY6655" fmla="*/ 1531755 h 2053176"/>
              <a:gd name="connsiteX6656" fmla="*/ 10323928 w 12188965"/>
              <a:gd name="connsiteY6656" fmla="*/ 1557414 h 2053176"/>
              <a:gd name="connsiteX6657" fmla="*/ 10298270 w 12188965"/>
              <a:gd name="connsiteY6657" fmla="*/ 1583073 h 2053176"/>
              <a:gd name="connsiteX6658" fmla="*/ 10272611 w 12188965"/>
              <a:gd name="connsiteY6658" fmla="*/ 1557414 h 2053176"/>
              <a:gd name="connsiteX6659" fmla="*/ 10298270 w 12188965"/>
              <a:gd name="connsiteY6659" fmla="*/ 1531755 h 2053176"/>
              <a:gd name="connsiteX6660" fmla="*/ 10234065 w 12188965"/>
              <a:gd name="connsiteY6660" fmla="*/ 1531755 h 2053176"/>
              <a:gd name="connsiteX6661" fmla="*/ 10259723 w 12188965"/>
              <a:gd name="connsiteY6661" fmla="*/ 1557414 h 2053176"/>
              <a:gd name="connsiteX6662" fmla="*/ 10234065 w 12188965"/>
              <a:gd name="connsiteY6662" fmla="*/ 1583073 h 2053176"/>
              <a:gd name="connsiteX6663" fmla="*/ 10208404 w 12188965"/>
              <a:gd name="connsiteY6663" fmla="*/ 1557414 h 2053176"/>
              <a:gd name="connsiteX6664" fmla="*/ 10234065 w 12188965"/>
              <a:gd name="connsiteY6664" fmla="*/ 1531755 h 2053176"/>
              <a:gd name="connsiteX6665" fmla="*/ 10105654 w 12188965"/>
              <a:gd name="connsiteY6665" fmla="*/ 1531755 h 2053176"/>
              <a:gd name="connsiteX6666" fmla="*/ 10131312 w 12188965"/>
              <a:gd name="connsiteY6666" fmla="*/ 1557414 h 2053176"/>
              <a:gd name="connsiteX6667" fmla="*/ 10105654 w 12188965"/>
              <a:gd name="connsiteY6667" fmla="*/ 1583073 h 2053176"/>
              <a:gd name="connsiteX6668" fmla="*/ 10079996 w 12188965"/>
              <a:gd name="connsiteY6668" fmla="*/ 1557414 h 2053176"/>
              <a:gd name="connsiteX6669" fmla="*/ 10105654 w 12188965"/>
              <a:gd name="connsiteY6669" fmla="*/ 1531755 h 2053176"/>
              <a:gd name="connsiteX6670" fmla="*/ 9977242 w 12188965"/>
              <a:gd name="connsiteY6670" fmla="*/ 1531755 h 2053176"/>
              <a:gd name="connsiteX6671" fmla="*/ 10002903 w 12188965"/>
              <a:gd name="connsiteY6671" fmla="*/ 1557413 h 2053176"/>
              <a:gd name="connsiteX6672" fmla="*/ 9977242 w 12188965"/>
              <a:gd name="connsiteY6672" fmla="*/ 1583073 h 2053176"/>
              <a:gd name="connsiteX6673" fmla="*/ 9951584 w 12188965"/>
              <a:gd name="connsiteY6673" fmla="*/ 1557413 h 2053176"/>
              <a:gd name="connsiteX6674" fmla="*/ 9977242 w 12188965"/>
              <a:gd name="connsiteY6674" fmla="*/ 1531755 h 2053176"/>
              <a:gd name="connsiteX6675" fmla="*/ 9913038 w 12188965"/>
              <a:gd name="connsiteY6675" fmla="*/ 1531755 h 2053176"/>
              <a:gd name="connsiteX6676" fmla="*/ 9938696 w 12188965"/>
              <a:gd name="connsiteY6676" fmla="*/ 1557414 h 2053176"/>
              <a:gd name="connsiteX6677" fmla="*/ 9913038 w 12188965"/>
              <a:gd name="connsiteY6677" fmla="*/ 1583073 h 2053176"/>
              <a:gd name="connsiteX6678" fmla="*/ 9887380 w 12188965"/>
              <a:gd name="connsiteY6678" fmla="*/ 1557414 h 2053176"/>
              <a:gd name="connsiteX6679" fmla="*/ 9913038 w 12188965"/>
              <a:gd name="connsiteY6679" fmla="*/ 1531755 h 2053176"/>
              <a:gd name="connsiteX6680" fmla="*/ 9784512 w 12188965"/>
              <a:gd name="connsiteY6680" fmla="*/ 1531755 h 2053176"/>
              <a:gd name="connsiteX6681" fmla="*/ 9810170 w 12188965"/>
              <a:gd name="connsiteY6681" fmla="*/ 1557414 h 2053176"/>
              <a:gd name="connsiteX6682" fmla="*/ 9784512 w 12188965"/>
              <a:gd name="connsiteY6682" fmla="*/ 1583073 h 2053176"/>
              <a:gd name="connsiteX6683" fmla="*/ 9758853 w 12188965"/>
              <a:gd name="connsiteY6683" fmla="*/ 1557414 h 2053176"/>
              <a:gd name="connsiteX6684" fmla="*/ 9784512 w 12188965"/>
              <a:gd name="connsiteY6684" fmla="*/ 1531755 h 2053176"/>
              <a:gd name="connsiteX6685" fmla="*/ 9720307 w 12188965"/>
              <a:gd name="connsiteY6685" fmla="*/ 1531755 h 2053176"/>
              <a:gd name="connsiteX6686" fmla="*/ 9745965 w 12188965"/>
              <a:gd name="connsiteY6686" fmla="*/ 1557414 h 2053176"/>
              <a:gd name="connsiteX6687" fmla="*/ 9720307 w 12188965"/>
              <a:gd name="connsiteY6687" fmla="*/ 1583073 h 2053176"/>
              <a:gd name="connsiteX6688" fmla="*/ 9694646 w 12188965"/>
              <a:gd name="connsiteY6688" fmla="*/ 1557414 h 2053176"/>
              <a:gd name="connsiteX6689" fmla="*/ 9720307 w 12188965"/>
              <a:gd name="connsiteY6689" fmla="*/ 1531755 h 2053176"/>
              <a:gd name="connsiteX6690" fmla="*/ 9591896 w 12188965"/>
              <a:gd name="connsiteY6690" fmla="*/ 1531755 h 2053176"/>
              <a:gd name="connsiteX6691" fmla="*/ 9617554 w 12188965"/>
              <a:gd name="connsiteY6691" fmla="*/ 1557414 h 2053176"/>
              <a:gd name="connsiteX6692" fmla="*/ 9591896 w 12188965"/>
              <a:gd name="connsiteY6692" fmla="*/ 1583073 h 2053176"/>
              <a:gd name="connsiteX6693" fmla="*/ 9566238 w 12188965"/>
              <a:gd name="connsiteY6693" fmla="*/ 1557414 h 2053176"/>
              <a:gd name="connsiteX6694" fmla="*/ 9591896 w 12188965"/>
              <a:gd name="connsiteY6694" fmla="*/ 1531755 h 2053176"/>
              <a:gd name="connsiteX6695" fmla="*/ 9527689 w 12188965"/>
              <a:gd name="connsiteY6695" fmla="*/ 1531755 h 2053176"/>
              <a:gd name="connsiteX6696" fmla="*/ 9553350 w 12188965"/>
              <a:gd name="connsiteY6696" fmla="*/ 1557414 h 2053176"/>
              <a:gd name="connsiteX6697" fmla="*/ 9527689 w 12188965"/>
              <a:gd name="connsiteY6697" fmla="*/ 1583073 h 2053176"/>
              <a:gd name="connsiteX6698" fmla="*/ 9502031 w 12188965"/>
              <a:gd name="connsiteY6698" fmla="*/ 1557414 h 2053176"/>
              <a:gd name="connsiteX6699" fmla="*/ 9527689 w 12188965"/>
              <a:gd name="connsiteY6699" fmla="*/ 1531755 h 2053176"/>
              <a:gd name="connsiteX6700" fmla="*/ 9463485 w 12188965"/>
              <a:gd name="connsiteY6700" fmla="*/ 1531755 h 2053176"/>
              <a:gd name="connsiteX6701" fmla="*/ 9489143 w 12188965"/>
              <a:gd name="connsiteY6701" fmla="*/ 1557414 h 2053176"/>
              <a:gd name="connsiteX6702" fmla="*/ 9463485 w 12188965"/>
              <a:gd name="connsiteY6702" fmla="*/ 1583073 h 2053176"/>
              <a:gd name="connsiteX6703" fmla="*/ 9437826 w 12188965"/>
              <a:gd name="connsiteY6703" fmla="*/ 1557414 h 2053176"/>
              <a:gd name="connsiteX6704" fmla="*/ 9463485 w 12188965"/>
              <a:gd name="connsiteY6704" fmla="*/ 1531755 h 2053176"/>
              <a:gd name="connsiteX6705" fmla="*/ 9399280 w 12188965"/>
              <a:gd name="connsiteY6705" fmla="*/ 1531755 h 2053176"/>
              <a:gd name="connsiteX6706" fmla="*/ 9424938 w 12188965"/>
              <a:gd name="connsiteY6706" fmla="*/ 1557414 h 2053176"/>
              <a:gd name="connsiteX6707" fmla="*/ 9399280 w 12188965"/>
              <a:gd name="connsiteY6707" fmla="*/ 1583073 h 2053176"/>
              <a:gd name="connsiteX6708" fmla="*/ 9373619 w 12188965"/>
              <a:gd name="connsiteY6708" fmla="*/ 1557414 h 2053176"/>
              <a:gd name="connsiteX6709" fmla="*/ 9399280 w 12188965"/>
              <a:gd name="connsiteY6709" fmla="*/ 1531755 h 2053176"/>
              <a:gd name="connsiteX6710" fmla="*/ 9335073 w 12188965"/>
              <a:gd name="connsiteY6710" fmla="*/ 1531755 h 2053176"/>
              <a:gd name="connsiteX6711" fmla="*/ 9360734 w 12188965"/>
              <a:gd name="connsiteY6711" fmla="*/ 1557413 h 2053176"/>
              <a:gd name="connsiteX6712" fmla="*/ 9335073 w 12188965"/>
              <a:gd name="connsiteY6712" fmla="*/ 1583073 h 2053176"/>
              <a:gd name="connsiteX6713" fmla="*/ 9309415 w 12188965"/>
              <a:gd name="connsiteY6713" fmla="*/ 1557413 h 2053176"/>
              <a:gd name="connsiteX6714" fmla="*/ 9335073 w 12188965"/>
              <a:gd name="connsiteY6714" fmla="*/ 1531755 h 2053176"/>
              <a:gd name="connsiteX6715" fmla="*/ 9142457 w 12188965"/>
              <a:gd name="connsiteY6715" fmla="*/ 1531755 h 2053176"/>
              <a:gd name="connsiteX6716" fmla="*/ 9168118 w 12188965"/>
              <a:gd name="connsiteY6716" fmla="*/ 1557414 h 2053176"/>
              <a:gd name="connsiteX6717" fmla="*/ 9142457 w 12188965"/>
              <a:gd name="connsiteY6717" fmla="*/ 1583073 h 2053176"/>
              <a:gd name="connsiteX6718" fmla="*/ 9116799 w 12188965"/>
              <a:gd name="connsiteY6718" fmla="*/ 1557414 h 2053176"/>
              <a:gd name="connsiteX6719" fmla="*/ 9142457 w 12188965"/>
              <a:gd name="connsiteY6719" fmla="*/ 1531755 h 2053176"/>
              <a:gd name="connsiteX6720" fmla="*/ 9078253 w 12188965"/>
              <a:gd name="connsiteY6720" fmla="*/ 1531755 h 2053176"/>
              <a:gd name="connsiteX6721" fmla="*/ 9103911 w 12188965"/>
              <a:gd name="connsiteY6721" fmla="*/ 1557414 h 2053176"/>
              <a:gd name="connsiteX6722" fmla="*/ 9078253 w 12188965"/>
              <a:gd name="connsiteY6722" fmla="*/ 1583073 h 2053176"/>
              <a:gd name="connsiteX6723" fmla="*/ 9052595 w 12188965"/>
              <a:gd name="connsiteY6723" fmla="*/ 1557414 h 2053176"/>
              <a:gd name="connsiteX6724" fmla="*/ 9078253 w 12188965"/>
              <a:gd name="connsiteY6724" fmla="*/ 1531755 h 2053176"/>
              <a:gd name="connsiteX6725" fmla="*/ 9014049 w 12188965"/>
              <a:gd name="connsiteY6725" fmla="*/ 1531755 h 2053176"/>
              <a:gd name="connsiteX6726" fmla="*/ 9039707 w 12188965"/>
              <a:gd name="connsiteY6726" fmla="*/ 1557414 h 2053176"/>
              <a:gd name="connsiteX6727" fmla="*/ 9014049 w 12188965"/>
              <a:gd name="connsiteY6727" fmla="*/ 1583073 h 2053176"/>
              <a:gd name="connsiteX6728" fmla="*/ 8988388 w 12188965"/>
              <a:gd name="connsiteY6728" fmla="*/ 1557414 h 2053176"/>
              <a:gd name="connsiteX6729" fmla="*/ 9014049 w 12188965"/>
              <a:gd name="connsiteY6729" fmla="*/ 1531755 h 2053176"/>
              <a:gd name="connsiteX6730" fmla="*/ 8949842 w 12188965"/>
              <a:gd name="connsiteY6730" fmla="*/ 1531755 h 2053176"/>
              <a:gd name="connsiteX6731" fmla="*/ 8975503 w 12188965"/>
              <a:gd name="connsiteY6731" fmla="*/ 1557413 h 2053176"/>
              <a:gd name="connsiteX6732" fmla="*/ 8949842 w 12188965"/>
              <a:gd name="connsiteY6732" fmla="*/ 1583073 h 2053176"/>
              <a:gd name="connsiteX6733" fmla="*/ 8924183 w 12188965"/>
              <a:gd name="connsiteY6733" fmla="*/ 1557413 h 2053176"/>
              <a:gd name="connsiteX6734" fmla="*/ 8949842 w 12188965"/>
              <a:gd name="connsiteY6734" fmla="*/ 1531755 h 2053176"/>
              <a:gd name="connsiteX6735" fmla="*/ 8821433 w 12188965"/>
              <a:gd name="connsiteY6735" fmla="*/ 1531755 h 2053176"/>
              <a:gd name="connsiteX6736" fmla="*/ 8847091 w 12188965"/>
              <a:gd name="connsiteY6736" fmla="*/ 1557414 h 2053176"/>
              <a:gd name="connsiteX6737" fmla="*/ 8821433 w 12188965"/>
              <a:gd name="connsiteY6737" fmla="*/ 1583073 h 2053176"/>
              <a:gd name="connsiteX6738" fmla="*/ 8795772 w 12188965"/>
              <a:gd name="connsiteY6738" fmla="*/ 1557414 h 2053176"/>
              <a:gd name="connsiteX6739" fmla="*/ 8821433 w 12188965"/>
              <a:gd name="connsiteY6739" fmla="*/ 1531755 h 2053176"/>
              <a:gd name="connsiteX6740" fmla="*/ 8757226 w 12188965"/>
              <a:gd name="connsiteY6740" fmla="*/ 1531755 h 2053176"/>
              <a:gd name="connsiteX6741" fmla="*/ 8782887 w 12188965"/>
              <a:gd name="connsiteY6741" fmla="*/ 1557414 h 2053176"/>
              <a:gd name="connsiteX6742" fmla="*/ 8757226 w 12188965"/>
              <a:gd name="connsiteY6742" fmla="*/ 1583073 h 2053176"/>
              <a:gd name="connsiteX6743" fmla="*/ 8731568 w 12188965"/>
              <a:gd name="connsiteY6743" fmla="*/ 1557414 h 2053176"/>
              <a:gd name="connsiteX6744" fmla="*/ 8757226 w 12188965"/>
              <a:gd name="connsiteY6744" fmla="*/ 1531755 h 2053176"/>
              <a:gd name="connsiteX6745" fmla="*/ 8692904 w 12188965"/>
              <a:gd name="connsiteY6745" fmla="*/ 1531755 h 2053176"/>
              <a:gd name="connsiteX6746" fmla="*/ 8718565 w 12188965"/>
              <a:gd name="connsiteY6746" fmla="*/ 1557414 h 2053176"/>
              <a:gd name="connsiteX6747" fmla="*/ 8692904 w 12188965"/>
              <a:gd name="connsiteY6747" fmla="*/ 1583073 h 2053176"/>
              <a:gd name="connsiteX6748" fmla="*/ 8667246 w 12188965"/>
              <a:gd name="connsiteY6748" fmla="*/ 1557414 h 2053176"/>
              <a:gd name="connsiteX6749" fmla="*/ 8692904 w 12188965"/>
              <a:gd name="connsiteY6749" fmla="*/ 1531755 h 2053176"/>
              <a:gd name="connsiteX6750" fmla="*/ 8564495 w 12188965"/>
              <a:gd name="connsiteY6750" fmla="*/ 1531755 h 2053176"/>
              <a:gd name="connsiteX6751" fmla="*/ 8590153 w 12188965"/>
              <a:gd name="connsiteY6751" fmla="*/ 1557413 h 2053176"/>
              <a:gd name="connsiteX6752" fmla="*/ 8564495 w 12188965"/>
              <a:gd name="connsiteY6752" fmla="*/ 1583073 h 2053176"/>
              <a:gd name="connsiteX6753" fmla="*/ 8538837 w 12188965"/>
              <a:gd name="connsiteY6753" fmla="*/ 1557413 h 2053176"/>
              <a:gd name="connsiteX6754" fmla="*/ 8564495 w 12188965"/>
              <a:gd name="connsiteY6754" fmla="*/ 1531755 h 2053176"/>
              <a:gd name="connsiteX6755" fmla="*/ 8500288 w 12188965"/>
              <a:gd name="connsiteY6755" fmla="*/ 1531755 h 2053176"/>
              <a:gd name="connsiteX6756" fmla="*/ 8525949 w 12188965"/>
              <a:gd name="connsiteY6756" fmla="*/ 1557414 h 2053176"/>
              <a:gd name="connsiteX6757" fmla="*/ 8500288 w 12188965"/>
              <a:gd name="connsiteY6757" fmla="*/ 1583073 h 2053176"/>
              <a:gd name="connsiteX6758" fmla="*/ 8474630 w 12188965"/>
              <a:gd name="connsiteY6758" fmla="*/ 1557414 h 2053176"/>
              <a:gd name="connsiteX6759" fmla="*/ 8500288 w 12188965"/>
              <a:gd name="connsiteY6759" fmla="*/ 1531755 h 2053176"/>
              <a:gd name="connsiteX6760" fmla="*/ 8436084 w 12188965"/>
              <a:gd name="connsiteY6760" fmla="*/ 1531755 h 2053176"/>
              <a:gd name="connsiteX6761" fmla="*/ 8461745 w 12188965"/>
              <a:gd name="connsiteY6761" fmla="*/ 1557414 h 2053176"/>
              <a:gd name="connsiteX6762" fmla="*/ 8436084 w 12188965"/>
              <a:gd name="connsiteY6762" fmla="*/ 1583073 h 2053176"/>
              <a:gd name="connsiteX6763" fmla="*/ 8410426 w 12188965"/>
              <a:gd name="connsiteY6763" fmla="*/ 1557414 h 2053176"/>
              <a:gd name="connsiteX6764" fmla="*/ 8436084 w 12188965"/>
              <a:gd name="connsiteY6764" fmla="*/ 1531755 h 2053176"/>
              <a:gd name="connsiteX6765" fmla="*/ 8307675 w 12188965"/>
              <a:gd name="connsiteY6765" fmla="*/ 1531755 h 2053176"/>
              <a:gd name="connsiteX6766" fmla="*/ 8333333 w 12188965"/>
              <a:gd name="connsiteY6766" fmla="*/ 1557414 h 2053176"/>
              <a:gd name="connsiteX6767" fmla="*/ 8307675 w 12188965"/>
              <a:gd name="connsiteY6767" fmla="*/ 1583073 h 2053176"/>
              <a:gd name="connsiteX6768" fmla="*/ 8282014 w 12188965"/>
              <a:gd name="connsiteY6768" fmla="*/ 1557414 h 2053176"/>
              <a:gd name="connsiteX6769" fmla="*/ 8307675 w 12188965"/>
              <a:gd name="connsiteY6769" fmla="*/ 1531755 h 2053176"/>
              <a:gd name="connsiteX6770" fmla="*/ 8243468 w 12188965"/>
              <a:gd name="connsiteY6770" fmla="*/ 1531755 h 2053176"/>
              <a:gd name="connsiteX6771" fmla="*/ 8269126 w 12188965"/>
              <a:gd name="connsiteY6771" fmla="*/ 1557413 h 2053176"/>
              <a:gd name="connsiteX6772" fmla="*/ 8243468 w 12188965"/>
              <a:gd name="connsiteY6772" fmla="*/ 1583073 h 2053176"/>
              <a:gd name="connsiteX6773" fmla="*/ 8217810 w 12188965"/>
              <a:gd name="connsiteY6773" fmla="*/ 1557413 h 2053176"/>
              <a:gd name="connsiteX6774" fmla="*/ 8243468 w 12188965"/>
              <a:gd name="connsiteY6774" fmla="*/ 1531755 h 2053176"/>
              <a:gd name="connsiteX6775" fmla="*/ 8115057 w 12188965"/>
              <a:gd name="connsiteY6775" fmla="*/ 1531755 h 2053176"/>
              <a:gd name="connsiteX6776" fmla="*/ 8140717 w 12188965"/>
              <a:gd name="connsiteY6776" fmla="*/ 1557414 h 2053176"/>
              <a:gd name="connsiteX6777" fmla="*/ 8115057 w 12188965"/>
              <a:gd name="connsiteY6777" fmla="*/ 1583073 h 2053176"/>
              <a:gd name="connsiteX6778" fmla="*/ 8089398 w 12188965"/>
              <a:gd name="connsiteY6778" fmla="*/ 1557414 h 2053176"/>
              <a:gd name="connsiteX6779" fmla="*/ 8115057 w 12188965"/>
              <a:gd name="connsiteY6779" fmla="*/ 1531755 h 2053176"/>
              <a:gd name="connsiteX6780" fmla="*/ 8050852 w 12188965"/>
              <a:gd name="connsiteY6780" fmla="*/ 1531755 h 2053176"/>
              <a:gd name="connsiteX6781" fmla="*/ 8076510 w 12188965"/>
              <a:gd name="connsiteY6781" fmla="*/ 1557414 h 2053176"/>
              <a:gd name="connsiteX6782" fmla="*/ 8050852 w 12188965"/>
              <a:gd name="connsiteY6782" fmla="*/ 1583073 h 2053176"/>
              <a:gd name="connsiteX6783" fmla="*/ 8025194 w 12188965"/>
              <a:gd name="connsiteY6783" fmla="*/ 1557414 h 2053176"/>
              <a:gd name="connsiteX6784" fmla="*/ 8050852 w 12188965"/>
              <a:gd name="connsiteY6784" fmla="*/ 1531755 h 2053176"/>
              <a:gd name="connsiteX6785" fmla="*/ 7986648 w 12188965"/>
              <a:gd name="connsiteY6785" fmla="*/ 1531755 h 2053176"/>
              <a:gd name="connsiteX6786" fmla="*/ 8012306 w 12188965"/>
              <a:gd name="connsiteY6786" fmla="*/ 1557414 h 2053176"/>
              <a:gd name="connsiteX6787" fmla="*/ 7986648 w 12188965"/>
              <a:gd name="connsiteY6787" fmla="*/ 1583073 h 2053176"/>
              <a:gd name="connsiteX6788" fmla="*/ 7960990 w 12188965"/>
              <a:gd name="connsiteY6788" fmla="*/ 1557414 h 2053176"/>
              <a:gd name="connsiteX6789" fmla="*/ 7986648 w 12188965"/>
              <a:gd name="connsiteY6789" fmla="*/ 1531755 h 2053176"/>
              <a:gd name="connsiteX6790" fmla="*/ 7922444 w 12188965"/>
              <a:gd name="connsiteY6790" fmla="*/ 1531755 h 2053176"/>
              <a:gd name="connsiteX6791" fmla="*/ 7948102 w 12188965"/>
              <a:gd name="connsiteY6791" fmla="*/ 1557414 h 2053176"/>
              <a:gd name="connsiteX6792" fmla="*/ 7922444 w 12188965"/>
              <a:gd name="connsiteY6792" fmla="*/ 1583073 h 2053176"/>
              <a:gd name="connsiteX6793" fmla="*/ 7896783 w 12188965"/>
              <a:gd name="connsiteY6793" fmla="*/ 1557414 h 2053176"/>
              <a:gd name="connsiteX6794" fmla="*/ 7922444 w 12188965"/>
              <a:gd name="connsiteY6794" fmla="*/ 1531755 h 2053176"/>
              <a:gd name="connsiteX6795" fmla="*/ 7858237 w 12188965"/>
              <a:gd name="connsiteY6795" fmla="*/ 1531755 h 2053176"/>
              <a:gd name="connsiteX6796" fmla="*/ 7883895 w 12188965"/>
              <a:gd name="connsiteY6796" fmla="*/ 1557413 h 2053176"/>
              <a:gd name="connsiteX6797" fmla="*/ 7858237 w 12188965"/>
              <a:gd name="connsiteY6797" fmla="*/ 1583073 h 2053176"/>
              <a:gd name="connsiteX6798" fmla="*/ 7832578 w 12188965"/>
              <a:gd name="connsiteY6798" fmla="*/ 1557413 h 2053176"/>
              <a:gd name="connsiteX6799" fmla="*/ 7858237 w 12188965"/>
              <a:gd name="connsiteY6799" fmla="*/ 1531755 h 2053176"/>
              <a:gd name="connsiteX6800" fmla="*/ 7794032 w 12188965"/>
              <a:gd name="connsiteY6800" fmla="*/ 1531755 h 2053176"/>
              <a:gd name="connsiteX6801" fmla="*/ 7819690 w 12188965"/>
              <a:gd name="connsiteY6801" fmla="*/ 1557413 h 2053176"/>
              <a:gd name="connsiteX6802" fmla="*/ 7794032 w 12188965"/>
              <a:gd name="connsiteY6802" fmla="*/ 1583073 h 2053176"/>
              <a:gd name="connsiteX6803" fmla="*/ 7768371 w 12188965"/>
              <a:gd name="connsiteY6803" fmla="*/ 1557413 h 2053176"/>
              <a:gd name="connsiteX6804" fmla="*/ 7794032 w 12188965"/>
              <a:gd name="connsiteY6804" fmla="*/ 1531755 h 2053176"/>
              <a:gd name="connsiteX6805" fmla="*/ 7729825 w 12188965"/>
              <a:gd name="connsiteY6805" fmla="*/ 1531755 h 2053176"/>
              <a:gd name="connsiteX6806" fmla="*/ 7755486 w 12188965"/>
              <a:gd name="connsiteY6806" fmla="*/ 1557414 h 2053176"/>
              <a:gd name="connsiteX6807" fmla="*/ 7729825 w 12188965"/>
              <a:gd name="connsiteY6807" fmla="*/ 1583073 h 2053176"/>
              <a:gd name="connsiteX6808" fmla="*/ 7704167 w 12188965"/>
              <a:gd name="connsiteY6808" fmla="*/ 1557414 h 2053176"/>
              <a:gd name="connsiteX6809" fmla="*/ 7729825 w 12188965"/>
              <a:gd name="connsiteY6809" fmla="*/ 1531755 h 2053176"/>
              <a:gd name="connsiteX6810" fmla="*/ 7665621 w 12188965"/>
              <a:gd name="connsiteY6810" fmla="*/ 1531755 h 2053176"/>
              <a:gd name="connsiteX6811" fmla="*/ 7691279 w 12188965"/>
              <a:gd name="connsiteY6811" fmla="*/ 1557414 h 2053176"/>
              <a:gd name="connsiteX6812" fmla="*/ 7665621 w 12188965"/>
              <a:gd name="connsiteY6812" fmla="*/ 1583073 h 2053176"/>
              <a:gd name="connsiteX6813" fmla="*/ 7639963 w 12188965"/>
              <a:gd name="connsiteY6813" fmla="*/ 1557414 h 2053176"/>
              <a:gd name="connsiteX6814" fmla="*/ 7665621 w 12188965"/>
              <a:gd name="connsiteY6814" fmla="*/ 1531755 h 2053176"/>
              <a:gd name="connsiteX6815" fmla="*/ 7601299 w 12188965"/>
              <a:gd name="connsiteY6815" fmla="*/ 1531755 h 2053176"/>
              <a:gd name="connsiteX6816" fmla="*/ 7626959 w 12188965"/>
              <a:gd name="connsiteY6816" fmla="*/ 1557414 h 2053176"/>
              <a:gd name="connsiteX6817" fmla="*/ 7601299 w 12188965"/>
              <a:gd name="connsiteY6817" fmla="*/ 1583073 h 2053176"/>
              <a:gd name="connsiteX6818" fmla="*/ 7575640 w 12188965"/>
              <a:gd name="connsiteY6818" fmla="*/ 1557414 h 2053176"/>
              <a:gd name="connsiteX6819" fmla="*/ 7601299 w 12188965"/>
              <a:gd name="connsiteY6819" fmla="*/ 1531755 h 2053176"/>
              <a:gd name="connsiteX6820" fmla="*/ 7537094 w 12188965"/>
              <a:gd name="connsiteY6820" fmla="*/ 1531755 h 2053176"/>
              <a:gd name="connsiteX6821" fmla="*/ 7562752 w 12188965"/>
              <a:gd name="connsiteY6821" fmla="*/ 1557414 h 2053176"/>
              <a:gd name="connsiteX6822" fmla="*/ 7537094 w 12188965"/>
              <a:gd name="connsiteY6822" fmla="*/ 1583073 h 2053176"/>
              <a:gd name="connsiteX6823" fmla="*/ 7511436 w 12188965"/>
              <a:gd name="connsiteY6823" fmla="*/ 1557414 h 2053176"/>
              <a:gd name="connsiteX6824" fmla="*/ 7537094 w 12188965"/>
              <a:gd name="connsiteY6824" fmla="*/ 1531755 h 2053176"/>
              <a:gd name="connsiteX6825" fmla="*/ 7472890 w 12188965"/>
              <a:gd name="connsiteY6825" fmla="*/ 1531755 h 2053176"/>
              <a:gd name="connsiteX6826" fmla="*/ 7498548 w 12188965"/>
              <a:gd name="connsiteY6826" fmla="*/ 1557413 h 2053176"/>
              <a:gd name="connsiteX6827" fmla="*/ 7472890 w 12188965"/>
              <a:gd name="connsiteY6827" fmla="*/ 1583073 h 2053176"/>
              <a:gd name="connsiteX6828" fmla="*/ 7447229 w 12188965"/>
              <a:gd name="connsiteY6828" fmla="*/ 1557413 h 2053176"/>
              <a:gd name="connsiteX6829" fmla="*/ 7472890 w 12188965"/>
              <a:gd name="connsiteY6829" fmla="*/ 1531755 h 2053176"/>
              <a:gd name="connsiteX6830" fmla="*/ 7408683 w 12188965"/>
              <a:gd name="connsiteY6830" fmla="*/ 1531755 h 2053176"/>
              <a:gd name="connsiteX6831" fmla="*/ 7434341 w 12188965"/>
              <a:gd name="connsiteY6831" fmla="*/ 1557414 h 2053176"/>
              <a:gd name="connsiteX6832" fmla="*/ 7408683 w 12188965"/>
              <a:gd name="connsiteY6832" fmla="*/ 1583073 h 2053176"/>
              <a:gd name="connsiteX6833" fmla="*/ 7383025 w 12188965"/>
              <a:gd name="connsiteY6833" fmla="*/ 1557414 h 2053176"/>
              <a:gd name="connsiteX6834" fmla="*/ 7408683 w 12188965"/>
              <a:gd name="connsiteY6834" fmla="*/ 1531755 h 2053176"/>
              <a:gd name="connsiteX6835" fmla="*/ 7344479 w 12188965"/>
              <a:gd name="connsiteY6835" fmla="*/ 1531755 h 2053176"/>
              <a:gd name="connsiteX6836" fmla="*/ 7370137 w 12188965"/>
              <a:gd name="connsiteY6836" fmla="*/ 1557414 h 2053176"/>
              <a:gd name="connsiteX6837" fmla="*/ 7344479 w 12188965"/>
              <a:gd name="connsiteY6837" fmla="*/ 1583073 h 2053176"/>
              <a:gd name="connsiteX6838" fmla="*/ 7318820 w 12188965"/>
              <a:gd name="connsiteY6838" fmla="*/ 1557414 h 2053176"/>
              <a:gd name="connsiteX6839" fmla="*/ 7344479 w 12188965"/>
              <a:gd name="connsiteY6839" fmla="*/ 1531755 h 2053176"/>
              <a:gd name="connsiteX6840" fmla="*/ 7280274 w 12188965"/>
              <a:gd name="connsiteY6840" fmla="*/ 1531755 h 2053176"/>
              <a:gd name="connsiteX6841" fmla="*/ 7305932 w 12188965"/>
              <a:gd name="connsiteY6841" fmla="*/ 1557414 h 2053176"/>
              <a:gd name="connsiteX6842" fmla="*/ 7280274 w 12188965"/>
              <a:gd name="connsiteY6842" fmla="*/ 1583073 h 2053176"/>
              <a:gd name="connsiteX6843" fmla="*/ 7254613 w 12188965"/>
              <a:gd name="connsiteY6843" fmla="*/ 1557414 h 2053176"/>
              <a:gd name="connsiteX6844" fmla="*/ 7280274 w 12188965"/>
              <a:gd name="connsiteY6844" fmla="*/ 1531755 h 2053176"/>
              <a:gd name="connsiteX6845" fmla="*/ 7216067 w 12188965"/>
              <a:gd name="connsiteY6845" fmla="*/ 1531755 h 2053176"/>
              <a:gd name="connsiteX6846" fmla="*/ 7241725 w 12188965"/>
              <a:gd name="connsiteY6846" fmla="*/ 1557414 h 2053176"/>
              <a:gd name="connsiteX6847" fmla="*/ 7216067 w 12188965"/>
              <a:gd name="connsiteY6847" fmla="*/ 1583073 h 2053176"/>
              <a:gd name="connsiteX6848" fmla="*/ 7190409 w 12188965"/>
              <a:gd name="connsiteY6848" fmla="*/ 1557414 h 2053176"/>
              <a:gd name="connsiteX6849" fmla="*/ 7216067 w 12188965"/>
              <a:gd name="connsiteY6849" fmla="*/ 1531755 h 2053176"/>
              <a:gd name="connsiteX6850" fmla="*/ 7151863 w 12188965"/>
              <a:gd name="connsiteY6850" fmla="*/ 1531755 h 2053176"/>
              <a:gd name="connsiteX6851" fmla="*/ 7177521 w 12188965"/>
              <a:gd name="connsiteY6851" fmla="*/ 1557413 h 2053176"/>
              <a:gd name="connsiteX6852" fmla="*/ 7151863 w 12188965"/>
              <a:gd name="connsiteY6852" fmla="*/ 1583073 h 2053176"/>
              <a:gd name="connsiteX6853" fmla="*/ 7126205 w 12188965"/>
              <a:gd name="connsiteY6853" fmla="*/ 1557413 h 2053176"/>
              <a:gd name="connsiteX6854" fmla="*/ 7151863 w 12188965"/>
              <a:gd name="connsiteY6854" fmla="*/ 1531755 h 2053176"/>
              <a:gd name="connsiteX6855" fmla="*/ 7087658 w 12188965"/>
              <a:gd name="connsiteY6855" fmla="*/ 1531755 h 2053176"/>
              <a:gd name="connsiteX6856" fmla="*/ 7113317 w 12188965"/>
              <a:gd name="connsiteY6856" fmla="*/ 1557413 h 2053176"/>
              <a:gd name="connsiteX6857" fmla="*/ 7087658 w 12188965"/>
              <a:gd name="connsiteY6857" fmla="*/ 1583073 h 2053176"/>
              <a:gd name="connsiteX6858" fmla="*/ 7061998 w 12188965"/>
              <a:gd name="connsiteY6858" fmla="*/ 1557413 h 2053176"/>
              <a:gd name="connsiteX6859" fmla="*/ 7087658 w 12188965"/>
              <a:gd name="connsiteY6859" fmla="*/ 1531755 h 2053176"/>
              <a:gd name="connsiteX6860" fmla="*/ 6895043 w 12188965"/>
              <a:gd name="connsiteY6860" fmla="*/ 1531755 h 2053176"/>
              <a:gd name="connsiteX6861" fmla="*/ 6920701 w 12188965"/>
              <a:gd name="connsiteY6861" fmla="*/ 1557414 h 2053176"/>
              <a:gd name="connsiteX6862" fmla="*/ 6895043 w 12188965"/>
              <a:gd name="connsiteY6862" fmla="*/ 1583073 h 2053176"/>
              <a:gd name="connsiteX6863" fmla="*/ 6869382 w 12188965"/>
              <a:gd name="connsiteY6863" fmla="*/ 1557414 h 2053176"/>
              <a:gd name="connsiteX6864" fmla="*/ 6895043 w 12188965"/>
              <a:gd name="connsiteY6864" fmla="*/ 1531755 h 2053176"/>
              <a:gd name="connsiteX6865" fmla="*/ 6830836 w 12188965"/>
              <a:gd name="connsiteY6865" fmla="*/ 1531755 h 2053176"/>
              <a:gd name="connsiteX6866" fmla="*/ 6856494 w 12188965"/>
              <a:gd name="connsiteY6866" fmla="*/ 1557414 h 2053176"/>
              <a:gd name="connsiteX6867" fmla="*/ 6830836 w 12188965"/>
              <a:gd name="connsiteY6867" fmla="*/ 1583073 h 2053176"/>
              <a:gd name="connsiteX6868" fmla="*/ 6805178 w 12188965"/>
              <a:gd name="connsiteY6868" fmla="*/ 1557414 h 2053176"/>
              <a:gd name="connsiteX6869" fmla="*/ 6830836 w 12188965"/>
              <a:gd name="connsiteY6869" fmla="*/ 1531755 h 2053176"/>
              <a:gd name="connsiteX6870" fmla="*/ 6766631 w 12188965"/>
              <a:gd name="connsiteY6870" fmla="*/ 1531755 h 2053176"/>
              <a:gd name="connsiteX6871" fmla="*/ 6792290 w 12188965"/>
              <a:gd name="connsiteY6871" fmla="*/ 1557413 h 2053176"/>
              <a:gd name="connsiteX6872" fmla="*/ 6766631 w 12188965"/>
              <a:gd name="connsiteY6872" fmla="*/ 1583073 h 2053176"/>
              <a:gd name="connsiteX6873" fmla="*/ 6740973 w 12188965"/>
              <a:gd name="connsiteY6873" fmla="*/ 1557413 h 2053176"/>
              <a:gd name="connsiteX6874" fmla="*/ 6766631 w 12188965"/>
              <a:gd name="connsiteY6874" fmla="*/ 1531755 h 2053176"/>
              <a:gd name="connsiteX6875" fmla="*/ 6702427 w 12188965"/>
              <a:gd name="connsiteY6875" fmla="*/ 1531755 h 2053176"/>
              <a:gd name="connsiteX6876" fmla="*/ 6728085 w 12188965"/>
              <a:gd name="connsiteY6876" fmla="*/ 1557413 h 2053176"/>
              <a:gd name="connsiteX6877" fmla="*/ 6702427 w 12188965"/>
              <a:gd name="connsiteY6877" fmla="*/ 1583073 h 2053176"/>
              <a:gd name="connsiteX6878" fmla="*/ 6676766 w 12188965"/>
              <a:gd name="connsiteY6878" fmla="*/ 1557413 h 2053176"/>
              <a:gd name="connsiteX6879" fmla="*/ 6702427 w 12188965"/>
              <a:gd name="connsiteY6879" fmla="*/ 1531755 h 2053176"/>
              <a:gd name="connsiteX6880" fmla="*/ 6638220 w 12188965"/>
              <a:gd name="connsiteY6880" fmla="*/ 1531755 h 2053176"/>
              <a:gd name="connsiteX6881" fmla="*/ 6663881 w 12188965"/>
              <a:gd name="connsiteY6881" fmla="*/ 1557414 h 2053176"/>
              <a:gd name="connsiteX6882" fmla="*/ 6638220 w 12188965"/>
              <a:gd name="connsiteY6882" fmla="*/ 1583073 h 2053176"/>
              <a:gd name="connsiteX6883" fmla="*/ 6612562 w 12188965"/>
              <a:gd name="connsiteY6883" fmla="*/ 1557414 h 2053176"/>
              <a:gd name="connsiteX6884" fmla="*/ 6638220 w 12188965"/>
              <a:gd name="connsiteY6884" fmla="*/ 1531755 h 2053176"/>
              <a:gd name="connsiteX6885" fmla="*/ 6574016 w 12188965"/>
              <a:gd name="connsiteY6885" fmla="*/ 1531755 h 2053176"/>
              <a:gd name="connsiteX6886" fmla="*/ 6599674 w 12188965"/>
              <a:gd name="connsiteY6886" fmla="*/ 1557414 h 2053176"/>
              <a:gd name="connsiteX6887" fmla="*/ 6574016 w 12188965"/>
              <a:gd name="connsiteY6887" fmla="*/ 1583073 h 2053176"/>
              <a:gd name="connsiteX6888" fmla="*/ 6548357 w 12188965"/>
              <a:gd name="connsiteY6888" fmla="*/ 1557414 h 2053176"/>
              <a:gd name="connsiteX6889" fmla="*/ 6574016 w 12188965"/>
              <a:gd name="connsiteY6889" fmla="*/ 1531755 h 2053176"/>
              <a:gd name="connsiteX6890" fmla="*/ 6381282 w 12188965"/>
              <a:gd name="connsiteY6890" fmla="*/ 1531755 h 2053176"/>
              <a:gd name="connsiteX6891" fmla="*/ 6406943 w 12188965"/>
              <a:gd name="connsiteY6891" fmla="*/ 1557413 h 2053176"/>
              <a:gd name="connsiteX6892" fmla="*/ 6381282 w 12188965"/>
              <a:gd name="connsiteY6892" fmla="*/ 1583073 h 2053176"/>
              <a:gd name="connsiteX6893" fmla="*/ 6355624 w 12188965"/>
              <a:gd name="connsiteY6893" fmla="*/ 1557413 h 2053176"/>
              <a:gd name="connsiteX6894" fmla="*/ 6381282 w 12188965"/>
              <a:gd name="connsiteY6894" fmla="*/ 1531755 h 2053176"/>
              <a:gd name="connsiteX6895" fmla="*/ 6317078 w 12188965"/>
              <a:gd name="connsiteY6895" fmla="*/ 1531755 h 2053176"/>
              <a:gd name="connsiteX6896" fmla="*/ 6342736 w 12188965"/>
              <a:gd name="connsiteY6896" fmla="*/ 1557414 h 2053176"/>
              <a:gd name="connsiteX6897" fmla="*/ 6317078 w 12188965"/>
              <a:gd name="connsiteY6897" fmla="*/ 1583073 h 2053176"/>
              <a:gd name="connsiteX6898" fmla="*/ 6291420 w 12188965"/>
              <a:gd name="connsiteY6898" fmla="*/ 1557414 h 2053176"/>
              <a:gd name="connsiteX6899" fmla="*/ 6317078 w 12188965"/>
              <a:gd name="connsiteY6899" fmla="*/ 1531755 h 2053176"/>
              <a:gd name="connsiteX6900" fmla="*/ 6252873 w 12188965"/>
              <a:gd name="connsiteY6900" fmla="*/ 1531755 h 2053176"/>
              <a:gd name="connsiteX6901" fmla="*/ 6278532 w 12188965"/>
              <a:gd name="connsiteY6901" fmla="*/ 1557414 h 2053176"/>
              <a:gd name="connsiteX6902" fmla="*/ 6252873 w 12188965"/>
              <a:gd name="connsiteY6902" fmla="*/ 1583073 h 2053176"/>
              <a:gd name="connsiteX6903" fmla="*/ 6227213 w 12188965"/>
              <a:gd name="connsiteY6903" fmla="*/ 1557414 h 2053176"/>
              <a:gd name="connsiteX6904" fmla="*/ 6252873 w 12188965"/>
              <a:gd name="connsiteY6904" fmla="*/ 1531755 h 2053176"/>
              <a:gd name="connsiteX6905" fmla="*/ 6188666 w 12188965"/>
              <a:gd name="connsiteY6905" fmla="*/ 1531755 h 2053176"/>
              <a:gd name="connsiteX6906" fmla="*/ 6214327 w 12188965"/>
              <a:gd name="connsiteY6906" fmla="*/ 1557414 h 2053176"/>
              <a:gd name="connsiteX6907" fmla="*/ 6188666 w 12188965"/>
              <a:gd name="connsiteY6907" fmla="*/ 1583073 h 2053176"/>
              <a:gd name="connsiteX6908" fmla="*/ 6163008 w 12188965"/>
              <a:gd name="connsiteY6908" fmla="*/ 1557414 h 2053176"/>
              <a:gd name="connsiteX6909" fmla="*/ 6188666 w 12188965"/>
              <a:gd name="connsiteY6909" fmla="*/ 1531755 h 2053176"/>
              <a:gd name="connsiteX6910" fmla="*/ 6124462 w 12188965"/>
              <a:gd name="connsiteY6910" fmla="*/ 1531755 h 2053176"/>
              <a:gd name="connsiteX6911" fmla="*/ 6150123 w 12188965"/>
              <a:gd name="connsiteY6911" fmla="*/ 1557414 h 2053176"/>
              <a:gd name="connsiteX6912" fmla="*/ 6124462 w 12188965"/>
              <a:gd name="connsiteY6912" fmla="*/ 1583073 h 2053176"/>
              <a:gd name="connsiteX6913" fmla="*/ 6098804 w 12188965"/>
              <a:gd name="connsiteY6913" fmla="*/ 1557414 h 2053176"/>
              <a:gd name="connsiteX6914" fmla="*/ 6124462 w 12188965"/>
              <a:gd name="connsiteY6914" fmla="*/ 1531755 h 2053176"/>
              <a:gd name="connsiteX6915" fmla="*/ 6064505 w 12188965"/>
              <a:gd name="connsiteY6915" fmla="*/ 1531755 h 2053176"/>
              <a:gd name="connsiteX6916" fmla="*/ 6090163 w 12188965"/>
              <a:gd name="connsiteY6916" fmla="*/ 1557414 h 2053176"/>
              <a:gd name="connsiteX6917" fmla="*/ 6064505 w 12188965"/>
              <a:gd name="connsiteY6917" fmla="*/ 1583073 h 2053176"/>
              <a:gd name="connsiteX6918" fmla="*/ 6038844 w 12188965"/>
              <a:gd name="connsiteY6918" fmla="*/ 1557414 h 2053176"/>
              <a:gd name="connsiteX6919" fmla="*/ 6064505 w 12188965"/>
              <a:gd name="connsiteY6919" fmla="*/ 1531755 h 2053176"/>
              <a:gd name="connsiteX6920" fmla="*/ 6000298 w 12188965"/>
              <a:gd name="connsiteY6920" fmla="*/ 1531755 h 2053176"/>
              <a:gd name="connsiteX6921" fmla="*/ 6025956 w 12188965"/>
              <a:gd name="connsiteY6921" fmla="*/ 1557414 h 2053176"/>
              <a:gd name="connsiteX6922" fmla="*/ 6000298 w 12188965"/>
              <a:gd name="connsiteY6922" fmla="*/ 1583073 h 2053176"/>
              <a:gd name="connsiteX6923" fmla="*/ 5974639 w 12188965"/>
              <a:gd name="connsiteY6923" fmla="*/ 1557414 h 2053176"/>
              <a:gd name="connsiteX6924" fmla="*/ 6000298 w 12188965"/>
              <a:gd name="connsiteY6924" fmla="*/ 1531755 h 2053176"/>
              <a:gd name="connsiteX6925" fmla="*/ 5936092 w 12188965"/>
              <a:gd name="connsiteY6925" fmla="*/ 1531755 h 2053176"/>
              <a:gd name="connsiteX6926" fmla="*/ 5961751 w 12188965"/>
              <a:gd name="connsiteY6926" fmla="*/ 1557414 h 2053176"/>
              <a:gd name="connsiteX6927" fmla="*/ 5936092 w 12188965"/>
              <a:gd name="connsiteY6927" fmla="*/ 1583073 h 2053176"/>
              <a:gd name="connsiteX6928" fmla="*/ 5910435 w 12188965"/>
              <a:gd name="connsiteY6928" fmla="*/ 1557414 h 2053176"/>
              <a:gd name="connsiteX6929" fmla="*/ 5936092 w 12188965"/>
              <a:gd name="connsiteY6929" fmla="*/ 1531755 h 2053176"/>
              <a:gd name="connsiteX6930" fmla="*/ 5743477 w 12188965"/>
              <a:gd name="connsiteY6930" fmla="*/ 1531755 h 2053176"/>
              <a:gd name="connsiteX6931" fmla="*/ 5769136 w 12188965"/>
              <a:gd name="connsiteY6931" fmla="*/ 1557413 h 2053176"/>
              <a:gd name="connsiteX6932" fmla="*/ 5743477 w 12188965"/>
              <a:gd name="connsiteY6932" fmla="*/ 1583073 h 2053176"/>
              <a:gd name="connsiteX6933" fmla="*/ 5717818 w 12188965"/>
              <a:gd name="connsiteY6933" fmla="*/ 1557413 h 2053176"/>
              <a:gd name="connsiteX6934" fmla="*/ 5743477 w 12188965"/>
              <a:gd name="connsiteY6934" fmla="*/ 1531755 h 2053176"/>
              <a:gd name="connsiteX6935" fmla="*/ 5679272 w 12188965"/>
              <a:gd name="connsiteY6935" fmla="*/ 1531755 h 2053176"/>
              <a:gd name="connsiteX6936" fmla="*/ 5704930 w 12188965"/>
              <a:gd name="connsiteY6936" fmla="*/ 1557414 h 2053176"/>
              <a:gd name="connsiteX6937" fmla="*/ 5679272 w 12188965"/>
              <a:gd name="connsiteY6937" fmla="*/ 1583073 h 2053176"/>
              <a:gd name="connsiteX6938" fmla="*/ 5653614 w 12188965"/>
              <a:gd name="connsiteY6938" fmla="*/ 1557414 h 2053176"/>
              <a:gd name="connsiteX6939" fmla="*/ 5679272 w 12188965"/>
              <a:gd name="connsiteY6939" fmla="*/ 1531755 h 2053176"/>
              <a:gd name="connsiteX6940" fmla="*/ 5615066 w 12188965"/>
              <a:gd name="connsiteY6940" fmla="*/ 1531755 h 2053176"/>
              <a:gd name="connsiteX6941" fmla="*/ 5640726 w 12188965"/>
              <a:gd name="connsiteY6941" fmla="*/ 1557414 h 2053176"/>
              <a:gd name="connsiteX6942" fmla="*/ 5615066 w 12188965"/>
              <a:gd name="connsiteY6942" fmla="*/ 1583073 h 2053176"/>
              <a:gd name="connsiteX6943" fmla="*/ 5589407 w 12188965"/>
              <a:gd name="connsiteY6943" fmla="*/ 1557414 h 2053176"/>
              <a:gd name="connsiteX6944" fmla="*/ 5615066 w 12188965"/>
              <a:gd name="connsiteY6944" fmla="*/ 1531755 h 2053176"/>
              <a:gd name="connsiteX6945" fmla="*/ 5550862 w 12188965"/>
              <a:gd name="connsiteY6945" fmla="*/ 1531755 h 2053176"/>
              <a:gd name="connsiteX6946" fmla="*/ 5576520 w 12188965"/>
              <a:gd name="connsiteY6946" fmla="*/ 1557414 h 2053176"/>
              <a:gd name="connsiteX6947" fmla="*/ 5550862 w 12188965"/>
              <a:gd name="connsiteY6947" fmla="*/ 1583073 h 2053176"/>
              <a:gd name="connsiteX6948" fmla="*/ 5525203 w 12188965"/>
              <a:gd name="connsiteY6948" fmla="*/ 1557414 h 2053176"/>
              <a:gd name="connsiteX6949" fmla="*/ 5550862 w 12188965"/>
              <a:gd name="connsiteY6949" fmla="*/ 1531755 h 2053176"/>
              <a:gd name="connsiteX6950" fmla="*/ 5486655 w 12188965"/>
              <a:gd name="connsiteY6950" fmla="*/ 1531755 h 2053176"/>
              <a:gd name="connsiteX6951" fmla="*/ 5512316 w 12188965"/>
              <a:gd name="connsiteY6951" fmla="*/ 1557414 h 2053176"/>
              <a:gd name="connsiteX6952" fmla="*/ 5486655 w 12188965"/>
              <a:gd name="connsiteY6952" fmla="*/ 1583073 h 2053176"/>
              <a:gd name="connsiteX6953" fmla="*/ 5460997 w 12188965"/>
              <a:gd name="connsiteY6953" fmla="*/ 1557414 h 2053176"/>
              <a:gd name="connsiteX6954" fmla="*/ 5486655 w 12188965"/>
              <a:gd name="connsiteY6954" fmla="*/ 1531755 h 2053176"/>
              <a:gd name="connsiteX6955" fmla="*/ 5422451 w 12188965"/>
              <a:gd name="connsiteY6955" fmla="*/ 1531755 h 2053176"/>
              <a:gd name="connsiteX6956" fmla="*/ 5448109 w 12188965"/>
              <a:gd name="connsiteY6956" fmla="*/ 1557413 h 2053176"/>
              <a:gd name="connsiteX6957" fmla="*/ 5422451 w 12188965"/>
              <a:gd name="connsiteY6957" fmla="*/ 1583073 h 2053176"/>
              <a:gd name="connsiteX6958" fmla="*/ 5396791 w 12188965"/>
              <a:gd name="connsiteY6958" fmla="*/ 1557413 h 2053176"/>
              <a:gd name="connsiteX6959" fmla="*/ 5422451 w 12188965"/>
              <a:gd name="connsiteY6959" fmla="*/ 1531755 h 2053176"/>
              <a:gd name="connsiteX6960" fmla="*/ 5358245 w 12188965"/>
              <a:gd name="connsiteY6960" fmla="*/ 1531755 h 2053176"/>
              <a:gd name="connsiteX6961" fmla="*/ 5383904 w 12188965"/>
              <a:gd name="connsiteY6961" fmla="*/ 1557413 h 2053176"/>
              <a:gd name="connsiteX6962" fmla="*/ 5358245 w 12188965"/>
              <a:gd name="connsiteY6962" fmla="*/ 1583073 h 2053176"/>
              <a:gd name="connsiteX6963" fmla="*/ 5332587 w 12188965"/>
              <a:gd name="connsiteY6963" fmla="*/ 1557413 h 2053176"/>
              <a:gd name="connsiteX6964" fmla="*/ 5358245 w 12188965"/>
              <a:gd name="connsiteY6964" fmla="*/ 1531755 h 2053176"/>
              <a:gd name="connsiteX6965" fmla="*/ 5229719 w 12188965"/>
              <a:gd name="connsiteY6965" fmla="*/ 1531755 h 2053176"/>
              <a:gd name="connsiteX6966" fmla="*/ 5255377 w 12188965"/>
              <a:gd name="connsiteY6966" fmla="*/ 1557414 h 2053176"/>
              <a:gd name="connsiteX6967" fmla="*/ 5229719 w 12188965"/>
              <a:gd name="connsiteY6967" fmla="*/ 1583073 h 2053176"/>
              <a:gd name="connsiteX6968" fmla="*/ 5204058 w 12188965"/>
              <a:gd name="connsiteY6968" fmla="*/ 1557414 h 2053176"/>
              <a:gd name="connsiteX6969" fmla="*/ 5229719 w 12188965"/>
              <a:gd name="connsiteY6969" fmla="*/ 1531755 h 2053176"/>
              <a:gd name="connsiteX6970" fmla="*/ 5101309 w 12188965"/>
              <a:gd name="connsiteY6970" fmla="*/ 1531755 h 2053176"/>
              <a:gd name="connsiteX6971" fmla="*/ 5126967 w 12188965"/>
              <a:gd name="connsiteY6971" fmla="*/ 1557414 h 2053176"/>
              <a:gd name="connsiteX6972" fmla="*/ 5101309 w 12188965"/>
              <a:gd name="connsiteY6972" fmla="*/ 1583073 h 2053176"/>
              <a:gd name="connsiteX6973" fmla="*/ 5075649 w 12188965"/>
              <a:gd name="connsiteY6973" fmla="*/ 1557414 h 2053176"/>
              <a:gd name="connsiteX6974" fmla="*/ 5101309 w 12188965"/>
              <a:gd name="connsiteY6974" fmla="*/ 1531755 h 2053176"/>
              <a:gd name="connsiteX6975" fmla="*/ 5037104 w 12188965"/>
              <a:gd name="connsiteY6975" fmla="*/ 1531755 h 2053176"/>
              <a:gd name="connsiteX6976" fmla="*/ 5062762 w 12188965"/>
              <a:gd name="connsiteY6976" fmla="*/ 1557413 h 2053176"/>
              <a:gd name="connsiteX6977" fmla="*/ 5037104 w 12188965"/>
              <a:gd name="connsiteY6977" fmla="*/ 1583073 h 2053176"/>
              <a:gd name="connsiteX6978" fmla="*/ 5011444 w 12188965"/>
              <a:gd name="connsiteY6978" fmla="*/ 1557413 h 2053176"/>
              <a:gd name="connsiteX6979" fmla="*/ 5037104 w 12188965"/>
              <a:gd name="connsiteY6979" fmla="*/ 1531755 h 2053176"/>
              <a:gd name="connsiteX6980" fmla="*/ 4972896 w 12188965"/>
              <a:gd name="connsiteY6980" fmla="*/ 1531755 h 2053176"/>
              <a:gd name="connsiteX6981" fmla="*/ 4998557 w 12188965"/>
              <a:gd name="connsiteY6981" fmla="*/ 1557414 h 2053176"/>
              <a:gd name="connsiteX6982" fmla="*/ 4972896 w 12188965"/>
              <a:gd name="connsiteY6982" fmla="*/ 1583073 h 2053176"/>
              <a:gd name="connsiteX6983" fmla="*/ 4947240 w 12188965"/>
              <a:gd name="connsiteY6983" fmla="*/ 1557414 h 2053176"/>
              <a:gd name="connsiteX6984" fmla="*/ 4972896 w 12188965"/>
              <a:gd name="connsiteY6984" fmla="*/ 1531755 h 2053176"/>
              <a:gd name="connsiteX6985" fmla="*/ 4908693 w 12188965"/>
              <a:gd name="connsiteY6985" fmla="*/ 1531755 h 2053176"/>
              <a:gd name="connsiteX6986" fmla="*/ 4934352 w 12188965"/>
              <a:gd name="connsiteY6986" fmla="*/ 1557414 h 2053176"/>
              <a:gd name="connsiteX6987" fmla="*/ 4908693 w 12188965"/>
              <a:gd name="connsiteY6987" fmla="*/ 1583073 h 2053176"/>
              <a:gd name="connsiteX6988" fmla="*/ 4883033 w 12188965"/>
              <a:gd name="connsiteY6988" fmla="*/ 1557414 h 2053176"/>
              <a:gd name="connsiteX6989" fmla="*/ 4908693 w 12188965"/>
              <a:gd name="connsiteY6989" fmla="*/ 1531755 h 2053176"/>
              <a:gd name="connsiteX6990" fmla="*/ 4844487 w 12188965"/>
              <a:gd name="connsiteY6990" fmla="*/ 1531755 h 2053176"/>
              <a:gd name="connsiteX6991" fmla="*/ 4870146 w 12188965"/>
              <a:gd name="connsiteY6991" fmla="*/ 1557414 h 2053176"/>
              <a:gd name="connsiteX6992" fmla="*/ 4844487 w 12188965"/>
              <a:gd name="connsiteY6992" fmla="*/ 1583073 h 2053176"/>
              <a:gd name="connsiteX6993" fmla="*/ 4818828 w 12188965"/>
              <a:gd name="connsiteY6993" fmla="*/ 1557414 h 2053176"/>
              <a:gd name="connsiteX6994" fmla="*/ 4844487 w 12188965"/>
              <a:gd name="connsiteY6994" fmla="*/ 1531755 h 2053176"/>
              <a:gd name="connsiteX6995" fmla="*/ 4780282 w 12188965"/>
              <a:gd name="connsiteY6995" fmla="*/ 1531755 h 2053176"/>
              <a:gd name="connsiteX6996" fmla="*/ 4805941 w 12188965"/>
              <a:gd name="connsiteY6996" fmla="*/ 1557414 h 2053176"/>
              <a:gd name="connsiteX6997" fmla="*/ 4780282 w 12188965"/>
              <a:gd name="connsiteY6997" fmla="*/ 1583073 h 2053176"/>
              <a:gd name="connsiteX6998" fmla="*/ 4754622 w 12188965"/>
              <a:gd name="connsiteY6998" fmla="*/ 1557414 h 2053176"/>
              <a:gd name="connsiteX6999" fmla="*/ 4780282 w 12188965"/>
              <a:gd name="connsiteY6999" fmla="*/ 1531755 h 2053176"/>
              <a:gd name="connsiteX7000" fmla="*/ 4651872 w 12188965"/>
              <a:gd name="connsiteY7000" fmla="*/ 1531755 h 2053176"/>
              <a:gd name="connsiteX7001" fmla="*/ 4677531 w 12188965"/>
              <a:gd name="connsiteY7001" fmla="*/ 1557413 h 2053176"/>
              <a:gd name="connsiteX7002" fmla="*/ 4651872 w 12188965"/>
              <a:gd name="connsiteY7002" fmla="*/ 1583073 h 2053176"/>
              <a:gd name="connsiteX7003" fmla="*/ 4626213 w 12188965"/>
              <a:gd name="connsiteY7003" fmla="*/ 1557413 h 2053176"/>
              <a:gd name="connsiteX7004" fmla="*/ 4651872 w 12188965"/>
              <a:gd name="connsiteY7004" fmla="*/ 1531755 h 2053176"/>
              <a:gd name="connsiteX7005" fmla="*/ 4587666 w 12188965"/>
              <a:gd name="connsiteY7005" fmla="*/ 1531755 h 2053176"/>
              <a:gd name="connsiteX7006" fmla="*/ 4613324 w 12188965"/>
              <a:gd name="connsiteY7006" fmla="*/ 1557414 h 2053176"/>
              <a:gd name="connsiteX7007" fmla="*/ 4587666 w 12188965"/>
              <a:gd name="connsiteY7007" fmla="*/ 1583073 h 2053176"/>
              <a:gd name="connsiteX7008" fmla="*/ 4562007 w 12188965"/>
              <a:gd name="connsiteY7008" fmla="*/ 1557414 h 2053176"/>
              <a:gd name="connsiteX7009" fmla="*/ 4587666 w 12188965"/>
              <a:gd name="connsiteY7009" fmla="*/ 1531755 h 2053176"/>
              <a:gd name="connsiteX7010" fmla="*/ 4523461 w 12188965"/>
              <a:gd name="connsiteY7010" fmla="*/ 1531755 h 2053176"/>
              <a:gd name="connsiteX7011" fmla="*/ 4549121 w 12188965"/>
              <a:gd name="connsiteY7011" fmla="*/ 1557414 h 2053176"/>
              <a:gd name="connsiteX7012" fmla="*/ 4523461 w 12188965"/>
              <a:gd name="connsiteY7012" fmla="*/ 1583073 h 2053176"/>
              <a:gd name="connsiteX7013" fmla="*/ 4497802 w 12188965"/>
              <a:gd name="connsiteY7013" fmla="*/ 1557414 h 2053176"/>
              <a:gd name="connsiteX7014" fmla="*/ 4523461 w 12188965"/>
              <a:gd name="connsiteY7014" fmla="*/ 1531755 h 2053176"/>
              <a:gd name="connsiteX7015" fmla="*/ 4395050 w 12188965"/>
              <a:gd name="connsiteY7015" fmla="*/ 1531755 h 2053176"/>
              <a:gd name="connsiteX7016" fmla="*/ 4420710 w 12188965"/>
              <a:gd name="connsiteY7016" fmla="*/ 1557414 h 2053176"/>
              <a:gd name="connsiteX7017" fmla="*/ 4395050 w 12188965"/>
              <a:gd name="connsiteY7017" fmla="*/ 1583073 h 2053176"/>
              <a:gd name="connsiteX7018" fmla="*/ 4369391 w 12188965"/>
              <a:gd name="connsiteY7018" fmla="*/ 1557414 h 2053176"/>
              <a:gd name="connsiteX7019" fmla="*/ 4395050 w 12188965"/>
              <a:gd name="connsiteY7019" fmla="*/ 1531755 h 2053176"/>
              <a:gd name="connsiteX7020" fmla="*/ 4266640 w 12188965"/>
              <a:gd name="connsiteY7020" fmla="*/ 1531755 h 2053176"/>
              <a:gd name="connsiteX7021" fmla="*/ 4292298 w 12188965"/>
              <a:gd name="connsiteY7021" fmla="*/ 1557413 h 2053176"/>
              <a:gd name="connsiteX7022" fmla="*/ 4266640 w 12188965"/>
              <a:gd name="connsiteY7022" fmla="*/ 1583073 h 2053176"/>
              <a:gd name="connsiteX7023" fmla="*/ 4240981 w 12188965"/>
              <a:gd name="connsiteY7023" fmla="*/ 1557413 h 2053176"/>
              <a:gd name="connsiteX7024" fmla="*/ 4266640 w 12188965"/>
              <a:gd name="connsiteY7024" fmla="*/ 1531755 h 2053176"/>
              <a:gd name="connsiteX7025" fmla="*/ 4202435 w 12188965"/>
              <a:gd name="connsiteY7025" fmla="*/ 1531755 h 2053176"/>
              <a:gd name="connsiteX7026" fmla="*/ 4228093 w 12188965"/>
              <a:gd name="connsiteY7026" fmla="*/ 1557414 h 2053176"/>
              <a:gd name="connsiteX7027" fmla="*/ 4202435 w 12188965"/>
              <a:gd name="connsiteY7027" fmla="*/ 1583073 h 2053176"/>
              <a:gd name="connsiteX7028" fmla="*/ 4176776 w 12188965"/>
              <a:gd name="connsiteY7028" fmla="*/ 1557414 h 2053176"/>
              <a:gd name="connsiteX7029" fmla="*/ 4202435 w 12188965"/>
              <a:gd name="connsiteY7029" fmla="*/ 1531755 h 2053176"/>
              <a:gd name="connsiteX7030" fmla="*/ 4073908 w 12188965"/>
              <a:gd name="connsiteY7030" fmla="*/ 1531755 h 2053176"/>
              <a:gd name="connsiteX7031" fmla="*/ 4099565 w 12188965"/>
              <a:gd name="connsiteY7031" fmla="*/ 1557414 h 2053176"/>
              <a:gd name="connsiteX7032" fmla="*/ 4073908 w 12188965"/>
              <a:gd name="connsiteY7032" fmla="*/ 1583073 h 2053176"/>
              <a:gd name="connsiteX7033" fmla="*/ 4048248 w 12188965"/>
              <a:gd name="connsiteY7033" fmla="*/ 1557414 h 2053176"/>
              <a:gd name="connsiteX7034" fmla="*/ 4073908 w 12188965"/>
              <a:gd name="connsiteY7034" fmla="*/ 1531755 h 2053176"/>
              <a:gd name="connsiteX7035" fmla="*/ 4009702 w 12188965"/>
              <a:gd name="connsiteY7035" fmla="*/ 1531755 h 2053176"/>
              <a:gd name="connsiteX7036" fmla="*/ 4035362 w 12188965"/>
              <a:gd name="connsiteY7036" fmla="*/ 1557414 h 2053176"/>
              <a:gd name="connsiteX7037" fmla="*/ 4009702 w 12188965"/>
              <a:gd name="connsiteY7037" fmla="*/ 1583073 h 2053176"/>
              <a:gd name="connsiteX7038" fmla="*/ 3984043 w 12188965"/>
              <a:gd name="connsiteY7038" fmla="*/ 1557414 h 2053176"/>
              <a:gd name="connsiteX7039" fmla="*/ 4009702 w 12188965"/>
              <a:gd name="connsiteY7039" fmla="*/ 1531755 h 2053176"/>
              <a:gd name="connsiteX7040" fmla="*/ 3881291 w 12188965"/>
              <a:gd name="connsiteY7040" fmla="*/ 1531755 h 2053176"/>
              <a:gd name="connsiteX7041" fmla="*/ 3906950 w 12188965"/>
              <a:gd name="connsiteY7041" fmla="*/ 1557414 h 2053176"/>
              <a:gd name="connsiteX7042" fmla="*/ 3881291 w 12188965"/>
              <a:gd name="connsiteY7042" fmla="*/ 1583073 h 2053176"/>
              <a:gd name="connsiteX7043" fmla="*/ 3855633 w 12188965"/>
              <a:gd name="connsiteY7043" fmla="*/ 1557414 h 2053176"/>
              <a:gd name="connsiteX7044" fmla="*/ 3881291 w 12188965"/>
              <a:gd name="connsiteY7044" fmla="*/ 1531755 h 2053176"/>
              <a:gd name="connsiteX7045" fmla="*/ 3817085 w 12188965"/>
              <a:gd name="connsiteY7045" fmla="*/ 1531755 h 2053176"/>
              <a:gd name="connsiteX7046" fmla="*/ 3842745 w 12188965"/>
              <a:gd name="connsiteY7046" fmla="*/ 1557414 h 2053176"/>
              <a:gd name="connsiteX7047" fmla="*/ 3817085 w 12188965"/>
              <a:gd name="connsiteY7047" fmla="*/ 1583073 h 2053176"/>
              <a:gd name="connsiteX7048" fmla="*/ 3791427 w 12188965"/>
              <a:gd name="connsiteY7048" fmla="*/ 1557414 h 2053176"/>
              <a:gd name="connsiteX7049" fmla="*/ 3817085 w 12188965"/>
              <a:gd name="connsiteY7049" fmla="*/ 1531755 h 2053176"/>
              <a:gd name="connsiteX7050" fmla="*/ 3752882 w 12188965"/>
              <a:gd name="connsiteY7050" fmla="*/ 1531755 h 2053176"/>
              <a:gd name="connsiteX7051" fmla="*/ 3778539 w 12188965"/>
              <a:gd name="connsiteY7051" fmla="*/ 1557414 h 2053176"/>
              <a:gd name="connsiteX7052" fmla="*/ 3752882 w 12188965"/>
              <a:gd name="connsiteY7052" fmla="*/ 1583073 h 2053176"/>
              <a:gd name="connsiteX7053" fmla="*/ 3727221 w 12188965"/>
              <a:gd name="connsiteY7053" fmla="*/ 1557414 h 2053176"/>
              <a:gd name="connsiteX7054" fmla="*/ 3752882 w 12188965"/>
              <a:gd name="connsiteY7054" fmla="*/ 1531755 h 2053176"/>
              <a:gd name="connsiteX7055" fmla="*/ 3688674 w 12188965"/>
              <a:gd name="connsiteY7055" fmla="*/ 1531755 h 2053176"/>
              <a:gd name="connsiteX7056" fmla="*/ 3714335 w 12188965"/>
              <a:gd name="connsiteY7056" fmla="*/ 1557414 h 2053176"/>
              <a:gd name="connsiteX7057" fmla="*/ 3688674 w 12188965"/>
              <a:gd name="connsiteY7057" fmla="*/ 1583073 h 2053176"/>
              <a:gd name="connsiteX7058" fmla="*/ 3663017 w 12188965"/>
              <a:gd name="connsiteY7058" fmla="*/ 1557414 h 2053176"/>
              <a:gd name="connsiteX7059" fmla="*/ 3688674 w 12188965"/>
              <a:gd name="connsiteY7059" fmla="*/ 1531755 h 2053176"/>
              <a:gd name="connsiteX7060" fmla="*/ 3624472 w 12188965"/>
              <a:gd name="connsiteY7060" fmla="*/ 1531755 h 2053176"/>
              <a:gd name="connsiteX7061" fmla="*/ 3650129 w 12188965"/>
              <a:gd name="connsiteY7061" fmla="*/ 1557413 h 2053176"/>
              <a:gd name="connsiteX7062" fmla="*/ 3624472 w 12188965"/>
              <a:gd name="connsiteY7062" fmla="*/ 1583073 h 2053176"/>
              <a:gd name="connsiteX7063" fmla="*/ 3598810 w 12188965"/>
              <a:gd name="connsiteY7063" fmla="*/ 1557413 h 2053176"/>
              <a:gd name="connsiteX7064" fmla="*/ 3624472 w 12188965"/>
              <a:gd name="connsiteY7064" fmla="*/ 1531755 h 2053176"/>
              <a:gd name="connsiteX7065" fmla="*/ 3431855 w 12188965"/>
              <a:gd name="connsiteY7065" fmla="*/ 1531755 h 2053176"/>
              <a:gd name="connsiteX7066" fmla="*/ 3457512 w 12188965"/>
              <a:gd name="connsiteY7066" fmla="*/ 1557414 h 2053176"/>
              <a:gd name="connsiteX7067" fmla="*/ 3431855 w 12188965"/>
              <a:gd name="connsiteY7067" fmla="*/ 1583073 h 2053176"/>
              <a:gd name="connsiteX7068" fmla="*/ 3406196 w 12188965"/>
              <a:gd name="connsiteY7068" fmla="*/ 1557414 h 2053176"/>
              <a:gd name="connsiteX7069" fmla="*/ 3431855 w 12188965"/>
              <a:gd name="connsiteY7069" fmla="*/ 1531755 h 2053176"/>
              <a:gd name="connsiteX7070" fmla="*/ 3367649 w 12188965"/>
              <a:gd name="connsiteY7070" fmla="*/ 1531755 h 2053176"/>
              <a:gd name="connsiteX7071" fmla="*/ 3393308 w 12188965"/>
              <a:gd name="connsiteY7071" fmla="*/ 1557414 h 2053176"/>
              <a:gd name="connsiteX7072" fmla="*/ 3367649 w 12188965"/>
              <a:gd name="connsiteY7072" fmla="*/ 1583073 h 2053176"/>
              <a:gd name="connsiteX7073" fmla="*/ 3341990 w 12188965"/>
              <a:gd name="connsiteY7073" fmla="*/ 1557414 h 2053176"/>
              <a:gd name="connsiteX7074" fmla="*/ 3367649 w 12188965"/>
              <a:gd name="connsiteY7074" fmla="*/ 1531755 h 2053176"/>
              <a:gd name="connsiteX7075" fmla="*/ 3303444 w 12188965"/>
              <a:gd name="connsiteY7075" fmla="*/ 1531755 h 2053176"/>
              <a:gd name="connsiteX7076" fmla="*/ 3329102 w 12188965"/>
              <a:gd name="connsiteY7076" fmla="*/ 1557414 h 2053176"/>
              <a:gd name="connsiteX7077" fmla="*/ 3303444 w 12188965"/>
              <a:gd name="connsiteY7077" fmla="*/ 1583073 h 2053176"/>
              <a:gd name="connsiteX7078" fmla="*/ 3277785 w 12188965"/>
              <a:gd name="connsiteY7078" fmla="*/ 1557414 h 2053176"/>
              <a:gd name="connsiteX7079" fmla="*/ 3303444 w 12188965"/>
              <a:gd name="connsiteY7079" fmla="*/ 1531755 h 2053176"/>
              <a:gd name="connsiteX7080" fmla="*/ 3239238 w 12188965"/>
              <a:gd name="connsiteY7080" fmla="*/ 1531755 h 2053176"/>
              <a:gd name="connsiteX7081" fmla="*/ 3264898 w 12188965"/>
              <a:gd name="connsiteY7081" fmla="*/ 1557413 h 2053176"/>
              <a:gd name="connsiteX7082" fmla="*/ 3239238 w 12188965"/>
              <a:gd name="connsiteY7082" fmla="*/ 1583073 h 2053176"/>
              <a:gd name="connsiteX7083" fmla="*/ 3213580 w 12188965"/>
              <a:gd name="connsiteY7083" fmla="*/ 1557413 h 2053176"/>
              <a:gd name="connsiteX7084" fmla="*/ 3239238 w 12188965"/>
              <a:gd name="connsiteY7084" fmla="*/ 1531755 h 2053176"/>
              <a:gd name="connsiteX7085" fmla="*/ 3110828 w 12188965"/>
              <a:gd name="connsiteY7085" fmla="*/ 1531755 h 2053176"/>
              <a:gd name="connsiteX7086" fmla="*/ 3136487 w 12188965"/>
              <a:gd name="connsiteY7086" fmla="*/ 1557414 h 2053176"/>
              <a:gd name="connsiteX7087" fmla="*/ 3110828 w 12188965"/>
              <a:gd name="connsiteY7087" fmla="*/ 1583073 h 2053176"/>
              <a:gd name="connsiteX7088" fmla="*/ 3085170 w 12188965"/>
              <a:gd name="connsiteY7088" fmla="*/ 1557414 h 2053176"/>
              <a:gd name="connsiteX7089" fmla="*/ 3110828 w 12188965"/>
              <a:gd name="connsiteY7089" fmla="*/ 1531755 h 2053176"/>
              <a:gd name="connsiteX7090" fmla="*/ 3046623 w 12188965"/>
              <a:gd name="connsiteY7090" fmla="*/ 1531755 h 2053176"/>
              <a:gd name="connsiteX7091" fmla="*/ 3072282 w 12188965"/>
              <a:gd name="connsiteY7091" fmla="*/ 1557414 h 2053176"/>
              <a:gd name="connsiteX7092" fmla="*/ 3046623 w 12188965"/>
              <a:gd name="connsiteY7092" fmla="*/ 1583073 h 2053176"/>
              <a:gd name="connsiteX7093" fmla="*/ 3020964 w 12188965"/>
              <a:gd name="connsiteY7093" fmla="*/ 1557414 h 2053176"/>
              <a:gd name="connsiteX7094" fmla="*/ 3046623 w 12188965"/>
              <a:gd name="connsiteY7094" fmla="*/ 1531755 h 2053176"/>
              <a:gd name="connsiteX7095" fmla="*/ 2982301 w 12188965"/>
              <a:gd name="connsiteY7095" fmla="*/ 1531755 h 2053176"/>
              <a:gd name="connsiteX7096" fmla="*/ 3007960 w 12188965"/>
              <a:gd name="connsiteY7096" fmla="*/ 1557414 h 2053176"/>
              <a:gd name="connsiteX7097" fmla="*/ 2982301 w 12188965"/>
              <a:gd name="connsiteY7097" fmla="*/ 1583073 h 2053176"/>
              <a:gd name="connsiteX7098" fmla="*/ 2956642 w 12188965"/>
              <a:gd name="connsiteY7098" fmla="*/ 1557414 h 2053176"/>
              <a:gd name="connsiteX7099" fmla="*/ 2982301 w 12188965"/>
              <a:gd name="connsiteY7099" fmla="*/ 1531755 h 2053176"/>
              <a:gd name="connsiteX7100" fmla="*/ 2853890 w 12188965"/>
              <a:gd name="connsiteY7100" fmla="*/ 1531755 h 2053176"/>
              <a:gd name="connsiteX7101" fmla="*/ 2879550 w 12188965"/>
              <a:gd name="connsiteY7101" fmla="*/ 1557413 h 2053176"/>
              <a:gd name="connsiteX7102" fmla="*/ 2853890 w 12188965"/>
              <a:gd name="connsiteY7102" fmla="*/ 1583073 h 2053176"/>
              <a:gd name="connsiteX7103" fmla="*/ 2828231 w 12188965"/>
              <a:gd name="connsiteY7103" fmla="*/ 1557413 h 2053176"/>
              <a:gd name="connsiteX7104" fmla="*/ 2853890 w 12188965"/>
              <a:gd name="connsiteY7104" fmla="*/ 1531755 h 2053176"/>
              <a:gd name="connsiteX7105" fmla="*/ 2789686 w 12188965"/>
              <a:gd name="connsiteY7105" fmla="*/ 1531755 h 2053176"/>
              <a:gd name="connsiteX7106" fmla="*/ 2815344 w 12188965"/>
              <a:gd name="connsiteY7106" fmla="*/ 1557414 h 2053176"/>
              <a:gd name="connsiteX7107" fmla="*/ 2789686 w 12188965"/>
              <a:gd name="connsiteY7107" fmla="*/ 1583073 h 2053176"/>
              <a:gd name="connsiteX7108" fmla="*/ 2764027 w 12188965"/>
              <a:gd name="connsiteY7108" fmla="*/ 1557414 h 2053176"/>
              <a:gd name="connsiteX7109" fmla="*/ 2789686 w 12188965"/>
              <a:gd name="connsiteY7109" fmla="*/ 1531755 h 2053176"/>
              <a:gd name="connsiteX7110" fmla="*/ 2725480 w 12188965"/>
              <a:gd name="connsiteY7110" fmla="*/ 1531755 h 2053176"/>
              <a:gd name="connsiteX7111" fmla="*/ 2751140 w 12188965"/>
              <a:gd name="connsiteY7111" fmla="*/ 1557414 h 2053176"/>
              <a:gd name="connsiteX7112" fmla="*/ 2725480 w 12188965"/>
              <a:gd name="connsiteY7112" fmla="*/ 1583073 h 2053176"/>
              <a:gd name="connsiteX7113" fmla="*/ 2699821 w 12188965"/>
              <a:gd name="connsiteY7113" fmla="*/ 1557414 h 2053176"/>
              <a:gd name="connsiteX7114" fmla="*/ 2725480 w 12188965"/>
              <a:gd name="connsiteY7114" fmla="*/ 1531755 h 2053176"/>
              <a:gd name="connsiteX7115" fmla="*/ 2597069 w 12188965"/>
              <a:gd name="connsiteY7115" fmla="*/ 1531755 h 2053176"/>
              <a:gd name="connsiteX7116" fmla="*/ 2622729 w 12188965"/>
              <a:gd name="connsiteY7116" fmla="*/ 1557414 h 2053176"/>
              <a:gd name="connsiteX7117" fmla="*/ 2597069 w 12188965"/>
              <a:gd name="connsiteY7117" fmla="*/ 1583073 h 2053176"/>
              <a:gd name="connsiteX7118" fmla="*/ 2571410 w 12188965"/>
              <a:gd name="connsiteY7118" fmla="*/ 1557414 h 2053176"/>
              <a:gd name="connsiteX7119" fmla="*/ 2597069 w 12188965"/>
              <a:gd name="connsiteY7119" fmla="*/ 1531755 h 2053176"/>
              <a:gd name="connsiteX7120" fmla="*/ 2532865 w 12188965"/>
              <a:gd name="connsiteY7120" fmla="*/ 1531755 h 2053176"/>
              <a:gd name="connsiteX7121" fmla="*/ 2558523 w 12188965"/>
              <a:gd name="connsiteY7121" fmla="*/ 1557413 h 2053176"/>
              <a:gd name="connsiteX7122" fmla="*/ 2532865 w 12188965"/>
              <a:gd name="connsiteY7122" fmla="*/ 1583073 h 2053176"/>
              <a:gd name="connsiteX7123" fmla="*/ 2507205 w 12188965"/>
              <a:gd name="connsiteY7123" fmla="*/ 1557413 h 2053176"/>
              <a:gd name="connsiteX7124" fmla="*/ 2532865 w 12188965"/>
              <a:gd name="connsiteY7124" fmla="*/ 1531755 h 2053176"/>
              <a:gd name="connsiteX7125" fmla="*/ 2404454 w 12188965"/>
              <a:gd name="connsiteY7125" fmla="*/ 1531755 h 2053176"/>
              <a:gd name="connsiteX7126" fmla="*/ 2430112 w 12188965"/>
              <a:gd name="connsiteY7126" fmla="*/ 1557414 h 2053176"/>
              <a:gd name="connsiteX7127" fmla="*/ 2404454 w 12188965"/>
              <a:gd name="connsiteY7127" fmla="*/ 1583073 h 2053176"/>
              <a:gd name="connsiteX7128" fmla="*/ 2378795 w 12188965"/>
              <a:gd name="connsiteY7128" fmla="*/ 1557414 h 2053176"/>
              <a:gd name="connsiteX7129" fmla="*/ 2404454 w 12188965"/>
              <a:gd name="connsiteY7129" fmla="*/ 1531755 h 2053176"/>
              <a:gd name="connsiteX7130" fmla="*/ 2340249 w 12188965"/>
              <a:gd name="connsiteY7130" fmla="*/ 1531755 h 2053176"/>
              <a:gd name="connsiteX7131" fmla="*/ 2365908 w 12188965"/>
              <a:gd name="connsiteY7131" fmla="*/ 1557414 h 2053176"/>
              <a:gd name="connsiteX7132" fmla="*/ 2340249 w 12188965"/>
              <a:gd name="connsiteY7132" fmla="*/ 1583073 h 2053176"/>
              <a:gd name="connsiteX7133" fmla="*/ 2314590 w 12188965"/>
              <a:gd name="connsiteY7133" fmla="*/ 1557414 h 2053176"/>
              <a:gd name="connsiteX7134" fmla="*/ 2340249 w 12188965"/>
              <a:gd name="connsiteY7134" fmla="*/ 1531755 h 2053176"/>
              <a:gd name="connsiteX7135" fmla="*/ 2276044 w 12188965"/>
              <a:gd name="connsiteY7135" fmla="*/ 1531755 h 2053176"/>
              <a:gd name="connsiteX7136" fmla="*/ 2301702 w 12188965"/>
              <a:gd name="connsiteY7136" fmla="*/ 1557414 h 2053176"/>
              <a:gd name="connsiteX7137" fmla="*/ 2276044 w 12188965"/>
              <a:gd name="connsiteY7137" fmla="*/ 1583073 h 2053176"/>
              <a:gd name="connsiteX7138" fmla="*/ 2250385 w 12188965"/>
              <a:gd name="connsiteY7138" fmla="*/ 1557414 h 2053176"/>
              <a:gd name="connsiteX7139" fmla="*/ 2276044 w 12188965"/>
              <a:gd name="connsiteY7139" fmla="*/ 1531755 h 2053176"/>
              <a:gd name="connsiteX7140" fmla="*/ 2211838 w 12188965"/>
              <a:gd name="connsiteY7140" fmla="*/ 1531755 h 2053176"/>
              <a:gd name="connsiteX7141" fmla="*/ 2237497 w 12188965"/>
              <a:gd name="connsiteY7141" fmla="*/ 1557414 h 2053176"/>
              <a:gd name="connsiteX7142" fmla="*/ 2211838 w 12188965"/>
              <a:gd name="connsiteY7142" fmla="*/ 1583073 h 2053176"/>
              <a:gd name="connsiteX7143" fmla="*/ 2186178 w 12188965"/>
              <a:gd name="connsiteY7143" fmla="*/ 1557414 h 2053176"/>
              <a:gd name="connsiteX7144" fmla="*/ 2211838 w 12188965"/>
              <a:gd name="connsiteY7144" fmla="*/ 1531755 h 2053176"/>
              <a:gd name="connsiteX7145" fmla="*/ 2147633 w 12188965"/>
              <a:gd name="connsiteY7145" fmla="*/ 1531755 h 2053176"/>
              <a:gd name="connsiteX7146" fmla="*/ 2173293 w 12188965"/>
              <a:gd name="connsiteY7146" fmla="*/ 1557413 h 2053176"/>
              <a:gd name="connsiteX7147" fmla="*/ 2147633 w 12188965"/>
              <a:gd name="connsiteY7147" fmla="*/ 1583073 h 2053176"/>
              <a:gd name="connsiteX7148" fmla="*/ 2121975 w 12188965"/>
              <a:gd name="connsiteY7148" fmla="*/ 1557413 h 2053176"/>
              <a:gd name="connsiteX7149" fmla="*/ 2147633 w 12188965"/>
              <a:gd name="connsiteY7149" fmla="*/ 1531755 h 2053176"/>
              <a:gd name="connsiteX7150" fmla="*/ 2083427 w 12188965"/>
              <a:gd name="connsiteY7150" fmla="*/ 1531755 h 2053176"/>
              <a:gd name="connsiteX7151" fmla="*/ 2109087 w 12188965"/>
              <a:gd name="connsiteY7151" fmla="*/ 1557413 h 2053176"/>
              <a:gd name="connsiteX7152" fmla="*/ 2083427 w 12188965"/>
              <a:gd name="connsiteY7152" fmla="*/ 1583073 h 2053176"/>
              <a:gd name="connsiteX7153" fmla="*/ 2057768 w 12188965"/>
              <a:gd name="connsiteY7153" fmla="*/ 1557413 h 2053176"/>
              <a:gd name="connsiteX7154" fmla="*/ 2083427 w 12188965"/>
              <a:gd name="connsiteY7154" fmla="*/ 1531755 h 2053176"/>
              <a:gd name="connsiteX7155" fmla="*/ 2019222 w 12188965"/>
              <a:gd name="connsiteY7155" fmla="*/ 1531755 h 2053176"/>
              <a:gd name="connsiteX7156" fmla="*/ 2044880 w 12188965"/>
              <a:gd name="connsiteY7156" fmla="*/ 1557414 h 2053176"/>
              <a:gd name="connsiteX7157" fmla="*/ 2019222 w 12188965"/>
              <a:gd name="connsiteY7157" fmla="*/ 1583073 h 2053176"/>
              <a:gd name="connsiteX7158" fmla="*/ 1993563 w 12188965"/>
              <a:gd name="connsiteY7158" fmla="*/ 1557414 h 2053176"/>
              <a:gd name="connsiteX7159" fmla="*/ 2019222 w 12188965"/>
              <a:gd name="connsiteY7159" fmla="*/ 1531755 h 2053176"/>
              <a:gd name="connsiteX7160" fmla="*/ 1955016 w 12188965"/>
              <a:gd name="connsiteY7160" fmla="*/ 1531755 h 2053176"/>
              <a:gd name="connsiteX7161" fmla="*/ 1980676 w 12188965"/>
              <a:gd name="connsiteY7161" fmla="*/ 1557414 h 2053176"/>
              <a:gd name="connsiteX7162" fmla="*/ 1955016 w 12188965"/>
              <a:gd name="connsiteY7162" fmla="*/ 1583073 h 2053176"/>
              <a:gd name="connsiteX7163" fmla="*/ 1929358 w 12188965"/>
              <a:gd name="connsiteY7163" fmla="*/ 1557414 h 2053176"/>
              <a:gd name="connsiteX7164" fmla="*/ 1955016 w 12188965"/>
              <a:gd name="connsiteY7164" fmla="*/ 1531755 h 2053176"/>
              <a:gd name="connsiteX7165" fmla="*/ 1890696 w 12188965"/>
              <a:gd name="connsiteY7165" fmla="*/ 1531755 h 2053176"/>
              <a:gd name="connsiteX7166" fmla="*/ 1916355 w 12188965"/>
              <a:gd name="connsiteY7166" fmla="*/ 1557414 h 2053176"/>
              <a:gd name="connsiteX7167" fmla="*/ 1890696 w 12188965"/>
              <a:gd name="connsiteY7167" fmla="*/ 1583073 h 2053176"/>
              <a:gd name="connsiteX7168" fmla="*/ 1865037 w 12188965"/>
              <a:gd name="connsiteY7168" fmla="*/ 1557414 h 2053176"/>
              <a:gd name="connsiteX7169" fmla="*/ 1890696 w 12188965"/>
              <a:gd name="connsiteY7169" fmla="*/ 1531755 h 2053176"/>
              <a:gd name="connsiteX7170" fmla="*/ 1826490 w 12188965"/>
              <a:gd name="connsiteY7170" fmla="*/ 1531755 h 2053176"/>
              <a:gd name="connsiteX7171" fmla="*/ 1852149 w 12188965"/>
              <a:gd name="connsiteY7171" fmla="*/ 1557414 h 2053176"/>
              <a:gd name="connsiteX7172" fmla="*/ 1826490 w 12188965"/>
              <a:gd name="connsiteY7172" fmla="*/ 1583073 h 2053176"/>
              <a:gd name="connsiteX7173" fmla="*/ 1800830 w 12188965"/>
              <a:gd name="connsiteY7173" fmla="*/ 1557414 h 2053176"/>
              <a:gd name="connsiteX7174" fmla="*/ 1826490 w 12188965"/>
              <a:gd name="connsiteY7174" fmla="*/ 1531755 h 2053176"/>
              <a:gd name="connsiteX7175" fmla="*/ 1762285 w 12188965"/>
              <a:gd name="connsiteY7175" fmla="*/ 1531755 h 2053176"/>
              <a:gd name="connsiteX7176" fmla="*/ 1787944 w 12188965"/>
              <a:gd name="connsiteY7176" fmla="*/ 1557413 h 2053176"/>
              <a:gd name="connsiteX7177" fmla="*/ 1762285 w 12188965"/>
              <a:gd name="connsiteY7177" fmla="*/ 1583073 h 2053176"/>
              <a:gd name="connsiteX7178" fmla="*/ 1736626 w 12188965"/>
              <a:gd name="connsiteY7178" fmla="*/ 1557413 h 2053176"/>
              <a:gd name="connsiteX7179" fmla="*/ 1762285 w 12188965"/>
              <a:gd name="connsiteY7179" fmla="*/ 1531755 h 2053176"/>
              <a:gd name="connsiteX7180" fmla="*/ 1698080 w 12188965"/>
              <a:gd name="connsiteY7180" fmla="*/ 1531755 h 2053176"/>
              <a:gd name="connsiteX7181" fmla="*/ 1723738 w 12188965"/>
              <a:gd name="connsiteY7181" fmla="*/ 1557414 h 2053176"/>
              <a:gd name="connsiteX7182" fmla="*/ 1698080 w 12188965"/>
              <a:gd name="connsiteY7182" fmla="*/ 1583073 h 2053176"/>
              <a:gd name="connsiteX7183" fmla="*/ 1672420 w 12188965"/>
              <a:gd name="connsiteY7183" fmla="*/ 1557414 h 2053176"/>
              <a:gd name="connsiteX7184" fmla="*/ 1698080 w 12188965"/>
              <a:gd name="connsiteY7184" fmla="*/ 1531755 h 2053176"/>
              <a:gd name="connsiteX7185" fmla="*/ 1633874 w 12188965"/>
              <a:gd name="connsiteY7185" fmla="*/ 1531755 h 2053176"/>
              <a:gd name="connsiteX7186" fmla="*/ 1659533 w 12188965"/>
              <a:gd name="connsiteY7186" fmla="*/ 1557414 h 2053176"/>
              <a:gd name="connsiteX7187" fmla="*/ 1633874 w 12188965"/>
              <a:gd name="connsiteY7187" fmla="*/ 1583073 h 2053176"/>
              <a:gd name="connsiteX7188" fmla="*/ 1608216 w 12188965"/>
              <a:gd name="connsiteY7188" fmla="*/ 1557414 h 2053176"/>
              <a:gd name="connsiteX7189" fmla="*/ 1633874 w 12188965"/>
              <a:gd name="connsiteY7189" fmla="*/ 1531755 h 2053176"/>
              <a:gd name="connsiteX7190" fmla="*/ 1569669 w 12188965"/>
              <a:gd name="connsiteY7190" fmla="*/ 1531755 h 2053176"/>
              <a:gd name="connsiteX7191" fmla="*/ 1595328 w 12188965"/>
              <a:gd name="connsiteY7191" fmla="*/ 1557414 h 2053176"/>
              <a:gd name="connsiteX7192" fmla="*/ 1569669 w 12188965"/>
              <a:gd name="connsiteY7192" fmla="*/ 1583073 h 2053176"/>
              <a:gd name="connsiteX7193" fmla="*/ 1544010 w 12188965"/>
              <a:gd name="connsiteY7193" fmla="*/ 1557414 h 2053176"/>
              <a:gd name="connsiteX7194" fmla="*/ 1569669 w 12188965"/>
              <a:gd name="connsiteY7194" fmla="*/ 1531755 h 2053176"/>
              <a:gd name="connsiteX7195" fmla="*/ 1505464 w 12188965"/>
              <a:gd name="connsiteY7195" fmla="*/ 1531755 h 2053176"/>
              <a:gd name="connsiteX7196" fmla="*/ 1531123 w 12188965"/>
              <a:gd name="connsiteY7196" fmla="*/ 1557414 h 2053176"/>
              <a:gd name="connsiteX7197" fmla="*/ 1505464 w 12188965"/>
              <a:gd name="connsiteY7197" fmla="*/ 1583073 h 2053176"/>
              <a:gd name="connsiteX7198" fmla="*/ 1479806 w 12188965"/>
              <a:gd name="connsiteY7198" fmla="*/ 1557414 h 2053176"/>
              <a:gd name="connsiteX7199" fmla="*/ 1505464 w 12188965"/>
              <a:gd name="connsiteY7199" fmla="*/ 1531755 h 2053176"/>
              <a:gd name="connsiteX7200" fmla="*/ 1441258 w 12188965"/>
              <a:gd name="connsiteY7200" fmla="*/ 1531755 h 2053176"/>
              <a:gd name="connsiteX7201" fmla="*/ 1466917 w 12188965"/>
              <a:gd name="connsiteY7201" fmla="*/ 1557413 h 2053176"/>
              <a:gd name="connsiteX7202" fmla="*/ 1441258 w 12188965"/>
              <a:gd name="connsiteY7202" fmla="*/ 1583073 h 2053176"/>
              <a:gd name="connsiteX7203" fmla="*/ 1415599 w 12188965"/>
              <a:gd name="connsiteY7203" fmla="*/ 1557413 h 2053176"/>
              <a:gd name="connsiteX7204" fmla="*/ 1441258 w 12188965"/>
              <a:gd name="connsiteY7204" fmla="*/ 1531755 h 2053176"/>
              <a:gd name="connsiteX7205" fmla="*/ 1377053 w 12188965"/>
              <a:gd name="connsiteY7205" fmla="*/ 1531755 h 2053176"/>
              <a:gd name="connsiteX7206" fmla="*/ 1402712 w 12188965"/>
              <a:gd name="connsiteY7206" fmla="*/ 1557413 h 2053176"/>
              <a:gd name="connsiteX7207" fmla="*/ 1377053 w 12188965"/>
              <a:gd name="connsiteY7207" fmla="*/ 1583073 h 2053176"/>
              <a:gd name="connsiteX7208" fmla="*/ 1351395 w 12188965"/>
              <a:gd name="connsiteY7208" fmla="*/ 1557413 h 2053176"/>
              <a:gd name="connsiteX7209" fmla="*/ 1377053 w 12188965"/>
              <a:gd name="connsiteY7209" fmla="*/ 1531755 h 2053176"/>
              <a:gd name="connsiteX7210" fmla="*/ 1184437 w 12188965"/>
              <a:gd name="connsiteY7210" fmla="*/ 1531755 h 2053176"/>
              <a:gd name="connsiteX7211" fmla="*/ 1210096 w 12188965"/>
              <a:gd name="connsiteY7211" fmla="*/ 1557414 h 2053176"/>
              <a:gd name="connsiteX7212" fmla="*/ 1184437 w 12188965"/>
              <a:gd name="connsiteY7212" fmla="*/ 1583073 h 2053176"/>
              <a:gd name="connsiteX7213" fmla="*/ 1158780 w 12188965"/>
              <a:gd name="connsiteY7213" fmla="*/ 1557414 h 2053176"/>
              <a:gd name="connsiteX7214" fmla="*/ 1184437 w 12188965"/>
              <a:gd name="connsiteY7214" fmla="*/ 1531755 h 2053176"/>
              <a:gd name="connsiteX7215" fmla="*/ 1120233 w 12188965"/>
              <a:gd name="connsiteY7215" fmla="*/ 1531755 h 2053176"/>
              <a:gd name="connsiteX7216" fmla="*/ 1145892 w 12188965"/>
              <a:gd name="connsiteY7216" fmla="*/ 1557414 h 2053176"/>
              <a:gd name="connsiteX7217" fmla="*/ 1120233 w 12188965"/>
              <a:gd name="connsiteY7217" fmla="*/ 1583073 h 2053176"/>
              <a:gd name="connsiteX7218" fmla="*/ 1094573 w 12188965"/>
              <a:gd name="connsiteY7218" fmla="*/ 1557414 h 2053176"/>
              <a:gd name="connsiteX7219" fmla="*/ 1120233 w 12188965"/>
              <a:gd name="connsiteY7219" fmla="*/ 1531755 h 2053176"/>
              <a:gd name="connsiteX7220" fmla="*/ 1056027 w 12188965"/>
              <a:gd name="connsiteY7220" fmla="*/ 1531755 h 2053176"/>
              <a:gd name="connsiteX7221" fmla="*/ 1081685 w 12188965"/>
              <a:gd name="connsiteY7221" fmla="*/ 1557413 h 2053176"/>
              <a:gd name="connsiteX7222" fmla="*/ 1056027 w 12188965"/>
              <a:gd name="connsiteY7222" fmla="*/ 1583073 h 2053176"/>
              <a:gd name="connsiteX7223" fmla="*/ 1030369 w 12188965"/>
              <a:gd name="connsiteY7223" fmla="*/ 1557413 h 2053176"/>
              <a:gd name="connsiteX7224" fmla="*/ 1056027 w 12188965"/>
              <a:gd name="connsiteY7224" fmla="*/ 1531755 h 2053176"/>
              <a:gd name="connsiteX7225" fmla="*/ 991823 w 12188965"/>
              <a:gd name="connsiteY7225" fmla="*/ 1531755 h 2053176"/>
              <a:gd name="connsiteX7226" fmla="*/ 1017481 w 12188965"/>
              <a:gd name="connsiteY7226" fmla="*/ 1557413 h 2053176"/>
              <a:gd name="connsiteX7227" fmla="*/ 991823 w 12188965"/>
              <a:gd name="connsiteY7227" fmla="*/ 1583073 h 2053176"/>
              <a:gd name="connsiteX7228" fmla="*/ 966162 w 12188965"/>
              <a:gd name="connsiteY7228" fmla="*/ 1557413 h 2053176"/>
              <a:gd name="connsiteX7229" fmla="*/ 991823 w 12188965"/>
              <a:gd name="connsiteY7229" fmla="*/ 1531755 h 2053176"/>
              <a:gd name="connsiteX7230" fmla="*/ 927616 w 12188965"/>
              <a:gd name="connsiteY7230" fmla="*/ 1531755 h 2053176"/>
              <a:gd name="connsiteX7231" fmla="*/ 953275 w 12188965"/>
              <a:gd name="connsiteY7231" fmla="*/ 1557414 h 2053176"/>
              <a:gd name="connsiteX7232" fmla="*/ 927616 w 12188965"/>
              <a:gd name="connsiteY7232" fmla="*/ 1583073 h 2053176"/>
              <a:gd name="connsiteX7233" fmla="*/ 901957 w 12188965"/>
              <a:gd name="connsiteY7233" fmla="*/ 1557414 h 2053176"/>
              <a:gd name="connsiteX7234" fmla="*/ 927616 w 12188965"/>
              <a:gd name="connsiteY7234" fmla="*/ 1531755 h 2053176"/>
              <a:gd name="connsiteX7235" fmla="*/ 863411 w 12188965"/>
              <a:gd name="connsiteY7235" fmla="*/ 1531755 h 2053176"/>
              <a:gd name="connsiteX7236" fmla="*/ 889071 w 12188965"/>
              <a:gd name="connsiteY7236" fmla="*/ 1557414 h 2053176"/>
              <a:gd name="connsiteX7237" fmla="*/ 863411 w 12188965"/>
              <a:gd name="connsiteY7237" fmla="*/ 1583073 h 2053176"/>
              <a:gd name="connsiteX7238" fmla="*/ 837752 w 12188965"/>
              <a:gd name="connsiteY7238" fmla="*/ 1557414 h 2053176"/>
              <a:gd name="connsiteX7239" fmla="*/ 863411 w 12188965"/>
              <a:gd name="connsiteY7239" fmla="*/ 1531755 h 2053176"/>
              <a:gd name="connsiteX7240" fmla="*/ 670679 w 12188965"/>
              <a:gd name="connsiteY7240" fmla="*/ 1531755 h 2053176"/>
              <a:gd name="connsiteX7241" fmla="*/ 696338 w 12188965"/>
              <a:gd name="connsiteY7241" fmla="*/ 1557413 h 2053176"/>
              <a:gd name="connsiteX7242" fmla="*/ 670679 w 12188965"/>
              <a:gd name="connsiteY7242" fmla="*/ 1583073 h 2053176"/>
              <a:gd name="connsiteX7243" fmla="*/ 645020 w 12188965"/>
              <a:gd name="connsiteY7243" fmla="*/ 1557413 h 2053176"/>
              <a:gd name="connsiteX7244" fmla="*/ 670679 w 12188965"/>
              <a:gd name="connsiteY7244" fmla="*/ 1531755 h 2053176"/>
              <a:gd name="connsiteX7245" fmla="*/ 606475 w 12188965"/>
              <a:gd name="connsiteY7245" fmla="*/ 1531755 h 2053176"/>
              <a:gd name="connsiteX7246" fmla="*/ 632134 w 12188965"/>
              <a:gd name="connsiteY7246" fmla="*/ 1557414 h 2053176"/>
              <a:gd name="connsiteX7247" fmla="*/ 606475 w 12188965"/>
              <a:gd name="connsiteY7247" fmla="*/ 1583073 h 2053176"/>
              <a:gd name="connsiteX7248" fmla="*/ 580815 w 12188965"/>
              <a:gd name="connsiteY7248" fmla="*/ 1557414 h 2053176"/>
              <a:gd name="connsiteX7249" fmla="*/ 606475 w 12188965"/>
              <a:gd name="connsiteY7249" fmla="*/ 1531755 h 2053176"/>
              <a:gd name="connsiteX7250" fmla="*/ 542268 w 12188965"/>
              <a:gd name="connsiteY7250" fmla="*/ 1531755 h 2053176"/>
              <a:gd name="connsiteX7251" fmla="*/ 567927 w 12188965"/>
              <a:gd name="connsiteY7251" fmla="*/ 1557414 h 2053176"/>
              <a:gd name="connsiteX7252" fmla="*/ 542268 w 12188965"/>
              <a:gd name="connsiteY7252" fmla="*/ 1583073 h 2053176"/>
              <a:gd name="connsiteX7253" fmla="*/ 516610 w 12188965"/>
              <a:gd name="connsiteY7253" fmla="*/ 1557414 h 2053176"/>
              <a:gd name="connsiteX7254" fmla="*/ 542268 w 12188965"/>
              <a:gd name="connsiteY7254" fmla="*/ 1531755 h 2053176"/>
              <a:gd name="connsiteX7255" fmla="*/ 478063 w 12188965"/>
              <a:gd name="connsiteY7255" fmla="*/ 1531755 h 2053176"/>
              <a:gd name="connsiteX7256" fmla="*/ 503724 w 12188965"/>
              <a:gd name="connsiteY7256" fmla="*/ 1557414 h 2053176"/>
              <a:gd name="connsiteX7257" fmla="*/ 478063 w 12188965"/>
              <a:gd name="connsiteY7257" fmla="*/ 1583073 h 2053176"/>
              <a:gd name="connsiteX7258" fmla="*/ 452404 w 12188965"/>
              <a:gd name="connsiteY7258" fmla="*/ 1557414 h 2053176"/>
              <a:gd name="connsiteX7259" fmla="*/ 478063 w 12188965"/>
              <a:gd name="connsiteY7259" fmla="*/ 1531755 h 2053176"/>
              <a:gd name="connsiteX7260" fmla="*/ 413858 w 12188965"/>
              <a:gd name="connsiteY7260" fmla="*/ 1531755 h 2053176"/>
              <a:gd name="connsiteX7261" fmla="*/ 439517 w 12188965"/>
              <a:gd name="connsiteY7261" fmla="*/ 1557414 h 2053176"/>
              <a:gd name="connsiteX7262" fmla="*/ 413858 w 12188965"/>
              <a:gd name="connsiteY7262" fmla="*/ 1583073 h 2053176"/>
              <a:gd name="connsiteX7263" fmla="*/ 388200 w 12188965"/>
              <a:gd name="connsiteY7263" fmla="*/ 1557414 h 2053176"/>
              <a:gd name="connsiteX7264" fmla="*/ 413858 w 12188965"/>
              <a:gd name="connsiteY7264" fmla="*/ 1531755 h 2053176"/>
              <a:gd name="connsiteX7265" fmla="*/ 346686 w 12188965"/>
              <a:gd name="connsiteY7265" fmla="*/ 1531755 h 2053176"/>
              <a:gd name="connsiteX7266" fmla="*/ 372344 w 12188965"/>
              <a:gd name="connsiteY7266" fmla="*/ 1557414 h 2053176"/>
              <a:gd name="connsiteX7267" fmla="*/ 346686 w 12188965"/>
              <a:gd name="connsiteY7267" fmla="*/ 1583073 h 2053176"/>
              <a:gd name="connsiteX7268" fmla="*/ 321027 w 12188965"/>
              <a:gd name="connsiteY7268" fmla="*/ 1557414 h 2053176"/>
              <a:gd name="connsiteX7269" fmla="*/ 346686 w 12188965"/>
              <a:gd name="connsiteY7269" fmla="*/ 1531755 h 2053176"/>
              <a:gd name="connsiteX7270" fmla="*/ 282480 w 12188965"/>
              <a:gd name="connsiteY7270" fmla="*/ 1531755 h 2053176"/>
              <a:gd name="connsiteX7271" fmla="*/ 308138 w 12188965"/>
              <a:gd name="connsiteY7271" fmla="*/ 1557414 h 2053176"/>
              <a:gd name="connsiteX7272" fmla="*/ 282480 w 12188965"/>
              <a:gd name="connsiteY7272" fmla="*/ 1583073 h 2053176"/>
              <a:gd name="connsiteX7273" fmla="*/ 256820 w 12188965"/>
              <a:gd name="connsiteY7273" fmla="*/ 1557414 h 2053176"/>
              <a:gd name="connsiteX7274" fmla="*/ 282480 w 12188965"/>
              <a:gd name="connsiteY7274" fmla="*/ 1531755 h 2053176"/>
              <a:gd name="connsiteX7275" fmla="*/ 218274 w 12188965"/>
              <a:gd name="connsiteY7275" fmla="*/ 1531755 h 2053176"/>
              <a:gd name="connsiteX7276" fmla="*/ 243932 w 12188965"/>
              <a:gd name="connsiteY7276" fmla="*/ 1557414 h 2053176"/>
              <a:gd name="connsiteX7277" fmla="*/ 218274 w 12188965"/>
              <a:gd name="connsiteY7277" fmla="*/ 1583073 h 2053176"/>
              <a:gd name="connsiteX7278" fmla="*/ 192615 w 12188965"/>
              <a:gd name="connsiteY7278" fmla="*/ 1557414 h 2053176"/>
              <a:gd name="connsiteX7279" fmla="*/ 218274 w 12188965"/>
              <a:gd name="connsiteY7279" fmla="*/ 1531755 h 2053176"/>
              <a:gd name="connsiteX7280" fmla="*/ 25659 w 12188965"/>
              <a:gd name="connsiteY7280" fmla="*/ 1531755 h 2053176"/>
              <a:gd name="connsiteX7281" fmla="*/ 51317 w 12188965"/>
              <a:gd name="connsiteY7281" fmla="*/ 1557413 h 2053176"/>
              <a:gd name="connsiteX7282" fmla="*/ 25659 w 12188965"/>
              <a:gd name="connsiteY7282" fmla="*/ 1583073 h 2053176"/>
              <a:gd name="connsiteX7283" fmla="*/ 0 w 12188965"/>
              <a:gd name="connsiteY7283" fmla="*/ 1557413 h 2053176"/>
              <a:gd name="connsiteX7284" fmla="*/ 25659 w 12188965"/>
              <a:gd name="connsiteY7284" fmla="*/ 1531755 h 2053176"/>
              <a:gd name="connsiteX7285" fmla="*/ 11518287 w 12188965"/>
              <a:gd name="connsiteY7285" fmla="*/ 1477418 h 2053176"/>
              <a:gd name="connsiteX7286" fmla="*/ 11531175 w 12188965"/>
              <a:gd name="connsiteY7286" fmla="*/ 1490305 h 2053176"/>
              <a:gd name="connsiteX7287" fmla="*/ 11518287 w 12188965"/>
              <a:gd name="connsiteY7287" fmla="*/ 1503193 h 2053176"/>
              <a:gd name="connsiteX7288" fmla="*/ 11505399 w 12188965"/>
              <a:gd name="connsiteY7288" fmla="*/ 1490305 h 2053176"/>
              <a:gd name="connsiteX7289" fmla="*/ 11518287 w 12188965"/>
              <a:gd name="connsiteY7289" fmla="*/ 1477418 h 2053176"/>
              <a:gd name="connsiteX7290" fmla="*/ 11004528 w 12188965"/>
              <a:gd name="connsiteY7290" fmla="*/ 1477418 h 2053176"/>
              <a:gd name="connsiteX7291" fmla="*/ 11017416 w 12188965"/>
              <a:gd name="connsiteY7291" fmla="*/ 1490305 h 2053176"/>
              <a:gd name="connsiteX7292" fmla="*/ 11004528 w 12188965"/>
              <a:gd name="connsiteY7292" fmla="*/ 1503193 h 2053176"/>
              <a:gd name="connsiteX7293" fmla="*/ 10991640 w 12188965"/>
              <a:gd name="connsiteY7293" fmla="*/ 1490305 h 2053176"/>
              <a:gd name="connsiteX7294" fmla="*/ 11004528 w 12188965"/>
              <a:gd name="connsiteY7294" fmla="*/ 1477418 h 2053176"/>
              <a:gd name="connsiteX7295" fmla="*/ 10426681 w 12188965"/>
              <a:gd name="connsiteY7295" fmla="*/ 1477418 h 2053176"/>
              <a:gd name="connsiteX7296" fmla="*/ 10439569 w 12188965"/>
              <a:gd name="connsiteY7296" fmla="*/ 1490305 h 2053176"/>
              <a:gd name="connsiteX7297" fmla="*/ 10426681 w 12188965"/>
              <a:gd name="connsiteY7297" fmla="*/ 1503193 h 2053176"/>
              <a:gd name="connsiteX7298" fmla="*/ 10413793 w 12188965"/>
              <a:gd name="connsiteY7298" fmla="*/ 1490305 h 2053176"/>
              <a:gd name="connsiteX7299" fmla="*/ 10426681 w 12188965"/>
              <a:gd name="connsiteY7299" fmla="*/ 1477418 h 2053176"/>
              <a:gd name="connsiteX7300" fmla="*/ 10169743 w 12188965"/>
              <a:gd name="connsiteY7300" fmla="*/ 1477418 h 2053176"/>
              <a:gd name="connsiteX7301" fmla="*/ 10182631 w 12188965"/>
              <a:gd name="connsiteY7301" fmla="*/ 1490305 h 2053176"/>
              <a:gd name="connsiteX7302" fmla="*/ 10169743 w 12188965"/>
              <a:gd name="connsiteY7302" fmla="*/ 1503193 h 2053176"/>
              <a:gd name="connsiteX7303" fmla="*/ 10156855 w 12188965"/>
              <a:gd name="connsiteY7303" fmla="*/ 1490305 h 2053176"/>
              <a:gd name="connsiteX7304" fmla="*/ 10169743 w 12188965"/>
              <a:gd name="connsiteY7304" fmla="*/ 1477418 h 2053176"/>
              <a:gd name="connsiteX7305" fmla="*/ 9848716 w 12188965"/>
              <a:gd name="connsiteY7305" fmla="*/ 1477418 h 2053176"/>
              <a:gd name="connsiteX7306" fmla="*/ 9861604 w 12188965"/>
              <a:gd name="connsiteY7306" fmla="*/ 1490305 h 2053176"/>
              <a:gd name="connsiteX7307" fmla="*/ 9848716 w 12188965"/>
              <a:gd name="connsiteY7307" fmla="*/ 1503193 h 2053176"/>
              <a:gd name="connsiteX7308" fmla="*/ 9835828 w 12188965"/>
              <a:gd name="connsiteY7308" fmla="*/ 1490305 h 2053176"/>
              <a:gd name="connsiteX7309" fmla="*/ 9848716 w 12188965"/>
              <a:gd name="connsiteY7309" fmla="*/ 1477418 h 2053176"/>
              <a:gd name="connsiteX7310" fmla="*/ 9784512 w 12188965"/>
              <a:gd name="connsiteY7310" fmla="*/ 1477418 h 2053176"/>
              <a:gd name="connsiteX7311" fmla="*/ 9797400 w 12188965"/>
              <a:gd name="connsiteY7311" fmla="*/ 1490305 h 2053176"/>
              <a:gd name="connsiteX7312" fmla="*/ 9784512 w 12188965"/>
              <a:gd name="connsiteY7312" fmla="*/ 1503193 h 2053176"/>
              <a:gd name="connsiteX7313" fmla="*/ 9771624 w 12188965"/>
              <a:gd name="connsiteY7313" fmla="*/ 1490305 h 2053176"/>
              <a:gd name="connsiteX7314" fmla="*/ 9784512 w 12188965"/>
              <a:gd name="connsiteY7314" fmla="*/ 1477418 h 2053176"/>
              <a:gd name="connsiteX7315" fmla="*/ 6959132 w 12188965"/>
              <a:gd name="connsiteY7315" fmla="*/ 1477418 h 2053176"/>
              <a:gd name="connsiteX7316" fmla="*/ 6972020 w 12188965"/>
              <a:gd name="connsiteY7316" fmla="*/ 1490305 h 2053176"/>
              <a:gd name="connsiteX7317" fmla="*/ 6959132 w 12188965"/>
              <a:gd name="connsiteY7317" fmla="*/ 1503193 h 2053176"/>
              <a:gd name="connsiteX7318" fmla="*/ 6946244 w 12188965"/>
              <a:gd name="connsiteY7318" fmla="*/ 1490305 h 2053176"/>
              <a:gd name="connsiteX7319" fmla="*/ 6959132 w 12188965"/>
              <a:gd name="connsiteY7319" fmla="*/ 1477418 h 2053176"/>
              <a:gd name="connsiteX7320" fmla="*/ 6830836 w 12188965"/>
              <a:gd name="connsiteY7320" fmla="*/ 1477418 h 2053176"/>
              <a:gd name="connsiteX7321" fmla="*/ 6843724 w 12188965"/>
              <a:gd name="connsiteY7321" fmla="*/ 1490305 h 2053176"/>
              <a:gd name="connsiteX7322" fmla="*/ 6830836 w 12188965"/>
              <a:gd name="connsiteY7322" fmla="*/ 1503193 h 2053176"/>
              <a:gd name="connsiteX7323" fmla="*/ 6817948 w 12188965"/>
              <a:gd name="connsiteY7323" fmla="*/ 1490305 h 2053176"/>
              <a:gd name="connsiteX7324" fmla="*/ 6830836 w 12188965"/>
              <a:gd name="connsiteY7324" fmla="*/ 1477418 h 2053176"/>
              <a:gd name="connsiteX7325" fmla="*/ 5807683 w 12188965"/>
              <a:gd name="connsiteY7325" fmla="*/ 1477418 h 2053176"/>
              <a:gd name="connsiteX7326" fmla="*/ 5820571 w 12188965"/>
              <a:gd name="connsiteY7326" fmla="*/ 1490305 h 2053176"/>
              <a:gd name="connsiteX7327" fmla="*/ 5807683 w 12188965"/>
              <a:gd name="connsiteY7327" fmla="*/ 1503193 h 2053176"/>
              <a:gd name="connsiteX7328" fmla="*/ 5794796 w 12188965"/>
              <a:gd name="connsiteY7328" fmla="*/ 1490305 h 2053176"/>
              <a:gd name="connsiteX7329" fmla="*/ 5807683 w 12188965"/>
              <a:gd name="connsiteY7329" fmla="*/ 1477418 h 2053176"/>
              <a:gd name="connsiteX7330" fmla="*/ 5293924 w 12188965"/>
              <a:gd name="connsiteY7330" fmla="*/ 1477418 h 2053176"/>
              <a:gd name="connsiteX7331" fmla="*/ 5306812 w 12188965"/>
              <a:gd name="connsiteY7331" fmla="*/ 1490305 h 2053176"/>
              <a:gd name="connsiteX7332" fmla="*/ 5293924 w 12188965"/>
              <a:gd name="connsiteY7332" fmla="*/ 1503193 h 2053176"/>
              <a:gd name="connsiteX7333" fmla="*/ 5281036 w 12188965"/>
              <a:gd name="connsiteY7333" fmla="*/ 1490305 h 2053176"/>
              <a:gd name="connsiteX7334" fmla="*/ 5293924 w 12188965"/>
              <a:gd name="connsiteY7334" fmla="*/ 1477418 h 2053176"/>
              <a:gd name="connsiteX7335" fmla="*/ 4716077 w 12188965"/>
              <a:gd name="connsiteY7335" fmla="*/ 1477418 h 2053176"/>
              <a:gd name="connsiteX7336" fmla="*/ 4728964 w 12188965"/>
              <a:gd name="connsiteY7336" fmla="*/ 1490305 h 2053176"/>
              <a:gd name="connsiteX7337" fmla="*/ 4716077 w 12188965"/>
              <a:gd name="connsiteY7337" fmla="*/ 1503193 h 2053176"/>
              <a:gd name="connsiteX7338" fmla="*/ 4703188 w 12188965"/>
              <a:gd name="connsiteY7338" fmla="*/ 1490305 h 2053176"/>
              <a:gd name="connsiteX7339" fmla="*/ 4716077 w 12188965"/>
              <a:gd name="connsiteY7339" fmla="*/ 1477418 h 2053176"/>
              <a:gd name="connsiteX7340" fmla="*/ 4459140 w 12188965"/>
              <a:gd name="connsiteY7340" fmla="*/ 1477418 h 2053176"/>
              <a:gd name="connsiteX7341" fmla="*/ 4472025 w 12188965"/>
              <a:gd name="connsiteY7341" fmla="*/ 1490305 h 2053176"/>
              <a:gd name="connsiteX7342" fmla="*/ 4459140 w 12188965"/>
              <a:gd name="connsiteY7342" fmla="*/ 1503193 h 2053176"/>
              <a:gd name="connsiteX7343" fmla="*/ 4446252 w 12188965"/>
              <a:gd name="connsiteY7343" fmla="*/ 1490305 h 2053176"/>
              <a:gd name="connsiteX7344" fmla="*/ 4459140 w 12188965"/>
              <a:gd name="connsiteY7344" fmla="*/ 1477418 h 2053176"/>
              <a:gd name="connsiteX7345" fmla="*/ 4138112 w 12188965"/>
              <a:gd name="connsiteY7345" fmla="*/ 1477418 h 2053176"/>
              <a:gd name="connsiteX7346" fmla="*/ 4151000 w 12188965"/>
              <a:gd name="connsiteY7346" fmla="*/ 1490305 h 2053176"/>
              <a:gd name="connsiteX7347" fmla="*/ 4138112 w 12188965"/>
              <a:gd name="connsiteY7347" fmla="*/ 1503193 h 2053176"/>
              <a:gd name="connsiteX7348" fmla="*/ 4125224 w 12188965"/>
              <a:gd name="connsiteY7348" fmla="*/ 1490305 h 2053176"/>
              <a:gd name="connsiteX7349" fmla="*/ 4138112 w 12188965"/>
              <a:gd name="connsiteY7349" fmla="*/ 1477418 h 2053176"/>
              <a:gd name="connsiteX7350" fmla="*/ 4073908 w 12188965"/>
              <a:gd name="connsiteY7350" fmla="*/ 1477418 h 2053176"/>
              <a:gd name="connsiteX7351" fmla="*/ 4086795 w 12188965"/>
              <a:gd name="connsiteY7351" fmla="*/ 1490305 h 2053176"/>
              <a:gd name="connsiteX7352" fmla="*/ 4073908 w 12188965"/>
              <a:gd name="connsiteY7352" fmla="*/ 1503193 h 2053176"/>
              <a:gd name="connsiteX7353" fmla="*/ 4061020 w 12188965"/>
              <a:gd name="connsiteY7353" fmla="*/ 1490305 h 2053176"/>
              <a:gd name="connsiteX7354" fmla="*/ 4073908 w 12188965"/>
              <a:gd name="connsiteY7354" fmla="*/ 1477418 h 2053176"/>
              <a:gd name="connsiteX7355" fmla="*/ 1248528 w 12188965"/>
              <a:gd name="connsiteY7355" fmla="*/ 1477418 h 2053176"/>
              <a:gd name="connsiteX7356" fmla="*/ 1261416 w 12188965"/>
              <a:gd name="connsiteY7356" fmla="*/ 1490305 h 2053176"/>
              <a:gd name="connsiteX7357" fmla="*/ 1248528 w 12188965"/>
              <a:gd name="connsiteY7357" fmla="*/ 1503193 h 2053176"/>
              <a:gd name="connsiteX7358" fmla="*/ 1235638 w 12188965"/>
              <a:gd name="connsiteY7358" fmla="*/ 1490305 h 2053176"/>
              <a:gd name="connsiteX7359" fmla="*/ 1248528 w 12188965"/>
              <a:gd name="connsiteY7359" fmla="*/ 1477418 h 2053176"/>
              <a:gd name="connsiteX7360" fmla="*/ 1120233 w 12188965"/>
              <a:gd name="connsiteY7360" fmla="*/ 1477418 h 2053176"/>
              <a:gd name="connsiteX7361" fmla="*/ 1133121 w 12188965"/>
              <a:gd name="connsiteY7361" fmla="*/ 1490305 h 2053176"/>
              <a:gd name="connsiteX7362" fmla="*/ 1120233 w 12188965"/>
              <a:gd name="connsiteY7362" fmla="*/ 1503193 h 2053176"/>
              <a:gd name="connsiteX7363" fmla="*/ 1107345 w 12188965"/>
              <a:gd name="connsiteY7363" fmla="*/ 1490305 h 2053176"/>
              <a:gd name="connsiteX7364" fmla="*/ 1120233 w 12188965"/>
              <a:gd name="connsiteY7364" fmla="*/ 1477418 h 2053176"/>
              <a:gd name="connsiteX7365" fmla="*/ 89864 w 12188965"/>
              <a:gd name="connsiteY7365" fmla="*/ 1477418 h 2053176"/>
              <a:gd name="connsiteX7366" fmla="*/ 102752 w 12188965"/>
              <a:gd name="connsiteY7366" fmla="*/ 1490305 h 2053176"/>
              <a:gd name="connsiteX7367" fmla="*/ 89864 w 12188965"/>
              <a:gd name="connsiteY7367" fmla="*/ 1503193 h 2053176"/>
              <a:gd name="connsiteX7368" fmla="*/ 76977 w 12188965"/>
              <a:gd name="connsiteY7368" fmla="*/ 1490305 h 2053176"/>
              <a:gd name="connsiteX7369" fmla="*/ 89864 w 12188965"/>
              <a:gd name="connsiteY7369" fmla="*/ 1477418 h 2053176"/>
              <a:gd name="connsiteX7370" fmla="*/ 12099103 w 12188965"/>
              <a:gd name="connsiteY7370" fmla="*/ 1464647 h 2053176"/>
              <a:gd name="connsiteX7371" fmla="*/ 12124761 w 12188965"/>
              <a:gd name="connsiteY7371" fmla="*/ 1490305 h 2053176"/>
              <a:gd name="connsiteX7372" fmla="*/ 12099103 w 12188965"/>
              <a:gd name="connsiteY7372" fmla="*/ 1515964 h 2053176"/>
              <a:gd name="connsiteX7373" fmla="*/ 12073441 w 12188965"/>
              <a:gd name="connsiteY7373" fmla="*/ 1490305 h 2053176"/>
              <a:gd name="connsiteX7374" fmla="*/ 12099103 w 12188965"/>
              <a:gd name="connsiteY7374" fmla="*/ 1464647 h 2053176"/>
              <a:gd name="connsiteX7375" fmla="*/ 12034897 w 12188965"/>
              <a:gd name="connsiteY7375" fmla="*/ 1464647 h 2053176"/>
              <a:gd name="connsiteX7376" fmla="*/ 12060557 w 12188965"/>
              <a:gd name="connsiteY7376" fmla="*/ 1490305 h 2053176"/>
              <a:gd name="connsiteX7377" fmla="*/ 12034897 w 12188965"/>
              <a:gd name="connsiteY7377" fmla="*/ 1515965 h 2053176"/>
              <a:gd name="connsiteX7378" fmla="*/ 12009237 w 12188965"/>
              <a:gd name="connsiteY7378" fmla="*/ 1490305 h 2053176"/>
              <a:gd name="connsiteX7379" fmla="*/ 12034897 w 12188965"/>
              <a:gd name="connsiteY7379" fmla="*/ 1464647 h 2053176"/>
              <a:gd name="connsiteX7380" fmla="*/ 11970691 w 12188965"/>
              <a:gd name="connsiteY7380" fmla="*/ 1464647 h 2053176"/>
              <a:gd name="connsiteX7381" fmla="*/ 11996349 w 12188965"/>
              <a:gd name="connsiteY7381" fmla="*/ 1490305 h 2053176"/>
              <a:gd name="connsiteX7382" fmla="*/ 11970691 w 12188965"/>
              <a:gd name="connsiteY7382" fmla="*/ 1515965 h 2053176"/>
              <a:gd name="connsiteX7383" fmla="*/ 11945033 w 12188965"/>
              <a:gd name="connsiteY7383" fmla="*/ 1490305 h 2053176"/>
              <a:gd name="connsiteX7384" fmla="*/ 11970691 w 12188965"/>
              <a:gd name="connsiteY7384" fmla="*/ 1464647 h 2053176"/>
              <a:gd name="connsiteX7385" fmla="*/ 11906483 w 12188965"/>
              <a:gd name="connsiteY7385" fmla="*/ 1464647 h 2053176"/>
              <a:gd name="connsiteX7386" fmla="*/ 11932145 w 12188965"/>
              <a:gd name="connsiteY7386" fmla="*/ 1490305 h 2053176"/>
              <a:gd name="connsiteX7387" fmla="*/ 11906483 w 12188965"/>
              <a:gd name="connsiteY7387" fmla="*/ 1515965 h 2053176"/>
              <a:gd name="connsiteX7388" fmla="*/ 11880825 w 12188965"/>
              <a:gd name="connsiteY7388" fmla="*/ 1490305 h 2053176"/>
              <a:gd name="connsiteX7389" fmla="*/ 11906483 w 12188965"/>
              <a:gd name="connsiteY7389" fmla="*/ 1464647 h 2053176"/>
              <a:gd name="connsiteX7390" fmla="*/ 11842279 w 12188965"/>
              <a:gd name="connsiteY7390" fmla="*/ 1464647 h 2053176"/>
              <a:gd name="connsiteX7391" fmla="*/ 11867941 w 12188965"/>
              <a:gd name="connsiteY7391" fmla="*/ 1490305 h 2053176"/>
              <a:gd name="connsiteX7392" fmla="*/ 11842279 w 12188965"/>
              <a:gd name="connsiteY7392" fmla="*/ 1515965 h 2053176"/>
              <a:gd name="connsiteX7393" fmla="*/ 11816621 w 12188965"/>
              <a:gd name="connsiteY7393" fmla="*/ 1490305 h 2053176"/>
              <a:gd name="connsiteX7394" fmla="*/ 11842279 w 12188965"/>
              <a:gd name="connsiteY7394" fmla="*/ 1464647 h 2053176"/>
              <a:gd name="connsiteX7395" fmla="*/ 11775107 w 12188965"/>
              <a:gd name="connsiteY7395" fmla="*/ 1464647 h 2053176"/>
              <a:gd name="connsiteX7396" fmla="*/ 11800767 w 12188965"/>
              <a:gd name="connsiteY7396" fmla="*/ 1490305 h 2053176"/>
              <a:gd name="connsiteX7397" fmla="*/ 11775107 w 12188965"/>
              <a:gd name="connsiteY7397" fmla="*/ 1515965 h 2053176"/>
              <a:gd name="connsiteX7398" fmla="*/ 11749449 w 12188965"/>
              <a:gd name="connsiteY7398" fmla="*/ 1490305 h 2053176"/>
              <a:gd name="connsiteX7399" fmla="*/ 11775107 w 12188965"/>
              <a:gd name="connsiteY7399" fmla="*/ 1464647 h 2053176"/>
              <a:gd name="connsiteX7400" fmla="*/ 11710901 w 12188965"/>
              <a:gd name="connsiteY7400" fmla="*/ 1464647 h 2053176"/>
              <a:gd name="connsiteX7401" fmla="*/ 11736561 w 12188965"/>
              <a:gd name="connsiteY7401" fmla="*/ 1490305 h 2053176"/>
              <a:gd name="connsiteX7402" fmla="*/ 11710901 w 12188965"/>
              <a:gd name="connsiteY7402" fmla="*/ 1515965 h 2053176"/>
              <a:gd name="connsiteX7403" fmla="*/ 11685243 w 12188965"/>
              <a:gd name="connsiteY7403" fmla="*/ 1490305 h 2053176"/>
              <a:gd name="connsiteX7404" fmla="*/ 11710901 w 12188965"/>
              <a:gd name="connsiteY7404" fmla="*/ 1464647 h 2053176"/>
              <a:gd name="connsiteX7405" fmla="*/ 11646697 w 12188965"/>
              <a:gd name="connsiteY7405" fmla="*/ 1464647 h 2053176"/>
              <a:gd name="connsiteX7406" fmla="*/ 11672355 w 12188965"/>
              <a:gd name="connsiteY7406" fmla="*/ 1490305 h 2053176"/>
              <a:gd name="connsiteX7407" fmla="*/ 11646697 w 12188965"/>
              <a:gd name="connsiteY7407" fmla="*/ 1515965 h 2053176"/>
              <a:gd name="connsiteX7408" fmla="*/ 11621037 w 12188965"/>
              <a:gd name="connsiteY7408" fmla="*/ 1490305 h 2053176"/>
              <a:gd name="connsiteX7409" fmla="*/ 11646697 w 12188965"/>
              <a:gd name="connsiteY7409" fmla="*/ 1464647 h 2053176"/>
              <a:gd name="connsiteX7410" fmla="*/ 11454081 w 12188965"/>
              <a:gd name="connsiteY7410" fmla="*/ 1464647 h 2053176"/>
              <a:gd name="connsiteX7411" fmla="*/ 11479739 w 12188965"/>
              <a:gd name="connsiteY7411" fmla="*/ 1490305 h 2053176"/>
              <a:gd name="connsiteX7412" fmla="*/ 11454081 w 12188965"/>
              <a:gd name="connsiteY7412" fmla="*/ 1515964 h 2053176"/>
              <a:gd name="connsiteX7413" fmla="*/ 11428421 w 12188965"/>
              <a:gd name="connsiteY7413" fmla="*/ 1490305 h 2053176"/>
              <a:gd name="connsiteX7414" fmla="*/ 11454081 w 12188965"/>
              <a:gd name="connsiteY7414" fmla="*/ 1464647 h 2053176"/>
              <a:gd name="connsiteX7415" fmla="*/ 11389875 w 12188965"/>
              <a:gd name="connsiteY7415" fmla="*/ 1464647 h 2053176"/>
              <a:gd name="connsiteX7416" fmla="*/ 11415533 w 12188965"/>
              <a:gd name="connsiteY7416" fmla="*/ 1490305 h 2053176"/>
              <a:gd name="connsiteX7417" fmla="*/ 11389875 w 12188965"/>
              <a:gd name="connsiteY7417" fmla="*/ 1515965 h 2053176"/>
              <a:gd name="connsiteX7418" fmla="*/ 11364217 w 12188965"/>
              <a:gd name="connsiteY7418" fmla="*/ 1490305 h 2053176"/>
              <a:gd name="connsiteX7419" fmla="*/ 11389875 w 12188965"/>
              <a:gd name="connsiteY7419" fmla="*/ 1464647 h 2053176"/>
              <a:gd name="connsiteX7420" fmla="*/ 11325670 w 12188965"/>
              <a:gd name="connsiteY7420" fmla="*/ 1464647 h 2053176"/>
              <a:gd name="connsiteX7421" fmla="*/ 11351329 w 12188965"/>
              <a:gd name="connsiteY7421" fmla="*/ 1490305 h 2053176"/>
              <a:gd name="connsiteX7422" fmla="*/ 11325670 w 12188965"/>
              <a:gd name="connsiteY7422" fmla="*/ 1515965 h 2053176"/>
              <a:gd name="connsiteX7423" fmla="*/ 11300012 w 12188965"/>
              <a:gd name="connsiteY7423" fmla="*/ 1490305 h 2053176"/>
              <a:gd name="connsiteX7424" fmla="*/ 11325670 w 12188965"/>
              <a:gd name="connsiteY7424" fmla="*/ 1464647 h 2053176"/>
              <a:gd name="connsiteX7425" fmla="*/ 11261466 w 12188965"/>
              <a:gd name="connsiteY7425" fmla="*/ 1464647 h 2053176"/>
              <a:gd name="connsiteX7426" fmla="*/ 11287124 w 12188965"/>
              <a:gd name="connsiteY7426" fmla="*/ 1490305 h 2053176"/>
              <a:gd name="connsiteX7427" fmla="*/ 11261466 w 12188965"/>
              <a:gd name="connsiteY7427" fmla="*/ 1515965 h 2053176"/>
              <a:gd name="connsiteX7428" fmla="*/ 11235805 w 12188965"/>
              <a:gd name="connsiteY7428" fmla="*/ 1490305 h 2053176"/>
              <a:gd name="connsiteX7429" fmla="*/ 11261466 w 12188965"/>
              <a:gd name="connsiteY7429" fmla="*/ 1464647 h 2053176"/>
              <a:gd name="connsiteX7430" fmla="*/ 11197259 w 12188965"/>
              <a:gd name="connsiteY7430" fmla="*/ 1464647 h 2053176"/>
              <a:gd name="connsiteX7431" fmla="*/ 11222917 w 12188965"/>
              <a:gd name="connsiteY7431" fmla="*/ 1490305 h 2053176"/>
              <a:gd name="connsiteX7432" fmla="*/ 11197259 w 12188965"/>
              <a:gd name="connsiteY7432" fmla="*/ 1515965 h 2053176"/>
              <a:gd name="connsiteX7433" fmla="*/ 11171601 w 12188965"/>
              <a:gd name="connsiteY7433" fmla="*/ 1490305 h 2053176"/>
              <a:gd name="connsiteX7434" fmla="*/ 11197259 w 12188965"/>
              <a:gd name="connsiteY7434" fmla="*/ 1464647 h 2053176"/>
              <a:gd name="connsiteX7435" fmla="*/ 11133055 w 12188965"/>
              <a:gd name="connsiteY7435" fmla="*/ 1464647 h 2053176"/>
              <a:gd name="connsiteX7436" fmla="*/ 11158713 w 12188965"/>
              <a:gd name="connsiteY7436" fmla="*/ 1490305 h 2053176"/>
              <a:gd name="connsiteX7437" fmla="*/ 11133055 w 12188965"/>
              <a:gd name="connsiteY7437" fmla="*/ 1515964 h 2053176"/>
              <a:gd name="connsiteX7438" fmla="*/ 11107396 w 12188965"/>
              <a:gd name="connsiteY7438" fmla="*/ 1490305 h 2053176"/>
              <a:gd name="connsiteX7439" fmla="*/ 11133055 w 12188965"/>
              <a:gd name="connsiteY7439" fmla="*/ 1464647 h 2053176"/>
              <a:gd name="connsiteX7440" fmla="*/ 11068848 w 12188965"/>
              <a:gd name="connsiteY7440" fmla="*/ 1464647 h 2053176"/>
              <a:gd name="connsiteX7441" fmla="*/ 11094509 w 12188965"/>
              <a:gd name="connsiteY7441" fmla="*/ 1490305 h 2053176"/>
              <a:gd name="connsiteX7442" fmla="*/ 11068848 w 12188965"/>
              <a:gd name="connsiteY7442" fmla="*/ 1515964 h 2053176"/>
              <a:gd name="connsiteX7443" fmla="*/ 11043189 w 12188965"/>
              <a:gd name="connsiteY7443" fmla="*/ 1490305 h 2053176"/>
              <a:gd name="connsiteX7444" fmla="*/ 11068848 w 12188965"/>
              <a:gd name="connsiteY7444" fmla="*/ 1464647 h 2053176"/>
              <a:gd name="connsiteX7445" fmla="*/ 10940321 w 12188965"/>
              <a:gd name="connsiteY7445" fmla="*/ 1464647 h 2053176"/>
              <a:gd name="connsiteX7446" fmla="*/ 10965982 w 12188965"/>
              <a:gd name="connsiteY7446" fmla="*/ 1490305 h 2053176"/>
              <a:gd name="connsiteX7447" fmla="*/ 10940321 w 12188965"/>
              <a:gd name="connsiteY7447" fmla="*/ 1515965 h 2053176"/>
              <a:gd name="connsiteX7448" fmla="*/ 10914663 w 12188965"/>
              <a:gd name="connsiteY7448" fmla="*/ 1490305 h 2053176"/>
              <a:gd name="connsiteX7449" fmla="*/ 10940321 w 12188965"/>
              <a:gd name="connsiteY7449" fmla="*/ 1464647 h 2053176"/>
              <a:gd name="connsiteX7450" fmla="*/ 10811912 w 12188965"/>
              <a:gd name="connsiteY7450" fmla="*/ 1464647 h 2053176"/>
              <a:gd name="connsiteX7451" fmla="*/ 10837571 w 12188965"/>
              <a:gd name="connsiteY7451" fmla="*/ 1490305 h 2053176"/>
              <a:gd name="connsiteX7452" fmla="*/ 10811912 w 12188965"/>
              <a:gd name="connsiteY7452" fmla="*/ 1515965 h 2053176"/>
              <a:gd name="connsiteX7453" fmla="*/ 10786254 w 12188965"/>
              <a:gd name="connsiteY7453" fmla="*/ 1490305 h 2053176"/>
              <a:gd name="connsiteX7454" fmla="*/ 10811912 w 12188965"/>
              <a:gd name="connsiteY7454" fmla="*/ 1464647 h 2053176"/>
              <a:gd name="connsiteX7455" fmla="*/ 10747708 w 12188965"/>
              <a:gd name="connsiteY7455" fmla="*/ 1464647 h 2053176"/>
              <a:gd name="connsiteX7456" fmla="*/ 10773366 w 12188965"/>
              <a:gd name="connsiteY7456" fmla="*/ 1490305 h 2053176"/>
              <a:gd name="connsiteX7457" fmla="*/ 10747708 w 12188965"/>
              <a:gd name="connsiteY7457" fmla="*/ 1515964 h 2053176"/>
              <a:gd name="connsiteX7458" fmla="*/ 10722047 w 12188965"/>
              <a:gd name="connsiteY7458" fmla="*/ 1490305 h 2053176"/>
              <a:gd name="connsiteX7459" fmla="*/ 10747708 w 12188965"/>
              <a:gd name="connsiteY7459" fmla="*/ 1464647 h 2053176"/>
              <a:gd name="connsiteX7460" fmla="*/ 10683501 w 12188965"/>
              <a:gd name="connsiteY7460" fmla="*/ 1464647 h 2053176"/>
              <a:gd name="connsiteX7461" fmla="*/ 10709159 w 12188965"/>
              <a:gd name="connsiteY7461" fmla="*/ 1490305 h 2053176"/>
              <a:gd name="connsiteX7462" fmla="*/ 10683501 w 12188965"/>
              <a:gd name="connsiteY7462" fmla="*/ 1515965 h 2053176"/>
              <a:gd name="connsiteX7463" fmla="*/ 10657843 w 12188965"/>
              <a:gd name="connsiteY7463" fmla="*/ 1490305 h 2053176"/>
              <a:gd name="connsiteX7464" fmla="*/ 10683501 w 12188965"/>
              <a:gd name="connsiteY7464" fmla="*/ 1464647 h 2053176"/>
              <a:gd name="connsiteX7465" fmla="*/ 10619297 w 12188965"/>
              <a:gd name="connsiteY7465" fmla="*/ 1464647 h 2053176"/>
              <a:gd name="connsiteX7466" fmla="*/ 10644955 w 12188965"/>
              <a:gd name="connsiteY7466" fmla="*/ 1490305 h 2053176"/>
              <a:gd name="connsiteX7467" fmla="*/ 10619297 w 12188965"/>
              <a:gd name="connsiteY7467" fmla="*/ 1515965 h 2053176"/>
              <a:gd name="connsiteX7468" fmla="*/ 10593639 w 12188965"/>
              <a:gd name="connsiteY7468" fmla="*/ 1490305 h 2053176"/>
              <a:gd name="connsiteX7469" fmla="*/ 10619297 w 12188965"/>
              <a:gd name="connsiteY7469" fmla="*/ 1464647 h 2053176"/>
              <a:gd name="connsiteX7470" fmla="*/ 10555092 w 12188965"/>
              <a:gd name="connsiteY7470" fmla="*/ 1464647 h 2053176"/>
              <a:gd name="connsiteX7471" fmla="*/ 10580751 w 12188965"/>
              <a:gd name="connsiteY7471" fmla="*/ 1490305 h 2053176"/>
              <a:gd name="connsiteX7472" fmla="*/ 10555092 w 12188965"/>
              <a:gd name="connsiteY7472" fmla="*/ 1515965 h 2053176"/>
              <a:gd name="connsiteX7473" fmla="*/ 10529432 w 12188965"/>
              <a:gd name="connsiteY7473" fmla="*/ 1490305 h 2053176"/>
              <a:gd name="connsiteX7474" fmla="*/ 10555092 w 12188965"/>
              <a:gd name="connsiteY7474" fmla="*/ 1464647 h 2053176"/>
              <a:gd name="connsiteX7475" fmla="*/ 10490885 w 12188965"/>
              <a:gd name="connsiteY7475" fmla="*/ 1464647 h 2053176"/>
              <a:gd name="connsiteX7476" fmla="*/ 10516544 w 12188965"/>
              <a:gd name="connsiteY7476" fmla="*/ 1490305 h 2053176"/>
              <a:gd name="connsiteX7477" fmla="*/ 10490885 w 12188965"/>
              <a:gd name="connsiteY7477" fmla="*/ 1515965 h 2053176"/>
              <a:gd name="connsiteX7478" fmla="*/ 10465227 w 12188965"/>
              <a:gd name="connsiteY7478" fmla="*/ 1490305 h 2053176"/>
              <a:gd name="connsiteX7479" fmla="*/ 10490885 w 12188965"/>
              <a:gd name="connsiteY7479" fmla="*/ 1464647 h 2053176"/>
              <a:gd name="connsiteX7480" fmla="*/ 10362474 w 12188965"/>
              <a:gd name="connsiteY7480" fmla="*/ 1464647 h 2053176"/>
              <a:gd name="connsiteX7481" fmla="*/ 10388135 w 12188965"/>
              <a:gd name="connsiteY7481" fmla="*/ 1490305 h 2053176"/>
              <a:gd name="connsiteX7482" fmla="*/ 10362474 w 12188965"/>
              <a:gd name="connsiteY7482" fmla="*/ 1515964 h 2053176"/>
              <a:gd name="connsiteX7483" fmla="*/ 10336816 w 12188965"/>
              <a:gd name="connsiteY7483" fmla="*/ 1490305 h 2053176"/>
              <a:gd name="connsiteX7484" fmla="*/ 10362474 w 12188965"/>
              <a:gd name="connsiteY7484" fmla="*/ 1464647 h 2053176"/>
              <a:gd name="connsiteX7485" fmla="*/ 10298270 w 12188965"/>
              <a:gd name="connsiteY7485" fmla="*/ 1464647 h 2053176"/>
              <a:gd name="connsiteX7486" fmla="*/ 10323928 w 12188965"/>
              <a:gd name="connsiteY7486" fmla="*/ 1490305 h 2053176"/>
              <a:gd name="connsiteX7487" fmla="*/ 10298270 w 12188965"/>
              <a:gd name="connsiteY7487" fmla="*/ 1515965 h 2053176"/>
              <a:gd name="connsiteX7488" fmla="*/ 10272611 w 12188965"/>
              <a:gd name="connsiteY7488" fmla="*/ 1490305 h 2053176"/>
              <a:gd name="connsiteX7489" fmla="*/ 10298270 w 12188965"/>
              <a:gd name="connsiteY7489" fmla="*/ 1464647 h 2053176"/>
              <a:gd name="connsiteX7490" fmla="*/ 10234065 w 12188965"/>
              <a:gd name="connsiteY7490" fmla="*/ 1464647 h 2053176"/>
              <a:gd name="connsiteX7491" fmla="*/ 10259723 w 12188965"/>
              <a:gd name="connsiteY7491" fmla="*/ 1490305 h 2053176"/>
              <a:gd name="connsiteX7492" fmla="*/ 10234065 w 12188965"/>
              <a:gd name="connsiteY7492" fmla="*/ 1515965 h 2053176"/>
              <a:gd name="connsiteX7493" fmla="*/ 10208404 w 12188965"/>
              <a:gd name="connsiteY7493" fmla="*/ 1490305 h 2053176"/>
              <a:gd name="connsiteX7494" fmla="*/ 10234065 w 12188965"/>
              <a:gd name="connsiteY7494" fmla="*/ 1464647 h 2053176"/>
              <a:gd name="connsiteX7495" fmla="*/ 10105654 w 12188965"/>
              <a:gd name="connsiteY7495" fmla="*/ 1464647 h 2053176"/>
              <a:gd name="connsiteX7496" fmla="*/ 10131312 w 12188965"/>
              <a:gd name="connsiteY7496" fmla="*/ 1490305 h 2053176"/>
              <a:gd name="connsiteX7497" fmla="*/ 10105654 w 12188965"/>
              <a:gd name="connsiteY7497" fmla="*/ 1515965 h 2053176"/>
              <a:gd name="connsiteX7498" fmla="*/ 10079996 w 12188965"/>
              <a:gd name="connsiteY7498" fmla="*/ 1490305 h 2053176"/>
              <a:gd name="connsiteX7499" fmla="*/ 10105654 w 12188965"/>
              <a:gd name="connsiteY7499" fmla="*/ 1464647 h 2053176"/>
              <a:gd name="connsiteX7500" fmla="*/ 9913038 w 12188965"/>
              <a:gd name="connsiteY7500" fmla="*/ 1464647 h 2053176"/>
              <a:gd name="connsiteX7501" fmla="*/ 9938696 w 12188965"/>
              <a:gd name="connsiteY7501" fmla="*/ 1490305 h 2053176"/>
              <a:gd name="connsiteX7502" fmla="*/ 9913038 w 12188965"/>
              <a:gd name="connsiteY7502" fmla="*/ 1515965 h 2053176"/>
              <a:gd name="connsiteX7503" fmla="*/ 9887380 w 12188965"/>
              <a:gd name="connsiteY7503" fmla="*/ 1490305 h 2053176"/>
              <a:gd name="connsiteX7504" fmla="*/ 9913038 w 12188965"/>
              <a:gd name="connsiteY7504" fmla="*/ 1464647 h 2053176"/>
              <a:gd name="connsiteX7505" fmla="*/ 9720307 w 12188965"/>
              <a:gd name="connsiteY7505" fmla="*/ 1464647 h 2053176"/>
              <a:gd name="connsiteX7506" fmla="*/ 9745965 w 12188965"/>
              <a:gd name="connsiteY7506" fmla="*/ 1490305 h 2053176"/>
              <a:gd name="connsiteX7507" fmla="*/ 9720307 w 12188965"/>
              <a:gd name="connsiteY7507" fmla="*/ 1515965 h 2053176"/>
              <a:gd name="connsiteX7508" fmla="*/ 9694646 w 12188965"/>
              <a:gd name="connsiteY7508" fmla="*/ 1490305 h 2053176"/>
              <a:gd name="connsiteX7509" fmla="*/ 9720307 w 12188965"/>
              <a:gd name="connsiteY7509" fmla="*/ 1464647 h 2053176"/>
              <a:gd name="connsiteX7510" fmla="*/ 9591896 w 12188965"/>
              <a:gd name="connsiteY7510" fmla="*/ 1464647 h 2053176"/>
              <a:gd name="connsiteX7511" fmla="*/ 9617554 w 12188965"/>
              <a:gd name="connsiteY7511" fmla="*/ 1490305 h 2053176"/>
              <a:gd name="connsiteX7512" fmla="*/ 9591896 w 12188965"/>
              <a:gd name="connsiteY7512" fmla="*/ 1515965 h 2053176"/>
              <a:gd name="connsiteX7513" fmla="*/ 9566238 w 12188965"/>
              <a:gd name="connsiteY7513" fmla="*/ 1490305 h 2053176"/>
              <a:gd name="connsiteX7514" fmla="*/ 9591896 w 12188965"/>
              <a:gd name="connsiteY7514" fmla="*/ 1464647 h 2053176"/>
              <a:gd name="connsiteX7515" fmla="*/ 9527689 w 12188965"/>
              <a:gd name="connsiteY7515" fmla="*/ 1464647 h 2053176"/>
              <a:gd name="connsiteX7516" fmla="*/ 9553350 w 12188965"/>
              <a:gd name="connsiteY7516" fmla="*/ 1490305 h 2053176"/>
              <a:gd name="connsiteX7517" fmla="*/ 9527689 w 12188965"/>
              <a:gd name="connsiteY7517" fmla="*/ 1515965 h 2053176"/>
              <a:gd name="connsiteX7518" fmla="*/ 9502031 w 12188965"/>
              <a:gd name="connsiteY7518" fmla="*/ 1490305 h 2053176"/>
              <a:gd name="connsiteX7519" fmla="*/ 9527689 w 12188965"/>
              <a:gd name="connsiteY7519" fmla="*/ 1464647 h 2053176"/>
              <a:gd name="connsiteX7520" fmla="*/ 9463485 w 12188965"/>
              <a:gd name="connsiteY7520" fmla="*/ 1464647 h 2053176"/>
              <a:gd name="connsiteX7521" fmla="*/ 9489143 w 12188965"/>
              <a:gd name="connsiteY7521" fmla="*/ 1490305 h 2053176"/>
              <a:gd name="connsiteX7522" fmla="*/ 9463485 w 12188965"/>
              <a:gd name="connsiteY7522" fmla="*/ 1515965 h 2053176"/>
              <a:gd name="connsiteX7523" fmla="*/ 9437826 w 12188965"/>
              <a:gd name="connsiteY7523" fmla="*/ 1490305 h 2053176"/>
              <a:gd name="connsiteX7524" fmla="*/ 9463485 w 12188965"/>
              <a:gd name="connsiteY7524" fmla="*/ 1464647 h 2053176"/>
              <a:gd name="connsiteX7525" fmla="*/ 9399280 w 12188965"/>
              <a:gd name="connsiteY7525" fmla="*/ 1464647 h 2053176"/>
              <a:gd name="connsiteX7526" fmla="*/ 9424938 w 12188965"/>
              <a:gd name="connsiteY7526" fmla="*/ 1490305 h 2053176"/>
              <a:gd name="connsiteX7527" fmla="*/ 9399280 w 12188965"/>
              <a:gd name="connsiteY7527" fmla="*/ 1515965 h 2053176"/>
              <a:gd name="connsiteX7528" fmla="*/ 9373619 w 12188965"/>
              <a:gd name="connsiteY7528" fmla="*/ 1490305 h 2053176"/>
              <a:gd name="connsiteX7529" fmla="*/ 9399280 w 12188965"/>
              <a:gd name="connsiteY7529" fmla="*/ 1464647 h 2053176"/>
              <a:gd name="connsiteX7530" fmla="*/ 9335073 w 12188965"/>
              <a:gd name="connsiteY7530" fmla="*/ 1464647 h 2053176"/>
              <a:gd name="connsiteX7531" fmla="*/ 9360734 w 12188965"/>
              <a:gd name="connsiteY7531" fmla="*/ 1490305 h 2053176"/>
              <a:gd name="connsiteX7532" fmla="*/ 9335073 w 12188965"/>
              <a:gd name="connsiteY7532" fmla="*/ 1515964 h 2053176"/>
              <a:gd name="connsiteX7533" fmla="*/ 9309415 w 12188965"/>
              <a:gd name="connsiteY7533" fmla="*/ 1490305 h 2053176"/>
              <a:gd name="connsiteX7534" fmla="*/ 9335073 w 12188965"/>
              <a:gd name="connsiteY7534" fmla="*/ 1464647 h 2053176"/>
              <a:gd name="connsiteX7535" fmla="*/ 9142457 w 12188965"/>
              <a:gd name="connsiteY7535" fmla="*/ 1464647 h 2053176"/>
              <a:gd name="connsiteX7536" fmla="*/ 9168118 w 12188965"/>
              <a:gd name="connsiteY7536" fmla="*/ 1490305 h 2053176"/>
              <a:gd name="connsiteX7537" fmla="*/ 9142457 w 12188965"/>
              <a:gd name="connsiteY7537" fmla="*/ 1515965 h 2053176"/>
              <a:gd name="connsiteX7538" fmla="*/ 9116799 w 12188965"/>
              <a:gd name="connsiteY7538" fmla="*/ 1490305 h 2053176"/>
              <a:gd name="connsiteX7539" fmla="*/ 9142457 w 12188965"/>
              <a:gd name="connsiteY7539" fmla="*/ 1464647 h 2053176"/>
              <a:gd name="connsiteX7540" fmla="*/ 9078253 w 12188965"/>
              <a:gd name="connsiteY7540" fmla="*/ 1464647 h 2053176"/>
              <a:gd name="connsiteX7541" fmla="*/ 9103911 w 12188965"/>
              <a:gd name="connsiteY7541" fmla="*/ 1490305 h 2053176"/>
              <a:gd name="connsiteX7542" fmla="*/ 9078253 w 12188965"/>
              <a:gd name="connsiteY7542" fmla="*/ 1515965 h 2053176"/>
              <a:gd name="connsiteX7543" fmla="*/ 9052595 w 12188965"/>
              <a:gd name="connsiteY7543" fmla="*/ 1490305 h 2053176"/>
              <a:gd name="connsiteX7544" fmla="*/ 9078253 w 12188965"/>
              <a:gd name="connsiteY7544" fmla="*/ 1464647 h 2053176"/>
              <a:gd name="connsiteX7545" fmla="*/ 9014049 w 12188965"/>
              <a:gd name="connsiteY7545" fmla="*/ 1464647 h 2053176"/>
              <a:gd name="connsiteX7546" fmla="*/ 9039707 w 12188965"/>
              <a:gd name="connsiteY7546" fmla="*/ 1490305 h 2053176"/>
              <a:gd name="connsiteX7547" fmla="*/ 9014049 w 12188965"/>
              <a:gd name="connsiteY7547" fmla="*/ 1515965 h 2053176"/>
              <a:gd name="connsiteX7548" fmla="*/ 8988388 w 12188965"/>
              <a:gd name="connsiteY7548" fmla="*/ 1490305 h 2053176"/>
              <a:gd name="connsiteX7549" fmla="*/ 9014049 w 12188965"/>
              <a:gd name="connsiteY7549" fmla="*/ 1464647 h 2053176"/>
              <a:gd name="connsiteX7550" fmla="*/ 8949842 w 12188965"/>
              <a:gd name="connsiteY7550" fmla="*/ 1464647 h 2053176"/>
              <a:gd name="connsiteX7551" fmla="*/ 8975503 w 12188965"/>
              <a:gd name="connsiteY7551" fmla="*/ 1490305 h 2053176"/>
              <a:gd name="connsiteX7552" fmla="*/ 8949842 w 12188965"/>
              <a:gd name="connsiteY7552" fmla="*/ 1515964 h 2053176"/>
              <a:gd name="connsiteX7553" fmla="*/ 8924183 w 12188965"/>
              <a:gd name="connsiteY7553" fmla="*/ 1490305 h 2053176"/>
              <a:gd name="connsiteX7554" fmla="*/ 8949842 w 12188965"/>
              <a:gd name="connsiteY7554" fmla="*/ 1464647 h 2053176"/>
              <a:gd name="connsiteX7555" fmla="*/ 8821433 w 12188965"/>
              <a:gd name="connsiteY7555" fmla="*/ 1464647 h 2053176"/>
              <a:gd name="connsiteX7556" fmla="*/ 8847091 w 12188965"/>
              <a:gd name="connsiteY7556" fmla="*/ 1490305 h 2053176"/>
              <a:gd name="connsiteX7557" fmla="*/ 8821433 w 12188965"/>
              <a:gd name="connsiteY7557" fmla="*/ 1515965 h 2053176"/>
              <a:gd name="connsiteX7558" fmla="*/ 8795772 w 12188965"/>
              <a:gd name="connsiteY7558" fmla="*/ 1490305 h 2053176"/>
              <a:gd name="connsiteX7559" fmla="*/ 8821433 w 12188965"/>
              <a:gd name="connsiteY7559" fmla="*/ 1464647 h 2053176"/>
              <a:gd name="connsiteX7560" fmla="*/ 8757226 w 12188965"/>
              <a:gd name="connsiteY7560" fmla="*/ 1464647 h 2053176"/>
              <a:gd name="connsiteX7561" fmla="*/ 8782887 w 12188965"/>
              <a:gd name="connsiteY7561" fmla="*/ 1490305 h 2053176"/>
              <a:gd name="connsiteX7562" fmla="*/ 8757226 w 12188965"/>
              <a:gd name="connsiteY7562" fmla="*/ 1515965 h 2053176"/>
              <a:gd name="connsiteX7563" fmla="*/ 8731568 w 12188965"/>
              <a:gd name="connsiteY7563" fmla="*/ 1490305 h 2053176"/>
              <a:gd name="connsiteX7564" fmla="*/ 8757226 w 12188965"/>
              <a:gd name="connsiteY7564" fmla="*/ 1464647 h 2053176"/>
              <a:gd name="connsiteX7565" fmla="*/ 8692904 w 12188965"/>
              <a:gd name="connsiteY7565" fmla="*/ 1464647 h 2053176"/>
              <a:gd name="connsiteX7566" fmla="*/ 8718565 w 12188965"/>
              <a:gd name="connsiteY7566" fmla="*/ 1490305 h 2053176"/>
              <a:gd name="connsiteX7567" fmla="*/ 8692904 w 12188965"/>
              <a:gd name="connsiteY7567" fmla="*/ 1515965 h 2053176"/>
              <a:gd name="connsiteX7568" fmla="*/ 8667246 w 12188965"/>
              <a:gd name="connsiteY7568" fmla="*/ 1490305 h 2053176"/>
              <a:gd name="connsiteX7569" fmla="*/ 8692904 w 12188965"/>
              <a:gd name="connsiteY7569" fmla="*/ 1464647 h 2053176"/>
              <a:gd name="connsiteX7570" fmla="*/ 8564495 w 12188965"/>
              <a:gd name="connsiteY7570" fmla="*/ 1464647 h 2053176"/>
              <a:gd name="connsiteX7571" fmla="*/ 8590153 w 12188965"/>
              <a:gd name="connsiteY7571" fmla="*/ 1490305 h 2053176"/>
              <a:gd name="connsiteX7572" fmla="*/ 8564495 w 12188965"/>
              <a:gd name="connsiteY7572" fmla="*/ 1515964 h 2053176"/>
              <a:gd name="connsiteX7573" fmla="*/ 8538837 w 12188965"/>
              <a:gd name="connsiteY7573" fmla="*/ 1490305 h 2053176"/>
              <a:gd name="connsiteX7574" fmla="*/ 8564495 w 12188965"/>
              <a:gd name="connsiteY7574" fmla="*/ 1464647 h 2053176"/>
              <a:gd name="connsiteX7575" fmla="*/ 8500288 w 12188965"/>
              <a:gd name="connsiteY7575" fmla="*/ 1464647 h 2053176"/>
              <a:gd name="connsiteX7576" fmla="*/ 8525949 w 12188965"/>
              <a:gd name="connsiteY7576" fmla="*/ 1490305 h 2053176"/>
              <a:gd name="connsiteX7577" fmla="*/ 8500288 w 12188965"/>
              <a:gd name="connsiteY7577" fmla="*/ 1515965 h 2053176"/>
              <a:gd name="connsiteX7578" fmla="*/ 8474630 w 12188965"/>
              <a:gd name="connsiteY7578" fmla="*/ 1490305 h 2053176"/>
              <a:gd name="connsiteX7579" fmla="*/ 8500288 w 12188965"/>
              <a:gd name="connsiteY7579" fmla="*/ 1464647 h 2053176"/>
              <a:gd name="connsiteX7580" fmla="*/ 8307675 w 12188965"/>
              <a:gd name="connsiteY7580" fmla="*/ 1464647 h 2053176"/>
              <a:gd name="connsiteX7581" fmla="*/ 8333333 w 12188965"/>
              <a:gd name="connsiteY7581" fmla="*/ 1490305 h 2053176"/>
              <a:gd name="connsiteX7582" fmla="*/ 8307675 w 12188965"/>
              <a:gd name="connsiteY7582" fmla="*/ 1515965 h 2053176"/>
              <a:gd name="connsiteX7583" fmla="*/ 8282014 w 12188965"/>
              <a:gd name="connsiteY7583" fmla="*/ 1490305 h 2053176"/>
              <a:gd name="connsiteX7584" fmla="*/ 8307675 w 12188965"/>
              <a:gd name="connsiteY7584" fmla="*/ 1464647 h 2053176"/>
              <a:gd name="connsiteX7585" fmla="*/ 8243468 w 12188965"/>
              <a:gd name="connsiteY7585" fmla="*/ 1464647 h 2053176"/>
              <a:gd name="connsiteX7586" fmla="*/ 8269126 w 12188965"/>
              <a:gd name="connsiteY7586" fmla="*/ 1490305 h 2053176"/>
              <a:gd name="connsiteX7587" fmla="*/ 8243468 w 12188965"/>
              <a:gd name="connsiteY7587" fmla="*/ 1515964 h 2053176"/>
              <a:gd name="connsiteX7588" fmla="*/ 8217810 w 12188965"/>
              <a:gd name="connsiteY7588" fmla="*/ 1490305 h 2053176"/>
              <a:gd name="connsiteX7589" fmla="*/ 8243468 w 12188965"/>
              <a:gd name="connsiteY7589" fmla="*/ 1464647 h 2053176"/>
              <a:gd name="connsiteX7590" fmla="*/ 8115057 w 12188965"/>
              <a:gd name="connsiteY7590" fmla="*/ 1464647 h 2053176"/>
              <a:gd name="connsiteX7591" fmla="*/ 8140717 w 12188965"/>
              <a:gd name="connsiteY7591" fmla="*/ 1490305 h 2053176"/>
              <a:gd name="connsiteX7592" fmla="*/ 8115057 w 12188965"/>
              <a:gd name="connsiteY7592" fmla="*/ 1515965 h 2053176"/>
              <a:gd name="connsiteX7593" fmla="*/ 8089398 w 12188965"/>
              <a:gd name="connsiteY7593" fmla="*/ 1490305 h 2053176"/>
              <a:gd name="connsiteX7594" fmla="*/ 8115057 w 12188965"/>
              <a:gd name="connsiteY7594" fmla="*/ 1464647 h 2053176"/>
              <a:gd name="connsiteX7595" fmla="*/ 8050852 w 12188965"/>
              <a:gd name="connsiteY7595" fmla="*/ 1464647 h 2053176"/>
              <a:gd name="connsiteX7596" fmla="*/ 8076510 w 12188965"/>
              <a:gd name="connsiteY7596" fmla="*/ 1490305 h 2053176"/>
              <a:gd name="connsiteX7597" fmla="*/ 8050852 w 12188965"/>
              <a:gd name="connsiteY7597" fmla="*/ 1515965 h 2053176"/>
              <a:gd name="connsiteX7598" fmla="*/ 8025194 w 12188965"/>
              <a:gd name="connsiteY7598" fmla="*/ 1490305 h 2053176"/>
              <a:gd name="connsiteX7599" fmla="*/ 8050852 w 12188965"/>
              <a:gd name="connsiteY7599" fmla="*/ 1464647 h 2053176"/>
              <a:gd name="connsiteX7600" fmla="*/ 7986648 w 12188965"/>
              <a:gd name="connsiteY7600" fmla="*/ 1464647 h 2053176"/>
              <a:gd name="connsiteX7601" fmla="*/ 8012306 w 12188965"/>
              <a:gd name="connsiteY7601" fmla="*/ 1490305 h 2053176"/>
              <a:gd name="connsiteX7602" fmla="*/ 7986648 w 12188965"/>
              <a:gd name="connsiteY7602" fmla="*/ 1515965 h 2053176"/>
              <a:gd name="connsiteX7603" fmla="*/ 7960990 w 12188965"/>
              <a:gd name="connsiteY7603" fmla="*/ 1490305 h 2053176"/>
              <a:gd name="connsiteX7604" fmla="*/ 7986648 w 12188965"/>
              <a:gd name="connsiteY7604" fmla="*/ 1464647 h 2053176"/>
              <a:gd name="connsiteX7605" fmla="*/ 7922444 w 12188965"/>
              <a:gd name="connsiteY7605" fmla="*/ 1464647 h 2053176"/>
              <a:gd name="connsiteX7606" fmla="*/ 7948102 w 12188965"/>
              <a:gd name="connsiteY7606" fmla="*/ 1490305 h 2053176"/>
              <a:gd name="connsiteX7607" fmla="*/ 7922444 w 12188965"/>
              <a:gd name="connsiteY7607" fmla="*/ 1515965 h 2053176"/>
              <a:gd name="connsiteX7608" fmla="*/ 7896783 w 12188965"/>
              <a:gd name="connsiteY7608" fmla="*/ 1490305 h 2053176"/>
              <a:gd name="connsiteX7609" fmla="*/ 7922444 w 12188965"/>
              <a:gd name="connsiteY7609" fmla="*/ 1464647 h 2053176"/>
              <a:gd name="connsiteX7610" fmla="*/ 7858237 w 12188965"/>
              <a:gd name="connsiteY7610" fmla="*/ 1464647 h 2053176"/>
              <a:gd name="connsiteX7611" fmla="*/ 7883895 w 12188965"/>
              <a:gd name="connsiteY7611" fmla="*/ 1490305 h 2053176"/>
              <a:gd name="connsiteX7612" fmla="*/ 7858237 w 12188965"/>
              <a:gd name="connsiteY7612" fmla="*/ 1515964 h 2053176"/>
              <a:gd name="connsiteX7613" fmla="*/ 7832578 w 12188965"/>
              <a:gd name="connsiteY7613" fmla="*/ 1490305 h 2053176"/>
              <a:gd name="connsiteX7614" fmla="*/ 7858237 w 12188965"/>
              <a:gd name="connsiteY7614" fmla="*/ 1464647 h 2053176"/>
              <a:gd name="connsiteX7615" fmla="*/ 7794032 w 12188965"/>
              <a:gd name="connsiteY7615" fmla="*/ 1464647 h 2053176"/>
              <a:gd name="connsiteX7616" fmla="*/ 7819690 w 12188965"/>
              <a:gd name="connsiteY7616" fmla="*/ 1490305 h 2053176"/>
              <a:gd name="connsiteX7617" fmla="*/ 7794032 w 12188965"/>
              <a:gd name="connsiteY7617" fmla="*/ 1515964 h 2053176"/>
              <a:gd name="connsiteX7618" fmla="*/ 7768371 w 12188965"/>
              <a:gd name="connsiteY7618" fmla="*/ 1490305 h 2053176"/>
              <a:gd name="connsiteX7619" fmla="*/ 7794032 w 12188965"/>
              <a:gd name="connsiteY7619" fmla="*/ 1464647 h 2053176"/>
              <a:gd name="connsiteX7620" fmla="*/ 7729825 w 12188965"/>
              <a:gd name="connsiteY7620" fmla="*/ 1464647 h 2053176"/>
              <a:gd name="connsiteX7621" fmla="*/ 7755486 w 12188965"/>
              <a:gd name="connsiteY7621" fmla="*/ 1490305 h 2053176"/>
              <a:gd name="connsiteX7622" fmla="*/ 7729825 w 12188965"/>
              <a:gd name="connsiteY7622" fmla="*/ 1515965 h 2053176"/>
              <a:gd name="connsiteX7623" fmla="*/ 7704167 w 12188965"/>
              <a:gd name="connsiteY7623" fmla="*/ 1490305 h 2053176"/>
              <a:gd name="connsiteX7624" fmla="*/ 7729825 w 12188965"/>
              <a:gd name="connsiteY7624" fmla="*/ 1464647 h 2053176"/>
              <a:gd name="connsiteX7625" fmla="*/ 7665621 w 12188965"/>
              <a:gd name="connsiteY7625" fmla="*/ 1464647 h 2053176"/>
              <a:gd name="connsiteX7626" fmla="*/ 7691279 w 12188965"/>
              <a:gd name="connsiteY7626" fmla="*/ 1490305 h 2053176"/>
              <a:gd name="connsiteX7627" fmla="*/ 7665621 w 12188965"/>
              <a:gd name="connsiteY7627" fmla="*/ 1515965 h 2053176"/>
              <a:gd name="connsiteX7628" fmla="*/ 7639963 w 12188965"/>
              <a:gd name="connsiteY7628" fmla="*/ 1490305 h 2053176"/>
              <a:gd name="connsiteX7629" fmla="*/ 7665621 w 12188965"/>
              <a:gd name="connsiteY7629" fmla="*/ 1464647 h 2053176"/>
              <a:gd name="connsiteX7630" fmla="*/ 7601299 w 12188965"/>
              <a:gd name="connsiteY7630" fmla="*/ 1464647 h 2053176"/>
              <a:gd name="connsiteX7631" fmla="*/ 7626959 w 12188965"/>
              <a:gd name="connsiteY7631" fmla="*/ 1490305 h 2053176"/>
              <a:gd name="connsiteX7632" fmla="*/ 7601299 w 12188965"/>
              <a:gd name="connsiteY7632" fmla="*/ 1515965 h 2053176"/>
              <a:gd name="connsiteX7633" fmla="*/ 7575640 w 12188965"/>
              <a:gd name="connsiteY7633" fmla="*/ 1490305 h 2053176"/>
              <a:gd name="connsiteX7634" fmla="*/ 7601299 w 12188965"/>
              <a:gd name="connsiteY7634" fmla="*/ 1464647 h 2053176"/>
              <a:gd name="connsiteX7635" fmla="*/ 7537094 w 12188965"/>
              <a:gd name="connsiteY7635" fmla="*/ 1464647 h 2053176"/>
              <a:gd name="connsiteX7636" fmla="*/ 7562752 w 12188965"/>
              <a:gd name="connsiteY7636" fmla="*/ 1490305 h 2053176"/>
              <a:gd name="connsiteX7637" fmla="*/ 7537094 w 12188965"/>
              <a:gd name="connsiteY7637" fmla="*/ 1515965 h 2053176"/>
              <a:gd name="connsiteX7638" fmla="*/ 7511436 w 12188965"/>
              <a:gd name="connsiteY7638" fmla="*/ 1490305 h 2053176"/>
              <a:gd name="connsiteX7639" fmla="*/ 7537094 w 12188965"/>
              <a:gd name="connsiteY7639" fmla="*/ 1464647 h 2053176"/>
              <a:gd name="connsiteX7640" fmla="*/ 7472890 w 12188965"/>
              <a:gd name="connsiteY7640" fmla="*/ 1464647 h 2053176"/>
              <a:gd name="connsiteX7641" fmla="*/ 7498548 w 12188965"/>
              <a:gd name="connsiteY7641" fmla="*/ 1490305 h 2053176"/>
              <a:gd name="connsiteX7642" fmla="*/ 7472890 w 12188965"/>
              <a:gd name="connsiteY7642" fmla="*/ 1515964 h 2053176"/>
              <a:gd name="connsiteX7643" fmla="*/ 7447229 w 12188965"/>
              <a:gd name="connsiteY7643" fmla="*/ 1490305 h 2053176"/>
              <a:gd name="connsiteX7644" fmla="*/ 7472890 w 12188965"/>
              <a:gd name="connsiteY7644" fmla="*/ 1464647 h 2053176"/>
              <a:gd name="connsiteX7645" fmla="*/ 7408683 w 12188965"/>
              <a:gd name="connsiteY7645" fmla="*/ 1464647 h 2053176"/>
              <a:gd name="connsiteX7646" fmla="*/ 7434341 w 12188965"/>
              <a:gd name="connsiteY7646" fmla="*/ 1490305 h 2053176"/>
              <a:gd name="connsiteX7647" fmla="*/ 7408683 w 12188965"/>
              <a:gd name="connsiteY7647" fmla="*/ 1515965 h 2053176"/>
              <a:gd name="connsiteX7648" fmla="*/ 7383025 w 12188965"/>
              <a:gd name="connsiteY7648" fmla="*/ 1490305 h 2053176"/>
              <a:gd name="connsiteX7649" fmla="*/ 7408683 w 12188965"/>
              <a:gd name="connsiteY7649" fmla="*/ 1464647 h 2053176"/>
              <a:gd name="connsiteX7650" fmla="*/ 7344479 w 12188965"/>
              <a:gd name="connsiteY7650" fmla="*/ 1464647 h 2053176"/>
              <a:gd name="connsiteX7651" fmla="*/ 7370137 w 12188965"/>
              <a:gd name="connsiteY7651" fmla="*/ 1490305 h 2053176"/>
              <a:gd name="connsiteX7652" fmla="*/ 7344479 w 12188965"/>
              <a:gd name="connsiteY7652" fmla="*/ 1515965 h 2053176"/>
              <a:gd name="connsiteX7653" fmla="*/ 7318820 w 12188965"/>
              <a:gd name="connsiteY7653" fmla="*/ 1490305 h 2053176"/>
              <a:gd name="connsiteX7654" fmla="*/ 7344479 w 12188965"/>
              <a:gd name="connsiteY7654" fmla="*/ 1464647 h 2053176"/>
              <a:gd name="connsiteX7655" fmla="*/ 7280274 w 12188965"/>
              <a:gd name="connsiteY7655" fmla="*/ 1464647 h 2053176"/>
              <a:gd name="connsiteX7656" fmla="*/ 7305932 w 12188965"/>
              <a:gd name="connsiteY7656" fmla="*/ 1490305 h 2053176"/>
              <a:gd name="connsiteX7657" fmla="*/ 7280274 w 12188965"/>
              <a:gd name="connsiteY7657" fmla="*/ 1515965 h 2053176"/>
              <a:gd name="connsiteX7658" fmla="*/ 7254613 w 12188965"/>
              <a:gd name="connsiteY7658" fmla="*/ 1490305 h 2053176"/>
              <a:gd name="connsiteX7659" fmla="*/ 7280274 w 12188965"/>
              <a:gd name="connsiteY7659" fmla="*/ 1464647 h 2053176"/>
              <a:gd name="connsiteX7660" fmla="*/ 7216067 w 12188965"/>
              <a:gd name="connsiteY7660" fmla="*/ 1464647 h 2053176"/>
              <a:gd name="connsiteX7661" fmla="*/ 7241725 w 12188965"/>
              <a:gd name="connsiteY7661" fmla="*/ 1490305 h 2053176"/>
              <a:gd name="connsiteX7662" fmla="*/ 7216067 w 12188965"/>
              <a:gd name="connsiteY7662" fmla="*/ 1515965 h 2053176"/>
              <a:gd name="connsiteX7663" fmla="*/ 7190409 w 12188965"/>
              <a:gd name="connsiteY7663" fmla="*/ 1490305 h 2053176"/>
              <a:gd name="connsiteX7664" fmla="*/ 7216067 w 12188965"/>
              <a:gd name="connsiteY7664" fmla="*/ 1464647 h 2053176"/>
              <a:gd name="connsiteX7665" fmla="*/ 7151863 w 12188965"/>
              <a:gd name="connsiteY7665" fmla="*/ 1464647 h 2053176"/>
              <a:gd name="connsiteX7666" fmla="*/ 7177521 w 12188965"/>
              <a:gd name="connsiteY7666" fmla="*/ 1490305 h 2053176"/>
              <a:gd name="connsiteX7667" fmla="*/ 7151863 w 12188965"/>
              <a:gd name="connsiteY7667" fmla="*/ 1515964 h 2053176"/>
              <a:gd name="connsiteX7668" fmla="*/ 7126205 w 12188965"/>
              <a:gd name="connsiteY7668" fmla="*/ 1490305 h 2053176"/>
              <a:gd name="connsiteX7669" fmla="*/ 7151863 w 12188965"/>
              <a:gd name="connsiteY7669" fmla="*/ 1464647 h 2053176"/>
              <a:gd name="connsiteX7670" fmla="*/ 7087658 w 12188965"/>
              <a:gd name="connsiteY7670" fmla="*/ 1464647 h 2053176"/>
              <a:gd name="connsiteX7671" fmla="*/ 7113317 w 12188965"/>
              <a:gd name="connsiteY7671" fmla="*/ 1490305 h 2053176"/>
              <a:gd name="connsiteX7672" fmla="*/ 7087658 w 12188965"/>
              <a:gd name="connsiteY7672" fmla="*/ 1515964 h 2053176"/>
              <a:gd name="connsiteX7673" fmla="*/ 7061998 w 12188965"/>
              <a:gd name="connsiteY7673" fmla="*/ 1490305 h 2053176"/>
              <a:gd name="connsiteX7674" fmla="*/ 7087658 w 12188965"/>
              <a:gd name="connsiteY7674" fmla="*/ 1464647 h 2053176"/>
              <a:gd name="connsiteX7675" fmla="*/ 6895043 w 12188965"/>
              <a:gd name="connsiteY7675" fmla="*/ 1464647 h 2053176"/>
              <a:gd name="connsiteX7676" fmla="*/ 6920701 w 12188965"/>
              <a:gd name="connsiteY7676" fmla="*/ 1490305 h 2053176"/>
              <a:gd name="connsiteX7677" fmla="*/ 6895043 w 12188965"/>
              <a:gd name="connsiteY7677" fmla="*/ 1515965 h 2053176"/>
              <a:gd name="connsiteX7678" fmla="*/ 6869382 w 12188965"/>
              <a:gd name="connsiteY7678" fmla="*/ 1490305 h 2053176"/>
              <a:gd name="connsiteX7679" fmla="*/ 6895043 w 12188965"/>
              <a:gd name="connsiteY7679" fmla="*/ 1464647 h 2053176"/>
              <a:gd name="connsiteX7680" fmla="*/ 6766631 w 12188965"/>
              <a:gd name="connsiteY7680" fmla="*/ 1464647 h 2053176"/>
              <a:gd name="connsiteX7681" fmla="*/ 6792290 w 12188965"/>
              <a:gd name="connsiteY7681" fmla="*/ 1490305 h 2053176"/>
              <a:gd name="connsiteX7682" fmla="*/ 6766631 w 12188965"/>
              <a:gd name="connsiteY7682" fmla="*/ 1515964 h 2053176"/>
              <a:gd name="connsiteX7683" fmla="*/ 6740973 w 12188965"/>
              <a:gd name="connsiteY7683" fmla="*/ 1490305 h 2053176"/>
              <a:gd name="connsiteX7684" fmla="*/ 6766631 w 12188965"/>
              <a:gd name="connsiteY7684" fmla="*/ 1464647 h 2053176"/>
              <a:gd name="connsiteX7685" fmla="*/ 6702427 w 12188965"/>
              <a:gd name="connsiteY7685" fmla="*/ 1464647 h 2053176"/>
              <a:gd name="connsiteX7686" fmla="*/ 6728085 w 12188965"/>
              <a:gd name="connsiteY7686" fmla="*/ 1490305 h 2053176"/>
              <a:gd name="connsiteX7687" fmla="*/ 6702427 w 12188965"/>
              <a:gd name="connsiteY7687" fmla="*/ 1515964 h 2053176"/>
              <a:gd name="connsiteX7688" fmla="*/ 6676766 w 12188965"/>
              <a:gd name="connsiteY7688" fmla="*/ 1490305 h 2053176"/>
              <a:gd name="connsiteX7689" fmla="*/ 6702427 w 12188965"/>
              <a:gd name="connsiteY7689" fmla="*/ 1464647 h 2053176"/>
              <a:gd name="connsiteX7690" fmla="*/ 6638220 w 12188965"/>
              <a:gd name="connsiteY7690" fmla="*/ 1464647 h 2053176"/>
              <a:gd name="connsiteX7691" fmla="*/ 6663881 w 12188965"/>
              <a:gd name="connsiteY7691" fmla="*/ 1490305 h 2053176"/>
              <a:gd name="connsiteX7692" fmla="*/ 6638220 w 12188965"/>
              <a:gd name="connsiteY7692" fmla="*/ 1515965 h 2053176"/>
              <a:gd name="connsiteX7693" fmla="*/ 6612562 w 12188965"/>
              <a:gd name="connsiteY7693" fmla="*/ 1490305 h 2053176"/>
              <a:gd name="connsiteX7694" fmla="*/ 6638220 w 12188965"/>
              <a:gd name="connsiteY7694" fmla="*/ 1464647 h 2053176"/>
              <a:gd name="connsiteX7695" fmla="*/ 6574016 w 12188965"/>
              <a:gd name="connsiteY7695" fmla="*/ 1464647 h 2053176"/>
              <a:gd name="connsiteX7696" fmla="*/ 6599674 w 12188965"/>
              <a:gd name="connsiteY7696" fmla="*/ 1490305 h 2053176"/>
              <a:gd name="connsiteX7697" fmla="*/ 6574016 w 12188965"/>
              <a:gd name="connsiteY7697" fmla="*/ 1515965 h 2053176"/>
              <a:gd name="connsiteX7698" fmla="*/ 6548357 w 12188965"/>
              <a:gd name="connsiteY7698" fmla="*/ 1490305 h 2053176"/>
              <a:gd name="connsiteX7699" fmla="*/ 6574016 w 12188965"/>
              <a:gd name="connsiteY7699" fmla="*/ 1464647 h 2053176"/>
              <a:gd name="connsiteX7700" fmla="*/ 6381282 w 12188965"/>
              <a:gd name="connsiteY7700" fmla="*/ 1464647 h 2053176"/>
              <a:gd name="connsiteX7701" fmla="*/ 6406943 w 12188965"/>
              <a:gd name="connsiteY7701" fmla="*/ 1490305 h 2053176"/>
              <a:gd name="connsiteX7702" fmla="*/ 6381282 w 12188965"/>
              <a:gd name="connsiteY7702" fmla="*/ 1515964 h 2053176"/>
              <a:gd name="connsiteX7703" fmla="*/ 6355624 w 12188965"/>
              <a:gd name="connsiteY7703" fmla="*/ 1490305 h 2053176"/>
              <a:gd name="connsiteX7704" fmla="*/ 6381282 w 12188965"/>
              <a:gd name="connsiteY7704" fmla="*/ 1464647 h 2053176"/>
              <a:gd name="connsiteX7705" fmla="*/ 6317078 w 12188965"/>
              <a:gd name="connsiteY7705" fmla="*/ 1464647 h 2053176"/>
              <a:gd name="connsiteX7706" fmla="*/ 6342736 w 12188965"/>
              <a:gd name="connsiteY7706" fmla="*/ 1490305 h 2053176"/>
              <a:gd name="connsiteX7707" fmla="*/ 6317078 w 12188965"/>
              <a:gd name="connsiteY7707" fmla="*/ 1515965 h 2053176"/>
              <a:gd name="connsiteX7708" fmla="*/ 6291420 w 12188965"/>
              <a:gd name="connsiteY7708" fmla="*/ 1490305 h 2053176"/>
              <a:gd name="connsiteX7709" fmla="*/ 6317078 w 12188965"/>
              <a:gd name="connsiteY7709" fmla="*/ 1464647 h 2053176"/>
              <a:gd name="connsiteX7710" fmla="*/ 6252873 w 12188965"/>
              <a:gd name="connsiteY7710" fmla="*/ 1464647 h 2053176"/>
              <a:gd name="connsiteX7711" fmla="*/ 6278532 w 12188965"/>
              <a:gd name="connsiteY7711" fmla="*/ 1490305 h 2053176"/>
              <a:gd name="connsiteX7712" fmla="*/ 6252873 w 12188965"/>
              <a:gd name="connsiteY7712" fmla="*/ 1515965 h 2053176"/>
              <a:gd name="connsiteX7713" fmla="*/ 6227213 w 12188965"/>
              <a:gd name="connsiteY7713" fmla="*/ 1490305 h 2053176"/>
              <a:gd name="connsiteX7714" fmla="*/ 6252873 w 12188965"/>
              <a:gd name="connsiteY7714" fmla="*/ 1464647 h 2053176"/>
              <a:gd name="connsiteX7715" fmla="*/ 6188666 w 12188965"/>
              <a:gd name="connsiteY7715" fmla="*/ 1464647 h 2053176"/>
              <a:gd name="connsiteX7716" fmla="*/ 6214327 w 12188965"/>
              <a:gd name="connsiteY7716" fmla="*/ 1490305 h 2053176"/>
              <a:gd name="connsiteX7717" fmla="*/ 6188666 w 12188965"/>
              <a:gd name="connsiteY7717" fmla="*/ 1515965 h 2053176"/>
              <a:gd name="connsiteX7718" fmla="*/ 6163008 w 12188965"/>
              <a:gd name="connsiteY7718" fmla="*/ 1490305 h 2053176"/>
              <a:gd name="connsiteX7719" fmla="*/ 6188666 w 12188965"/>
              <a:gd name="connsiteY7719" fmla="*/ 1464647 h 2053176"/>
              <a:gd name="connsiteX7720" fmla="*/ 6124462 w 12188965"/>
              <a:gd name="connsiteY7720" fmla="*/ 1464647 h 2053176"/>
              <a:gd name="connsiteX7721" fmla="*/ 6150123 w 12188965"/>
              <a:gd name="connsiteY7721" fmla="*/ 1490305 h 2053176"/>
              <a:gd name="connsiteX7722" fmla="*/ 6124462 w 12188965"/>
              <a:gd name="connsiteY7722" fmla="*/ 1515965 h 2053176"/>
              <a:gd name="connsiteX7723" fmla="*/ 6098804 w 12188965"/>
              <a:gd name="connsiteY7723" fmla="*/ 1490305 h 2053176"/>
              <a:gd name="connsiteX7724" fmla="*/ 6124462 w 12188965"/>
              <a:gd name="connsiteY7724" fmla="*/ 1464647 h 2053176"/>
              <a:gd name="connsiteX7725" fmla="*/ 6064505 w 12188965"/>
              <a:gd name="connsiteY7725" fmla="*/ 1464647 h 2053176"/>
              <a:gd name="connsiteX7726" fmla="*/ 6090163 w 12188965"/>
              <a:gd name="connsiteY7726" fmla="*/ 1490305 h 2053176"/>
              <a:gd name="connsiteX7727" fmla="*/ 6064505 w 12188965"/>
              <a:gd name="connsiteY7727" fmla="*/ 1515965 h 2053176"/>
              <a:gd name="connsiteX7728" fmla="*/ 6038844 w 12188965"/>
              <a:gd name="connsiteY7728" fmla="*/ 1490305 h 2053176"/>
              <a:gd name="connsiteX7729" fmla="*/ 6064505 w 12188965"/>
              <a:gd name="connsiteY7729" fmla="*/ 1464647 h 2053176"/>
              <a:gd name="connsiteX7730" fmla="*/ 6000298 w 12188965"/>
              <a:gd name="connsiteY7730" fmla="*/ 1464647 h 2053176"/>
              <a:gd name="connsiteX7731" fmla="*/ 6025956 w 12188965"/>
              <a:gd name="connsiteY7731" fmla="*/ 1490305 h 2053176"/>
              <a:gd name="connsiteX7732" fmla="*/ 6000298 w 12188965"/>
              <a:gd name="connsiteY7732" fmla="*/ 1515965 h 2053176"/>
              <a:gd name="connsiteX7733" fmla="*/ 5974639 w 12188965"/>
              <a:gd name="connsiteY7733" fmla="*/ 1490305 h 2053176"/>
              <a:gd name="connsiteX7734" fmla="*/ 6000298 w 12188965"/>
              <a:gd name="connsiteY7734" fmla="*/ 1464647 h 2053176"/>
              <a:gd name="connsiteX7735" fmla="*/ 5936092 w 12188965"/>
              <a:gd name="connsiteY7735" fmla="*/ 1464647 h 2053176"/>
              <a:gd name="connsiteX7736" fmla="*/ 5961751 w 12188965"/>
              <a:gd name="connsiteY7736" fmla="*/ 1490305 h 2053176"/>
              <a:gd name="connsiteX7737" fmla="*/ 5936092 w 12188965"/>
              <a:gd name="connsiteY7737" fmla="*/ 1515965 h 2053176"/>
              <a:gd name="connsiteX7738" fmla="*/ 5910435 w 12188965"/>
              <a:gd name="connsiteY7738" fmla="*/ 1490305 h 2053176"/>
              <a:gd name="connsiteX7739" fmla="*/ 5936092 w 12188965"/>
              <a:gd name="connsiteY7739" fmla="*/ 1464647 h 2053176"/>
              <a:gd name="connsiteX7740" fmla="*/ 5743477 w 12188965"/>
              <a:gd name="connsiteY7740" fmla="*/ 1464647 h 2053176"/>
              <a:gd name="connsiteX7741" fmla="*/ 5769136 w 12188965"/>
              <a:gd name="connsiteY7741" fmla="*/ 1490305 h 2053176"/>
              <a:gd name="connsiteX7742" fmla="*/ 5743477 w 12188965"/>
              <a:gd name="connsiteY7742" fmla="*/ 1515964 h 2053176"/>
              <a:gd name="connsiteX7743" fmla="*/ 5717818 w 12188965"/>
              <a:gd name="connsiteY7743" fmla="*/ 1490305 h 2053176"/>
              <a:gd name="connsiteX7744" fmla="*/ 5743477 w 12188965"/>
              <a:gd name="connsiteY7744" fmla="*/ 1464647 h 2053176"/>
              <a:gd name="connsiteX7745" fmla="*/ 5679272 w 12188965"/>
              <a:gd name="connsiteY7745" fmla="*/ 1464647 h 2053176"/>
              <a:gd name="connsiteX7746" fmla="*/ 5704930 w 12188965"/>
              <a:gd name="connsiteY7746" fmla="*/ 1490305 h 2053176"/>
              <a:gd name="connsiteX7747" fmla="*/ 5679272 w 12188965"/>
              <a:gd name="connsiteY7747" fmla="*/ 1515965 h 2053176"/>
              <a:gd name="connsiteX7748" fmla="*/ 5653614 w 12188965"/>
              <a:gd name="connsiteY7748" fmla="*/ 1490305 h 2053176"/>
              <a:gd name="connsiteX7749" fmla="*/ 5679272 w 12188965"/>
              <a:gd name="connsiteY7749" fmla="*/ 1464647 h 2053176"/>
              <a:gd name="connsiteX7750" fmla="*/ 5615066 w 12188965"/>
              <a:gd name="connsiteY7750" fmla="*/ 1464647 h 2053176"/>
              <a:gd name="connsiteX7751" fmla="*/ 5640726 w 12188965"/>
              <a:gd name="connsiteY7751" fmla="*/ 1490305 h 2053176"/>
              <a:gd name="connsiteX7752" fmla="*/ 5615066 w 12188965"/>
              <a:gd name="connsiteY7752" fmla="*/ 1515965 h 2053176"/>
              <a:gd name="connsiteX7753" fmla="*/ 5589407 w 12188965"/>
              <a:gd name="connsiteY7753" fmla="*/ 1490305 h 2053176"/>
              <a:gd name="connsiteX7754" fmla="*/ 5615066 w 12188965"/>
              <a:gd name="connsiteY7754" fmla="*/ 1464647 h 2053176"/>
              <a:gd name="connsiteX7755" fmla="*/ 5550862 w 12188965"/>
              <a:gd name="connsiteY7755" fmla="*/ 1464647 h 2053176"/>
              <a:gd name="connsiteX7756" fmla="*/ 5576520 w 12188965"/>
              <a:gd name="connsiteY7756" fmla="*/ 1490305 h 2053176"/>
              <a:gd name="connsiteX7757" fmla="*/ 5550862 w 12188965"/>
              <a:gd name="connsiteY7757" fmla="*/ 1515965 h 2053176"/>
              <a:gd name="connsiteX7758" fmla="*/ 5525203 w 12188965"/>
              <a:gd name="connsiteY7758" fmla="*/ 1490305 h 2053176"/>
              <a:gd name="connsiteX7759" fmla="*/ 5550862 w 12188965"/>
              <a:gd name="connsiteY7759" fmla="*/ 1464647 h 2053176"/>
              <a:gd name="connsiteX7760" fmla="*/ 5486655 w 12188965"/>
              <a:gd name="connsiteY7760" fmla="*/ 1464647 h 2053176"/>
              <a:gd name="connsiteX7761" fmla="*/ 5512316 w 12188965"/>
              <a:gd name="connsiteY7761" fmla="*/ 1490305 h 2053176"/>
              <a:gd name="connsiteX7762" fmla="*/ 5486655 w 12188965"/>
              <a:gd name="connsiteY7762" fmla="*/ 1515965 h 2053176"/>
              <a:gd name="connsiteX7763" fmla="*/ 5460997 w 12188965"/>
              <a:gd name="connsiteY7763" fmla="*/ 1490305 h 2053176"/>
              <a:gd name="connsiteX7764" fmla="*/ 5486655 w 12188965"/>
              <a:gd name="connsiteY7764" fmla="*/ 1464647 h 2053176"/>
              <a:gd name="connsiteX7765" fmla="*/ 5422451 w 12188965"/>
              <a:gd name="connsiteY7765" fmla="*/ 1464647 h 2053176"/>
              <a:gd name="connsiteX7766" fmla="*/ 5448109 w 12188965"/>
              <a:gd name="connsiteY7766" fmla="*/ 1490305 h 2053176"/>
              <a:gd name="connsiteX7767" fmla="*/ 5422451 w 12188965"/>
              <a:gd name="connsiteY7767" fmla="*/ 1515964 h 2053176"/>
              <a:gd name="connsiteX7768" fmla="*/ 5396791 w 12188965"/>
              <a:gd name="connsiteY7768" fmla="*/ 1490305 h 2053176"/>
              <a:gd name="connsiteX7769" fmla="*/ 5422451 w 12188965"/>
              <a:gd name="connsiteY7769" fmla="*/ 1464647 h 2053176"/>
              <a:gd name="connsiteX7770" fmla="*/ 5358245 w 12188965"/>
              <a:gd name="connsiteY7770" fmla="*/ 1464647 h 2053176"/>
              <a:gd name="connsiteX7771" fmla="*/ 5383904 w 12188965"/>
              <a:gd name="connsiteY7771" fmla="*/ 1490305 h 2053176"/>
              <a:gd name="connsiteX7772" fmla="*/ 5358245 w 12188965"/>
              <a:gd name="connsiteY7772" fmla="*/ 1515964 h 2053176"/>
              <a:gd name="connsiteX7773" fmla="*/ 5332587 w 12188965"/>
              <a:gd name="connsiteY7773" fmla="*/ 1490305 h 2053176"/>
              <a:gd name="connsiteX7774" fmla="*/ 5358245 w 12188965"/>
              <a:gd name="connsiteY7774" fmla="*/ 1464647 h 2053176"/>
              <a:gd name="connsiteX7775" fmla="*/ 5229719 w 12188965"/>
              <a:gd name="connsiteY7775" fmla="*/ 1464647 h 2053176"/>
              <a:gd name="connsiteX7776" fmla="*/ 5255377 w 12188965"/>
              <a:gd name="connsiteY7776" fmla="*/ 1490305 h 2053176"/>
              <a:gd name="connsiteX7777" fmla="*/ 5229719 w 12188965"/>
              <a:gd name="connsiteY7777" fmla="*/ 1515965 h 2053176"/>
              <a:gd name="connsiteX7778" fmla="*/ 5204058 w 12188965"/>
              <a:gd name="connsiteY7778" fmla="*/ 1490305 h 2053176"/>
              <a:gd name="connsiteX7779" fmla="*/ 5229719 w 12188965"/>
              <a:gd name="connsiteY7779" fmla="*/ 1464647 h 2053176"/>
              <a:gd name="connsiteX7780" fmla="*/ 5101309 w 12188965"/>
              <a:gd name="connsiteY7780" fmla="*/ 1464647 h 2053176"/>
              <a:gd name="connsiteX7781" fmla="*/ 5126967 w 12188965"/>
              <a:gd name="connsiteY7781" fmla="*/ 1490305 h 2053176"/>
              <a:gd name="connsiteX7782" fmla="*/ 5101309 w 12188965"/>
              <a:gd name="connsiteY7782" fmla="*/ 1515965 h 2053176"/>
              <a:gd name="connsiteX7783" fmla="*/ 5075649 w 12188965"/>
              <a:gd name="connsiteY7783" fmla="*/ 1490305 h 2053176"/>
              <a:gd name="connsiteX7784" fmla="*/ 5101309 w 12188965"/>
              <a:gd name="connsiteY7784" fmla="*/ 1464647 h 2053176"/>
              <a:gd name="connsiteX7785" fmla="*/ 5037104 w 12188965"/>
              <a:gd name="connsiteY7785" fmla="*/ 1464647 h 2053176"/>
              <a:gd name="connsiteX7786" fmla="*/ 5062762 w 12188965"/>
              <a:gd name="connsiteY7786" fmla="*/ 1490305 h 2053176"/>
              <a:gd name="connsiteX7787" fmla="*/ 5037104 w 12188965"/>
              <a:gd name="connsiteY7787" fmla="*/ 1515964 h 2053176"/>
              <a:gd name="connsiteX7788" fmla="*/ 5011444 w 12188965"/>
              <a:gd name="connsiteY7788" fmla="*/ 1490305 h 2053176"/>
              <a:gd name="connsiteX7789" fmla="*/ 5037104 w 12188965"/>
              <a:gd name="connsiteY7789" fmla="*/ 1464647 h 2053176"/>
              <a:gd name="connsiteX7790" fmla="*/ 4972896 w 12188965"/>
              <a:gd name="connsiteY7790" fmla="*/ 1464647 h 2053176"/>
              <a:gd name="connsiteX7791" fmla="*/ 4998557 w 12188965"/>
              <a:gd name="connsiteY7791" fmla="*/ 1490305 h 2053176"/>
              <a:gd name="connsiteX7792" fmla="*/ 4972896 w 12188965"/>
              <a:gd name="connsiteY7792" fmla="*/ 1515965 h 2053176"/>
              <a:gd name="connsiteX7793" fmla="*/ 4947240 w 12188965"/>
              <a:gd name="connsiteY7793" fmla="*/ 1490305 h 2053176"/>
              <a:gd name="connsiteX7794" fmla="*/ 4972896 w 12188965"/>
              <a:gd name="connsiteY7794" fmla="*/ 1464647 h 2053176"/>
              <a:gd name="connsiteX7795" fmla="*/ 4908693 w 12188965"/>
              <a:gd name="connsiteY7795" fmla="*/ 1464647 h 2053176"/>
              <a:gd name="connsiteX7796" fmla="*/ 4934352 w 12188965"/>
              <a:gd name="connsiteY7796" fmla="*/ 1490305 h 2053176"/>
              <a:gd name="connsiteX7797" fmla="*/ 4908693 w 12188965"/>
              <a:gd name="connsiteY7797" fmla="*/ 1515965 h 2053176"/>
              <a:gd name="connsiteX7798" fmla="*/ 4883033 w 12188965"/>
              <a:gd name="connsiteY7798" fmla="*/ 1490305 h 2053176"/>
              <a:gd name="connsiteX7799" fmla="*/ 4908693 w 12188965"/>
              <a:gd name="connsiteY7799" fmla="*/ 1464647 h 2053176"/>
              <a:gd name="connsiteX7800" fmla="*/ 4844487 w 12188965"/>
              <a:gd name="connsiteY7800" fmla="*/ 1464647 h 2053176"/>
              <a:gd name="connsiteX7801" fmla="*/ 4870146 w 12188965"/>
              <a:gd name="connsiteY7801" fmla="*/ 1490305 h 2053176"/>
              <a:gd name="connsiteX7802" fmla="*/ 4844487 w 12188965"/>
              <a:gd name="connsiteY7802" fmla="*/ 1515965 h 2053176"/>
              <a:gd name="connsiteX7803" fmla="*/ 4818828 w 12188965"/>
              <a:gd name="connsiteY7803" fmla="*/ 1490305 h 2053176"/>
              <a:gd name="connsiteX7804" fmla="*/ 4844487 w 12188965"/>
              <a:gd name="connsiteY7804" fmla="*/ 1464647 h 2053176"/>
              <a:gd name="connsiteX7805" fmla="*/ 4780282 w 12188965"/>
              <a:gd name="connsiteY7805" fmla="*/ 1464647 h 2053176"/>
              <a:gd name="connsiteX7806" fmla="*/ 4805941 w 12188965"/>
              <a:gd name="connsiteY7806" fmla="*/ 1490305 h 2053176"/>
              <a:gd name="connsiteX7807" fmla="*/ 4780282 w 12188965"/>
              <a:gd name="connsiteY7807" fmla="*/ 1515965 h 2053176"/>
              <a:gd name="connsiteX7808" fmla="*/ 4754622 w 12188965"/>
              <a:gd name="connsiteY7808" fmla="*/ 1490305 h 2053176"/>
              <a:gd name="connsiteX7809" fmla="*/ 4780282 w 12188965"/>
              <a:gd name="connsiteY7809" fmla="*/ 1464647 h 2053176"/>
              <a:gd name="connsiteX7810" fmla="*/ 4651872 w 12188965"/>
              <a:gd name="connsiteY7810" fmla="*/ 1464647 h 2053176"/>
              <a:gd name="connsiteX7811" fmla="*/ 4677531 w 12188965"/>
              <a:gd name="connsiteY7811" fmla="*/ 1490305 h 2053176"/>
              <a:gd name="connsiteX7812" fmla="*/ 4651872 w 12188965"/>
              <a:gd name="connsiteY7812" fmla="*/ 1515964 h 2053176"/>
              <a:gd name="connsiteX7813" fmla="*/ 4626213 w 12188965"/>
              <a:gd name="connsiteY7813" fmla="*/ 1490305 h 2053176"/>
              <a:gd name="connsiteX7814" fmla="*/ 4651872 w 12188965"/>
              <a:gd name="connsiteY7814" fmla="*/ 1464647 h 2053176"/>
              <a:gd name="connsiteX7815" fmla="*/ 4587666 w 12188965"/>
              <a:gd name="connsiteY7815" fmla="*/ 1464647 h 2053176"/>
              <a:gd name="connsiteX7816" fmla="*/ 4613324 w 12188965"/>
              <a:gd name="connsiteY7816" fmla="*/ 1490305 h 2053176"/>
              <a:gd name="connsiteX7817" fmla="*/ 4587666 w 12188965"/>
              <a:gd name="connsiteY7817" fmla="*/ 1515965 h 2053176"/>
              <a:gd name="connsiteX7818" fmla="*/ 4562007 w 12188965"/>
              <a:gd name="connsiteY7818" fmla="*/ 1490305 h 2053176"/>
              <a:gd name="connsiteX7819" fmla="*/ 4587666 w 12188965"/>
              <a:gd name="connsiteY7819" fmla="*/ 1464647 h 2053176"/>
              <a:gd name="connsiteX7820" fmla="*/ 4523461 w 12188965"/>
              <a:gd name="connsiteY7820" fmla="*/ 1464647 h 2053176"/>
              <a:gd name="connsiteX7821" fmla="*/ 4549121 w 12188965"/>
              <a:gd name="connsiteY7821" fmla="*/ 1490305 h 2053176"/>
              <a:gd name="connsiteX7822" fmla="*/ 4523461 w 12188965"/>
              <a:gd name="connsiteY7822" fmla="*/ 1515965 h 2053176"/>
              <a:gd name="connsiteX7823" fmla="*/ 4497802 w 12188965"/>
              <a:gd name="connsiteY7823" fmla="*/ 1490305 h 2053176"/>
              <a:gd name="connsiteX7824" fmla="*/ 4523461 w 12188965"/>
              <a:gd name="connsiteY7824" fmla="*/ 1464647 h 2053176"/>
              <a:gd name="connsiteX7825" fmla="*/ 4395050 w 12188965"/>
              <a:gd name="connsiteY7825" fmla="*/ 1464647 h 2053176"/>
              <a:gd name="connsiteX7826" fmla="*/ 4420710 w 12188965"/>
              <a:gd name="connsiteY7826" fmla="*/ 1490305 h 2053176"/>
              <a:gd name="connsiteX7827" fmla="*/ 4395050 w 12188965"/>
              <a:gd name="connsiteY7827" fmla="*/ 1515965 h 2053176"/>
              <a:gd name="connsiteX7828" fmla="*/ 4369391 w 12188965"/>
              <a:gd name="connsiteY7828" fmla="*/ 1490305 h 2053176"/>
              <a:gd name="connsiteX7829" fmla="*/ 4395050 w 12188965"/>
              <a:gd name="connsiteY7829" fmla="*/ 1464647 h 2053176"/>
              <a:gd name="connsiteX7830" fmla="*/ 4202435 w 12188965"/>
              <a:gd name="connsiteY7830" fmla="*/ 1464647 h 2053176"/>
              <a:gd name="connsiteX7831" fmla="*/ 4228093 w 12188965"/>
              <a:gd name="connsiteY7831" fmla="*/ 1490305 h 2053176"/>
              <a:gd name="connsiteX7832" fmla="*/ 4202435 w 12188965"/>
              <a:gd name="connsiteY7832" fmla="*/ 1515965 h 2053176"/>
              <a:gd name="connsiteX7833" fmla="*/ 4176776 w 12188965"/>
              <a:gd name="connsiteY7833" fmla="*/ 1490305 h 2053176"/>
              <a:gd name="connsiteX7834" fmla="*/ 4202435 w 12188965"/>
              <a:gd name="connsiteY7834" fmla="*/ 1464647 h 2053176"/>
              <a:gd name="connsiteX7835" fmla="*/ 4009702 w 12188965"/>
              <a:gd name="connsiteY7835" fmla="*/ 1464647 h 2053176"/>
              <a:gd name="connsiteX7836" fmla="*/ 4035362 w 12188965"/>
              <a:gd name="connsiteY7836" fmla="*/ 1490305 h 2053176"/>
              <a:gd name="connsiteX7837" fmla="*/ 4009702 w 12188965"/>
              <a:gd name="connsiteY7837" fmla="*/ 1515965 h 2053176"/>
              <a:gd name="connsiteX7838" fmla="*/ 3984043 w 12188965"/>
              <a:gd name="connsiteY7838" fmla="*/ 1490305 h 2053176"/>
              <a:gd name="connsiteX7839" fmla="*/ 4009702 w 12188965"/>
              <a:gd name="connsiteY7839" fmla="*/ 1464647 h 2053176"/>
              <a:gd name="connsiteX7840" fmla="*/ 3881291 w 12188965"/>
              <a:gd name="connsiteY7840" fmla="*/ 1464647 h 2053176"/>
              <a:gd name="connsiteX7841" fmla="*/ 3906950 w 12188965"/>
              <a:gd name="connsiteY7841" fmla="*/ 1490305 h 2053176"/>
              <a:gd name="connsiteX7842" fmla="*/ 3881291 w 12188965"/>
              <a:gd name="connsiteY7842" fmla="*/ 1515965 h 2053176"/>
              <a:gd name="connsiteX7843" fmla="*/ 3855633 w 12188965"/>
              <a:gd name="connsiteY7843" fmla="*/ 1490305 h 2053176"/>
              <a:gd name="connsiteX7844" fmla="*/ 3881291 w 12188965"/>
              <a:gd name="connsiteY7844" fmla="*/ 1464647 h 2053176"/>
              <a:gd name="connsiteX7845" fmla="*/ 3817085 w 12188965"/>
              <a:gd name="connsiteY7845" fmla="*/ 1464647 h 2053176"/>
              <a:gd name="connsiteX7846" fmla="*/ 3842745 w 12188965"/>
              <a:gd name="connsiteY7846" fmla="*/ 1490305 h 2053176"/>
              <a:gd name="connsiteX7847" fmla="*/ 3817085 w 12188965"/>
              <a:gd name="connsiteY7847" fmla="*/ 1515965 h 2053176"/>
              <a:gd name="connsiteX7848" fmla="*/ 3791427 w 12188965"/>
              <a:gd name="connsiteY7848" fmla="*/ 1490305 h 2053176"/>
              <a:gd name="connsiteX7849" fmla="*/ 3817085 w 12188965"/>
              <a:gd name="connsiteY7849" fmla="*/ 1464647 h 2053176"/>
              <a:gd name="connsiteX7850" fmla="*/ 3752882 w 12188965"/>
              <a:gd name="connsiteY7850" fmla="*/ 1464647 h 2053176"/>
              <a:gd name="connsiteX7851" fmla="*/ 3778539 w 12188965"/>
              <a:gd name="connsiteY7851" fmla="*/ 1490305 h 2053176"/>
              <a:gd name="connsiteX7852" fmla="*/ 3752882 w 12188965"/>
              <a:gd name="connsiteY7852" fmla="*/ 1515965 h 2053176"/>
              <a:gd name="connsiteX7853" fmla="*/ 3727221 w 12188965"/>
              <a:gd name="connsiteY7853" fmla="*/ 1490305 h 2053176"/>
              <a:gd name="connsiteX7854" fmla="*/ 3752882 w 12188965"/>
              <a:gd name="connsiteY7854" fmla="*/ 1464647 h 2053176"/>
              <a:gd name="connsiteX7855" fmla="*/ 3688674 w 12188965"/>
              <a:gd name="connsiteY7855" fmla="*/ 1464647 h 2053176"/>
              <a:gd name="connsiteX7856" fmla="*/ 3714335 w 12188965"/>
              <a:gd name="connsiteY7856" fmla="*/ 1490305 h 2053176"/>
              <a:gd name="connsiteX7857" fmla="*/ 3688674 w 12188965"/>
              <a:gd name="connsiteY7857" fmla="*/ 1515965 h 2053176"/>
              <a:gd name="connsiteX7858" fmla="*/ 3663017 w 12188965"/>
              <a:gd name="connsiteY7858" fmla="*/ 1490305 h 2053176"/>
              <a:gd name="connsiteX7859" fmla="*/ 3688674 w 12188965"/>
              <a:gd name="connsiteY7859" fmla="*/ 1464647 h 2053176"/>
              <a:gd name="connsiteX7860" fmla="*/ 3624472 w 12188965"/>
              <a:gd name="connsiteY7860" fmla="*/ 1464647 h 2053176"/>
              <a:gd name="connsiteX7861" fmla="*/ 3650129 w 12188965"/>
              <a:gd name="connsiteY7861" fmla="*/ 1490305 h 2053176"/>
              <a:gd name="connsiteX7862" fmla="*/ 3624472 w 12188965"/>
              <a:gd name="connsiteY7862" fmla="*/ 1515964 h 2053176"/>
              <a:gd name="connsiteX7863" fmla="*/ 3598810 w 12188965"/>
              <a:gd name="connsiteY7863" fmla="*/ 1490305 h 2053176"/>
              <a:gd name="connsiteX7864" fmla="*/ 3624472 w 12188965"/>
              <a:gd name="connsiteY7864" fmla="*/ 1464647 h 2053176"/>
              <a:gd name="connsiteX7865" fmla="*/ 3431855 w 12188965"/>
              <a:gd name="connsiteY7865" fmla="*/ 1464647 h 2053176"/>
              <a:gd name="connsiteX7866" fmla="*/ 3457512 w 12188965"/>
              <a:gd name="connsiteY7866" fmla="*/ 1490305 h 2053176"/>
              <a:gd name="connsiteX7867" fmla="*/ 3431855 w 12188965"/>
              <a:gd name="connsiteY7867" fmla="*/ 1515965 h 2053176"/>
              <a:gd name="connsiteX7868" fmla="*/ 3406196 w 12188965"/>
              <a:gd name="connsiteY7868" fmla="*/ 1490305 h 2053176"/>
              <a:gd name="connsiteX7869" fmla="*/ 3431855 w 12188965"/>
              <a:gd name="connsiteY7869" fmla="*/ 1464647 h 2053176"/>
              <a:gd name="connsiteX7870" fmla="*/ 3367649 w 12188965"/>
              <a:gd name="connsiteY7870" fmla="*/ 1464647 h 2053176"/>
              <a:gd name="connsiteX7871" fmla="*/ 3393308 w 12188965"/>
              <a:gd name="connsiteY7871" fmla="*/ 1490305 h 2053176"/>
              <a:gd name="connsiteX7872" fmla="*/ 3367649 w 12188965"/>
              <a:gd name="connsiteY7872" fmla="*/ 1515965 h 2053176"/>
              <a:gd name="connsiteX7873" fmla="*/ 3341990 w 12188965"/>
              <a:gd name="connsiteY7873" fmla="*/ 1490305 h 2053176"/>
              <a:gd name="connsiteX7874" fmla="*/ 3367649 w 12188965"/>
              <a:gd name="connsiteY7874" fmla="*/ 1464647 h 2053176"/>
              <a:gd name="connsiteX7875" fmla="*/ 3303444 w 12188965"/>
              <a:gd name="connsiteY7875" fmla="*/ 1464647 h 2053176"/>
              <a:gd name="connsiteX7876" fmla="*/ 3329102 w 12188965"/>
              <a:gd name="connsiteY7876" fmla="*/ 1490305 h 2053176"/>
              <a:gd name="connsiteX7877" fmla="*/ 3303444 w 12188965"/>
              <a:gd name="connsiteY7877" fmla="*/ 1515965 h 2053176"/>
              <a:gd name="connsiteX7878" fmla="*/ 3277785 w 12188965"/>
              <a:gd name="connsiteY7878" fmla="*/ 1490305 h 2053176"/>
              <a:gd name="connsiteX7879" fmla="*/ 3303444 w 12188965"/>
              <a:gd name="connsiteY7879" fmla="*/ 1464647 h 2053176"/>
              <a:gd name="connsiteX7880" fmla="*/ 3239238 w 12188965"/>
              <a:gd name="connsiteY7880" fmla="*/ 1464647 h 2053176"/>
              <a:gd name="connsiteX7881" fmla="*/ 3264898 w 12188965"/>
              <a:gd name="connsiteY7881" fmla="*/ 1490305 h 2053176"/>
              <a:gd name="connsiteX7882" fmla="*/ 3239238 w 12188965"/>
              <a:gd name="connsiteY7882" fmla="*/ 1515964 h 2053176"/>
              <a:gd name="connsiteX7883" fmla="*/ 3213580 w 12188965"/>
              <a:gd name="connsiteY7883" fmla="*/ 1490305 h 2053176"/>
              <a:gd name="connsiteX7884" fmla="*/ 3239238 w 12188965"/>
              <a:gd name="connsiteY7884" fmla="*/ 1464647 h 2053176"/>
              <a:gd name="connsiteX7885" fmla="*/ 3110828 w 12188965"/>
              <a:gd name="connsiteY7885" fmla="*/ 1464647 h 2053176"/>
              <a:gd name="connsiteX7886" fmla="*/ 3136487 w 12188965"/>
              <a:gd name="connsiteY7886" fmla="*/ 1490305 h 2053176"/>
              <a:gd name="connsiteX7887" fmla="*/ 3110828 w 12188965"/>
              <a:gd name="connsiteY7887" fmla="*/ 1515965 h 2053176"/>
              <a:gd name="connsiteX7888" fmla="*/ 3085170 w 12188965"/>
              <a:gd name="connsiteY7888" fmla="*/ 1490305 h 2053176"/>
              <a:gd name="connsiteX7889" fmla="*/ 3110828 w 12188965"/>
              <a:gd name="connsiteY7889" fmla="*/ 1464647 h 2053176"/>
              <a:gd name="connsiteX7890" fmla="*/ 3046623 w 12188965"/>
              <a:gd name="connsiteY7890" fmla="*/ 1464647 h 2053176"/>
              <a:gd name="connsiteX7891" fmla="*/ 3072282 w 12188965"/>
              <a:gd name="connsiteY7891" fmla="*/ 1490305 h 2053176"/>
              <a:gd name="connsiteX7892" fmla="*/ 3046623 w 12188965"/>
              <a:gd name="connsiteY7892" fmla="*/ 1515965 h 2053176"/>
              <a:gd name="connsiteX7893" fmla="*/ 3020964 w 12188965"/>
              <a:gd name="connsiteY7893" fmla="*/ 1490305 h 2053176"/>
              <a:gd name="connsiteX7894" fmla="*/ 3046623 w 12188965"/>
              <a:gd name="connsiteY7894" fmla="*/ 1464647 h 2053176"/>
              <a:gd name="connsiteX7895" fmla="*/ 2982301 w 12188965"/>
              <a:gd name="connsiteY7895" fmla="*/ 1464647 h 2053176"/>
              <a:gd name="connsiteX7896" fmla="*/ 3007960 w 12188965"/>
              <a:gd name="connsiteY7896" fmla="*/ 1490305 h 2053176"/>
              <a:gd name="connsiteX7897" fmla="*/ 2982301 w 12188965"/>
              <a:gd name="connsiteY7897" fmla="*/ 1515965 h 2053176"/>
              <a:gd name="connsiteX7898" fmla="*/ 2956642 w 12188965"/>
              <a:gd name="connsiteY7898" fmla="*/ 1490305 h 2053176"/>
              <a:gd name="connsiteX7899" fmla="*/ 2982301 w 12188965"/>
              <a:gd name="connsiteY7899" fmla="*/ 1464647 h 2053176"/>
              <a:gd name="connsiteX7900" fmla="*/ 2853890 w 12188965"/>
              <a:gd name="connsiteY7900" fmla="*/ 1464647 h 2053176"/>
              <a:gd name="connsiteX7901" fmla="*/ 2879550 w 12188965"/>
              <a:gd name="connsiteY7901" fmla="*/ 1490305 h 2053176"/>
              <a:gd name="connsiteX7902" fmla="*/ 2853890 w 12188965"/>
              <a:gd name="connsiteY7902" fmla="*/ 1515964 h 2053176"/>
              <a:gd name="connsiteX7903" fmla="*/ 2828231 w 12188965"/>
              <a:gd name="connsiteY7903" fmla="*/ 1490305 h 2053176"/>
              <a:gd name="connsiteX7904" fmla="*/ 2853890 w 12188965"/>
              <a:gd name="connsiteY7904" fmla="*/ 1464647 h 2053176"/>
              <a:gd name="connsiteX7905" fmla="*/ 2789686 w 12188965"/>
              <a:gd name="connsiteY7905" fmla="*/ 1464647 h 2053176"/>
              <a:gd name="connsiteX7906" fmla="*/ 2815344 w 12188965"/>
              <a:gd name="connsiteY7906" fmla="*/ 1490305 h 2053176"/>
              <a:gd name="connsiteX7907" fmla="*/ 2789686 w 12188965"/>
              <a:gd name="connsiteY7907" fmla="*/ 1515965 h 2053176"/>
              <a:gd name="connsiteX7908" fmla="*/ 2764027 w 12188965"/>
              <a:gd name="connsiteY7908" fmla="*/ 1490305 h 2053176"/>
              <a:gd name="connsiteX7909" fmla="*/ 2789686 w 12188965"/>
              <a:gd name="connsiteY7909" fmla="*/ 1464647 h 2053176"/>
              <a:gd name="connsiteX7910" fmla="*/ 2597069 w 12188965"/>
              <a:gd name="connsiteY7910" fmla="*/ 1464647 h 2053176"/>
              <a:gd name="connsiteX7911" fmla="*/ 2622729 w 12188965"/>
              <a:gd name="connsiteY7911" fmla="*/ 1490305 h 2053176"/>
              <a:gd name="connsiteX7912" fmla="*/ 2597069 w 12188965"/>
              <a:gd name="connsiteY7912" fmla="*/ 1515965 h 2053176"/>
              <a:gd name="connsiteX7913" fmla="*/ 2571410 w 12188965"/>
              <a:gd name="connsiteY7913" fmla="*/ 1490305 h 2053176"/>
              <a:gd name="connsiteX7914" fmla="*/ 2597069 w 12188965"/>
              <a:gd name="connsiteY7914" fmla="*/ 1464647 h 2053176"/>
              <a:gd name="connsiteX7915" fmla="*/ 2532865 w 12188965"/>
              <a:gd name="connsiteY7915" fmla="*/ 1464647 h 2053176"/>
              <a:gd name="connsiteX7916" fmla="*/ 2558523 w 12188965"/>
              <a:gd name="connsiteY7916" fmla="*/ 1490305 h 2053176"/>
              <a:gd name="connsiteX7917" fmla="*/ 2532865 w 12188965"/>
              <a:gd name="connsiteY7917" fmla="*/ 1515964 h 2053176"/>
              <a:gd name="connsiteX7918" fmla="*/ 2507205 w 12188965"/>
              <a:gd name="connsiteY7918" fmla="*/ 1490305 h 2053176"/>
              <a:gd name="connsiteX7919" fmla="*/ 2532865 w 12188965"/>
              <a:gd name="connsiteY7919" fmla="*/ 1464647 h 2053176"/>
              <a:gd name="connsiteX7920" fmla="*/ 2404454 w 12188965"/>
              <a:gd name="connsiteY7920" fmla="*/ 1464647 h 2053176"/>
              <a:gd name="connsiteX7921" fmla="*/ 2430112 w 12188965"/>
              <a:gd name="connsiteY7921" fmla="*/ 1490305 h 2053176"/>
              <a:gd name="connsiteX7922" fmla="*/ 2404454 w 12188965"/>
              <a:gd name="connsiteY7922" fmla="*/ 1515965 h 2053176"/>
              <a:gd name="connsiteX7923" fmla="*/ 2378795 w 12188965"/>
              <a:gd name="connsiteY7923" fmla="*/ 1490305 h 2053176"/>
              <a:gd name="connsiteX7924" fmla="*/ 2404454 w 12188965"/>
              <a:gd name="connsiteY7924" fmla="*/ 1464647 h 2053176"/>
              <a:gd name="connsiteX7925" fmla="*/ 2340249 w 12188965"/>
              <a:gd name="connsiteY7925" fmla="*/ 1464647 h 2053176"/>
              <a:gd name="connsiteX7926" fmla="*/ 2365908 w 12188965"/>
              <a:gd name="connsiteY7926" fmla="*/ 1490305 h 2053176"/>
              <a:gd name="connsiteX7927" fmla="*/ 2340249 w 12188965"/>
              <a:gd name="connsiteY7927" fmla="*/ 1515965 h 2053176"/>
              <a:gd name="connsiteX7928" fmla="*/ 2314590 w 12188965"/>
              <a:gd name="connsiteY7928" fmla="*/ 1490305 h 2053176"/>
              <a:gd name="connsiteX7929" fmla="*/ 2340249 w 12188965"/>
              <a:gd name="connsiteY7929" fmla="*/ 1464647 h 2053176"/>
              <a:gd name="connsiteX7930" fmla="*/ 2276044 w 12188965"/>
              <a:gd name="connsiteY7930" fmla="*/ 1464647 h 2053176"/>
              <a:gd name="connsiteX7931" fmla="*/ 2301702 w 12188965"/>
              <a:gd name="connsiteY7931" fmla="*/ 1490305 h 2053176"/>
              <a:gd name="connsiteX7932" fmla="*/ 2276044 w 12188965"/>
              <a:gd name="connsiteY7932" fmla="*/ 1515965 h 2053176"/>
              <a:gd name="connsiteX7933" fmla="*/ 2250385 w 12188965"/>
              <a:gd name="connsiteY7933" fmla="*/ 1490305 h 2053176"/>
              <a:gd name="connsiteX7934" fmla="*/ 2276044 w 12188965"/>
              <a:gd name="connsiteY7934" fmla="*/ 1464647 h 2053176"/>
              <a:gd name="connsiteX7935" fmla="*/ 2211838 w 12188965"/>
              <a:gd name="connsiteY7935" fmla="*/ 1464647 h 2053176"/>
              <a:gd name="connsiteX7936" fmla="*/ 2237497 w 12188965"/>
              <a:gd name="connsiteY7936" fmla="*/ 1490305 h 2053176"/>
              <a:gd name="connsiteX7937" fmla="*/ 2211838 w 12188965"/>
              <a:gd name="connsiteY7937" fmla="*/ 1515965 h 2053176"/>
              <a:gd name="connsiteX7938" fmla="*/ 2186178 w 12188965"/>
              <a:gd name="connsiteY7938" fmla="*/ 1490305 h 2053176"/>
              <a:gd name="connsiteX7939" fmla="*/ 2211838 w 12188965"/>
              <a:gd name="connsiteY7939" fmla="*/ 1464647 h 2053176"/>
              <a:gd name="connsiteX7940" fmla="*/ 2147633 w 12188965"/>
              <a:gd name="connsiteY7940" fmla="*/ 1464647 h 2053176"/>
              <a:gd name="connsiteX7941" fmla="*/ 2173293 w 12188965"/>
              <a:gd name="connsiteY7941" fmla="*/ 1490305 h 2053176"/>
              <a:gd name="connsiteX7942" fmla="*/ 2147633 w 12188965"/>
              <a:gd name="connsiteY7942" fmla="*/ 1515964 h 2053176"/>
              <a:gd name="connsiteX7943" fmla="*/ 2121975 w 12188965"/>
              <a:gd name="connsiteY7943" fmla="*/ 1490305 h 2053176"/>
              <a:gd name="connsiteX7944" fmla="*/ 2147633 w 12188965"/>
              <a:gd name="connsiteY7944" fmla="*/ 1464647 h 2053176"/>
              <a:gd name="connsiteX7945" fmla="*/ 2083427 w 12188965"/>
              <a:gd name="connsiteY7945" fmla="*/ 1464647 h 2053176"/>
              <a:gd name="connsiteX7946" fmla="*/ 2109087 w 12188965"/>
              <a:gd name="connsiteY7946" fmla="*/ 1490305 h 2053176"/>
              <a:gd name="connsiteX7947" fmla="*/ 2083427 w 12188965"/>
              <a:gd name="connsiteY7947" fmla="*/ 1515964 h 2053176"/>
              <a:gd name="connsiteX7948" fmla="*/ 2057768 w 12188965"/>
              <a:gd name="connsiteY7948" fmla="*/ 1490305 h 2053176"/>
              <a:gd name="connsiteX7949" fmla="*/ 2083427 w 12188965"/>
              <a:gd name="connsiteY7949" fmla="*/ 1464647 h 2053176"/>
              <a:gd name="connsiteX7950" fmla="*/ 2019222 w 12188965"/>
              <a:gd name="connsiteY7950" fmla="*/ 1464647 h 2053176"/>
              <a:gd name="connsiteX7951" fmla="*/ 2044880 w 12188965"/>
              <a:gd name="connsiteY7951" fmla="*/ 1490305 h 2053176"/>
              <a:gd name="connsiteX7952" fmla="*/ 2019222 w 12188965"/>
              <a:gd name="connsiteY7952" fmla="*/ 1515965 h 2053176"/>
              <a:gd name="connsiteX7953" fmla="*/ 1993563 w 12188965"/>
              <a:gd name="connsiteY7953" fmla="*/ 1490305 h 2053176"/>
              <a:gd name="connsiteX7954" fmla="*/ 2019222 w 12188965"/>
              <a:gd name="connsiteY7954" fmla="*/ 1464647 h 2053176"/>
              <a:gd name="connsiteX7955" fmla="*/ 1955016 w 12188965"/>
              <a:gd name="connsiteY7955" fmla="*/ 1464647 h 2053176"/>
              <a:gd name="connsiteX7956" fmla="*/ 1980676 w 12188965"/>
              <a:gd name="connsiteY7956" fmla="*/ 1490305 h 2053176"/>
              <a:gd name="connsiteX7957" fmla="*/ 1955016 w 12188965"/>
              <a:gd name="connsiteY7957" fmla="*/ 1515965 h 2053176"/>
              <a:gd name="connsiteX7958" fmla="*/ 1929358 w 12188965"/>
              <a:gd name="connsiteY7958" fmla="*/ 1490305 h 2053176"/>
              <a:gd name="connsiteX7959" fmla="*/ 1955016 w 12188965"/>
              <a:gd name="connsiteY7959" fmla="*/ 1464647 h 2053176"/>
              <a:gd name="connsiteX7960" fmla="*/ 1890696 w 12188965"/>
              <a:gd name="connsiteY7960" fmla="*/ 1464647 h 2053176"/>
              <a:gd name="connsiteX7961" fmla="*/ 1916355 w 12188965"/>
              <a:gd name="connsiteY7961" fmla="*/ 1490305 h 2053176"/>
              <a:gd name="connsiteX7962" fmla="*/ 1890696 w 12188965"/>
              <a:gd name="connsiteY7962" fmla="*/ 1515965 h 2053176"/>
              <a:gd name="connsiteX7963" fmla="*/ 1865037 w 12188965"/>
              <a:gd name="connsiteY7963" fmla="*/ 1490305 h 2053176"/>
              <a:gd name="connsiteX7964" fmla="*/ 1890696 w 12188965"/>
              <a:gd name="connsiteY7964" fmla="*/ 1464647 h 2053176"/>
              <a:gd name="connsiteX7965" fmla="*/ 1826490 w 12188965"/>
              <a:gd name="connsiteY7965" fmla="*/ 1464647 h 2053176"/>
              <a:gd name="connsiteX7966" fmla="*/ 1852149 w 12188965"/>
              <a:gd name="connsiteY7966" fmla="*/ 1490305 h 2053176"/>
              <a:gd name="connsiteX7967" fmla="*/ 1826490 w 12188965"/>
              <a:gd name="connsiteY7967" fmla="*/ 1515965 h 2053176"/>
              <a:gd name="connsiteX7968" fmla="*/ 1800830 w 12188965"/>
              <a:gd name="connsiteY7968" fmla="*/ 1490305 h 2053176"/>
              <a:gd name="connsiteX7969" fmla="*/ 1826490 w 12188965"/>
              <a:gd name="connsiteY7969" fmla="*/ 1464647 h 2053176"/>
              <a:gd name="connsiteX7970" fmla="*/ 1762285 w 12188965"/>
              <a:gd name="connsiteY7970" fmla="*/ 1464647 h 2053176"/>
              <a:gd name="connsiteX7971" fmla="*/ 1787944 w 12188965"/>
              <a:gd name="connsiteY7971" fmla="*/ 1490305 h 2053176"/>
              <a:gd name="connsiteX7972" fmla="*/ 1762285 w 12188965"/>
              <a:gd name="connsiteY7972" fmla="*/ 1515964 h 2053176"/>
              <a:gd name="connsiteX7973" fmla="*/ 1736626 w 12188965"/>
              <a:gd name="connsiteY7973" fmla="*/ 1490305 h 2053176"/>
              <a:gd name="connsiteX7974" fmla="*/ 1762285 w 12188965"/>
              <a:gd name="connsiteY7974" fmla="*/ 1464647 h 2053176"/>
              <a:gd name="connsiteX7975" fmla="*/ 1698080 w 12188965"/>
              <a:gd name="connsiteY7975" fmla="*/ 1464647 h 2053176"/>
              <a:gd name="connsiteX7976" fmla="*/ 1723738 w 12188965"/>
              <a:gd name="connsiteY7976" fmla="*/ 1490305 h 2053176"/>
              <a:gd name="connsiteX7977" fmla="*/ 1698080 w 12188965"/>
              <a:gd name="connsiteY7977" fmla="*/ 1515965 h 2053176"/>
              <a:gd name="connsiteX7978" fmla="*/ 1672420 w 12188965"/>
              <a:gd name="connsiteY7978" fmla="*/ 1490305 h 2053176"/>
              <a:gd name="connsiteX7979" fmla="*/ 1698080 w 12188965"/>
              <a:gd name="connsiteY7979" fmla="*/ 1464647 h 2053176"/>
              <a:gd name="connsiteX7980" fmla="*/ 1633874 w 12188965"/>
              <a:gd name="connsiteY7980" fmla="*/ 1464647 h 2053176"/>
              <a:gd name="connsiteX7981" fmla="*/ 1659533 w 12188965"/>
              <a:gd name="connsiteY7981" fmla="*/ 1490305 h 2053176"/>
              <a:gd name="connsiteX7982" fmla="*/ 1633874 w 12188965"/>
              <a:gd name="connsiteY7982" fmla="*/ 1515965 h 2053176"/>
              <a:gd name="connsiteX7983" fmla="*/ 1608216 w 12188965"/>
              <a:gd name="connsiteY7983" fmla="*/ 1490305 h 2053176"/>
              <a:gd name="connsiteX7984" fmla="*/ 1633874 w 12188965"/>
              <a:gd name="connsiteY7984" fmla="*/ 1464647 h 2053176"/>
              <a:gd name="connsiteX7985" fmla="*/ 1569669 w 12188965"/>
              <a:gd name="connsiteY7985" fmla="*/ 1464647 h 2053176"/>
              <a:gd name="connsiteX7986" fmla="*/ 1595328 w 12188965"/>
              <a:gd name="connsiteY7986" fmla="*/ 1490305 h 2053176"/>
              <a:gd name="connsiteX7987" fmla="*/ 1569669 w 12188965"/>
              <a:gd name="connsiteY7987" fmla="*/ 1515965 h 2053176"/>
              <a:gd name="connsiteX7988" fmla="*/ 1544010 w 12188965"/>
              <a:gd name="connsiteY7988" fmla="*/ 1490305 h 2053176"/>
              <a:gd name="connsiteX7989" fmla="*/ 1569669 w 12188965"/>
              <a:gd name="connsiteY7989" fmla="*/ 1464647 h 2053176"/>
              <a:gd name="connsiteX7990" fmla="*/ 1505464 w 12188965"/>
              <a:gd name="connsiteY7990" fmla="*/ 1464647 h 2053176"/>
              <a:gd name="connsiteX7991" fmla="*/ 1531123 w 12188965"/>
              <a:gd name="connsiteY7991" fmla="*/ 1490305 h 2053176"/>
              <a:gd name="connsiteX7992" fmla="*/ 1505464 w 12188965"/>
              <a:gd name="connsiteY7992" fmla="*/ 1515965 h 2053176"/>
              <a:gd name="connsiteX7993" fmla="*/ 1479806 w 12188965"/>
              <a:gd name="connsiteY7993" fmla="*/ 1490305 h 2053176"/>
              <a:gd name="connsiteX7994" fmla="*/ 1505464 w 12188965"/>
              <a:gd name="connsiteY7994" fmla="*/ 1464647 h 2053176"/>
              <a:gd name="connsiteX7995" fmla="*/ 1441258 w 12188965"/>
              <a:gd name="connsiteY7995" fmla="*/ 1464647 h 2053176"/>
              <a:gd name="connsiteX7996" fmla="*/ 1466917 w 12188965"/>
              <a:gd name="connsiteY7996" fmla="*/ 1490305 h 2053176"/>
              <a:gd name="connsiteX7997" fmla="*/ 1441258 w 12188965"/>
              <a:gd name="connsiteY7997" fmla="*/ 1515964 h 2053176"/>
              <a:gd name="connsiteX7998" fmla="*/ 1415599 w 12188965"/>
              <a:gd name="connsiteY7998" fmla="*/ 1490305 h 2053176"/>
              <a:gd name="connsiteX7999" fmla="*/ 1441258 w 12188965"/>
              <a:gd name="connsiteY7999" fmla="*/ 1464647 h 2053176"/>
              <a:gd name="connsiteX8000" fmla="*/ 1377053 w 12188965"/>
              <a:gd name="connsiteY8000" fmla="*/ 1464647 h 2053176"/>
              <a:gd name="connsiteX8001" fmla="*/ 1402712 w 12188965"/>
              <a:gd name="connsiteY8001" fmla="*/ 1490305 h 2053176"/>
              <a:gd name="connsiteX8002" fmla="*/ 1377053 w 12188965"/>
              <a:gd name="connsiteY8002" fmla="*/ 1515964 h 2053176"/>
              <a:gd name="connsiteX8003" fmla="*/ 1351395 w 12188965"/>
              <a:gd name="connsiteY8003" fmla="*/ 1490305 h 2053176"/>
              <a:gd name="connsiteX8004" fmla="*/ 1377053 w 12188965"/>
              <a:gd name="connsiteY8004" fmla="*/ 1464647 h 2053176"/>
              <a:gd name="connsiteX8005" fmla="*/ 1184437 w 12188965"/>
              <a:gd name="connsiteY8005" fmla="*/ 1464647 h 2053176"/>
              <a:gd name="connsiteX8006" fmla="*/ 1210096 w 12188965"/>
              <a:gd name="connsiteY8006" fmla="*/ 1490305 h 2053176"/>
              <a:gd name="connsiteX8007" fmla="*/ 1184437 w 12188965"/>
              <a:gd name="connsiteY8007" fmla="*/ 1515965 h 2053176"/>
              <a:gd name="connsiteX8008" fmla="*/ 1158780 w 12188965"/>
              <a:gd name="connsiteY8008" fmla="*/ 1490305 h 2053176"/>
              <a:gd name="connsiteX8009" fmla="*/ 1184437 w 12188965"/>
              <a:gd name="connsiteY8009" fmla="*/ 1464647 h 2053176"/>
              <a:gd name="connsiteX8010" fmla="*/ 1056027 w 12188965"/>
              <a:gd name="connsiteY8010" fmla="*/ 1464647 h 2053176"/>
              <a:gd name="connsiteX8011" fmla="*/ 1081685 w 12188965"/>
              <a:gd name="connsiteY8011" fmla="*/ 1490305 h 2053176"/>
              <a:gd name="connsiteX8012" fmla="*/ 1056027 w 12188965"/>
              <a:gd name="connsiteY8012" fmla="*/ 1515964 h 2053176"/>
              <a:gd name="connsiteX8013" fmla="*/ 1030369 w 12188965"/>
              <a:gd name="connsiteY8013" fmla="*/ 1490305 h 2053176"/>
              <a:gd name="connsiteX8014" fmla="*/ 1056027 w 12188965"/>
              <a:gd name="connsiteY8014" fmla="*/ 1464647 h 2053176"/>
              <a:gd name="connsiteX8015" fmla="*/ 991823 w 12188965"/>
              <a:gd name="connsiteY8015" fmla="*/ 1464647 h 2053176"/>
              <a:gd name="connsiteX8016" fmla="*/ 1017481 w 12188965"/>
              <a:gd name="connsiteY8016" fmla="*/ 1490305 h 2053176"/>
              <a:gd name="connsiteX8017" fmla="*/ 991823 w 12188965"/>
              <a:gd name="connsiteY8017" fmla="*/ 1515964 h 2053176"/>
              <a:gd name="connsiteX8018" fmla="*/ 966162 w 12188965"/>
              <a:gd name="connsiteY8018" fmla="*/ 1490305 h 2053176"/>
              <a:gd name="connsiteX8019" fmla="*/ 991823 w 12188965"/>
              <a:gd name="connsiteY8019" fmla="*/ 1464647 h 2053176"/>
              <a:gd name="connsiteX8020" fmla="*/ 927616 w 12188965"/>
              <a:gd name="connsiteY8020" fmla="*/ 1464647 h 2053176"/>
              <a:gd name="connsiteX8021" fmla="*/ 953275 w 12188965"/>
              <a:gd name="connsiteY8021" fmla="*/ 1490305 h 2053176"/>
              <a:gd name="connsiteX8022" fmla="*/ 927616 w 12188965"/>
              <a:gd name="connsiteY8022" fmla="*/ 1515965 h 2053176"/>
              <a:gd name="connsiteX8023" fmla="*/ 901957 w 12188965"/>
              <a:gd name="connsiteY8023" fmla="*/ 1490305 h 2053176"/>
              <a:gd name="connsiteX8024" fmla="*/ 927616 w 12188965"/>
              <a:gd name="connsiteY8024" fmla="*/ 1464647 h 2053176"/>
              <a:gd name="connsiteX8025" fmla="*/ 863411 w 12188965"/>
              <a:gd name="connsiteY8025" fmla="*/ 1464647 h 2053176"/>
              <a:gd name="connsiteX8026" fmla="*/ 889071 w 12188965"/>
              <a:gd name="connsiteY8026" fmla="*/ 1490305 h 2053176"/>
              <a:gd name="connsiteX8027" fmla="*/ 863411 w 12188965"/>
              <a:gd name="connsiteY8027" fmla="*/ 1515965 h 2053176"/>
              <a:gd name="connsiteX8028" fmla="*/ 837752 w 12188965"/>
              <a:gd name="connsiteY8028" fmla="*/ 1490305 h 2053176"/>
              <a:gd name="connsiteX8029" fmla="*/ 863411 w 12188965"/>
              <a:gd name="connsiteY8029" fmla="*/ 1464647 h 2053176"/>
              <a:gd name="connsiteX8030" fmla="*/ 670679 w 12188965"/>
              <a:gd name="connsiteY8030" fmla="*/ 1464647 h 2053176"/>
              <a:gd name="connsiteX8031" fmla="*/ 696338 w 12188965"/>
              <a:gd name="connsiteY8031" fmla="*/ 1490305 h 2053176"/>
              <a:gd name="connsiteX8032" fmla="*/ 670679 w 12188965"/>
              <a:gd name="connsiteY8032" fmla="*/ 1515964 h 2053176"/>
              <a:gd name="connsiteX8033" fmla="*/ 645020 w 12188965"/>
              <a:gd name="connsiteY8033" fmla="*/ 1490305 h 2053176"/>
              <a:gd name="connsiteX8034" fmla="*/ 670679 w 12188965"/>
              <a:gd name="connsiteY8034" fmla="*/ 1464647 h 2053176"/>
              <a:gd name="connsiteX8035" fmla="*/ 606475 w 12188965"/>
              <a:gd name="connsiteY8035" fmla="*/ 1464647 h 2053176"/>
              <a:gd name="connsiteX8036" fmla="*/ 632134 w 12188965"/>
              <a:gd name="connsiteY8036" fmla="*/ 1490305 h 2053176"/>
              <a:gd name="connsiteX8037" fmla="*/ 606475 w 12188965"/>
              <a:gd name="connsiteY8037" fmla="*/ 1515965 h 2053176"/>
              <a:gd name="connsiteX8038" fmla="*/ 580815 w 12188965"/>
              <a:gd name="connsiteY8038" fmla="*/ 1490305 h 2053176"/>
              <a:gd name="connsiteX8039" fmla="*/ 606475 w 12188965"/>
              <a:gd name="connsiteY8039" fmla="*/ 1464647 h 2053176"/>
              <a:gd name="connsiteX8040" fmla="*/ 542268 w 12188965"/>
              <a:gd name="connsiteY8040" fmla="*/ 1464647 h 2053176"/>
              <a:gd name="connsiteX8041" fmla="*/ 567927 w 12188965"/>
              <a:gd name="connsiteY8041" fmla="*/ 1490305 h 2053176"/>
              <a:gd name="connsiteX8042" fmla="*/ 542268 w 12188965"/>
              <a:gd name="connsiteY8042" fmla="*/ 1515965 h 2053176"/>
              <a:gd name="connsiteX8043" fmla="*/ 516610 w 12188965"/>
              <a:gd name="connsiteY8043" fmla="*/ 1490305 h 2053176"/>
              <a:gd name="connsiteX8044" fmla="*/ 542268 w 12188965"/>
              <a:gd name="connsiteY8044" fmla="*/ 1464647 h 2053176"/>
              <a:gd name="connsiteX8045" fmla="*/ 478063 w 12188965"/>
              <a:gd name="connsiteY8045" fmla="*/ 1464647 h 2053176"/>
              <a:gd name="connsiteX8046" fmla="*/ 503724 w 12188965"/>
              <a:gd name="connsiteY8046" fmla="*/ 1490305 h 2053176"/>
              <a:gd name="connsiteX8047" fmla="*/ 478063 w 12188965"/>
              <a:gd name="connsiteY8047" fmla="*/ 1515965 h 2053176"/>
              <a:gd name="connsiteX8048" fmla="*/ 452404 w 12188965"/>
              <a:gd name="connsiteY8048" fmla="*/ 1490305 h 2053176"/>
              <a:gd name="connsiteX8049" fmla="*/ 478063 w 12188965"/>
              <a:gd name="connsiteY8049" fmla="*/ 1464647 h 2053176"/>
              <a:gd name="connsiteX8050" fmla="*/ 413858 w 12188965"/>
              <a:gd name="connsiteY8050" fmla="*/ 1464647 h 2053176"/>
              <a:gd name="connsiteX8051" fmla="*/ 439517 w 12188965"/>
              <a:gd name="connsiteY8051" fmla="*/ 1490305 h 2053176"/>
              <a:gd name="connsiteX8052" fmla="*/ 413858 w 12188965"/>
              <a:gd name="connsiteY8052" fmla="*/ 1515965 h 2053176"/>
              <a:gd name="connsiteX8053" fmla="*/ 388200 w 12188965"/>
              <a:gd name="connsiteY8053" fmla="*/ 1490305 h 2053176"/>
              <a:gd name="connsiteX8054" fmla="*/ 413858 w 12188965"/>
              <a:gd name="connsiteY8054" fmla="*/ 1464647 h 2053176"/>
              <a:gd name="connsiteX8055" fmla="*/ 346686 w 12188965"/>
              <a:gd name="connsiteY8055" fmla="*/ 1464647 h 2053176"/>
              <a:gd name="connsiteX8056" fmla="*/ 372344 w 12188965"/>
              <a:gd name="connsiteY8056" fmla="*/ 1490305 h 2053176"/>
              <a:gd name="connsiteX8057" fmla="*/ 346686 w 12188965"/>
              <a:gd name="connsiteY8057" fmla="*/ 1515965 h 2053176"/>
              <a:gd name="connsiteX8058" fmla="*/ 321027 w 12188965"/>
              <a:gd name="connsiteY8058" fmla="*/ 1490305 h 2053176"/>
              <a:gd name="connsiteX8059" fmla="*/ 346686 w 12188965"/>
              <a:gd name="connsiteY8059" fmla="*/ 1464647 h 2053176"/>
              <a:gd name="connsiteX8060" fmla="*/ 282480 w 12188965"/>
              <a:gd name="connsiteY8060" fmla="*/ 1464647 h 2053176"/>
              <a:gd name="connsiteX8061" fmla="*/ 308138 w 12188965"/>
              <a:gd name="connsiteY8061" fmla="*/ 1490305 h 2053176"/>
              <a:gd name="connsiteX8062" fmla="*/ 282480 w 12188965"/>
              <a:gd name="connsiteY8062" fmla="*/ 1515965 h 2053176"/>
              <a:gd name="connsiteX8063" fmla="*/ 256820 w 12188965"/>
              <a:gd name="connsiteY8063" fmla="*/ 1490305 h 2053176"/>
              <a:gd name="connsiteX8064" fmla="*/ 282480 w 12188965"/>
              <a:gd name="connsiteY8064" fmla="*/ 1464647 h 2053176"/>
              <a:gd name="connsiteX8065" fmla="*/ 218274 w 12188965"/>
              <a:gd name="connsiteY8065" fmla="*/ 1464647 h 2053176"/>
              <a:gd name="connsiteX8066" fmla="*/ 243932 w 12188965"/>
              <a:gd name="connsiteY8066" fmla="*/ 1490305 h 2053176"/>
              <a:gd name="connsiteX8067" fmla="*/ 218274 w 12188965"/>
              <a:gd name="connsiteY8067" fmla="*/ 1515965 h 2053176"/>
              <a:gd name="connsiteX8068" fmla="*/ 192615 w 12188965"/>
              <a:gd name="connsiteY8068" fmla="*/ 1490305 h 2053176"/>
              <a:gd name="connsiteX8069" fmla="*/ 218274 w 12188965"/>
              <a:gd name="connsiteY8069" fmla="*/ 1464647 h 2053176"/>
              <a:gd name="connsiteX8070" fmla="*/ 25659 w 12188965"/>
              <a:gd name="connsiteY8070" fmla="*/ 1464647 h 2053176"/>
              <a:gd name="connsiteX8071" fmla="*/ 51317 w 12188965"/>
              <a:gd name="connsiteY8071" fmla="*/ 1490305 h 2053176"/>
              <a:gd name="connsiteX8072" fmla="*/ 25659 w 12188965"/>
              <a:gd name="connsiteY8072" fmla="*/ 1515964 h 2053176"/>
              <a:gd name="connsiteX8073" fmla="*/ 0 w 12188965"/>
              <a:gd name="connsiteY8073" fmla="*/ 1490305 h 2053176"/>
              <a:gd name="connsiteX8074" fmla="*/ 25659 w 12188965"/>
              <a:gd name="connsiteY8074" fmla="*/ 1464647 h 2053176"/>
              <a:gd name="connsiteX8075" fmla="*/ 11518287 w 12188965"/>
              <a:gd name="connsiteY8075" fmla="*/ 1410195 h 2053176"/>
              <a:gd name="connsiteX8076" fmla="*/ 11531175 w 12188965"/>
              <a:gd name="connsiteY8076" fmla="*/ 1423081 h 2053176"/>
              <a:gd name="connsiteX8077" fmla="*/ 11518287 w 12188965"/>
              <a:gd name="connsiteY8077" fmla="*/ 1435969 h 2053176"/>
              <a:gd name="connsiteX8078" fmla="*/ 11505399 w 12188965"/>
              <a:gd name="connsiteY8078" fmla="*/ 1423081 h 2053176"/>
              <a:gd name="connsiteX8079" fmla="*/ 11518287 w 12188965"/>
              <a:gd name="connsiteY8079" fmla="*/ 1410195 h 2053176"/>
              <a:gd name="connsiteX8080" fmla="*/ 11004528 w 12188965"/>
              <a:gd name="connsiteY8080" fmla="*/ 1410195 h 2053176"/>
              <a:gd name="connsiteX8081" fmla="*/ 11017416 w 12188965"/>
              <a:gd name="connsiteY8081" fmla="*/ 1423081 h 2053176"/>
              <a:gd name="connsiteX8082" fmla="*/ 11004528 w 12188965"/>
              <a:gd name="connsiteY8082" fmla="*/ 1435969 h 2053176"/>
              <a:gd name="connsiteX8083" fmla="*/ 10991640 w 12188965"/>
              <a:gd name="connsiteY8083" fmla="*/ 1423081 h 2053176"/>
              <a:gd name="connsiteX8084" fmla="*/ 11004528 w 12188965"/>
              <a:gd name="connsiteY8084" fmla="*/ 1410195 h 2053176"/>
              <a:gd name="connsiteX8085" fmla="*/ 10426681 w 12188965"/>
              <a:gd name="connsiteY8085" fmla="*/ 1410195 h 2053176"/>
              <a:gd name="connsiteX8086" fmla="*/ 10439569 w 12188965"/>
              <a:gd name="connsiteY8086" fmla="*/ 1423081 h 2053176"/>
              <a:gd name="connsiteX8087" fmla="*/ 10426681 w 12188965"/>
              <a:gd name="connsiteY8087" fmla="*/ 1435969 h 2053176"/>
              <a:gd name="connsiteX8088" fmla="*/ 10413793 w 12188965"/>
              <a:gd name="connsiteY8088" fmla="*/ 1423081 h 2053176"/>
              <a:gd name="connsiteX8089" fmla="*/ 10426681 w 12188965"/>
              <a:gd name="connsiteY8089" fmla="*/ 1410195 h 2053176"/>
              <a:gd name="connsiteX8090" fmla="*/ 9784512 w 12188965"/>
              <a:gd name="connsiteY8090" fmla="*/ 1410195 h 2053176"/>
              <a:gd name="connsiteX8091" fmla="*/ 9797400 w 12188965"/>
              <a:gd name="connsiteY8091" fmla="*/ 1423081 h 2053176"/>
              <a:gd name="connsiteX8092" fmla="*/ 9784512 w 12188965"/>
              <a:gd name="connsiteY8092" fmla="*/ 1435969 h 2053176"/>
              <a:gd name="connsiteX8093" fmla="*/ 9771624 w 12188965"/>
              <a:gd name="connsiteY8093" fmla="*/ 1423081 h 2053176"/>
              <a:gd name="connsiteX8094" fmla="*/ 9784512 w 12188965"/>
              <a:gd name="connsiteY8094" fmla="*/ 1410195 h 2053176"/>
              <a:gd name="connsiteX8095" fmla="*/ 8307675 w 12188965"/>
              <a:gd name="connsiteY8095" fmla="*/ 1410195 h 2053176"/>
              <a:gd name="connsiteX8096" fmla="*/ 8320560 w 12188965"/>
              <a:gd name="connsiteY8096" fmla="*/ 1423081 h 2053176"/>
              <a:gd name="connsiteX8097" fmla="*/ 8307675 w 12188965"/>
              <a:gd name="connsiteY8097" fmla="*/ 1435969 h 2053176"/>
              <a:gd name="connsiteX8098" fmla="*/ 8294787 w 12188965"/>
              <a:gd name="connsiteY8098" fmla="*/ 1423081 h 2053176"/>
              <a:gd name="connsiteX8099" fmla="*/ 8307675 w 12188965"/>
              <a:gd name="connsiteY8099" fmla="*/ 1410195 h 2053176"/>
              <a:gd name="connsiteX8100" fmla="*/ 7344479 w 12188965"/>
              <a:gd name="connsiteY8100" fmla="*/ 1410195 h 2053176"/>
              <a:gd name="connsiteX8101" fmla="*/ 7357367 w 12188965"/>
              <a:gd name="connsiteY8101" fmla="*/ 1423081 h 2053176"/>
              <a:gd name="connsiteX8102" fmla="*/ 7344479 w 12188965"/>
              <a:gd name="connsiteY8102" fmla="*/ 1435969 h 2053176"/>
              <a:gd name="connsiteX8103" fmla="*/ 7331591 w 12188965"/>
              <a:gd name="connsiteY8103" fmla="*/ 1423081 h 2053176"/>
              <a:gd name="connsiteX8104" fmla="*/ 7344479 w 12188965"/>
              <a:gd name="connsiteY8104" fmla="*/ 1410195 h 2053176"/>
              <a:gd name="connsiteX8105" fmla="*/ 6959132 w 12188965"/>
              <a:gd name="connsiteY8105" fmla="*/ 1410195 h 2053176"/>
              <a:gd name="connsiteX8106" fmla="*/ 6972020 w 12188965"/>
              <a:gd name="connsiteY8106" fmla="*/ 1423081 h 2053176"/>
              <a:gd name="connsiteX8107" fmla="*/ 6959132 w 12188965"/>
              <a:gd name="connsiteY8107" fmla="*/ 1435969 h 2053176"/>
              <a:gd name="connsiteX8108" fmla="*/ 6946244 w 12188965"/>
              <a:gd name="connsiteY8108" fmla="*/ 1423081 h 2053176"/>
              <a:gd name="connsiteX8109" fmla="*/ 6959132 w 12188965"/>
              <a:gd name="connsiteY8109" fmla="*/ 1410195 h 2053176"/>
              <a:gd name="connsiteX8110" fmla="*/ 6830836 w 12188965"/>
              <a:gd name="connsiteY8110" fmla="*/ 1410195 h 2053176"/>
              <a:gd name="connsiteX8111" fmla="*/ 6843724 w 12188965"/>
              <a:gd name="connsiteY8111" fmla="*/ 1423081 h 2053176"/>
              <a:gd name="connsiteX8112" fmla="*/ 6830836 w 12188965"/>
              <a:gd name="connsiteY8112" fmla="*/ 1435969 h 2053176"/>
              <a:gd name="connsiteX8113" fmla="*/ 6817948 w 12188965"/>
              <a:gd name="connsiteY8113" fmla="*/ 1423081 h 2053176"/>
              <a:gd name="connsiteX8114" fmla="*/ 6830836 w 12188965"/>
              <a:gd name="connsiteY8114" fmla="*/ 1410195 h 2053176"/>
              <a:gd name="connsiteX8115" fmla="*/ 5807683 w 12188965"/>
              <a:gd name="connsiteY8115" fmla="*/ 1410195 h 2053176"/>
              <a:gd name="connsiteX8116" fmla="*/ 5820571 w 12188965"/>
              <a:gd name="connsiteY8116" fmla="*/ 1423081 h 2053176"/>
              <a:gd name="connsiteX8117" fmla="*/ 5807683 w 12188965"/>
              <a:gd name="connsiteY8117" fmla="*/ 1435969 h 2053176"/>
              <a:gd name="connsiteX8118" fmla="*/ 5794796 w 12188965"/>
              <a:gd name="connsiteY8118" fmla="*/ 1423081 h 2053176"/>
              <a:gd name="connsiteX8119" fmla="*/ 5807683 w 12188965"/>
              <a:gd name="connsiteY8119" fmla="*/ 1410195 h 2053176"/>
              <a:gd name="connsiteX8120" fmla="*/ 5293924 w 12188965"/>
              <a:gd name="connsiteY8120" fmla="*/ 1410195 h 2053176"/>
              <a:gd name="connsiteX8121" fmla="*/ 5306812 w 12188965"/>
              <a:gd name="connsiteY8121" fmla="*/ 1423081 h 2053176"/>
              <a:gd name="connsiteX8122" fmla="*/ 5293924 w 12188965"/>
              <a:gd name="connsiteY8122" fmla="*/ 1435969 h 2053176"/>
              <a:gd name="connsiteX8123" fmla="*/ 5281036 w 12188965"/>
              <a:gd name="connsiteY8123" fmla="*/ 1423081 h 2053176"/>
              <a:gd name="connsiteX8124" fmla="*/ 5293924 w 12188965"/>
              <a:gd name="connsiteY8124" fmla="*/ 1410195 h 2053176"/>
              <a:gd name="connsiteX8125" fmla="*/ 4716077 w 12188965"/>
              <a:gd name="connsiteY8125" fmla="*/ 1410195 h 2053176"/>
              <a:gd name="connsiteX8126" fmla="*/ 4728964 w 12188965"/>
              <a:gd name="connsiteY8126" fmla="*/ 1423081 h 2053176"/>
              <a:gd name="connsiteX8127" fmla="*/ 4716077 w 12188965"/>
              <a:gd name="connsiteY8127" fmla="*/ 1435969 h 2053176"/>
              <a:gd name="connsiteX8128" fmla="*/ 4703188 w 12188965"/>
              <a:gd name="connsiteY8128" fmla="*/ 1423081 h 2053176"/>
              <a:gd name="connsiteX8129" fmla="*/ 4716077 w 12188965"/>
              <a:gd name="connsiteY8129" fmla="*/ 1410195 h 2053176"/>
              <a:gd name="connsiteX8130" fmla="*/ 4073908 w 12188965"/>
              <a:gd name="connsiteY8130" fmla="*/ 1410195 h 2053176"/>
              <a:gd name="connsiteX8131" fmla="*/ 4086795 w 12188965"/>
              <a:gd name="connsiteY8131" fmla="*/ 1423081 h 2053176"/>
              <a:gd name="connsiteX8132" fmla="*/ 4073908 w 12188965"/>
              <a:gd name="connsiteY8132" fmla="*/ 1435969 h 2053176"/>
              <a:gd name="connsiteX8133" fmla="*/ 4061020 w 12188965"/>
              <a:gd name="connsiteY8133" fmla="*/ 1423081 h 2053176"/>
              <a:gd name="connsiteX8134" fmla="*/ 4073908 w 12188965"/>
              <a:gd name="connsiteY8134" fmla="*/ 1410195 h 2053176"/>
              <a:gd name="connsiteX8135" fmla="*/ 2597069 w 12188965"/>
              <a:gd name="connsiteY8135" fmla="*/ 1410195 h 2053176"/>
              <a:gd name="connsiteX8136" fmla="*/ 2609957 w 12188965"/>
              <a:gd name="connsiteY8136" fmla="*/ 1423081 h 2053176"/>
              <a:gd name="connsiteX8137" fmla="*/ 2597069 w 12188965"/>
              <a:gd name="connsiteY8137" fmla="*/ 1435969 h 2053176"/>
              <a:gd name="connsiteX8138" fmla="*/ 2584182 w 12188965"/>
              <a:gd name="connsiteY8138" fmla="*/ 1423081 h 2053176"/>
              <a:gd name="connsiteX8139" fmla="*/ 2597069 w 12188965"/>
              <a:gd name="connsiteY8139" fmla="*/ 1410195 h 2053176"/>
              <a:gd name="connsiteX8140" fmla="*/ 1633875 w 12188965"/>
              <a:gd name="connsiteY8140" fmla="*/ 1410195 h 2053176"/>
              <a:gd name="connsiteX8141" fmla="*/ 1646762 w 12188965"/>
              <a:gd name="connsiteY8141" fmla="*/ 1423081 h 2053176"/>
              <a:gd name="connsiteX8142" fmla="*/ 1633875 w 12188965"/>
              <a:gd name="connsiteY8142" fmla="*/ 1435969 h 2053176"/>
              <a:gd name="connsiteX8143" fmla="*/ 1620987 w 12188965"/>
              <a:gd name="connsiteY8143" fmla="*/ 1423081 h 2053176"/>
              <a:gd name="connsiteX8144" fmla="*/ 1633875 w 12188965"/>
              <a:gd name="connsiteY8144" fmla="*/ 1410195 h 2053176"/>
              <a:gd name="connsiteX8145" fmla="*/ 1248528 w 12188965"/>
              <a:gd name="connsiteY8145" fmla="*/ 1410195 h 2053176"/>
              <a:gd name="connsiteX8146" fmla="*/ 1261416 w 12188965"/>
              <a:gd name="connsiteY8146" fmla="*/ 1423081 h 2053176"/>
              <a:gd name="connsiteX8147" fmla="*/ 1248528 w 12188965"/>
              <a:gd name="connsiteY8147" fmla="*/ 1435969 h 2053176"/>
              <a:gd name="connsiteX8148" fmla="*/ 1235638 w 12188965"/>
              <a:gd name="connsiteY8148" fmla="*/ 1423081 h 2053176"/>
              <a:gd name="connsiteX8149" fmla="*/ 1248528 w 12188965"/>
              <a:gd name="connsiteY8149" fmla="*/ 1410195 h 2053176"/>
              <a:gd name="connsiteX8150" fmla="*/ 1120233 w 12188965"/>
              <a:gd name="connsiteY8150" fmla="*/ 1410195 h 2053176"/>
              <a:gd name="connsiteX8151" fmla="*/ 1133121 w 12188965"/>
              <a:gd name="connsiteY8151" fmla="*/ 1423081 h 2053176"/>
              <a:gd name="connsiteX8152" fmla="*/ 1120233 w 12188965"/>
              <a:gd name="connsiteY8152" fmla="*/ 1435969 h 2053176"/>
              <a:gd name="connsiteX8153" fmla="*/ 1107345 w 12188965"/>
              <a:gd name="connsiteY8153" fmla="*/ 1423081 h 2053176"/>
              <a:gd name="connsiteX8154" fmla="*/ 1120233 w 12188965"/>
              <a:gd name="connsiteY8154" fmla="*/ 1410195 h 2053176"/>
              <a:gd name="connsiteX8155" fmla="*/ 89864 w 12188965"/>
              <a:gd name="connsiteY8155" fmla="*/ 1410195 h 2053176"/>
              <a:gd name="connsiteX8156" fmla="*/ 102752 w 12188965"/>
              <a:gd name="connsiteY8156" fmla="*/ 1423081 h 2053176"/>
              <a:gd name="connsiteX8157" fmla="*/ 89864 w 12188965"/>
              <a:gd name="connsiteY8157" fmla="*/ 1435969 h 2053176"/>
              <a:gd name="connsiteX8158" fmla="*/ 76977 w 12188965"/>
              <a:gd name="connsiteY8158" fmla="*/ 1423081 h 2053176"/>
              <a:gd name="connsiteX8159" fmla="*/ 89864 w 12188965"/>
              <a:gd name="connsiteY8159" fmla="*/ 1410195 h 2053176"/>
              <a:gd name="connsiteX8160" fmla="*/ 12099103 w 12188965"/>
              <a:gd name="connsiteY8160" fmla="*/ 1397423 h 2053176"/>
              <a:gd name="connsiteX8161" fmla="*/ 12124761 w 12188965"/>
              <a:gd name="connsiteY8161" fmla="*/ 1423081 h 2053176"/>
              <a:gd name="connsiteX8162" fmla="*/ 12099103 w 12188965"/>
              <a:gd name="connsiteY8162" fmla="*/ 1448741 h 2053176"/>
              <a:gd name="connsiteX8163" fmla="*/ 12073441 w 12188965"/>
              <a:gd name="connsiteY8163" fmla="*/ 1423081 h 2053176"/>
              <a:gd name="connsiteX8164" fmla="*/ 12099103 w 12188965"/>
              <a:gd name="connsiteY8164" fmla="*/ 1397423 h 2053176"/>
              <a:gd name="connsiteX8165" fmla="*/ 12034897 w 12188965"/>
              <a:gd name="connsiteY8165" fmla="*/ 1397423 h 2053176"/>
              <a:gd name="connsiteX8166" fmla="*/ 12060557 w 12188965"/>
              <a:gd name="connsiteY8166" fmla="*/ 1423081 h 2053176"/>
              <a:gd name="connsiteX8167" fmla="*/ 12034897 w 12188965"/>
              <a:gd name="connsiteY8167" fmla="*/ 1448741 h 2053176"/>
              <a:gd name="connsiteX8168" fmla="*/ 12009237 w 12188965"/>
              <a:gd name="connsiteY8168" fmla="*/ 1423081 h 2053176"/>
              <a:gd name="connsiteX8169" fmla="*/ 12034897 w 12188965"/>
              <a:gd name="connsiteY8169" fmla="*/ 1397423 h 2053176"/>
              <a:gd name="connsiteX8170" fmla="*/ 11970691 w 12188965"/>
              <a:gd name="connsiteY8170" fmla="*/ 1397423 h 2053176"/>
              <a:gd name="connsiteX8171" fmla="*/ 11996349 w 12188965"/>
              <a:gd name="connsiteY8171" fmla="*/ 1423081 h 2053176"/>
              <a:gd name="connsiteX8172" fmla="*/ 11970691 w 12188965"/>
              <a:gd name="connsiteY8172" fmla="*/ 1448741 h 2053176"/>
              <a:gd name="connsiteX8173" fmla="*/ 11945033 w 12188965"/>
              <a:gd name="connsiteY8173" fmla="*/ 1423081 h 2053176"/>
              <a:gd name="connsiteX8174" fmla="*/ 11970691 w 12188965"/>
              <a:gd name="connsiteY8174" fmla="*/ 1397423 h 2053176"/>
              <a:gd name="connsiteX8175" fmla="*/ 11906483 w 12188965"/>
              <a:gd name="connsiteY8175" fmla="*/ 1397423 h 2053176"/>
              <a:gd name="connsiteX8176" fmla="*/ 11932145 w 12188965"/>
              <a:gd name="connsiteY8176" fmla="*/ 1423081 h 2053176"/>
              <a:gd name="connsiteX8177" fmla="*/ 11906483 w 12188965"/>
              <a:gd name="connsiteY8177" fmla="*/ 1448741 h 2053176"/>
              <a:gd name="connsiteX8178" fmla="*/ 11880825 w 12188965"/>
              <a:gd name="connsiteY8178" fmla="*/ 1423081 h 2053176"/>
              <a:gd name="connsiteX8179" fmla="*/ 11906483 w 12188965"/>
              <a:gd name="connsiteY8179" fmla="*/ 1397423 h 2053176"/>
              <a:gd name="connsiteX8180" fmla="*/ 11842279 w 12188965"/>
              <a:gd name="connsiteY8180" fmla="*/ 1397423 h 2053176"/>
              <a:gd name="connsiteX8181" fmla="*/ 11867941 w 12188965"/>
              <a:gd name="connsiteY8181" fmla="*/ 1423081 h 2053176"/>
              <a:gd name="connsiteX8182" fmla="*/ 11842279 w 12188965"/>
              <a:gd name="connsiteY8182" fmla="*/ 1448741 h 2053176"/>
              <a:gd name="connsiteX8183" fmla="*/ 11816621 w 12188965"/>
              <a:gd name="connsiteY8183" fmla="*/ 1423081 h 2053176"/>
              <a:gd name="connsiteX8184" fmla="*/ 11842279 w 12188965"/>
              <a:gd name="connsiteY8184" fmla="*/ 1397423 h 2053176"/>
              <a:gd name="connsiteX8185" fmla="*/ 11775107 w 12188965"/>
              <a:gd name="connsiteY8185" fmla="*/ 1397423 h 2053176"/>
              <a:gd name="connsiteX8186" fmla="*/ 11800767 w 12188965"/>
              <a:gd name="connsiteY8186" fmla="*/ 1423081 h 2053176"/>
              <a:gd name="connsiteX8187" fmla="*/ 11775107 w 12188965"/>
              <a:gd name="connsiteY8187" fmla="*/ 1448741 h 2053176"/>
              <a:gd name="connsiteX8188" fmla="*/ 11749449 w 12188965"/>
              <a:gd name="connsiteY8188" fmla="*/ 1423081 h 2053176"/>
              <a:gd name="connsiteX8189" fmla="*/ 11775107 w 12188965"/>
              <a:gd name="connsiteY8189" fmla="*/ 1397423 h 2053176"/>
              <a:gd name="connsiteX8190" fmla="*/ 11710901 w 12188965"/>
              <a:gd name="connsiteY8190" fmla="*/ 1397423 h 2053176"/>
              <a:gd name="connsiteX8191" fmla="*/ 11736561 w 12188965"/>
              <a:gd name="connsiteY8191" fmla="*/ 1423081 h 2053176"/>
              <a:gd name="connsiteX8192" fmla="*/ 11710901 w 12188965"/>
              <a:gd name="connsiteY8192" fmla="*/ 1448741 h 2053176"/>
              <a:gd name="connsiteX8193" fmla="*/ 11685243 w 12188965"/>
              <a:gd name="connsiteY8193" fmla="*/ 1423081 h 2053176"/>
              <a:gd name="connsiteX8194" fmla="*/ 11710901 w 12188965"/>
              <a:gd name="connsiteY8194" fmla="*/ 1397423 h 2053176"/>
              <a:gd name="connsiteX8195" fmla="*/ 11646697 w 12188965"/>
              <a:gd name="connsiteY8195" fmla="*/ 1397423 h 2053176"/>
              <a:gd name="connsiteX8196" fmla="*/ 11672355 w 12188965"/>
              <a:gd name="connsiteY8196" fmla="*/ 1423081 h 2053176"/>
              <a:gd name="connsiteX8197" fmla="*/ 11646697 w 12188965"/>
              <a:gd name="connsiteY8197" fmla="*/ 1448741 h 2053176"/>
              <a:gd name="connsiteX8198" fmla="*/ 11621037 w 12188965"/>
              <a:gd name="connsiteY8198" fmla="*/ 1423081 h 2053176"/>
              <a:gd name="connsiteX8199" fmla="*/ 11646697 w 12188965"/>
              <a:gd name="connsiteY8199" fmla="*/ 1397423 h 2053176"/>
              <a:gd name="connsiteX8200" fmla="*/ 11454081 w 12188965"/>
              <a:gd name="connsiteY8200" fmla="*/ 1397423 h 2053176"/>
              <a:gd name="connsiteX8201" fmla="*/ 11479739 w 12188965"/>
              <a:gd name="connsiteY8201" fmla="*/ 1423081 h 2053176"/>
              <a:gd name="connsiteX8202" fmla="*/ 11454081 w 12188965"/>
              <a:gd name="connsiteY8202" fmla="*/ 1448741 h 2053176"/>
              <a:gd name="connsiteX8203" fmla="*/ 11428421 w 12188965"/>
              <a:gd name="connsiteY8203" fmla="*/ 1423081 h 2053176"/>
              <a:gd name="connsiteX8204" fmla="*/ 11454081 w 12188965"/>
              <a:gd name="connsiteY8204" fmla="*/ 1397423 h 2053176"/>
              <a:gd name="connsiteX8205" fmla="*/ 11389875 w 12188965"/>
              <a:gd name="connsiteY8205" fmla="*/ 1397423 h 2053176"/>
              <a:gd name="connsiteX8206" fmla="*/ 11415533 w 12188965"/>
              <a:gd name="connsiteY8206" fmla="*/ 1423081 h 2053176"/>
              <a:gd name="connsiteX8207" fmla="*/ 11389875 w 12188965"/>
              <a:gd name="connsiteY8207" fmla="*/ 1448741 h 2053176"/>
              <a:gd name="connsiteX8208" fmla="*/ 11364217 w 12188965"/>
              <a:gd name="connsiteY8208" fmla="*/ 1423081 h 2053176"/>
              <a:gd name="connsiteX8209" fmla="*/ 11389875 w 12188965"/>
              <a:gd name="connsiteY8209" fmla="*/ 1397423 h 2053176"/>
              <a:gd name="connsiteX8210" fmla="*/ 11325670 w 12188965"/>
              <a:gd name="connsiteY8210" fmla="*/ 1397423 h 2053176"/>
              <a:gd name="connsiteX8211" fmla="*/ 11351329 w 12188965"/>
              <a:gd name="connsiteY8211" fmla="*/ 1423081 h 2053176"/>
              <a:gd name="connsiteX8212" fmla="*/ 11325670 w 12188965"/>
              <a:gd name="connsiteY8212" fmla="*/ 1448741 h 2053176"/>
              <a:gd name="connsiteX8213" fmla="*/ 11300012 w 12188965"/>
              <a:gd name="connsiteY8213" fmla="*/ 1423081 h 2053176"/>
              <a:gd name="connsiteX8214" fmla="*/ 11325670 w 12188965"/>
              <a:gd name="connsiteY8214" fmla="*/ 1397423 h 2053176"/>
              <a:gd name="connsiteX8215" fmla="*/ 11261466 w 12188965"/>
              <a:gd name="connsiteY8215" fmla="*/ 1397423 h 2053176"/>
              <a:gd name="connsiteX8216" fmla="*/ 11287124 w 12188965"/>
              <a:gd name="connsiteY8216" fmla="*/ 1423081 h 2053176"/>
              <a:gd name="connsiteX8217" fmla="*/ 11261466 w 12188965"/>
              <a:gd name="connsiteY8217" fmla="*/ 1448741 h 2053176"/>
              <a:gd name="connsiteX8218" fmla="*/ 11235805 w 12188965"/>
              <a:gd name="connsiteY8218" fmla="*/ 1423081 h 2053176"/>
              <a:gd name="connsiteX8219" fmla="*/ 11261466 w 12188965"/>
              <a:gd name="connsiteY8219" fmla="*/ 1397423 h 2053176"/>
              <a:gd name="connsiteX8220" fmla="*/ 11197259 w 12188965"/>
              <a:gd name="connsiteY8220" fmla="*/ 1397423 h 2053176"/>
              <a:gd name="connsiteX8221" fmla="*/ 11222917 w 12188965"/>
              <a:gd name="connsiteY8221" fmla="*/ 1423081 h 2053176"/>
              <a:gd name="connsiteX8222" fmla="*/ 11197259 w 12188965"/>
              <a:gd name="connsiteY8222" fmla="*/ 1448741 h 2053176"/>
              <a:gd name="connsiteX8223" fmla="*/ 11171601 w 12188965"/>
              <a:gd name="connsiteY8223" fmla="*/ 1423081 h 2053176"/>
              <a:gd name="connsiteX8224" fmla="*/ 11197259 w 12188965"/>
              <a:gd name="connsiteY8224" fmla="*/ 1397423 h 2053176"/>
              <a:gd name="connsiteX8225" fmla="*/ 11133055 w 12188965"/>
              <a:gd name="connsiteY8225" fmla="*/ 1397423 h 2053176"/>
              <a:gd name="connsiteX8226" fmla="*/ 11158713 w 12188965"/>
              <a:gd name="connsiteY8226" fmla="*/ 1423081 h 2053176"/>
              <a:gd name="connsiteX8227" fmla="*/ 11133055 w 12188965"/>
              <a:gd name="connsiteY8227" fmla="*/ 1448741 h 2053176"/>
              <a:gd name="connsiteX8228" fmla="*/ 11107396 w 12188965"/>
              <a:gd name="connsiteY8228" fmla="*/ 1423081 h 2053176"/>
              <a:gd name="connsiteX8229" fmla="*/ 11133055 w 12188965"/>
              <a:gd name="connsiteY8229" fmla="*/ 1397423 h 2053176"/>
              <a:gd name="connsiteX8230" fmla="*/ 11068848 w 12188965"/>
              <a:gd name="connsiteY8230" fmla="*/ 1397423 h 2053176"/>
              <a:gd name="connsiteX8231" fmla="*/ 11094509 w 12188965"/>
              <a:gd name="connsiteY8231" fmla="*/ 1423081 h 2053176"/>
              <a:gd name="connsiteX8232" fmla="*/ 11068848 w 12188965"/>
              <a:gd name="connsiteY8232" fmla="*/ 1448741 h 2053176"/>
              <a:gd name="connsiteX8233" fmla="*/ 11043189 w 12188965"/>
              <a:gd name="connsiteY8233" fmla="*/ 1423081 h 2053176"/>
              <a:gd name="connsiteX8234" fmla="*/ 11068848 w 12188965"/>
              <a:gd name="connsiteY8234" fmla="*/ 1397423 h 2053176"/>
              <a:gd name="connsiteX8235" fmla="*/ 10940321 w 12188965"/>
              <a:gd name="connsiteY8235" fmla="*/ 1397423 h 2053176"/>
              <a:gd name="connsiteX8236" fmla="*/ 10965982 w 12188965"/>
              <a:gd name="connsiteY8236" fmla="*/ 1423081 h 2053176"/>
              <a:gd name="connsiteX8237" fmla="*/ 10940321 w 12188965"/>
              <a:gd name="connsiteY8237" fmla="*/ 1448741 h 2053176"/>
              <a:gd name="connsiteX8238" fmla="*/ 10914663 w 12188965"/>
              <a:gd name="connsiteY8238" fmla="*/ 1423081 h 2053176"/>
              <a:gd name="connsiteX8239" fmla="*/ 10940321 w 12188965"/>
              <a:gd name="connsiteY8239" fmla="*/ 1397423 h 2053176"/>
              <a:gd name="connsiteX8240" fmla="*/ 10811912 w 12188965"/>
              <a:gd name="connsiteY8240" fmla="*/ 1397423 h 2053176"/>
              <a:gd name="connsiteX8241" fmla="*/ 10837571 w 12188965"/>
              <a:gd name="connsiteY8241" fmla="*/ 1423081 h 2053176"/>
              <a:gd name="connsiteX8242" fmla="*/ 10811912 w 12188965"/>
              <a:gd name="connsiteY8242" fmla="*/ 1448741 h 2053176"/>
              <a:gd name="connsiteX8243" fmla="*/ 10786254 w 12188965"/>
              <a:gd name="connsiteY8243" fmla="*/ 1423081 h 2053176"/>
              <a:gd name="connsiteX8244" fmla="*/ 10811912 w 12188965"/>
              <a:gd name="connsiteY8244" fmla="*/ 1397423 h 2053176"/>
              <a:gd name="connsiteX8245" fmla="*/ 10747708 w 12188965"/>
              <a:gd name="connsiteY8245" fmla="*/ 1397423 h 2053176"/>
              <a:gd name="connsiteX8246" fmla="*/ 10773366 w 12188965"/>
              <a:gd name="connsiteY8246" fmla="*/ 1423081 h 2053176"/>
              <a:gd name="connsiteX8247" fmla="*/ 10747708 w 12188965"/>
              <a:gd name="connsiteY8247" fmla="*/ 1448741 h 2053176"/>
              <a:gd name="connsiteX8248" fmla="*/ 10722047 w 12188965"/>
              <a:gd name="connsiteY8248" fmla="*/ 1423081 h 2053176"/>
              <a:gd name="connsiteX8249" fmla="*/ 10747708 w 12188965"/>
              <a:gd name="connsiteY8249" fmla="*/ 1397423 h 2053176"/>
              <a:gd name="connsiteX8250" fmla="*/ 10683501 w 12188965"/>
              <a:gd name="connsiteY8250" fmla="*/ 1397423 h 2053176"/>
              <a:gd name="connsiteX8251" fmla="*/ 10709159 w 12188965"/>
              <a:gd name="connsiteY8251" fmla="*/ 1423081 h 2053176"/>
              <a:gd name="connsiteX8252" fmla="*/ 10683501 w 12188965"/>
              <a:gd name="connsiteY8252" fmla="*/ 1448741 h 2053176"/>
              <a:gd name="connsiteX8253" fmla="*/ 10657843 w 12188965"/>
              <a:gd name="connsiteY8253" fmla="*/ 1423081 h 2053176"/>
              <a:gd name="connsiteX8254" fmla="*/ 10683501 w 12188965"/>
              <a:gd name="connsiteY8254" fmla="*/ 1397423 h 2053176"/>
              <a:gd name="connsiteX8255" fmla="*/ 10619297 w 12188965"/>
              <a:gd name="connsiteY8255" fmla="*/ 1397423 h 2053176"/>
              <a:gd name="connsiteX8256" fmla="*/ 10644955 w 12188965"/>
              <a:gd name="connsiteY8256" fmla="*/ 1423081 h 2053176"/>
              <a:gd name="connsiteX8257" fmla="*/ 10619297 w 12188965"/>
              <a:gd name="connsiteY8257" fmla="*/ 1448741 h 2053176"/>
              <a:gd name="connsiteX8258" fmla="*/ 10593639 w 12188965"/>
              <a:gd name="connsiteY8258" fmla="*/ 1423081 h 2053176"/>
              <a:gd name="connsiteX8259" fmla="*/ 10619297 w 12188965"/>
              <a:gd name="connsiteY8259" fmla="*/ 1397423 h 2053176"/>
              <a:gd name="connsiteX8260" fmla="*/ 10555092 w 12188965"/>
              <a:gd name="connsiteY8260" fmla="*/ 1397423 h 2053176"/>
              <a:gd name="connsiteX8261" fmla="*/ 10580751 w 12188965"/>
              <a:gd name="connsiteY8261" fmla="*/ 1423081 h 2053176"/>
              <a:gd name="connsiteX8262" fmla="*/ 10555092 w 12188965"/>
              <a:gd name="connsiteY8262" fmla="*/ 1448741 h 2053176"/>
              <a:gd name="connsiteX8263" fmla="*/ 10529432 w 12188965"/>
              <a:gd name="connsiteY8263" fmla="*/ 1423081 h 2053176"/>
              <a:gd name="connsiteX8264" fmla="*/ 10555092 w 12188965"/>
              <a:gd name="connsiteY8264" fmla="*/ 1397423 h 2053176"/>
              <a:gd name="connsiteX8265" fmla="*/ 10490885 w 12188965"/>
              <a:gd name="connsiteY8265" fmla="*/ 1397423 h 2053176"/>
              <a:gd name="connsiteX8266" fmla="*/ 10516544 w 12188965"/>
              <a:gd name="connsiteY8266" fmla="*/ 1423081 h 2053176"/>
              <a:gd name="connsiteX8267" fmla="*/ 10490885 w 12188965"/>
              <a:gd name="connsiteY8267" fmla="*/ 1448741 h 2053176"/>
              <a:gd name="connsiteX8268" fmla="*/ 10465227 w 12188965"/>
              <a:gd name="connsiteY8268" fmla="*/ 1423081 h 2053176"/>
              <a:gd name="connsiteX8269" fmla="*/ 10490885 w 12188965"/>
              <a:gd name="connsiteY8269" fmla="*/ 1397423 h 2053176"/>
              <a:gd name="connsiteX8270" fmla="*/ 10362474 w 12188965"/>
              <a:gd name="connsiteY8270" fmla="*/ 1397423 h 2053176"/>
              <a:gd name="connsiteX8271" fmla="*/ 10388135 w 12188965"/>
              <a:gd name="connsiteY8271" fmla="*/ 1423081 h 2053176"/>
              <a:gd name="connsiteX8272" fmla="*/ 10362474 w 12188965"/>
              <a:gd name="connsiteY8272" fmla="*/ 1448741 h 2053176"/>
              <a:gd name="connsiteX8273" fmla="*/ 10336816 w 12188965"/>
              <a:gd name="connsiteY8273" fmla="*/ 1423081 h 2053176"/>
              <a:gd name="connsiteX8274" fmla="*/ 10362474 w 12188965"/>
              <a:gd name="connsiteY8274" fmla="*/ 1397423 h 2053176"/>
              <a:gd name="connsiteX8275" fmla="*/ 10298270 w 12188965"/>
              <a:gd name="connsiteY8275" fmla="*/ 1397423 h 2053176"/>
              <a:gd name="connsiteX8276" fmla="*/ 10323928 w 12188965"/>
              <a:gd name="connsiteY8276" fmla="*/ 1423081 h 2053176"/>
              <a:gd name="connsiteX8277" fmla="*/ 10298270 w 12188965"/>
              <a:gd name="connsiteY8277" fmla="*/ 1448741 h 2053176"/>
              <a:gd name="connsiteX8278" fmla="*/ 10272611 w 12188965"/>
              <a:gd name="connsiteY8278" fmla="*/ 1423081 h 2053176"/>
              <a:gd name="connsiteX8279" fmla="*/ 10298270 w 12188965"/>
              <a:gd name="connsiteY8279" fmla="*/ 1397423 h 2053176"/>
              <a:gd name="connsiteX8280" fmla="*/ 10234065 w 12188965"/>
              <a:gd name="connsiteY8280" fmla="*/ 1397423 h 2053176"/>
              <a:gd name="connsiteX8281" fmla="*/ 10259723 w 12188965"/>
              <a:gd name="connsiteY8281" fmla="*/ 1423081 h 2053176"/>
              <a:gd name="connsiteX8282" fmla="*/ 10234065 w 12188965"/>
              <a:gd name="connsiteY8282" fmla="*/ 1448741 h 2053176"/>
              <a:gd name="connsiteX8283" fmla="*/ 10208404 w 12188965"/>
              <a:gd name="connsiteY8283" fmla="*/ 1423081 h 2053176"/>
              <a:gd name="connsiteX8284" fmla="*/ 10234065 w 12188965"/>
              <a:gd name="connsiteY8284" fmla="*/ 1397423 h 2053176"/>
              <a:gd name="connsiteX8285" fmla="*/ 10105654 w 12188965"/>
              <a:gd name="connsiteY8285" fmla="*/ 1397423 h 2053176"/>
              <a:gd name="connsiteX8286" fmla="*/ 10131312 w 12188965"/>
              <a:gd name="connsiteY8286" fmla="*/ 1423081 h 2053176"/>
              <a:gd name="connsiteX8287" fmla="*/ 10105654 w 12188965"/>
              <a:gd name="connsiteY8287" fmla="*/ 1448741 h 2053176"/>
              <a:gd name="connsiteX8288" fmla="*/ 10079996 w 12188965"/>
              <a:gd name="connsiteY8288" fmla="*/ 1423081 h 2053176"/>
              <a:gd name="connsiteX8289" fmla="*/ 10105654 w 12188965"/>
              <a:gd name="connsiteY8289" fmla="*/ 1397423 h 2053176"/>
              <a:gd name="connsiteX8290" fmla="*/ 9913038 w 12188965"/>
              <a:gd name="connsiteY8290" fmla="*/ 1397423 h 2053176"/>
              <a:gd name="connsiteX8291" fmla="*/ 9938696 w 12188965"/>
              <a:gd name="connsiteY8291" fmla="*/ 1423081 h 2053176"/>
              <a:gd name="connsiteX8292" fmla="*/ 9913038 w 12188965"/>
              <a:gd name="connsiteY8292" fmla="*/ 1448741 h 2053176"/>
              <a:gd name="connsiteX8293" fmla="*/ 9887380 w 12188965"/>
              <a:gd name="connsiteY8293" fmla="*/ 1423081 h 2053176"/>
              <a:gd name="connsiteX8294" fmla="*/ 9913038 w 12188965"/>
              <a:gd name="connsiteY8294" fmla="*/ 1397423 h 2053176"/>
              <a:gd name="connsiteX8295" fmla="*/ 9720307 w 12188965"/>
              <a:gd name="connsiteY8295" fmla="*/ 1397423 h 2053176"/>
              <a:gd name="connsiteX8296" fmla="*/ 9745965 w 12188965"/>
              <a:gd name="connsiteY8296" fmla="*/ 1423081 h 2053176"/>
              <a:gd name="connsiteX8297" fmla="*/ 9720307 w 12188965"/>
              <a:gd name="connsiteY8297" fmla="*/ 1448741 h 2053176"/>
              <a:gd name="connsiteX8298" fmla="*/ 9694646 w 12188965"/>
              <a:gd name="connsiteY8298" fmla="*/ 1423081 h 2053176"/>
              <a:gd name="connsiteX8299" fmla="*/ 9720307 w 12188965"/>
              <a:gd name="connsiteY8299" fmla="*/ 1397423 h 2053176"/>
              <a:gd name="connsiteX8300" fmla="*/ 9591896 w 12188965"/>
              <a:gd name="connsiteY8300" fmla="*/ 1397423 h 2053176"/>
              <a:gd name="connsiteX8301" fmla="*/ 9617554 w 12188965"/>
              <a:gd name="connsiteY8301" fmla="*/ 1423081 h 2053176"/>
              <a:gd name="connsiteX8302" fmla="*/ 9591896 w 12188965"/>
              <a:gd name="connsiteY8302" fmla="*/ 1448741 h 2053176"/>
              <a:gd name="connsiteX8303" fmla="*/ 9566238 w 12188965"/>
              <a:gd name="connsiteY8303" fmla="*/ 1423081 h 2053176"/>
              <a:gd name="connsiteX8304" fmla="*/ 9591896 w 12188965"/>
              <a:gd name="connsiteY8304" fmla="*/ 1397423 h 2053176"/>
              <a:gd name="connsiteX8305" fmla="*/ 9527689 w 12188965"/>
              <a:gd name="connsiteY8305" fmla="*/ 1397423 h 2053176"/>
              <a:gd name="connsiteX8306" fmla="*/ 9553350 w 12188965"/>
              <a:gd name="connsiteY8306" fmla="*/ 1423081 h 2053176"/>
              <a:gd name="connsiteX8307" fmla="*/ 9527689 w 12188965"/>
              <a:gd name="connsiteY8307" fmla="*/ 1448741 h 2053176"/>
              <a:gd name="connsiteX8308" fmla="*/ 9502031 w 12188965"/>
              <a:gd name="connsiteY8308" fmla="*/ 1423081 h 2053176"/>
              <a:gd name="connsiteX8309" fmla="*/ 9527689 w 12188965"/>
              <a:gd name="connsiteY8309" fmla="*/ 1397423 h 2053176"/>
              <a:gd name="connsiteX8310" fmla="*/ 9463485 w 12188965"/>
              <a:gd name="connsiteY8310" fmla="*/ 1397423 h 2053176"/>
              <a:gd name="connsiteX8311" fmla="*/ 9489143 w 12188965"/>
              <a:gd name="connsiteY8311" fmla="*/ 1423081 h 2053176"/>
              <a:gd name="connsiteX8312" fmla="*/ 9463485 w 12188965"/>
              <a:gd name="connsiteY8312" fmla="*/ 1448741 h 2053176"/>
              <a:gd name="connsiteX8313" fmla="*/ 9437826 w 12188965"/>
              <a:gd name="connsiteY8313" fmla="*/ 1423081 h 2053176"/>
              <a:gd name="connsiteX8314" fmla="*/ 9463485 w 12188965"/>
              <a:gd name="connsiteY8314" fmla="*/ 1397423 h 2053176"/>
              <a:gd name="connsiteX8315" fmla="*/ 9335073 w 12188965"/>
              <a:gd name="connsiteY8315" fmla="*/ 1397423 h 2053176"/>
              <a:gd name="connsiteX8316" fmla="*/ 9360734 w 12188965"/>
              <a:gd name="connsiteY8316" fmla="*/ 1423081 h 2053176"/>
              <a:gd name="connsiteX8317" fmla="*/ 9335073 w 12188965"/>
              <a:gd name="connsiteY8317" fmla="*/ 1448741 h 2053176"/>
              <a:gd name="connsiteX8318" fmla="*/ 9309415 w 12188965"/>
              <a:gd name="connsiteY8318" fmla="*/ 1423081 h 2053176"/>
              <a:gd name="connsiteX8319" fmla="*/ 9335073 w 12188965"/>
              <a:gd name="connsiteY8319" fmla="*/ 1397423 h 2053176"/>
              <a:gd name="connsiteX8320" fmla="*/ 9142457 w 12188965"/>
              <a:gd name="connsiteY8320" fmla="*/ 1397423 h 2053176"/>
              <a:gd name="connsiteX8321" fmla="*/ 9168118 w 12188965"/>
              <a:gd name="connsiteY8321" fmla="*/ 1423081 h 2053176"/>
              <a:gd name="connsiteX8322" fmla="*/ 9142457 w 12188965"/>
              <a:gd name="connsiteY8322" fmla="*/ 1448741 h 2053176"/>
              <a:gd name="connsiteX8323" fmla="*/ 9116799 w 12188965"/>
              <a:gd name="connsiteY8323" fmla="*/ 1423081 h 2053176"/>
              <a:gd name="connsiteX8324" fmla="*/ 9142457 w 12188965"/>
              <a:gd name="connsiteY8324" fmla="*/ 1397423 h 2053176"/>
              <a:gd name="connsiteX8325" fmla="*/ 9078253 w 12188965"/>
              <a:gd name="connsiteY8325" fmla="*/ 1397423 h 2053176"/>
              <a:gd name="connsiteX8326" fmla="*/ 9103911 w 12188965"/>
              <a:gd name="connsiteY8326" fmla="*/ 1423081 h 2053176"/>
              <a:gd name="connsiteX8327" fmla="*/ 9078253 w 12188965"/>
              <a:gd name="connsiteY8327" fmla="*/ 1448741 h 2053176"/>
              <a:gd name="connsiteX8328" fmla="*/ 9052595 w 12188965"/>
              <a:gd name="connsiteY8328" fmla="*/ 1423081 h 2053176"/>
              <a:gd name="connsiteX8329" fmla="*/ 9078253 w 12188965"/>
              <a:gd name="connsiteY8329" fmla="*/ 1397423 h 2053176"/>
              <a:gd name="connsiteX8330" fmla="*/ 9014049 w 12188965"/>
              <a:gd name="connsiteY8330" fmla="*/ 1397423 h 2053176"/>
              <a:gd name="connsiteX8331" fmla="*/ 9039707 w 12188965"/>
              <a:gd name="connsiteY8331" fmla="*/ 1423081 h 2053176"/>
              <a:gd name="connsiteX8332" fmla="*/ 9014049 w 12188965"/>
              <a:gd name="connsiteY8332" fmla="*/ 1448741 h 2053176"/>
              <a:gd name="connsiteX8333" fmla="*/ 8988388 w 12188965"/>
              <a:gd name="connsiteY8333" fmla="*/ 1423081 h 2053176"/>
              <a:gd name="connsiteX8334" fmla="*/ 9014049 w 12188965"/>
              <a:gd name="connsiteY8334" fmla="*/ 1397423 h 2053176"/>
              <a:gd name="connsiteX8335" fmla="*/ 8949842 w 12188965"/>
              <a:gd name="connsiteY8335" fmla="*/ 1397423 h 2053176"/>
              <a:gd name="connsiteX8336" fmla="*/ 8975503 w 12188965"/>
              <a:gd name="connsiteY8336" fmla="*/ 1423081 h 2053176"/>
              <a:gd name="connsiteX8337" fmla="*/ 8949842 w 12188965"/>
              <a:gd name="connsiteY8337" fmla="*/ 1448741 h 2053176"/>
              <a:gd name="connsiteX8338" fmla="*/ 8924183 w 12188965"/>
              <a:gd name="connsiteY8338" fmla="*/ 1423081 h 2053176"/>
              <a:gd name="connsiteX8339" fmla="*/ 8949842 w 12188965"/>
              <a:gd name="connsiteY8339" fmla="*/ 1397423 h 2053176"/>
              <a:gd name="connsiteX8340" fmla="*/ 8821433 w 12188965"/>
              <a:gd name="connsiteY8340" fmla="*/ 1397423 h 2053176"/>
              <a:gd name="connsiteX8341" fmla="*/ 8847091 w 12188965"/>
              <a:gd name="connsiteY8341" fmla="*/ 1423081 h 2053176"/>
              <a:gd name="connsiteX8342" fmla="*/ 8821433 w 12188965"/>
              <a:gd name="connsiteY8342" fmla="*/ 1448741 h 2053176"/>
              <a:gd name="connsiteX8343" fmla="*/ 8795772 w 12188965"/>
              <a:gd name="connsiteY8343" fmla="*/ 1423081 h 2053176"/>
              <a:gd name="connsiteX8344" fmla="*/ 8821433 w 12188965"/>
              <a:gd name="connsiteY8344" fmla="*/ 1397423 h 2053176"/>
              <a:gd name="connsiteX8345" fmla="*/ 8757226 w 12188965"/>
              <a:gd name="connsiteY8345" fmla="*/ 1397423 h 2053176"/>
              <a:gd name="connsiteX8346" fmla="*/ 8782887 w 12188965"/>
              <a:gd name="connsiteY8346" fmla="*/ 1423081 h 2053176"/>
              <a:gd name="connsiteX8347" fmla="*/ 8757226 w 12188965"/>
              <a:gd name="connsiteY8347" fmla="*/ 1448741 h 2053176"/>
              <a:gd name="connsiteX8348" fmla="*/ 8731568 w 12188965"/>
              <a:gd name="connsiteY8348" fmla="*/ 1423081 h 2053176"/>
              <a:gd name="connsiteX8349" fmla="*/ 8757226 w 12188965"/>
              <a:gd name="connsiteY8349" fmla="*/ 1397423 h 2053176"/>
              <a:gd name="connsiteX8350" fmla="*/ 8692904 w 12188965"/>
              <a:gd name="connsiteY8350" fmla="*/ 1397423 h 2053176"/>
              <a:gd name="connsiteX8351" fmla="*/ 8718565 w 12188965"/>
              <a:gd name="connsiteY8351" fmla="*/ 1423081 h 2053176"/>
              <a:gd name="connsiteX8352" fmla="*/ 8692904 w 12188965"/>
              <a:gd name="connsiteY8352" fmla="*/ 1448741 h 2053176"/>
              <a:gd name="connsiteX8353" fmla="*/ 8667246 w 12188965"/>
              <a:gd name="connsiteY8353" fmla="*/ 1423081 h 2053176"/>
              <a:gd name="connsiteX8354" fmla="*/ 8692904 w 12188965"/>
              <a:gd name="connsiteY8354" fmla="*/ 1397423 h 2053176"/>
              <a:gd name="connsiteX8355" fmla="*/ 8564495 w 12188965"/>
              <a:gd name="connsiteY8355" fmla="*/ 1397423 h 2053176"/>
              <a:gd name="connsiteX8356" fmla="*/ 8590153 w 12188965"/>
              <a:gd name="connsiteY8356" fmla="*/ 1423081 h 2053176"/>
              <a:gd name="connsiteX8357" fmla="*/ 8564495 w 12188965"/>
              <a:gd name="connsiteY8357" fmla="*/ 1448741 h 2053176"/>
              <a:gd name="connsiteX8358" fmla="*/ 8538837 w 12188965"/>
              <a:gd name="connsiteY8358" fmla="*/ 1423081 h 2053176"/>
              <a:gd name="connsiteX8359" fmla="*/ 8564495 w 12188965"/>
              <a:gd name="connsiteY8359" fmla="*/ 1397423 h 2053176"/>
              <a:gd name="connsiteX8360" fmla="*/ 8500288 w 12188965"/>
              <a:gd name="connsiteY8360" fmla="*/ 1397423 h 2053176"/>
              <a:gd name="connsiteX8361" fmla="*/ 8525949 w 12188965"/>
              <a:gd name="connsiteY8361" fmla="*/ 1423081 h 2053176"/>
              <a:gd name="connsiteX8362" fmla="*/ 8500288 w 12188965"/>
              <a:gd name="connsiteY8362" fmla="*/ 1448741 h 2053176"/>
              <a:gd name="connsiteX8363" fmla="*/ 8474630 w 12188965"/>
              <a:gd name="connsiteY8363" fmla="*/ 1423081 h 2053176"/>
              <a:gd name="connsiteX8364" fmla="*/ 8500288 w 12188965"/>
              <a:gd name="connsiteY8364" fmla="*/ 1397423 h 2053176"/>
              <a:gd name="connsiteX8365" fmla="*/ 8115057 w 12188965"/>
              <a:gd name="connsiteY8365" fmla="*/ 1397423 h 2053176"/>
              <a:gd name="connsiteX8366" fmla="*/ 8140717 w 12188965"/>
              <a:gd name="connsiteY8366" fmla="*/ 1423081 h 2053176"/>
              <a:gd name="connsiteX8367" fmla="*/ 8115057 w 12188965"/>
              <a:gd name="connsiteY8367" fmla="*/ 1448741 h 2053176"/>
              <a:gd name="connsiteX8368" fmla="*/ 8089398 w 12188965"/>
              <a:gd name="connsiteY8368" fmla="*/ 1423081 h 2053176"/>
              <a:gd name="connsiteX8369" fmla="*/ 8115057 w 12188965"/>
              <a:gd name="connsiteY8369" fmla="*/ 1397423 h 2053176"/>
              <a:gd name="connsiteX8370" fmla="*/ 8050852 w 12188965"/>
              <a:gd name="connsiteY8370" fmla="*/ 1397423 h 2053176"/>
              <a:gd name="connsiteX8371" fmla="*/ 8076510 w 12188965"/>
              <a:gd name="connsiteY8371" fmla="*/ 1423081 h 2053176"/>
              <a:gd name="connsiteX8372" fmla="*/ 8050852 w 12188965"/>
              <a:gd name="connsiteY8372" fmla="*/ 1448741 h 2053176"/>
              <a:gd name="connsiteX8373" fmla="*/ 8025194 w 12188965"/>
              <a:gd name="connsiteY8373" fmla="*/ 1423081 h 2053176"/>
              <a:gd name="connsiteX8374" fmla="*/ 8050852 w 12188965"/>
              <a:gd name="connsiteY8374" fmla="*/ 1397423 h 2053176"/>
              <a:gd name="connsiteX8375" fmla="*/ 7986648 w 12188965"/>
              <a:gd name="connsiteY8375" fmla="*/ 1397423 h 2053176"/>
              <a:gd name="connsiteX8376" fmla="*/ 8012306 w 12188965"/>
              <a:gd name="connsiteY8376" fmla="*/ 1423081 h 2053176"/>
              <a:gd name="connsiteX8377" fmla="*/ 7986648 w 12188965"/>
              <a:gd name="connsiteY8377" fmla="*/ 1448741 h 2053176"/>
              <a:gd name="connsiteX8378" fmla="*/ 7960990 w 12188965"/>
              <a:gd name="connsiteY8378" fmla="*/ 1423081 h 2053176"/>
              <a:gd name="connsiteX8379" fmla="*/ 7986648 w 12188965"/>
              <a:gd name="connsiteY8379" fmla="*/ 1397423 h 2053176"/>
              <a:gd name="connsiteX8380" fmla="*/ 7922444 w 12188965"/>
              <a:gd name="connsiteY8380" fmla="*/ 1397423 h 2053176"/>
              <a:gd name="connsiteX8381" fmla="*/ 7948102 w 12188965"/>
              <a:gd name="connsiteY8381" fmla="*/ 1423081 h 2053176"/>
              <a:gd name="connsiteX8382" fmla="*/ 7922444 w 12188965"/>
              <a:gd name="connsiteY8382" fmla="*/ 1448741 h 2053176"/>
              <a:gd name="connsiteX8383" fmla="*/ 7896783 w 12188965"/>
              <a:gd name="connsiteY8383" fmla="*/ 1423081 h 2053176"/>
              <a:gd name="connsiteX8384" fmla="*/ 7922444 w 12188965"/>
              <a:gd name="connsiteY8384" fmla="*/ 1397423 h 2053176"/>
              <a:gd name="connsiteX8385" fmla="*/ 7858237 w 12188965"/>
              <a:gd name="connsiteY8385" fmla="*/ 1397423 h 2053176"/>
              <a:gd name="connsiteX8386" fmla="*/ 7883895 w 12188965"/>
              <a:gd name="connsiteY8386" fmla="*/ 1423081 h 2053176"/>
              <a:gd name="connsiteX8387" fmla="*/ 7858237 w 12188965"/>
              <a:gd name="connsiteY8387" fmla="*/ 1448741 h 2053176"/>
              <a:gd name="connsiteX8388" fmla="*/ 7832578 w 12188965"/>
              <a:gd name="connsiteY8388" fmla="*/ 1423081 h 2053176"/>
              <a:gd name="connsiteX8389" fmla="*/ 7858237 w 12188965"/>
              <a:gd name="connsiteY8389" fmla="*/ 1397423 h 2053176"/>
              <a:gd name="connsiteX8390" fmla="*/ 7794032 w 12188965"/>
              <a:gd name="connsiteY8390" fmla="*/ 1397423 h 2053176"/>
              <a:gd name="connsiteX8391" fmla="*/ 7819690 w 12188965"/>
              <a:gd name="connsiteY8391" fmla="*/ 1423081 h 2053176"/>
              <a:gd name="connsiteX8392" fmla="*/ 7794032 w 12188965"/>
              <a:gd name="connsiteY8392" fmla="*/ 1448741 h 2053176"/>
              <a:gd name="connsiteX8393" fmla="*/ 7768371 w 12188965"/>
              <a:gd name="connsiteY8393" fmla="*/ 1423081 h 2053176"/>
              <a:gd name="connsiteX8394" fmla="*/ 7794032 w 12188965"/>
              <a:gd name="connsiteY8394" fmla="*/ 1397423 h 2053176"/>
              <a:gd name="connsiteX8395" fmla="*/ 7729825 w 12188965"/>
              <a:gd name="connsiteY8395" fmla="*/ 1397423 h 2053176"/>
              <a:gd name="connsiteX8396" fmla="*/ 7755486 w 12188965"/>
              <a:gd name="connsiteY8396" fmla="*/ 1423081 h 2053176"/>
              <a:gd name="connsiteX8397" fmla="*/ 7729825 w 12188965"/>
              <a:gd name="connsiteY8397" fmla="*/ 1448741 h 2053176"/>
              <a:gd name="connsiteX8398" fmla="*/ 7704167 w 12188965"/>
              <a:gd name="connsiteY8398" fmla="*/ 1423081 h 2053176"/>
              <a:gd name="connsiteX8399" fmla="*/ 7729825 w 12188965"/>
              <a:gd name="connsiteY8399" fmla="*/ 1397423 h 2053176"/>
              <a:gd name="connsiteX8400" fmla="*/ 7665621 w 12188965"/>
              <a:gd name="connsiteY8400" fmla="*/ 1397423 h 2053176"/>
              <a:gd name="connsiteX8401" fmla="*/ 7691279 w 12188965"/>
              <a:gd name="connsiteY8401" fmla="*/ 1423081 h 2053176"/>
              <a:gd name="connsiteX8402" fmla="*/ 7665621 w 12188965"/>
              <a:gd name="connsiteY8402" fmla="*/ 1448741 h 2053176"/>
              <a:gd name="connsiteX8403" fmla="*/ 7639963 w 12188965"/>
              <a:gd name="connsiteY8403" fmla="*/ 1423081 h 2053176"/>
              <a:gd name="connsiteX8404" fmla="*/ 7665621 w 12188965"/>
              <a:gd name="connsiteY8404" fmla="*/ 1397423 h 2053176"/>
              <a:gd name="connsiteX8405" fmla="*/ 7601299 w 12188965"/>
              <a:gd name="connsiteY8405" fmla="*/ 1397423 h 2053176"/>
              <a:gd name="connsiteX8406" fmla="*/ 7626959 w 12188965"/>
              <a:gd name="connsiteY8406" fmla="*/ 1423081 h 2053176"/>
              <a:gd name="connsiteX8407" fmla="*/ 7601299 w 12188965"/>
              <a:gd name="connsiteY8407" fmla="*/ 1448741 h 2053176"/>
              <a:gd name="connsiteX8408" fmla="*/ 7575640 w 12188965"/>
              <a:gd name="connsiteY8408" fmla="*/ 1423081 h 2053176"/>
              <a:gd name="connsiteX8409" fmla="*/ 7601299 w 12188965"/>
              <a:gd name="connsiteY8409" fmla="*/ 1397423 h 2053176"/>
              <a:gd name="connsiteX8410" fmla="*/ 7537094 w 12188965"/>
              <a:gd name="connsiteY8410" fmla="*/ 1397423 h 2053176"/>
              <a:gd name="connsiteX8411" fmla="*/ 7562752 w 12188965"/>
              <a:gd name="connsiteY8411" fmla="*/ 1423081 h 2053176"/>
              <a:gd name="connsiteX8412" fmla="*/ 7537094 w 12188965"/>
              <a:gd name="connsiteY8412" fmla="*/ 1448741 h 2053176"/>
              <a:gd name="connsiteX8413" fmla="*/ 7511436 w 12188965"/>
              <a:gd name="connsiteY8413" fmla="*/ 1423081 h 2053176"/>
              <a:gd name="connsiteX8414" fmla="*/ 7537094 w 12188965"/>
              <a:gd name="connsiteY8414" fmla="*/ 1397423 h 2053176"/>
              <a:gd name="connsiteX8415" fmla="*/ 7472890 w 12188965"/>
              <a:gd name="connsiteY8415" fmla="*/ 1397423 h 2053176"/>
              <a:gd name="connsiteX8416" fmla="*/ 7498548 w 12188965"/>
              <a:gd name="connsiteY8416" fmla="*/ 1423081 h 2053176"/>
              <a:gd name="connsiteX8417" fmla="*/ 7472890 w 12188965"/>
              <a:gd name="connsiteY8417" fmla="*/ 1448741 h 2053176"/>
              <a:gd name="connsiteX8418" fmla="*/ 7447229 w 12188965"/>
              <a:gd name="connsiteY8418" fmla="*/ 1423081 h 2053176"/>
              <a:gd name="connsiteX8419" fmla="*/ 7472890 w 12188965"/>
              <a:gd name="connsiteY8419" fmla="*/ 1397423 h 2053176"/>
              <a:gd name="connsiteX8420" fmla="*/ 7280274 w 12188965"/>
              <a:gd name="connsiteY8420" fmla="*/ 1397423 h 2053176"/>
              <a:gd name="connsiteX8421" fmla="*/ 7305932 w 12188965"/>
              <a:gd name="connsiteY8421" fmla="*/ 1423081 h 2053176"/>
              <a:gd name="connsiteX8422" fmla="*/ 7280274 w 12188965"/>
              <a:gd name="connsiteY8422" fmla="*/ 1448741 h 2053176"/>
              <a:gd name="connsiteX8423" fmla="*/ 7254613 w 12188965"/>
              <a:gd name="connsiteY8423" fmla="*/ 1423081 h 2053176"/>
              <a:gd name="connsiteX8424" fmla="*/ 7280274 w 12188965"/>
              <a:gd name="connsiteY8424" fmla="*/ 1397423 h 2053176"/>
              <a:gd name="connsiteX8425" fmla="*/ 7216067 w 12188965"/>
              <a:gd name="connsiteY8425" fmla="*/ 1397423 h 2053176"/>
              <a:gd name="connsiteX8426" fmla="*/ 7241725 w 12188965"/>
              <a:gd name="connsiteY8426" fmla="*/ 1423081 h 2053176"/>
              <a:gd name="connsiteX8427" fmla="*/ 7216067 w 12188965"/>
              <a:gd name="connsiteY8427" fmla="*/ 1448741 h 2053176"/>
              <a:gd name="connsiteX8428" fmla="*/ 7190409 w 12188965"/>
              <a:gd name="connsiteY8428" fmla="*/ 1423081 h 2053176"/>
              <a:gd name="connsiteX8429" fmla="*/ 7216067 w 12188965"/>
              <a:gd name="connsiteY8429" fmla="*/ 1397423 h 2053176"/>
              <a:gd name="connsiteX8430" fmla="*/ 7151863 w 12188965"/>
              <a:gd name="connsiteY8430" fmla="*/ 1397423 h 2053176"/>
              <a:gd name="connsiteX8431" fmla="*/ 7177521 w 12188965"/>
              <a:gd name="connsiteY8431" fmla="*/ 1423081 h 2053176"/>
              <a:gd name="connsiteX8432" fmla="*/ 7151863 w 12188965"/>
              <a:gd name="connsiteY8432" fmla="*/ 1448741 h 2053176"/>
              <a:gd name="connsiteX8433" fmla="*/ 7126205 w 12188965"/>
              <a:gd name="connsiteY8433" fmla="*/ 1423081 h 2053176"/>
              <a:gd name="connsiteX8434" fmla="*/ 7151863 w 12188965"/>
              <a:gd name="connsiteY8434" fmla="*/ 1397423 h 2053176"/>
              <a:gd name="connsiteX8435" fmla="*/ 7087658 w 12188965"/>
              <a:gd name="connsiteY8435" fmla="*/ 1397423 h 2053176"/>
              <a:gd name="connsiteX8436" fmla="*/ 7113317 w 12188965"/>
              <a:gd name="connsiteY8436" fmla="*/ 1423081 h 2053176"/>
              <a:gd name="connsiteX8437" fmla="*/ 7087658 w 12188965"/>
              <a:gd name="connsiteY8437" fmla="*/ 1448741 h 2053176"/>
              <a:gd name="connsiteX8438" fmla="*/ 7061998 w 12188965"/>
              <a:gd name="connsiteY8438" fmla="*/ 1423081 h 2053176"/>
              <a:gd name="connsiteX8439" fmla="*/ 7087658 w 12188965"/>
              <a:gd name="connsiteY8439" fmla="*/ 1397423 h 2053176"/>
              <a:gd name="connsiteX8440" fmla="*/ 6895043 w 12188965"/>
              <a:gd name="connsiteY8440" fmla="*/ 1397423 h 2053176"/>
              <a:gd name="connsiteX8441" fmla="*/ 6920701 w 12188965"/>
              <a:gd name="connsiteY8441" fmla="*/ 1423081 h 2053176"/>
              <a:gd name="connsiteX8442" fmla="*/ 6895043 w 12188965"/>
              <a:gd name="connsiteY8442" fmla="*/ 1448741 h 2053176"/>
              <a:gd name="connsiteX8443" fmla="*/ 6869382 w 12188965"/>
              <a:gd name="connsiteY8443" fmla="*/ 1423081 h 2053176"/>
              <a:gd name="connsiteX8444" fmla="*/ 6895043 w 12188965"/>
              <a:gd name="connsiteY8444" fmla="*/ 1397423 h 2053176"/>
              <a:gd name="connsiteX8445" fmla="*/ 6766631 w 12188965"/>
              <a:gd name="connsiteY8445" fmla="*/ 1397423 h 2053176"/>
              <a:gd name="connsiteX8446" fmla="*/ 6792290 w 12188965"/>
              <a:gd name="connsiteY8446" fmla="*/ 1423081 h 2053176"/>
              <a:gd name="connsiteX8447" fmla="*/ 6766631 w 12188965"/>
              <a:gd name="connsiteY8447" fmla="*/ 1448741 h 2053176"/>
              <a:gd name="connsiteX8448" fmla="*/ 6740973 w 12188965"/>
              <a:gd name="connsiteY8448" fmla="*/ 1423081 h 2053176"/>
              <a:gd name="connsiteX8449" fmla="*/ 6766631 w 12188965"/>
              <a:gd name="connsiteY8449" fmla="*/ 1397423 h 2053176"/>
              <a:gd name="connsiteX8450" fmla="*/ 6702427 w 12188965"/>
              <a:gd name="connsiteY8450" fmla="*/ 1397423 h 2053176"/>
              <a:gd name="connsiteX8451" fmla="*/ 6728085 w 12188965"/>
              <a:gd name="connsiteY8451" fmla="*/ 1423081 h 2053176"/>
              <a:gd name="connsiteX8452" fmla="*/ 6702427 w 12188965"/>
              <a:gd name="connsiteY8452" fmla="*/ 1448741 h 2053176"/>
              <a:gd name="connsiteX8453" fmla="*/ 6676766 w 12188965"/>
              <a:gd name="connsiteY8453" fmla="*/ 1423081 h 2053176"/>
              <a:gd name="connsiteX8454" fmla="*/ 6702427 w 12188965"/>
              <a:gd name="connsiteY8454" fmla="*/ 1397423 h 2053176"/>
              <a:gd name="connsiteX8455" fmla="*/ 6638220 w 12188965"/>
              <a:gd name="connsiteY8455" fmla="*/ 1397423 h 2053176"/>
              <a:gd name="connsiteX8456" fmla="*/ 6663881 w 12188965"/>
              <a:gd name="connsiteY8456" fmla="*/ 1423081 h 2053176"/>
              <a:gd name="connsiteX8457" fmla="*/ 6638220 w 12188965"/>
              <a:gd name="connsiteY8457" fmla="*/ 1448741 h 2053176"/>
              <a:gd name="connsiteX8458" fmla="*/ 6612562 w 12188965"/>
              <a:gd name="connsiteY8458" fmla="*/ 1423081 h 2053176"/>
              <a:gd name="connsiteX8459" fmla="*/ 6638220 w 12188965"/>
              <a:gd name="connsiteY8459" fmla="*/ 1397423 h 2053176"/>
              <a:gd name="connsiteX8460" fmla="*/ 6574016 w 12188965"/>
              <a:gd name="connsiteY8460" fmla="*/ 1397423 h 2053176"/>
              <a:gd name="connsiteX8461" fmla="*/ 6599674 w 12188965"/>
              <a:gd name="connsiteY8461" fmla="*/ 1423081 h 2053176"/>
              <a:gd name="connsiteX8462" fmla="*/ 6574016 w 12188965"/>
              <a:gd name="connsiteY8462" fmla="*/ 1448741 h 2053176"/>
              <a:gd name="connsiteX8463" fmla="*/ 6548357 w 12188965"/>
              <a:gd name="connsiteY8463" fmla="*/ 1423081 h 2053176"/>
              <a:gd name="connsiteX8464" fmla="*/ 6574016 w 12188965"/>
              <a:gd name="connsiteY8464" fmla="*/ 1397423 h 2053176"/>
              <a:gd name="connsiteX8465" fmla="*/ 6381282 w 12188965"/>
              <a:gd name="connsiteY8465" fmla="*/ 1397423 h 2053176"/>
              <a:gd name="connsiteX8466" fmla="*/ 6406943 w 12188965"/>
              <a:gd name="connsiteY8466" fmla="*/ 1423081 h 2053176"/>
              <a:gd name="connsiteX8467" fmla="*/ 6381282 w 12188965"/>
              <a:gd name="connsiteY8467" fmla="*/ 1448741 h 2053176"/>
              <a:gd name="connsiteX8468" fmla="*/ 6355624 w 12188965"/>
              <a:gd name="connsiteY8468" fmla="*/ 1423081 h 2053176"/>
              <a:gd name="connsiteX8469" fmla="*/ 6381282 w 12188965"/>
              <a:gd name="connsiteY8469" fmla="*/ 1397423 h 2053176"/>
              <a:gd name="connsiteX8470" fmla="*/ 6317078 w 12188965"/>
              <a:gd name="connsiteY8470" fmla="*/ 1397423 h 2053176"/>
              <a:gd name="connsiteX8471" fmla="*/ 6342736 w 12188965"/>
              <a:gd name="connsiteY8471" fmla="*/ 1423081 h 2053176"/>
              <a:gd name="connsiteX8472" fmla="*/ 6317078 w 12188965"/>
              <a:gd name="connsiteY8472" fmla="*/ 1448741 h 2053176"/>
              <a:gd name="connsiteX8473" fmla="*/ 6291420 w 12188965"/>
              <a:gd name="connsiteY8473" fmla="*/ 1423081 h 2053176"/>
              <a:gd name="connsiteX8474" fmla="*/ 6317078 w 12188965"/>
              <a:gd name="connsiteY8474" fmla="*/ 1397423 h 2053176"/>
              <a:gd name="connsiteX8475" fmla="*/ 6252873 w 12188965"/>
              <a:gd name="connsiteY8475" fmla="*/ 1397423 h 2053176"/>
              <a:gd name="connsiteX8476" fmla="*/ 6278532 w 12188965"/>
              <a:gd name="connsiteY8476" fmla="*/ 1423081 h 2053176"/>
              <a:gd name="connsiteX8477" fmla="*/ 6252873 w 12188965"/>
              <a:gd name="connsiteY8477" fmla="*/ 1448741 h 2053176"/>
              <a:gd name="connsiteX8478" fmla="*/ 6227213 w 12188965"/>
              <a:gd name="connsiteY8478" fmla="*/ 1423081 h 2053176"/>
              <a:gd name="connsiteX8479" fmla="*/ 6252873 w 12188965"/>
              <a:gd name="connsiteY8479" fmla="*/ 1397423 h 2053176"/>
              <a:gd name="connsiteX8480" fmla="*/ 6188666 w 12188965"/>
              <a:gd name="connsiteY8480" fmla="*/ 1397423 h 2053176"/>
              <a:gd name="connsiteX8481" fmla="*/ 6214327 w 12188965"/>
              <a:gd name="connsiteY8481" fmla="*/ 1423081 h 2053176"/>
              <a:gd name="connsiteX8482" fmla="*/ 6188666 w 12188965"/>
              <a:gd name="connsiteY8482" fmla="*/ 1448741 h 2053176"/>
              <a:gd name="connsiteX8483" fmla="*/ 6163008 w 12188965"/>
              <a:gd name="connsiteY8483" fmla="*/ 1423081 h 2053176"/>
              <a:gd name="connsiteX8484" fmla="*/ 6188666 w 12188965"/>
              <a:gd name="connsiteY8484" fmla="*/ 1397423 h 2053176"/>
              <a:gd name="connsiteX8485" fmla="*/ 6124462 w 12188965"/>
              <a:gd name="connsiteY8485" fmla="*/ 1397423 h 2053176"/>
              <a:gd name="connsiteX8486" fmla="*/ 6150123 w 12188965"/>
              <a:gd name="connsiteY8486" fmla="*/ 1423081 h 2053176"/>
              <a:gd name="connsiteX8487" fmla="*/ 6124462 w 12188965"/>
              <a:gd name="connsiteY8487" fmla="*/ 1448741 h 2053176"/>
              <a:gd name="connsiteX8488" fmla="*/ 6098804 w 12188965"/>
              <a:gd name="connsiteY8488" fmla="*/ 1423081 h 2053176"/>
              <a:gd name="connsiteX8489" fmla="*/ 6124462 w 12188965"/>
              <a:gd name="connsiteY8489" fmla="*/ 1397423 h 2053176"/>
              <a:gd name="connsiteX8490" fmla="*/ 6064505 w 12188965"/>
              <a:gd name="connsiteY8490" fmla="*/ 1397423 h 2053176"/>
              <a:gd name="connsiteX8491" fmla="*/ 6090163 w 12188965"/>
              <a:gd name="connsiteY8491" fmla="*/ 1423081 h 2053176"/>
              <a:gd name="connsiteX8492" fmla="*/ 6064505 w 12188965"/>
              <a:gd name="connsiteY8492" fmla="*/ 1448741 h 2053176"/>
              <a:gd name="connsiteX8493" fmla="*/ 6038844 w 12188965"/>
              <a:gd name="connsiteY8493" fmla="*/ 1423081 h 2053176"/>
              <a:gd name="connsiteX8494" fmla="*/ 6064505 w 12188965"/>
              <a:gd name="connsiteY8494" fmla="*/ 1397423 h 2053176"/>
              <a:gd name="connsiteX8495" fmla="*/ 6000298 w 12188965"/>
              <a:gd name="connsiteY8495" fmla="*/ 1397423 h 2053176"/>
              <a:gd name="connsiteX8496" fmla="*/ 6025956 w 12188965"/>
              <a:gd name="connsiteY8496" fmla="*/ 1423081 h 2053176"/>
              <a:gd name="connsiteX8497" fmla="*/ 6000298 w 12188965"/>
              <a:gd name="connsiteY8497" fmla="*/ 1448741 h 2053176"/>
              <a:gd name="connsiteX8498" fmla="*/ 5974639 w 12188965"/>
              <a:gd name="connsiteY8498" fmla="*/ 1423081 h 2053176"/>
              <a:gd name="connsiteX8499" fmla="*/ 6000298 w 12188965"/>
              <a:gd name="connsiteY8499" fmla="*/ 1397423 h 2053176"/>
              <a:gd name="connsiteX8500" fmla="*/ 5936092 w 12188965"/>
              <a:gd name="connsiteY8500" fmla="*/ 1397423 h 2053176"/>
              <a:gd name="connsiteX8501" fmla="*/ 5961751 w 12188965"/>
              <a:gd name="connsiteY8501" fmla="*/ 1423081 h 2053176"/>
              <a:gd name="connsiteX8502" fmla="*/ 5936092 w 12188965"/>
              <a:gd name="connsiteY8502" fmla="*/ 1448741 h 2053176"/>
              <a:gd name="connsiteX8503" fmla="*/ 5910435 w 12188965"/>
              <a:gd name="connsiteY8503" fmla="*/ 1423081 h 2053176"/>
              <a:gd name="connsiteX8504" fmla="*/ 5936092 w 12188965"/>
              <a:gd name="connsiteY8504" fmla="*/ 1397423 h 2053176"/>
              <a:gd name="connsiteX8505" fmla="*/ 5743477 w 12188965"/>
              <a:gd name="connsiteY8505" fmla="*/ 1397423 h 2053176"/>
              <a:gd name="connsiteX8506" fmla="*/ 5769136 w 12188965"/>
              <a:gd name="connsiteY8506" fmla="*/ 1423081 h 2053176"/>
              <a:gd name="connsiteX8507" fmla="*/ 5743477 w 12188965"/>
              <a:gd name="connsiteY8507" fmla="*/ 1448741 h 2053176"/>
              <a:gd name="connsiteX8508" fmla="*/ 5717818 w 12188965"/>
              <a:gd name="connsiteY8508" fmla="*/ 1423081 h 2053176"/>
              <a:gd name="connsiteX8509" fmla="*/ 5743477 w 12188965"/>
              <a:gd name="connsiteY8509" fmla="*/ 1397423 h 2053176"/>
              <a:gd name="connsiteX8510" fmla="*/ 5679272 w 12188965"/>
              <a:gd name="connsiteY8510" fmla="*/ 1397423 h 2053176"/>
              <a:gd name="connsiteX8511" fmla="*/ 5704930 w 12188965"/>
              <a:gd name="connsiteY8511" fmla="*/ 1423081 h 2053176"/>
              <a:gd name="connsiteX8512" fmla="*/ 5679272 w 12188965"/>
              <a:gd name="connsiteY8512" fmla="*/ 1448741 h 2053176"/>
              <a:gd name="connsiteX8513" fmla="*/ 5653614 w 12188965"/>
              <a:gd name="connsiteY8513" fmla="*/ 1423081 h 2053176"/>
              <a:gd name="connsiteX8514" fmla="*/ 5679272 w 12188965"/>
              <a:gd name="connsiteY8514" fmla="*/ 1397423 h 2053176"/>
              <a:gd name="connsiteX8515" fmla="*/ 5615066 w 12188965"/>
              <a:gd name="connsiteY8515" fmla="*/ 1397423 h 2053176"/>
              <a:gd name="connsiteX8516" fmla="*/ 5640726 w 12188965"/>
              <a:gd name="connsiteY8516" fmla="*/ 1423081 h 2053176"/>
              <a:gd name="connsiteX8517" fmla="*/ 5615066 w 12188965"/>
              <a:gd name="connsiteY8517" fmla="*/ 1448741 h 2053176"/>
              <a:gd name="connsiteX8518" fmla="*/ 5589407 w 12188965"/>
              <a:gd name="connsiteY8518" fmla="*/ 1423081 h 2053176"/>
              <a:gd name="connsiteX8519" fmla="*/ 5615066 w 12188965"/>
              <a:gd name="connsiteY8519" fmla="*/ 1397423 h 2053176"/>
              <a:gd name="connsiteX8520" fmla="*/ 5550862 w 12188965"/>
              <a:gd name="connsiteY8520" fmla="*/ 1397423 h 2053176"/>
              <a:gd name="connsiteX8521" fmla="*/ 5576520 w 12188965"/>
              <a:gd name="connsiteY8521" fmla="*/ 1423081 h 2053176"/>
              <a:gd name="connsiteX8522" fmla="*/ 5550862 w 12188965"/>
              <a:gd name="connsiteY8522" fmla="*/ 1448741 h 2053176"/>
              <a:gd name="connsiteX8523" fmla="*/ 5525203 w 12188965"/>
              <a:gd name="connsiteY8523" fmla="*/ 1423081 h 2053176"/>
              <a:gd name="connsiteX8524" fmla="*/ 5550862 w 12188965"/>
              <a:gd name="connsiteY8524" fmla="*/ 1397423 h 2053176"/>
              <a:gd name="connsiteX8525" fmla="*/ 5486655 w 12188965"/>
              <a:gd name="connsiteY8525" fmla="*/ 1397423 h 2053176"/>
              <a:gd name="connsiteX8526" fmla="*/ 5512316 w 12188965"/>
              <a:gd name="connsiteY8526" fmla="*/ 1423081 h 2053176"/>
              <a:gd name="connsiteX8527" fmla="*/ 5486655 w 12188965"/>
              <a:gd name="connsiteY8527" fmla="*/ 1448741 h 2053176"/>
              <a:gd name="connsiteX8528" fmla="*/ 5460997 w 12188965"/>
              <a:gd name="connsiteY8528" fmla="*/ 1423081 h 2053176"/>
              <a:gd name="connsiteX8529" fmla="*/ 5486655 w 12188965"/>
              <a:gd name="connsiteY8529" fmla="*/ 1397423 h 2053176"/>
              <a:gd name="connsiteX8530" fmla="*/ 5422451 w 12188965"/>
              <a:gd name="connsiteY8530" fmla="*/ 1397423 h 2053176"/>
              <a:gd name="connsiteX8531" fmla="*/ 5448109 w 12188965"/>
              <a:gd name="connsiteY8531" fmla="*/ 1423081 h 2053176"/>
              <a:gd name="connsiteX8532" fmla="*/ 5422451 w 12188965"/>
              <a:gd name="connsiteY8532" fmla="*/ 1448741 h 2053176"/>
              <a:gd name="connsiteX8533" fmla="*/ 5396791 w 12188965"/>
              <a:gd name="connsiteY8533" fmla="*/ 1423081 h 2053176"/>
              <a:gd name="connsiteX8534" fmla="*/ 5422451 w 12188965"/>
              <a:gd name="connsiteY8534" fmla="*/ 1397423 h 2053176"/>
              <a:gd name="connsiteX8535" fmla="*/ 5358245 w 12188965"/>
              <a:gd name="connsiteY8535" fmla="*/ 1397423 h 2053176"/>
              <a:gd name="connsiteX8536" fmla="*/ 5383904 w 12188965"/>
              <a:gd name="connsiteY8536" fmla="*/ 1423081 h 2053176"/>
              <a:gd name="connsiteX8537" fmla="*/ 5358245 w 12188965"/>
              <a:gd name="connsiteY8537" fmla="*/ 1448741 h 2053176"/>
              <a:gd name="connsiteX8538" fmla="*/ 5332587 w 12188965"/>
              <a:gd name="connsiteY8538" fmla="*/ 1423081 h 2053176"/>
              <a:gd name="connsiteX8539" fmla="*/ 5358245 w 12188965"/>
              <a:gd name="connsiteY8539" fmla="*/ 1397423 h 2053176"/>
              <a:gd name="connsiteX8540" fmla="*/ 5229719 w 12188965"/>
              <a:gd name="connsiteY8540" fmla="*/ 1397423 h 2053176"/>
              <a:gd name="connsiteX8541" fmla="*/ 5255377 w 12188965"/>
              <a:gd name="connsiteY8541" fmla="*/ 1423081 h 2053176"/>
              <a:gd name="connsiteX8542" fmla="*/ 5229719 w 12188965"/>
              <a:gd name="connsiteY8542" fmla="*/ 1448741 h 2053176"/>
              <a:gd name="connsiteX8543" fmla="*/ 5204058 w 12188965"/>
              <a:gd name="connsiteY8543" fmla="*/ 1423081 h 2053176"/>
              <a:gd name="connsiteX8544" fmla="*/ 5229719 w 12188965"/>
              <a:gd name="connsiteY8544" fmla="*/ 1397423 h 2053176"/>
              <a:gd name="connsiteX8545" fmla="*/ 5101309 w 12188965"/>
              <a:gd name="connsiteY8545" fmla="*/ 1397423 h 2053176"/>
              <a:gd name="connsiteX8546" fmla="*/ 5126967 w 12188965"/>
              <a:gd name="connsiteY8546" fmla="*/ 1423081 h 2053176"/>
              <a:gd name="connsiteX8547" fmla="*/ 5101309 w 12188965"/>
              <a:gd name="connsiteY8547" fmla="*/ 1448741 h 2053176"/>
              <a:gd name="connsiteX8548" fmla="*/ 5075649 w 12188965"/>
              <a:gd name="connsiteY8548" fmla="*/ 1423081 h 2053176"/>
              <a:gd name="connsiteX8549" fmla="*/ 5101309 w 12188965"/>
              <a:gd name="connsiteY8549" fmla="*/ 1397423 h 2053176"/>
              <a:gd name="connsiteX8550" fmla="*/ 5037104 w 12188965"/>
              <a:gd name="connsiteY8550" fmla="*/ 1397423 h 2053176"/>
              <a:gd name="connsiteX8551" fmla="*/ 5062762 w 12188965"/>
              <a:gd name="connsiteY8551" fmla="*/ 1423081 h 2053176"/>
              <a:gd name="connsiteX8552" fmla="*/ 5037104 w 12188965"/>
              <a:gd name="connsiteY8552" fmla="*/ 1448741 h 2053176"/>
              <a:gd name="connsiteX8553" fmla="*/ 5011444 w 12188965"/>
              <a:gd name="connsiteY8553" fmla="*/ 1423081 h 2053176"/>
              <a:gd name="connsiteX8554" fmla="*/ 5037104 w 12188965"/>
              <a:gd name="connsiteY8554" fmla="*/ 1397423 h 2053176"/>
              <a:gd name="connsiteX8555" fmla="*/ 4972896 w 12188965"/>
              <a:gd name="connsiteY8555" fmla="*/ 1397423 h 2053176"/>
              <a:gd name="connsiteX8556" fmla="*/ 4998557 w 12188965"/>
              <a:gd name="connsiteY8556" fmla="*/ 1423081 h 2053176"/>
              <a:gd name="connsiteX8557" fmla="*/ 4972896 w 12188965"/>
              <a:gd name="connsiteY8557" fmla="*/ 1448741 h 2053176"/>
              <a:gd name="connsiteX8558" fmla="*/ 4947240 w 12188965"/>
              <a:gd name="connsiteY8558" fmla="*/ 1423081 h 2053176"/>
              <a:gd name="connsiteX8559" fmla="*/ 4972896 w 12188965"/>
              <a:gd name="connsiteY8559" fmla="*/ 1397423 h 2053176"/>
              <a:gd name="connsiteX8560" fmla="*/ 4908693 w 12188965"/>
              <a:gd name="connsiteY8560" fmla="*/ 1397423 h 2053176"/>
              <a:gd name="connsiteX8561" fmla="*/ 4934352 w 12188965"/>
              <a:gd name="connsiteY8561" fmla="*/ 1423081 h 2053176"/>
              <a:gd name="connsiteX8562" fmla="*/ 4908693 w 12188965"/>
              <a:gd name="connsiteY8562" fmla="*/ 1448741 h 2053176"/>
              <a:gd name="connsiteX8563" fmla="*/ 4883033 w 12188965"/>
              <a:gd name="connsiteY8563" fmla="*/ 1423081 h 2053176"/>
              <a:gd name="connsiteX8564" fmla="*/ 4908693 w 12188965"/>
              <a:gd name="connsiteY8564" fmla="*/ 1397423 h 2053176"/>
              <a:gd name="connsiteX8565" fmla="*/ 4844487 w 12188965"/>
              <a:gd name="connsiteY8565" fmla="*/ 1397423 h 2053176"/>
              <a:gd name="connsiteX8566" fmla="*/ 4870146 w 12188965"/>
              <a:gd name="connsiteY8566" fmla="*/ 1423081 h 2053176"/>
              <a:gd name="connsiteX8567" fmla="*/ 4844487 w 12188965"/>
              <a:gd name="connsiteY8567" fmla="*/ 1448741 h 2053176"/>
              <a:gd name="connsiteX8568" fmla="*/ 4818828 w 12188965"/>
              <a:gd name="connsiteY8568" fmla="*/ 1423081 h 2053176"/>
              <a:gd name="connsiteX8569" fmla="*/ 4844487 w 12188965"/>
              <a:gd name="connsiteY8569" fmla="*/ 1397423 h 2053176"/>
              <a:gd name="connsiteX8570" fmla="*/ 4780282 w 12188965"/>
              <a:gd name="connsiteY8570" fmla="*/ 1397423 h 2053176"/>
              <a:gd name="connsiteX8571" fmla="*/ 4805941 w 12188965"/>
              <a:gd name="connsiteY8571" fmla="*/ 1423081 h 2053176"/>
              <a:gd name="connsiteX8572" fmla="*/ 4780282 w 12188965"/>
              <a:gd name="connsiteY8572" fmla="*/ 1448741 h 2053176"/>
              <a:gd name="connsiteX8573" fmla="*/ 4754622 w 12188965"/>
              <a:gd name="connsiteY8573" fmla="*/ 1423081 h 2053176"/>
              <a:gd name="connsiteX8574" fmla="*/ 4780282 w 12188965"/>
              <a:gd name="connsiteY8574" fmla="*/ 1397423 h 2053176"/>
              <a:gd name="connsiteX8575" fmla="*/ 4651872 w 12188965"/>
              <a:gd name="connsiteY8575" fmla="*/ 1397423 h 2053176"/>
              <a:gd name="connsiteX8576" fmla="*/ 4677531 w 12188965"/>
              <a:gd name="connsiteY8576" fmla="*/ 1423081 h 2053176"/>
              <a:gd name="connsiteX8577" fmla="*/ 4651872 w 12188965"/>
              <a:gd name="connsiteY8577" fmla="*/ 1448741 h 2053176"/>
              <a:gd name="connsiteX8578" fmla="*/ 4626213 w 12188965"/>
              <a:gd name="connsiteY8578" fmla="*/ 1423081 h 2053176"/>
              <a:gd name="connsiteX8579" fmla="*/ 4651872 w 12188965"/>
              <a:gd name="connsiteY8579" fmla="*/ 1397423 h 2053176"/>
              <a:gd name="connsiteX8580" fmla="*/ 4587666 w 12188965"/>
              <a:gd name="connsiteY8580" fmla="*/ 1397423 h 2053176"/>
              <a:gd name="connsiteX8581" fmla="*/ 4613324 w 12188965"/>
              <a:gd name="connsiteY8581" fmla="*/ 1423081 h 2053176"/>
              <a:gd name="connsiteX8582" fmla="*/ 4587666 w 12188965"/>
              <a:gd name="connsiteY8582" fmla="*/ 1448741 h 2053176"/>
              <a:gd name="connsiteX8583" fmla="*/ 4562007 w 12188965"/>
              <a:gd name="connsiteY8583" fmla="*/ 1423081 h 2053176"/>
              <a:gd name="connsiteX8584" fmla="*/ 4587666 w 12188965"/>
              <a:gd name="connsiteY8584" fmla="*/ 1397423 h 2053176"/>
              <a:gd name="connsiteX8585" fmla="*/ 4523461 w 12188965"/>
              <a:gd name="connsiteY8585" fmla="*/ 1397423 h 2053176"/>
              <a:gd name="connsiteX8586" fmla="*/ 4549121 w 12188965"/>
              <a:gd name="connsiteY8586" fmla="*/ 1423081 h 2053176"/>
              <a:gd name="connsiteX8587" fmla="*/ 4523461 w 12188965"/>
              <a:gd name="connsiteY8587" fmla="*/ 1448741 h 2053176"/>
              <a:gd name="connsiteX8588" fmla="*/ 4497802 w 12188965"/>
              <a:gd name="connsiteY8588" fmla="*/ 1423081 h 2053176"/>
              <a:gd name="connsiteX8589" fmla="*/ 4523461 w 12188965"/>
              <a:gd name="connsiteY8589" fmla="*/ 1397423 h 2053176"/>
              <a:gd name="connsiteX8590" fmla="*/ 4395050 w 12188965"/>
              <a:gd name="connsiteY8590" fmla="*/ 1397423 h 2053176"/>
              <a:gd name="connsiteX8591" fmla="*/ 4420710 w 12188965"/>
              <a:gd name="connsiteY8591" fmla="*/ 1423081 h 2053176"/>
              <a:gd name="connsiteX8592" fmla="*/ 4395050 w 12188965"/>
              <a:gd name="connsiteY8592" fmla="*/ 1448741 h 2053176"/>
              <a:gd name="connsiteX8593" fmla="*/ 4369391 w 12188965"/>
              <a:gd name="connsiteY8593" fmla="*/ 1423081 h 2053176"/>
              <a:gd name="connsiteX8594" fmla="*/ 4395050 w 12188965"/>
              <a:gd name="connsiteY8594" fmla="*/ 1397423 h 2053176"/>
              <a:gd name="connsiteX8595" fmla="*/ 4202435 w 12188965"/>
              <a:gd name="connsiteY8595" fmla="*/ 1397423 h 2053176"/>
              <a:gd name="connsiteX8596" fmla="*/ 4228093 w 12188965"/>
              <a:gd name="connsiteY8596" fmla="*/ 1423081 h 2053176"/>
              <a:gd name="connsiteX8597" fmla="*/ 4202435 w 12188965"/>
              <a:gd name="connsiteY8597" fmla="*/ 1448741 h 2053176"/>
              <a:gd name="connsiteX8598" fmla="*/ 4176776 w 12188965"/>
              <a:gd name="connsiteY8598" fmla="*/ 1423081 h 2053176"/>
              <a:gd name="connsiteX8599" fmla="*/ 4202435 w 12188965"/>
              <a:gd name="connsiteY8599" fmla="*/ 1397423 h 2053176"/>
              <a:gd name="connsiteX8600" fmla="*/ 4009702 w 12188965"/>
              <a:gd name="connsiteY8600" fmla="*/ 1397423 h 2053176"/>
              <a:gd name="connsiteX8601" fmla="*/ 4035362 w 12188965"/>
              <a:gd name="connsiteY8601" fmla="*/ 1423081 h 2053176"/>
              <a:gd name="connsiteX8602" fmla="*/ 4009702 w 12188965"/>
              <a:gd name="connsiteY8602" fmla="*/ 1448741 h 2053176"/>
              <a:gd name="connsiteX8603" fmla="*/ 3984043 w 12188965"/>
              <a:gd name="connsiteY8603" fmla="*/ 1423081 h 2053176"/>
              <a:gd name="connsiteX8604" fmla="*/ 4009702 w 12188965"/>
              <a:gd name="connsiteY8604" fmla="*/ 1397423 h 2053176"/>
              <a:gd name="connsiteX8605" fmla="*/ 3881291 w 12188965"/>
              <a:gd name="connsiteY8605" fmla="*/ 1397423 h 2053176"/>
              <a:gd name="connsiteX8606" fmla="*/ 3906950 w 12188965"/>
              <a:gd name="connsiteY8606" fmla="*/ 1423081 h 2053176"/>
              <a:gd name="connsiteX8607" fmla="*/ 3881291 w 12188965"/>
              <a:gd name="connsiteY8607" fmla="*/ 1448741 h 2053176"/>
              <a:gd name="connsiteX8608" fmla="*/ 3855633 w 12188965"/>
              <a:gd name="connsiteY8608" fmla="*/ 1423081 h 2053176"/>
              <a:gd name="connsiteX8609" fmla="*/ 3881291 w 12188965"/>
              <a:gd name="connsiteY8609" fmla="*/ 1397423 h 2053176"/>
              <a:gd name="connsiteX8610" fmla="*/ 3817085 w 12188965"/>
              <a:gd name="connsiteY8610" fmla="*/ 1397423 h 2053176"/>
              <a:gd name="connsiteX8611" fmla="*/ 3842745 w 12188965"/>
              <a:gd name="connsiteY8611" fmla="*/ 1423081 h 2053176"/>
              <a:gd name="connsiteX8612" fmla="*/ 3817085 w 12188965"/>
              <a:gd name="connsiteY8612" fmla="*/ 1448741 h 2053176"/>
              <a:gd name="connsiteX8613" fmla="*/ 3791427 w 12188965"/>
              <a:gd name="connsiteY8613" fmla="*/ 1423081 h 2053176"/>
              <a:gd name="connsiteX8614" fmla="*/ 3817085 w 12188965"/>
              <a:gd name="connsiteY8614" fmla="*/ 1397423 h 2053176"/>
              <a:gd name="connsiteX8615" fmla="*/ 3752882 w 12188965"/>
              <a:gd name="connsiteY8615" fmla="*/ 1397423 h 2053176"/>
              <a:gd name="connsiteX8616" fmla="*/ 3778539 w 12188965"/>
              <a:gd name="connsiteY8616" fmla="*/ 1423081 h 2053176"/>
              <a:gd name="connsiteX8617" fmla="*/ 3752882 w 12188965"/>
              <a:gd name="connsiteY8617" fmla="*/ 1448741 h 2053176"/>
              <a:gd name="connsiteX8618" fmla="*/ 3727221 w 12188965"/>
              <a:gd name="connsiteY8618" fmla="*/ 1423081 h 2053176"/>
              <a:gd name="connsiteX8619" fmla="*/ 3752882 w 12188965"/>
              <a:gd name="connsiteY8619" fmla="*/ 1397423 h 2053176"/>
              <a:gd name="connsiteX8620" fmla="*/ 3624472 w 12188965"/>
              <a:gd name="connsiteY8620" fmla="*/ 1397423 h 2053176"/>
              <a:gd name="connsiteX8621" fmla="*/ 3650129 w 12188965"/>
              <a:gd name="connsiteY8621" fmla="*/ 1423081 h 2053176"/>
              <a:gd name="connsiteX8622" fmla="*/ 3624472 w 12188965"/>
              <a:gd name="connsiteY8622" fmla="*/ 1448741 h 2053176"/>
              <a:gd name="connsiteX8623" fmla="*/ 3598810 w 12188965"/>
              <a:gd name="connsiteY8623" fmla="*/ 1423081 h 2053176"/>
              <a:gd name="connsiteX8624" fmla="*/ 3624472 w 12188965"/>
              <a:gd name="connsiteY8624" fmla="*/ 1397423 h 2053176"/>
              <a:gd name="connsiteX8625" fmla="*/ 3431855 w 12188965"/>
              <a:gd name="connsiteY8625" fmla="*/ 1397423 h 2053176"/>
              <a:gd name="connsiteX8626" fmla="*/ 3457512 w 12188965"/>
              <a:gd name="connsiteY8626" fmla="*/ 1423081 h 2053176"/>
              <a:gd name="connsiteX8627" fmla="*/ 3431855 w 12188965"/>
              <a:gd name="connsiteY8627" fmla="*/ 1448741 h 2053176"/>
              <a:gd name="connsiteX8628" fmla="*/ 3406196 w 12188965"/>
              <a:gd name="connsiteY8628" fmla="*/ 1423081 h 2053176"/>
              <a:gd name="connsiteX8629" fmla="*/ 3431855 w 12188965"/>
              <a:gd name="connsiteY8629" fmla="*/ 1397423 h 2053176"/>
              <a:gd name="connsiteX8630" fmla="*/ 3367649 w 12188965"/>
              <a:gd name="connsiteY8630" fmla="*/ 1397423 h 2053176"/>
              <a:gd name="connsiteX8631" fmla="*/ 3393308 w 12188965"/>
              <a:gd name="connsiteY8631" fmla="*/ 1423081 h 2053176"/>
              <a:gd name="connsiteX8632" fmla="*/ 3367649 w 12188965"/>
              <a:gd name="connsiteY8632" fmla="*/ 1448741 h 2053176"/>
              <a:gd name="connsiteX8633" fmla="*/ 3341990 w 12188965"/>
              <a:gd name="connsiteY8633" fmla="*/ 1423081 h 2053176"/>
              <a:gd name="connsiteX8634" fmla="*/ 3367649 w 12188965"/>
              <a:gd name="connsiteY8634" fmla="*/ 1397423 h 2053176"/>
              <a:gd name="connsiteX8635" fmla="*/ 3303444 w 12188965"/>
              <a:gd name="connsiteY8635" fmla="*/ 1397423 h 2053176"/>
              <a:gd name="connsiteX8636" fmla="*/ 3329102 w 12188965"/>
              <a:gd name="connsiteY8636" fmla="*/ 1423081 h 2053176"/>
              <a:gd name="connsiteX8637" fmla="*/ 3303444 w 12188965"/>
              <a:gd name="connsiteY8637" fmla="*/ 1448741 h 2053176"/>
              <a:gd name="connsiteX8638" fmla="*/ 3277785 w 12188965"/>
              <a:gd name="connsiteY8638" fmla="*/ 1423081 h 2053176"/>
              <a:gd name="connsiteX8639" fmla="*/ 3303444 w 12188965"/>
              <a:gd name="connsiteY8639" fmla="*/ 1397423 h 2053176"/>
              <a:gd name="connsiteX8640" fmla="*/ 3239238 w 12188965"/>
              <a:gd name="connsiteY8640" fmla="*/ 1397423 h 2053176"/>
              <a:gd name="connsiteX8641" fmla="*/ 3264898 w 12188965"/>
              <a:gd name="connsiteY8641" fmla="*/ 1423081 h 2053176"/>
              <a:gd name="connsiteX8642" fmla="*/ 3239238 w 12188965"/>
              <a:gd name="connsiteY8642" fmla="*/ 1448741 h 2053176"/>
              <a:gd name="connsiteX8643" fmla="*/ 3213580 w 12188965"/>
              <a:gd name="connsiteY8643" fmla="*/ 1423081 h 2053176"/>
              <a:gd name="connsiteX8644" fmla="*/ 3239238 w 12188965"/>
              <a:gd name="connsiteY8644" fmla="*/ 1397423 h 2053176"/>
              <a:gd name="connsiteX8645" fmla="*/ 3110828 w 12188965"/>
              <a:gd name="connsiteY8645" fmla="*/ 1397423 h 2053176"/>
              <a:gd name="connsiteX8646" fmla="*/ 3136487 w 12188965"/>
              <a:gd name="connsiteY8646" fmla="*/ 1423081 h 2053176"/>
              <a:gd name="connsiteX8647" fmla="*/ 3110828 w 12188965"/>
              <a:gd name="connsiteY8647" fmla="*/ 1448741 h 2053176"/>
              <a:gd name="connsiteX8648" fmla="*/ 3085170 w 12188965"/>
              <a:gd name="connsiteY8648" fmla="*/ 1423081 h 2053176"/>
              <a:gd name="connsiteX8649" fmla="*/ 3110828 w 12188965"/>
              <a:gd name="connsiteY8649" fmla="*/ 1397423 h 2053176"/>
              <a:gd name="connsiteX8650" fmla="*/ 3046623 w 12188965"/>
              <a:gd name="connsiteY8650" fmla="*/ 1397423 h 2053176"/>
              <a:gd name="connsiteX8651" fmla="*/ 3072282 w 12188965"/>
              <a:gd name="connsiteY8651" fmla="*/ 1423081 h 2053176"/>
              <a:gd name="connsiteX8652" fmla="*/ 3046623 w 12188965"/>
              <a:gd name="connsiteY8652" fmla="*/ 1448741 h 2053176"/>
              <a:gd name="connsiteX8653" fmla="*/ 3020964 w 12188965"/>
              <a:gd name="connsiteY8653" fmla="*/ 1423081 h 2053176"/>
              <a:gd name="connsiteX8654" fmla="*/ 3046623 w 12188965"/>
              <a:gd name="connsiteY8654" fmla="*/ 1397423 h 2053176"/>
              <a:gd name="connsiteX8655" fmla="*/ 2982301 w 12188965"/>
              <a:gd name="connsiteY8655" fmla="*/ 1397423 h 2053176"/>
              <a:gd name="connsiteX8656" fmla="*/ 3007960 w 12188965"/>
              <a:gd name="connsiteY8656" fmla="*/ 1423081 h 2053176"/>
              <a:gd name="connsiteX8657" fmla="*/ 2982301 w 12188965"/>
              <a:gd name="connsiteY8657" fmla="*/ 1448741 h 2053176"/>
              <a:gd name="connsiteX8658" fmla="*/ 2956642 w 12188965"/>
              <a:gd name="connsiteY8658" fmla="*/ 1423081 h 2053176"/>
              <a:gd name="connsiteX8659" fmla="*/ 2982301 w 12188965"/>
              <a:gd name="connsiteY8659" fmla="*/ 1397423 h 2053176"/>
              <a:gd name="connsiteX8660" fmla="*/ 2853890 w 12188965"/>
              <a:gd name="connsiteY8660" fmla="*/ 1397423 h 2053176"/>
              <a:gd name="connsiteX8661" fmla="*/ 2879550 w 12188965"/>
              <a:gd name="connsiteY8661" fmla="*/ 1423081 h 2053176"/>
              <a:gd name="connsiteX8662" fmla="*/ 2853890 w 12188965"/>
              <a:gd name="connsiteY8662" fmla="*/ 1448741 h 2053176"/>
              <a:gd name="connsiteX8663" fmla="*/ 2828231 w 12188965"/>
              <a:gd name="connsiteY8663" fmla="*/ 1423081 h 2053176"/>
              <a:gd name="connsiteX8664" fmla="*/ 2853890 w 12188965"/>
              <a:gd name="connsiteY8664" fmla="*/ 1397423 h 2053176"/>
              <a:gd name="connsiteX8665" fmla="*/ 2789686 w 12188965"/>
              <a:gd name="connsiteY8665" fmla="*/ 1397423 h 2053176"/>
              <a:gd name="connsiteX8666" fmla="*/ 2815344 w 12188965"/>
              <a:gd name="connsiteY8666" fmla="*/ 1423081 h 2053176"/>
              <a:gd name="connsiteX8667" fmla="*/ 2789686 w 12188965"/>
              <a:gd name="connsiteY8667" fmla="*/ 1448741 h 2053176"/>
              <a:gd name="connsiteX8668" fmla="*/ 2764027 w 12188965"/>
              <a:gd name="connsiteY8668" fmla="*/ 1423081 h 2053176"/>
              <a:gd name="connsiteX8669" fmla="*/ 2789686 w 12188965"/>
              <a:gd name="connsiteY8669" fmla="*/ 1397423 h 2053176"/>
              <a:gd name="connsiteX8670" fmla="*/ 2404454 w 12188965"/>
              <a:gd name="connsiteY8670" fmla="*/ 1397423 h 2053176"/>
              <a:gd name="connsiteX8671" fmla="*/ 2430112 w 12188965"/>
              <a:gd name="connsiteY8671" fmla="*/ 1423081 h 2053176"/>
              <a:gd name="connsiteX8672" fmla="*/ 2404454 w 12188965"/>
              <a:gd name="connsiteY8672" fmla="*/ 1448741 h 2053176"/>
              <a:gd name="connsiteX8673" fmla="*/ 2378795 w 12188965"/>
              <a:gd name="connsiteY8673" fmla="*/ 1423081 h 2053176"/>
              <a:gd name="connsiteX8674" fmla="*/ 2404454 w 12188965"/>
              <a:gd name="connsiteY8674" fmla="*/ 1397423 h 2053176"/>
              <a:gd name="connsiteX8675" fmla="*/ 2340249 w 12188965"/>
              <a:gd name="connsiteY8675" fmla="*/ 1397423 h 2053176"/>
              <a:gd name="connsiteX8676" fmla="*/ 2365908 w 12188965"/>
              <a:gd name="connsiteY8676" fmla="*/ 1423081 h 2053176"/>
              <a:gd name="connsiteX8677" fmla="*/ 2340249 w 12188965"/>
              <a:gd name="connsiteY8677" fmla="*/ 1448741 h 2053176"/>
              <a:gd name="connsiteX8678" fmla="*/ 2314590 w 12188965"/>
              <a:gd name="connsiteY8678" fmla="*/ 1423081 h 2053176"/>
              <a:gd name="connsiteX8679" fmla="*/ 2340249 w 12188965"/>
              <a:gd name="connsiteY8679" fmla="*/ 1397423 h 2053176"/>
              <a:gd name="connsiteX8680" fmla="*/ 2276044 w 12188965"/>
              <a:gd name="connsiteY8680" fmla="*/ 1397423 h 2053176"/>
              <a:gd name="connsiteX8681" fmla="*/ 2301702 w 12188965"/>
              <a:gd name="connsiteY8681" fmla="*/ 1423081 h 2053176"/>
              <a:gd name="connsiteX8682" fmla="*/ 2276044 w 12188965"/>
              <a:gd name="connsiteY8682" fmla="*/ 1448741 h 2053176"/>
              <a:gd name="connsiteX8683" fmla="*/ 2250385 w 12188965"/>
              <a:gd name="connsiteY8683" fmla="*/ 1423081 h 2053176"/>
              <a:gd name="connsiteX8684" fmla="*/ 2276044 w 12188965"/>
              <a:gd name="connsiteY8684" fmla="*/ 1397423 h 2053176"/>
              <a:gd name="connsiteX8685" fmla="*/ 2211838 w 12188965"/>
              <a:gd name="connsiteY8685" fmla="*/ 1397423 h 2053176"/>
              <a:gd name="connsiteX8686" fmla="*/ 2237497 w 12188965"/>
              <a:gd name="connsiteY8686" fmla="*/ 1423081 h 2053176"/>
              <a:gd name="connsiteX8687" fmla="*/ 2211838 w 12188965"/>
              <a:gd name="connsiteY8687" fmla="*/ 1448741 h 2053176"/>
              <a:gd name="connsiteX8688" fmla="*/ 2186178 w 12188965"/>
              <a:gd name="connsiteY8688" fmla="*/ 1423081 h 2053176"/>
              <a:gd name="connsiteX8689" fmla="*/ 2211838 w 12188965"/>
              <a:gd name="connsiteY8689" fmla="*/ 1397423 h 2053176"/>
              <a:gd name="connsiteX8690" fmla="*/ 2147633 w 12188965"/>
              <a:gd name="connsiteY8690" fmla="*/ 1397423 h 2053176"/>
              <a:gd name="connsiteX8691" fmla="*/ 2173293 w 12188965"/>
              <a:gd name="connsiteY8691" fmla="*/ 1423081 h 2053176"/>
              <a:gd name="connsiteX8692" fmla="*/ 2147633 w 12188965"/>
              <a:gd name="connsiteY8692" fmla="*/ 1448741 h 2053176"/>
              <a:gd name="connsiteX8693" fmla="*/ 2121975 w 12188965"/>
              <a:gd name="connsiteY8693" fmla="*/ 1423081 h 2053176"/>
              <a:gd name="connsiteX8694" fmla="*/ 2147633 w 12188965"/>
              <a:gd name="connsiteY8694" fmla="*/ 1397423 h 2053176"/>
              <a:gd name="connsiteX8695" fmla="*/ 2083427 w 12188965"/>
              <a:gd name="connsiteY8695" fmla="*/ 1397423 h 2053176"/>
              <a:gd name="connsiteX8696" fmla="*/ 2109087 w 12188965"/>
              <a:gd name="connsiteY8696" fmla="*/ 1423081 h 2053176"/>
              <a:gd name="connsiteX8697" fmla="*/ 2083427 w 12188965"/>
              <a:gd name="connsiteY8697" fmla="*/ 1448741 h 2053176"/>
              <a:gd name="connsiteX8698" fmla="*/ 2057768 w 12188965"/>
              <a:gd name="connsiteY8698" fmla="*/ 1423081 h 2053176"/>
              <a:gd name="connsiteX8699" fmla="*/ 2083427 w 12188965"/>
              <a:gd name="connsiteY8699" fmla="*/ 1397423 h 2053176"/>
              <a:gd name="connsiteX8700" fmla="*/ 2019222 w 12188965"/>
              <a:gd name="connsiteY8700" fmla="*/ 1397423 h 2053176"/>
              <a:gd name="connsiteX8701" fmla="*/ 2044880 w 12188965"/>
              <a:gd name="connsiteY8701" fmla="*/ 1423081 h 2053176"/>
              <a:gd name="connsiteX8702" fmla="*/ 2019222 w 12188965"/>
              <a:gd name="connsiteY8702" fmla="*/ 1448741 h 2053176"/>
              <a:gd name="connsiteX8703" fmla="*/ 1993563 w 12188965"/>
              <a:gd name="connsiteY8703" fmla="*/ 1423081 h 2053176"/>
              <a:gd name="connsiteX8704" fmla="*/ 2019222 w 12188965"/>
              <a:gd name="connsiteY8704" fmla="*/ 1397423 h 2053176"/>
              <a:gd name="connsiteX8705" fmla="*/ 1955016 w 12188965"/>
              <a:gd name="connsiteY8705" fmla="*/ 1397423 h 2053176"/>
              <a:gd name="connsiteX8706" fmla="*/ 1980676 w 12188965"/>
              <a:gd name="connsiteY8706" fmla="*/ 1423081 h 2053176"/>
              <a:gd name="connsiteX8707" fmla="*/ 1955016 w 12188965"/>
              <a:gd name="connsiteY8707" fmla="*/ 1448741 h 2053176"/>
              <a:gd name="connsiteX8708" fmla="*/ 1929358 w 12188965"/>
              <a:gd name="connsiteY8708" fmla="*/ 1423081 h 2053176"/>
              <a:gd name="connsiteX8709" fmla="*/ 1955016 w 12188965"/>
              <a:gd name="connsiteY8709" fmla="*/ 1397423 h 2053176"/>
              <a:gd name="connsiteX8710" fmla="*/ 1890696 w 12188965"/>
              <a:gd name="connsiteY8710" fmla="*/ 1397423 h 2053176"/>
              <a:gd name="connsiteX8711" fmla="*/ 1916355 w 12188965"/>
              <a:gd name="connsiteY8711" fmla="*/ 1423081 h 2053176"/>
              <a:gd name="connsiteX8712" fmla="*/ 1890696 w 12188965"/>
              <a:gd name="connsiteY8712" fmla="*/ 1448741 h 2053176"/>
              <a:gd name="connsiteX8713" fmla="*/ 1865037 w 12188965"/>
              <a:gd name="connsiteY8713" fmla="*/ 1423081 h 2053176"/>
              <a:gd name="connsiteX8714" fmla="*/ 1890696 w 12188965"/>
              <a:gd name="connsiteY8714" fmla="*/ 1397423 h 2053176"/>
              <a:gd name="connsiteX8715" fmla="*/ 1826490 w 12188965"/>
              <a:gd name="connsiteY8715" fmla="*/ 1397423 h 2053176"/>
              <a:gd name="connsiteX8716" fmla="*/ 1852149 w 12188965"/>
              <a:gd name="connsiteY8716" fmla="*/ 1423081 h 2053176"/>
              <a:gd name="connsiteX8717" fmla="*/ 1826490 w 12188965"/>
              <a:gd name="connsiteY8717" fmla="*/ 1448741 h 2053176"/>
              <a:gd name="connsiteX8718" fmla="*/ 1800830 w 12188965"/>
              <a:gd name="connsiteY8718" fmla="*/ 1423081 h 2053176"/>
              <a:gd name="connsiteX8719" fmla="*/ 1826490 w 12188965"/>
              <a:gd name="connsiteY8719" fmla="*/ 1397423 h 2053176"/>
              <a:gd name="connsiteX8720" fmla="*/ 1762285 w 12188965"/>
              <a:gd name="connsiteY8720" fmla="*/ 1397423 h 2053176"/>
              <a:gd name="connsiteX8721" fmla="*/ 1787944 w 12188965"/>
              <a:gd name="connsiteY8721" fmla="*/ 1423081 h 2053176"/>
              <a:gd name="connsiteX8722" fmla="*/ 1762285 w 12188965"/>
              <a:gd name="connsiteY8722" fmla="*/ 1448741 h 2053176"/>
              <a:gd name="connsiteX8723" fmla="*/ 1736626 w 12188965"/>
              <a:gd name="connsiteY8723" fmla="*/ 1423081 h 2053176"/>
              <a:gd name="connsiteX8724" fmla="*/ 1762285 w 12188965"/>
              <a:gd name="connsiteY8724" fmla="*/ 1397423 h 2053176"/>
              <a:gd name="connsiteX8725" fmla="*/ 1569669 w 12188965"/>
              <a:gd name="connsiteY8725" fmla="*/ 1397423 h 2053176"/>
              <a:gd name="connsiteX8726" fmla="*/ 1595328 w 12188965"/>
              <a:gd name="connsiteY8726" fmla="*/ 1423081 h 2053176"/>
              <a:gd name="connsiteX8727" fmla="*/ 1569669 w 12188965"/>
              <a:gd name="connsiteY8727" fmla="*/ 1448741 h 2053176"/>
              <a:gd name="connsiteX8728" fmla="*/ 1544010 w 12188965"/>
              <a:gd name="connsiteY8728" fmla="*/ 1423081 h 2053176"/>
              <a:gd name="connsiteX8729" fmla="*/ 1569669 w 12188965"/>
              <a:gd name="connsiteY8729" fmla="*/ 1397423 h 2053176"/>
              <a:gd name="connsiteX8730" fmla="*/ 1505464 w 12188965"/>
              <a:gd name="connsiteY8730" fmla="*/ 1397423 h 2053176"/>
              <a:gd name="connsiteX8731" fmla="*/ 1531123 w 12188965"/>
              <a:gd name="connsiteY8731" fmla="*/ 1423081 h 2053176"/>
              <a:gd name="connsiteX8732" fmla="*/ 1505464 w 12188965"/>
              <a:gd name="connsiteY8732" fmla="*/ 1448741 h 2053176"/>
              <a:gd name="connsiteX8733" fmla="*/ 1479806 w 12188965"/>
              <a:gd name="connsiteY8733" fmla="*/ 1423081 h 2053176"/>
              <a:gd name="connsiteX8734" fmla="*/ 1505464 w 12188965"/>
              <a:gd name="connsiteY8734" fmla="*/ 1397423 h 2053176"/>
              <a:gd name="connsiteX8735" fmla="*/ 1441258 w 12188965"/>
              <a:gd name="connsiteY8735" fmla="*/ 1397423 h 2053176"/>
              <a:gd name="connsiteX8736" fmla="*/ 1466917 w 12188965"/>
              <a:gd name="connsiteY8736" fmla="*/ 1423081 h 2053176"/>
              <a:gd name="connsiteX8737" fmla="*/ 1441258 w 12188965"/>
              <a:gd name="connsiteY8737" fmla="*/ 1448741 h 2053176"/>
              <a:gd name="connsiteX8738" fmla="*/ 1415599 w 12188965"/>
              <a:gd name="connsiteY8738" fmla="*/ 1423081 h 2053176"/>
              <a:gd name="connsiteX8739" fmla="*/ 1441258 w 12188965"/>
              <a:gd name="connsiteY8739" fmla="*/ 1397423 h 2053176"/>
              <a:gd name="connsiteX8740" fmla="*/ 1377053 w 12188965"/>
              <a:gd name="connsiteY8740" fmla="*/ 1397423 h 2053176"/>
              <a:gd name="connsiteX8741" fmla="*/ 1402712 w 12188965"/>
              <a:gd name="connsiteY8741" fmla="*/ 1423081 h 2053176"/>
              <a:gd name="connsiteX8742" fmla="*/ 1377053 w 12188965"/>
              <a:gd name="connsiteY8742" fmla="*/ 1448741 h 2053176"/>
              <a:gd name="connsiteX8743" fmla="*/ 1351395 w 12188965"/>
              <a:gd name="connsiteY8743" fmla="*/ 1423081 h 2053176"/>
              <a:gd name="connsiteX8744" fmla="*/ 1377053 w 12188965"/>
              <a:gd name="connsiteY8744" fmla="*/ 1397423 h 2053176"/>
              <a:gd name="connsiteX8745" fmla="*/ 1184437 w 12188965"/>
              <a:gd name="connsiteY8745" fmla="*/ 1397423 h 2053176"/>
              <a:gd name="connsiteX8746" fmla="*/ 1210096 w 12188965"/>
              <a:gd name="connsiteY8746" fmla="*/ 1423081 h 2053176"/>
              <a:gd name="connsiteX8747" fmla="*/ 1184437 w 12188965"/>
              <a:gd name="connsiteY8747" fmla="*/ 1448741 h 2053176"/>
              <a:gd name="connsiteX8748" fmla="*/ 1158780 w 12188965"/>
              <a:gd name="connsiteY8748" fmla="*/ 1423081 h 2053176"/>
              <a:gd name="connsiteX8749" fmla="*/ 1184437 w 12188965"/>
              <a:gd name="connsiteY8749" fmla="*/ 1397423 h 2053176"/>
              <a:gd name="connsiteX8750" fmla="*/ 1056027 w 12188965"/>
              <a:gd name="connsiteY8750" fmla="*/ 1397423 h 2053176"/>
              <a:gd name="connsiteX8751" fmla="*/ 1081685 w 12188965"/>
              <a:gd name="connsiteY8751" fmla="*/ 1423081 h 2053176"/>
              <a:gd name="connsiteX8752" fmla="*/ 1056027 w 12188965"/>
              <a:gd name="connsiteY8752" fmla="*/ 1448741 h 2053176"/>
              <a:gd name="connsiteX8753" fmla="*/ 1030369 w 12188965"/>
              <a:gd name="connsiteY8753" fmla="*/ 1423081 h 2053176"/>
              <a:gd name="connsiteX8754" fmla="*/ 1056027 w 12188965"/>
              <a:gd name="connsiteY8754" fmla="*/ 1397423 h 2053176"/>
              <a:gd name="connsiteX8755" fmla="*/ 991823 w 12188965"/>
              <a:gd name="connsiteY8755" fmla="*/ 1397423 h 2053176"/>
              <a:gd name="connsiteX8756" fmla="*/ 1017481 w 12188965"/>
              <a:gd name="connsiteY8756" fmla="*/ 1423081 h 2053176"/>
              <a:gd name="connsiteX8757" fmla="*/ 991823 w 12188965"/>
              <a:gd name="connsiteY8757" fmla="*/ 1448741 h 2053176"/>
              <a:gd name="connsiteX8758" fmla="*/ 966162 w 12188965"/>
              <a:gd name="connsiteY8758" fmla="*/ 1423081 h 2053176"/>
              <a:gd name="connsiteX8759" fmla="*/ 991823 w 12188965"/>
              <a:gd name="connsiteY8759" fmla="*/ 1397423 h 2053176"/>
              <a:gd name="connsiteX8760" fmla="*/ 927616 w 12188965"/>
              <a:gd name="connsiteY8760" fmla="*/ 1397423 h 2053176"/>
              <a:gd name="connsiteX8761" fmla="*/ 953275 w 12188965"/>
              <a:gd name="connsiteY8761" fmla="*/ 1423081 h 2053176"/>
              <a:gd name="connsiteX8762" fmla="*/ 927616 w 12188965"/>
              <a:gd name="connsiteY8762" fmla="*/ 1448741 h 2053176"/>
              <a:gd name="connsiteX8763" fmla="*/ 901957 w 12188965"/>
              <a:gd name="connsiteY8763" fmla="*/ 1423081 h 2053176"/>
              <a:gd name="connsiteX8764" fmla="*/ 927616 w 12188965"/>
              <a:gd name="connsiteY8764" fmla="*/ 1397423 h 2053176"/>
              <a:gd name="connsiteX8765" fmla="*/ 863411 w 12188965"/>
              <a:gd name="connsiteY8765" fmla="*/ 1397423 h 2053176"/>
              <a:gd name="connsiteX8766" fmla="*/ 889071 w 12188965"/>
              <a:gd name="connsiteY8766" fmla="*/ 1423081 h 2053176"/>
              <a:gd name="connsiteX8767" fmla="*/ 863411 w 12188965"/>
              <a:gd name="connsiteY8767" fmla="*/ 1448741 h 2053176"/>
              <a:gd name="connsiteX8768" fmla="*/ 837752 w 12188965"/>
              <a:gd name="connsiteY8768" fmla="*/ 1423081 h 2053176"/>
              <a:gd name="connsiteX8769" fmla="*/ 863411 w 12188965"/>
              <a:gd name="connsiteY8769" fmla="*/ 1397423 h 2053176"/>
              <a:gd name="connsiteX8770" fmla="*/ 670679 w 12188965"/>
              <a:gd name="connsiteY8770" fmla="*/ 1397423 h 2053176"/>
              <a:gd name="connsiteX8771" fmla="*/ 696338 w 12188965"/>
              <a:gd name="connsiteY8771" fmla="*/ 1423081 h 2053176"/>
              <a:gd name="connsiteX8772" fmla="*/ 670679 w 12188965"/>
              <a:gd name="connsiteY8772" fmla="*/ 1448741 h 2053176"/>
              <a:gd name="connsiteX8773" fmla="*/ 645020 w 12188965"/>
              <a:gd name="connsiteY8773" fmla="*/ 1423081 h 2053176"/>
              <a:gd name="connsiteX8774" fmla="*/ 670679 w 12188965"/>
              <a:gd name="connsiteY8774" fmla="*/ 1397423 h 2053176"/>
              <a:gd name="connsiteX8775" fmla="*/ 606475 w 12188965"/>
              <a:gd name="connsiteY8775" fmla="*/ 1397423 h 2053176"/>
              <a:gd name="connsiteX8776" fmla="*/ 632134 w 12188965"/>
              <a:gd name="connsiteY8776" fmla="*/ 1423081 h 2053176"/>
              <a:gd name="connsiteX8777" fmla="*/ 606475 w 12188965"/>
              <a:gd name="connsiteY8777" fmla="*/ 1448741 h 2053176"/>
              <a:gd name="connsiteX8778" fmla="*/ 580815 w 12188965"/>
              <a:gd name="connsiteY8778" fmla="*/ 1423081 h 2053176"/>
              <a:gd name="connsiteX8779" fmla="*/ 606475 w 12188965"/>
              <a:gd name="connsiteY8779" fmla="*/ 1397423 h 2053176"/>
              <a:gd name="connsiteX8780" fmla="*/ 542268 w 12188965"/>
              <a:gd name="connsiteY8780" fmla="*/ 1397423 h 2053176"/>
              <a:gd name="connsiteX8781" fmla="*/ 567927 w 12188965"/>
              <a:gd name="connsiteY8781" fmla="*/ 1423081 h 2053176"/>
              <a:gd name="connsiteX8782" fmla="*/ 542268 w 12188965"/>
              <a:gd name="connsiteY8782" fmla="*/ 1448741 h 2053176"/>
              <a:gd name="connsiteX8783" fmla="*/ 516610 w 12188965"/>
              <a:gd name="connsiteY8783" fmla="*/ 1423081 h 2053176"/>
              <a:gd name="connsiteX8784" fmla="*/ 542268 w 12188965"/>
              <a:gd name="connsiteY8784" fmla="*/ 1397423 h 2053176"/>
              <a:gd name="connsiteX8785" fmla="*/ 478063 w 12188965"/>
              <a:gd name="connsiteY8785" fmla="*/ 1397423 h 2053176"/>
              <a:gd name="connsiteX8786" fmla="*/ 503724 w 12188965"/>
              <a:gd name="connsiteY8786" fmla="*/ 1423081 h 2053176"/>
              <a:gd name="connsiteX8787" fmla="*/ 478063 w 12188965"/>
              <a:gd name="connsiteY8787" fmla="*/ 1448741 h 2053176"/>
              <a:gd name="connsiteX8788" fmla="*/ 452404 w 12188965"/>
              <a:gd name="connsiteY8788" fmla="*/ 1423081 h 2053176"/>
              <a:gd name="connsiteX8789" fmla="*/ 478063 w 12188965"/>
              <a:gd name="connsiteY8789" fmla="*/ 1397423 h 2053176"/>
              <a:gd name="connsiteX8790" fmla="*/ 413858 w 12188965"/>
              <a:gd name="connsiteY8790" fmla="*/ 1397423 h 2053176"/>
              <a:gd name="connsiteX8791" fmla="*/ 439517 w 12188965"/>
              <a:gd name="connsiteY8791" fmla="*/ 1423081 h 2053176"/>
              <a:gd name="connsiteX8792" fmla="*/ 413858 w 12188965"/>
              <a:gd name="connsiteY8792" fmla="*/ 1448741 h 2053176"/>
              <a:gd name="connsiteX8793" fmla="*/ 388200 w 12188965"/>
              <a:gd name="connsiteY8793" fmla="*/ 1423081 h 2053176"/>
              <a:gd name="connsiteX8794" fmla="*/ 413858 w 12188965"/>
              <a:gd name="connsiteY8794" fmla="*/ 1397423 h 2053176"/>
              <a:gd name="connsiteX8795" fmla="*/ 346686 w 12188965"/>
              <a:gd name="connsiteY8795" fmla="*/ 1397423 h 2053176"/>
              <a:gd name="connsiteX8796" fmla="*/ 372344 w 12188965"/>
              <a:gd name="connsiteY8796" fmla="*/ 1423081 h 2053176"/>
              <a:gd name="connsiteX8797" fmla="*/ 346686 w 12188965"/>
              <a:gd name="connsiteY8797" fmla="*/ 1448741 h 2053176"/>
              <a:gd name="connsiteX8798" fmla="*/ 321027 w 12188965"/>
              <a:gd name="connsiteY8798" fmla="*/ 1423081 h 2053176"/>
              <a:gd name="connsiteX8799" fmla="*/ 346686 w 12188965"/>
              <a:gd name="connsiteY8799" fmla="*/ 1397423 h 2053176"/>
              <a:gd name="connsiteX8800" fmla="*/ 282480 w 12188965"/>
              <a:gd name="connsiteY8800" fmla="*/ 1397423 h 2053176"/>
              <a:gd name="connsiteX8801" fmla="*/ 308138 w 12188965"/>
              <a:gd name="connsiteY8801" fmla="*/ 1423081 h 2053176"/>
              <a:gd name="connsiteX8802" fmla="*/ 282480 w 12188965"/>
              <a:gd name="connsiteY8802" fmla="*/ 1448741 h 2053176"/>
              <a:gd name="connsiteX8803" fmla="*/ 256820 w 12188965"/>
              <a:gd name="connsiteY8803" fmla="*/ 1423081 h 2053176"/>
              <a:gd name="connsiteX8804" fmla="*/ 282480 w 12188965"/>
              <a:gd name="connsiteY8804" fmla="*/ 1397423 h 2053176"/>
              <a:gd name="connsiteX8805" fmla="*/ 218274 w 12188965"/>
              <a:gd name="connsiteY8805" fmla="*/ 1397423 h 2053176"/>
              <a:gd name="connsiteX8806" fmla="*/ 243932 w 12188965"/>
              <a:gd name="connsiteY8806" fmla="*/ 1423081 h 2053176"/>
              <a:gd name="connsiteX8807" fmla="*/ 218274 w 12188965"/>
              <a:gd name="connsiteY8807" fmla="*/ 1448741 h 2053176"/>
              <a:gd name="connsiteX8808" fmla="*/ 192615 w 12188965"/>
              <a:gd name="connsiteY8808" fmla="*/ 1423081 h 2053176"/>
              <a:gd name="connsiteX8809" fmla="*/ 218274 w 12188965"/>
              <a:gd name="connsiteY8809" fmla="*/ 1397423 h 2053176"/>
              <a:gd name="connsiteX8810" fmla="*/ 25659 w 12188965"/>
              <a:gd name="connsiteY8810" fmla="*/ 1397423 h 2053176"/>
              <a:gd name="connsiteX8811" fmla="*/ 51317 w 12188965"/>
              <a:gd name="connsiteY8811" fmla="*/ 1423081 h 2053176"/>
              <a:gd name="connsiteX8812" fmla="*/ 25659 w 12188965"/>
              <a:gd name="connsiteY8812" fmla="*/ 1448741 h 2053176"/>
              <a:gd name="connsiteX8813" fmla="*/ 0 w 12188965"/>
              <a:gd name="connsiteY8813" fmla="*/ 1423081 h 2053176"/>
              <a:gd name="connsiteX8814" fmla="*/ 25659 w 12188965"/>
              <a:gd name="connsiteY8814" fmla="*/ 1397423 h 2053176"/>
              <a:gd name="connsiteX8815" fmla="*/ 11004528 w 12188965"/>
              <a:gd name="connsiteY8815" fmla="*/ 1343087 h 2053176"/>
              <a:gd name="connsiteX8816" fmla="*/ 11017416 w 12188965"/>
              <a:gd name="connsiteY8816" fmla="*/ 1355974 h 2053176"/>
              <a:gd name="connsiteX8817" fmla="*/ 11004528 w 12188965"/>
              <a:gd name="connsiteY8817" fmla="*/ 1368861 h 2053176"/>
              <a:gd name="connsiteX8818" fmla="*/ 10991640 w 12188965"/>
              <a:gd name="connsiteY8818" fmla="*/ 1355974 h 2053176"/>
              <a:gd name="connsiteX8819" fmla="*/ 11004528 w 12188965"/>
              <a:gd name="connsiteY8819" fmla="*/ 1343087 h 2053176"/>
              <a:gd name="connsiteX8820" fmla="*/ 10747708 w 12188965"/>
              <a:gd name="connsiteY8820" fmla="*/ 1343087 h 2053176"/>
              <a:gd name="connsiteX8821" fmla="*/ 10760593 w 12188965"/>
              <a:gd name="connsiteY8821" fmla="*/ 1355974 h 2053176"/>
              <a:gd name="connsiteX8822" fmla="*/ 10747708 w 12188965"/>
              <a:gd name="connsiteY8822" fmla="*/ 1368861 h 2053176"/>
              <a:gd name="connsiteX8823" fmla="*/ 10734820 w 12188965"/>
              <a:gd name="connsiteY8823" fmla="*/ 1355974 h 2053176"/>
              <a:gd name="connsiteX8824" fmla="*/ 10747708 w 12188965"/>
              <a:gd name="connsiteY8824" fmla="*/ 1343087 h 2053176"/>
              <a:gd name="connsiteX8825" fmla="*/ 10426681 w 12188965"/>
              <a:gd name="connsiteY8825" fmla="*/ 1343087 h 2053176"/>
              <a:gd name="connsiteX8826" fmla="*/ 10439569 w 12188965"/>
              <a:gd name="connsiteY8826" fmla="*/ 1355974 h 2053176"/>
              <a:gd name="connsiteX8827" fmla="*/ 10426681 w 12188965"/>
              <a:gd name="connsiteY8827" fmla="*/ 1368861 h 2053176"/>
              <a:gd name="connsiteX8828" fmla="*/ 10413793 w 12188965"/>
              <a:gd name="connsiteY8828" fmla="*/ 1355974 h 2053176"/>
              <a:gd name="connsiteX8829" fmla="*/ 10426681 w 12188965"/>
              <a:gd name="connsiteY8829" fmla="*/ 1343087 h 2053176"/>
              <a:gd name="connsiteX8830" fmla="*/ 9784512 w 12188965"/>
              <a:gd name="connsiteY8830" fmla="*/ 1343087 h 2053176"/>
              <a:gd name="connsiteX8831" fmla="*/ 9797400 w 12188965"/>
              <a:gd name="connsiteY8831" fmla="*/ 1355974 h 2053176"/>
              <a:gd name="connsiteX8832" fmla="*/ 9784512 w 12188965"/>
              <a:gd name="connsiteY8832" fmla="*/ 1368861 h 2053176"/>
              <a:gd name="connsiteX8833" fmla="*/ 9771624 w 12188965"/>
              <a:gd name="connsiteY8833" fmla="*/ 1355974 h 2053176"/>
              <a:gd name="connsiteX8834" fmla="*/ 9784512 w 12188965"/>
              <a:gd name="connsiteY8834" fmla="*/ 1343087 h 2053176"/>
              <a:gd name="connsiteX8835" fmla="*/ 8307675 w 12188965"/>
              <a:gd name="connsiteY8835" fmla="*/ 1343087 h 2053176"/>
              <a:gd name="connsiteX8836" fmla="*/ 8320560 w 12188965"/>
              <a:gd name="connsiteY8836" fmla="*/ 1355974 h 2053176"/>
              <a:gd name="connsiteX8837" fmla="*/ 8307675 w 12188965"/>
              <a:gd name="connsiteY8837" fmla="*/ 1368861 h 2053176"/>
              <a:gd name="connsiteX8838" fmla="*/ 8294787 w 12188965"/>
              <a:gd name="connsiteY8838" fmla="*/ 1355974 h 2053176"/>
              <a:gd name="connsiteX8839" fmla="*/ 8307675 w 12188965"/>
              <a:gd name="connsiteY8839" fmla="*/ 1343087 h 2053176"/>
              <a:gd name="connsiteX8840" fmla="*/ 7344479 w 12188965"/>
              <a:gd name="connsiteY8840" fmla="*/ 1343087 h 2053176"/>
              <a:gd name="connsiteX8841" fmla="*/ 7357367 w 12188965"/>
              <a:gd name="connsiteY8841" fmla="*/ 1355974 h 2053176"/>
              <a:gd name="connsiteX8842" fmla="*/ 7344479 w 12188965"/>
              <a:gd name="connsiteY8842" fmla="*/ 1368861 h 2053176"/>
              <a:gd name="connsiteX8843" fmla="*/ 7331591 w 12188965"/>
              <a:gd name="connsiteY8843" fmla="*/ 1355974 h 2053176"/>
              <a:gd name="connsiteX8844" fmla="*/ 7344479 w 12188965"/>
              <a:gd name="connsiteY8844" fmla="*/ 1343087 h 2053176"/>
              <a:gd name="connsiteX8845" fmla="*/ 6959132 w 12188965"/>
              <a:gd name="connsiteY8845" fmla="*/ 1343087 h 2053176"/>
              <a:gd name="connsiteX8846" fmla="*/ 6972020 w 12188965"/>
              <a:gd name="connsiteY8846" fmla="*/ 1355974 h 2053176"/>
              <a:gd name="connsiteX8847" fmla="*/ 6959132 w 12188965"/>
              <a:gd name="connsiteY8847" fmla="*/ 1368861 h 2053176"/>
              <a:gd name="connsiteX8848" fmla="*/ 6946244 w 12188965"/>
              <a:gd name="connsiteY8848" fmla="*/ 1355974 h 2053176"/>
              <a:gd name="connsiteX8849" fmla="*/ 6959132 w 12188965"/>
              <a:gd name="connsiteY8849" fmla="*/ 1343087 h 2053176"/>
              <a:gd name="connsiteX8850" fmla="*/ 6830836 w 12188965"/>
              <a:gd name="connsiteY8850" fmla="*/ 1343087 h 2053176"/>
              <a:gd name="connsiteX8851" fmla="*/ 6843724 w 12188965"/>
              <a:gd name="connsiteY8851" fmla="*/ 1355974 h 2053176"/>
              <a:gd name="connsiteX8852" fmla="*/ 6830836 w 12188965"/>
              <a:gd name="connsiteY8852" fmla="*/ 1368861 h 2053176"/>
              <a:gd name="connsiteX8853" fmla="*/ 6817948 w 12188965"/>
              <a:gd name="connsiteY8853" fmla="*/ 1355974 h 2053176"/>
              <a:gd name="connsiteX8854" fmla="*/ 6830836 w 12188965"/>
              <a:gd name="connsiteY8854" fmla="*/ 1343087 h 2053176"/>
              <a:gd name="connsiteX8855" fmla="*/ 5293924 w 12188965"/>
              <a:gd name="connsiteY8855" fmla="*/ 1343087 h 2053176"/>
              <a:gd name="connsiteX8856" fmla="*/ 5306812 w 12188965"/>
              <a:gd name="connsiteY8856" fmla="*/ 1355974 h 2053176"/>
              <a:gd name="connsiteX8857" fmla="*/ 5293924 w 12188965"/>
              <a:gd name="connsiteY8857" fmla="*/ 1368861 h 2053176"/>
              <a:gd name="connsiteX8858" fmla="*/ 5281036 w 12188965"/>
              <a:gd name="connsiteY8858" fmla="*/ 1355974 h 2053176"/>
              <a:gd name="connsiteX8859" fmla="*/ 5293924 w 12188965"/>
              <a:gd name="connsiteY8859" fmla="*/ 1343087 h 2053176"/>
              <a:gd name="connsiteX8860" fmla="*/ 5037104 w 12188965"/>
              <a:gd name="connsiteY8860" fmla="*/ 1343087 h 2053176"/>
              <a:gd name="connsiteX8861" fmla="*/ 5049991 w 12188965"/>
              <a:gd name="connsiteY8861" fmla="*/ 1355974 h 2053176"/>
              <a:gd name="connsiteX8862" fmla="*/ 5037104 w 12188965"/>
              <a:gd name="connsiteY8862" fmla="*/ 1368861 h 2053176"/>
              <a:gd name="connsiteX8863" fmla="*/ 5024216 w 12188965"/>
              <a:gd name="connsiteY8863" fmla="*/ 1355974 h 2053176"/>
              <a:gd name="connsiteX8864" fmla="*/ 5037104 w 12188965"/>
              <a:gd name="connsiteY8864" fmla="*/ 1343087 h 2053176"/>
              <a:gd name="connsiteX8865" fmla="*/ 4716077 w 12188965"/>
              <a:gd name="connsiteY8865" fmla="*/ 1343087 h 2053176"/>
              <a:gd name="connsiteX8866" fmla="*/ 4728964 w 12188965"/>
              <a:gd name="connsiteY8866" fmla="*/ 1355974 h 2053176"/>
              <a:gd name="connsiteX8867" fmla="*/ 4716077 w 12188965"/>
              <a:gd name="connsiteY8867" fmla="*/ 1368861 h 2053176"/>
              <a:gd name="connsiteX8868" fmla="*/ 4703188 w 12188965"/>
              <a:gd name="connsiteY8868" fmla="*/ 1355974 h 2053176"/>
              <a:gd name="connsiteX8869" fmla="*/ 4716077 w 12188965"/>
              <a:gd name="connsiteY8869" fmla="*/ 1343087 h 2053176"/>
              <a:gd name="connsiteX8870" fmla="*/ 4073908 w 12188965"/>
              <a:gd name="connsiteY8870" fmla="*/ 1343087 h 2053176"/>
              <a:gd name="connsiteX8871" fmla="*/ 4086795 w 12188965"/>
              <a:gd name="connsiteY8871" fmla="*/ 1355974 h 2053176"/>
              <a:gd name="connsiteX8872" fmla="*/ 4073908 w 12188965"/>
              <a:gd name="connsiteY8872" fmla="*/ 1368861 h 2053176"/>
              <a:gd name="connsiteX8873" fmla="*/ 4061020 w 12188965"/>
              <a:gd name="connsiteY8873" fmla="*/ 1355974 h 2053176"/>
              <a:gd name="connsiteX8874" fmla="*/ 4073908 w 12188965"/>
              <a:gd name="connsiteY8874" fmla="*/ 1343087 h 2053176"/>
              <a:gd name="connsiteX8875" fmla="*/ 2597069 w 12188965"/>
              <a:gd name="connsiteY8875" fmla="*/ 1343087 h 2053176"/>
              <a:gd name="connsiteX8876" fmla="*/ 2609957 w 12188965"/>
              <a:gd name="connsiteY8876" fmla="*/ 1355974 h 2053176"/>
              <a:gd name="connsiteX8877" fmla="*/ 2597069 w 12188965"/>
              <a:gd name="connsiteY8877" fmla="*/ 1368861 h 2053176"/>
              <a:gd name="connsiteX8878" fmla="*/ 2584182 w 12188965"/>
              <a:gd name="connsiteY8878" fmla="*/ 1355974 h 2053176"/>
              <a:gd name="connsiteX8879" fmla="*/ 2597069 w 12188965"/>
              <a:gd name="connsiteY8879" fmla="*/ 1343087 h 2053176"/>
              <a:gd name="connsiteX8880" fmla="*/ 1633875 w 12188965"/>
              <a:gd name="connsiteY8880" fmla="*/ 1343087 h 2053176"/>
              <a:gd name="connsiteX8881" fmla="*/ 1646762 w 12188965"/>
              <a:gd name="connsiteY8881" fmla="*/ 1355974 h 2053176"/>
              <a:gd name="connsiteX8882" fmla="*/ 1633875 w 12188965"/>
              <a:gd name="connsiteY8882" fmla="*/ 1368861 h 2053176"/>
              <a:gd name="connsiteX8883" fmla="*/ 1620987 w 12188965"/>
              <a:gd name="connsiteY8883" fmla="*/ 1355974 h 2053176"/>
              <a:gd name="connsiteX8884" fmla="*/ 1633875 w 12188965"/>
              <a:gd name="connsiteY8884" fmla="*/ 1343087 h 2053176"/>
              <a:gd name="connsiteX8885" fmla="*/ 1248528 w 12188965"/>
              <a:gd name="connsiteY8885" fmla="*/ 1343087 h 2053176"/>
              <a:gd name="connsiteX8886" fmla="*/ 1261416 w 12188965"/>
              <a:gd name="connsiteY8886" fmla="*/ 1355974 h 2053176"/>
              <a:gd name="connsiteX8887" fmla="*/ 1248528 w 12188965"/>
              <a:gd name="connsiteY8887" fmla="*/ 1368861 h 2053176"/>
              <a:gd name="connsiteX8888" fmla="*/ 1235638 w 12188965"/>
              <a:gd name="connsiteY8888" fmla="*/ 1355974 h 2053176"/>
              <a:gd name="connsiteX8889" fmla="*/ 1248528 w 12188965"/>
              <a:gd name="connsiteY8889" fmla="*/ 1343087 h 2053176"/>
              <a:gd name="connsiteX8890" fmla="*/ 1120233 w 12188965"/>
              <a:gd name="connsiteY8890" fmla="*/ 1343087 h 2053176"/>
              <a:gd name="connsiteX8891" fmla="*/ 1133121 w 12188965"/>
              <a:gd name="connsiteY8891" fmla="*/ 1355974 h 2053176"/>
              <a:gd name="connsiteX8892" fmla="*/ 1120233 w 12188965"/>
              <a:gd name="connsiteY8892" fmla="*/ 1368861 h 2053176"/>
              <a:gd name="connsiteX8893" fmla="*/ 1107345 w 12188965"/>
              <a:gd name="connsiteY8893" fmla="*/ 1355974 h 2053176"/>
              <a:gd name="connsiteX8894" fmla="*/ 1120233 w 12188965"/>
              <a:gd name="connsiteY8894" fmla="*/ 1343087 h 2053176"/>
              <a:gd name="connsiteX8895" fmla="*/ 12034897 w 12188965"/>
              <a:gd name="connsiteY8895" fmla="*/ 1330315 h 2053176"/>
              <a:gd name="connsiteX8896" fmla="*/ 12060557 w 12188965"/>
              <a:gd name="connsiteY8896" fmla="*/ 1355974 h 2053176"/>
              <a:gd name="connsiteX8897" fmla="*/ 12034897 w 12188965"/>
              <a:gd name="connsiteY8897" fmla="*/ 1381633 h 2053176"/>
              <a:gd name="connsiteX8898" fmla="*/ 12009237 w 12188965"/>
              <a:gd name="connsiteY8898" fmla="*/ 1355974 h 2053176"/>
              <a:gd name="connsiteX8899" fmla="*/ 12034897 w 12188965"/>
              <a:gd name="connsiteY8899" fmla="*/ 1330315 h 2053176"/>
              <a:gd name="connsiteX8900" fmla="*/ 11970691 w 12188965"/>
              <a:gd name="connsiteY8900" fmla="*/ 1330315 h 2053176"/>
              <a:gd name="connsiteX8901" fmla="*/ 11996349 w 12188965"/>
              <a:gd name="connsiteY8901" fmla="*/ 1355974 h 2053176"/>
              <a:gd name="connsiteX8902" fmla="*/ 11970691 w 12188965"/>
              <a:gd name="connsiteY8902" fmla="*/ 1381633 h 2053176"/>
              <a:gd name="connsiteX8903" fmla="*/ 11945033 w 12188965"/>
              <a:gd name="connsiteY8903" fmla="*/ 1355974 h 2053176"/>
              <a:gd name="connsiteX8904" fmla="*/ 11970691 w 12188965"/>
              <a:gd name="connsiteY8904" fmla="*/ 1330315 h 2053176"/>
              <a:gd name="connsiteX8905" fmla="*/ 11906483 w 12188965"/>
              <a:gd name="connsiteY8905" fmla="*/ 1330315 h 2053176"/>
              <a:gd name="connsiteX8906" fmla="*/ 11932145 w 12188965"/>
              <a:gd name="connsiteY8906" fmla="*/ 1355974 h 2053176"/>
              <a:gd name="connsiteX8907" fmla="*/ 11906483 w 12188965"/>
              <a:gd name="connsiteY8907" fmla="*/ 1381633 h 2053176"/>
              <a:gd name="connsiteX8908" fmla="*/ 11880825 w 12188965"/>
              <a:gd name="connsiteY8908" fmla="*/ 1355974 h 2053176"/>
              <a:gd name="connsiteX8909" fmla="*/ 11906483 w 12188965"/>
              <a:gd name="connsiteY8909" fmla="*/ 1330315 h 2053176"/>
              <a:gd name="connsiteX8910" fmla="*/ 11842279 w 12188965"/>
              <a:gd name="connsiteY8910" fmla="*/ 1330315 h 2053176"/>
              <a:gd name="connsiteX8911" fmla="*/ 11867941 w 12188965"/>
              <a:gd name="connsiteY8911" fmla="*/ 1355974 h 2053176"/>
              <a:gd name="connsiteX8912" fmla="*/ 11842279 w 12188965"/>
              <a:gd name="connsiteY8912" fmla="*/ 1381633 h 2053176"/>
              <a:gd name="connsiteX8913" fmla="*/ 11816621 w 12188965"/>
              <a:gd name="connsiteY8913" fmla="*/ 1355974 h 2053176"/>
              <a:gd name="connsiteX8914" fmla="*/ 11842279 w 12188965"/>
              <a:gd name="connsiteY8914" fmla="*/ 1330315 h 2053176"/>
              <a:gd name="connsiteX8915" fmla="*/ 11775107 w 12188965"/>
              <a:gd name="connsiteY8915" fmla="*/ 1330315 h 2053176"/>
              <a:gd name="connsiteX8916" fmla="*/ 11800767 w 12188965"/>
              <a:gd name="connsiteY8916" fmla="*/ 1355974 h 2053176"/>
              <a:gd name="connsiteX8917" fmla="*/ 11775107 w 12188965"/>
              <a:gd name="connsiteY8917" fmla="*/ 1381633 h 2053176"/>
              <a:gd name="connsiteX8918" fmla="*/ 11749449 w 12188965"/>
              <a:gd name="connsiteY8918" fmla="*/ 1355974 h 2053176"/>
              <a:gd name="connsiteX8919" fmla="*/ 11775107 w 12188965"/>
              <a:gd name="connsiteY8919" fmla="*/ 1330315 h 2053176"/>
              <a:gd name="connsiteX8920" fmla="*/ 11646697 w 12188965"/>
              <a:gd name="connsiteY8920" fmla="*/ 1330315 h 2053176"/>
              <a:gd name="connsiteX8921" fmla="*/ 11672355 w 12188965"/>
              <a:gd name="connsiteY8921" fmla="*/ 1355974 h 2053176"/>
              <a:gd name="connsiteX8922" fmla="*/ 11646697 w 12188965"/>
              <a:gd name="connsiteY8922" fmla="*/ 1381633 h 2053176"/>
              <a:gd name="connsiteX8923" fmla="*/ 11621037 w 12188965"/>
              <a:gd name="connsiteY8923" fmla="*/ 1355974 h 2053176"/>
              <a:gd name="connsiteX8924" fmla="*/ 11646697 w 12188965"/>
              <a:gd name="connsiteY8924" fmla="*/ 1330315 h 2053176"/>
              <a:gd name="connsiteX8925" fmla="*/ 11454081 w 12188965"/>
              <a:gd name="connsiteY8925" fmla="*/ 1330315 h 2053176"/>
              <a:gd name="connsiteX8926" fmla="*/ 11479739 w 12188965"/>
              <a:gd name="connsiteY8926" fmla="*/ 1355974 h 2053176"/>
              <a:gd name="connsiteX8927" fmla="*/ 11454081 w 12188965"/>
              <a:gd name="connsiteY8927" fmla="*/ 1381633 h 2053176"/>
              <a:gd name="connsiteX8928" fmla="*/ 11428421 w 12188965"/>
              <a:gd name="connsiteY8928" fmla="*/ 1355974 h 2053176"/>
              <a:gd name="connsiteX8929" fmla="*/ 11454081 w 12188965"/>
              <a:gd name="connsiteY8929" fmla="*/ 1330315 h 2053176"/>
              <a:gd name="connsiteX8930" fmla="*/ 11389875 w 12188965"/>
              <a:gd name="connsiteY8930" fmla="*/ 1330315 h 2053176"/>
              <a:gd name="connsiteX8931" fmla="*/ 11415533 w 12188965"/>
              <a:gd name="connsiteY8931" fmla="*/ 1355974 h 2053176"/>
              <a:gd name="connsiteX8932" fmla="*/ 11389875 w 12188965"/>
              <a:gd name="connsiteY8932" fmla="*/ 1381633 h 2053176"/>
              <a:gd name="connsiteX8933" fmla="*/ 11364217 w 12188965"/>
              <a:gd name="connsiteY8933" fmla="*/ 1355974 h 2053176"/>
              <a:gd name="connsiteX8934" fmla="*/ 11389875 w 12188965"/>
              <a:gd name="connsiteY8934" fmla="*/ 1330315 h 2053176"/>
              <a:gd name="connsiteX8935" fmla="*/ 11325670 w 12188965"/>
              <a:gd name="connsiteY8935" fmla="*/ 1330315 h 2053176"/>
              <a:gd name="connsiteX8936" fmla="*/ 11351329 w 12188965"/>
              <a:gd name="connsiteY8936" fmla="*/ 1355974 h 2053176"/>
              <a:gd name="connsiteX8937" fmla="*/ 11325670 w 12188965"/>
              <a:gd name="connsiteY8937" fmla="*/ 1381633 h 2053176"/>
              <a:gd name="connsiteX8938" fmla="*/ 11300012 w 12188965"/>
              <a:gd name="connsiteY8938" fmla="*/ 1355974 h 2053176"/>
              <a:gd name="connsiteX8939" fmla="*/ 11325670 w 12188965"/>
              <a:gd name="connsiteY8939" fmla="*/ 1330315 h 2053176"/>
              <a:gd name="connsiteX8940" fmla="*/ 11197259 w 12188965"/>
              <a:gd name="connsiteY8940" fmla="*/ 1330315 h 2053176"/>
              <a:gd name="connsiteX8941" fmla="*/ 11222917 w 12188965"/>
              <a:gd name="connsiteY8941" fmla="*/ 1355974 h 2053176"/>
              <a:gd name="connsiteX8942" fmla="*/ 11197259 w 12188965"/>
              <a:gd name="connsiteY8942" fmla="*/ 1381633 h 2053176"/>
              <a:gd name="connsiteX8943" fmla="*/ 11171601 w 12188965"/>
              <a:gd name="connsiteY8943" fmla="*/ 1355974 h 2053176"/>
              <a:gd name="connsiteX8944" fmla="*/ 11197259 w 12188965"/>
              <a:gd name="connsiteY8944" fmla="*/ 1330315 h 2053176"/>
              <a:gd name="connsiteX8945" fmla="*/ 11133055 w 12188965"/>
              <a:gd name="connsiteY8945" fmla="*/ 1330315 h 2053176"/>
              <a:gd name="connsiteX8946" fmla="*/ 11158713 w 12188965"/>
              <a:gd name="connsiteY8946" fmla="*/ 1355974 h 2053176"/>
              <a:gd name="connsiteX8947" fmla="*/ 11133055 w 12188965"/>
              <a:gd name="connsiteY8947" fmla="*/ 1381633 h 2053176"/>
              <a:gd name="connsiteX8948" fmla="*/ 11107396 w 12188965"/>
              <a:gd name="connsiteY8948" fmla="*/ 1355974 h 2053176"/>
              <a:gd name="connsiteX8949" fmla="*/ 11133055 w 12188965"/>
              <a:gd name="connsiteY8949" fmla="*/ 1330315 h 2053176"/>
              <a:gd name="connsiteX8950" fmla="*/ 11068848 w 12188965"/>
              <a:gd name="connsiteY8950" fmla="*/ 1330315 h 2053176"/>
              <a:gd name="connsiteX8951" fmla="*/ 11094509 w 12188965"/>
              <a:gd name="connsiteY8951" fmla="*/ 1355974 h 2053176"/>
              <a:gd name="connsiteX8952" fmla="*/ 11068848 w 12188965"/>
              <a:gd name="connsiteY8952" fmla="*/ 1381633 h 2053176"/>
              <a:gd name="connsiteX8953" fmla="*/ 11043189 w 12188965"/>
              <a:gd name="connsiteY8953" fmla="*/ 1355974 h 2053176"/>
              <a:gd name="connsiteX8954" fmla="*/ 11068848 w 12188965"/>
              <a:gd name="connsiteY8954" fmla="*/ 1330315 h 2053176"/>
              <a:gd name="connsiteX8955" fmla="*/ 10940321 w 12188965"/>
              <a:gd name="connsiteY8955" fmla="*/ 1330315 h 2053176"/>
              <a:gd name="connsiteX8956" fmla="*/ 10965982 w 12188965"/>
              <a:gd name="connsiteY8956" fmla="*/ 1355974 h 2053176"/>
              <a:gd name="connsiteX8957" fmla="*/ 10940321 w 12188965"/>
              <a:gd name="connsiteY8957" fmla="*/ 1381633 h 2053176"/>
              <a:gd name="connsiteX8958" fmla="*/ 10914663 w 12188965"/>
              <a:gd name="connsiteY8958" fmla="*/ 1355974 h 2053176"/>
              <a:gd name="connsiteX8959" fmla="*/ 10940321 w 12188965"/>
              <a:gd name="connsiteY8959" fmla="*/ 1330315 h 2053176"/>
              <a:gd name="connsiteX8960" fmla="*/ 10811912 w 12188965"/>
              <a:gd name="connsiteY8960" fmla="*/ 1330315 h 2053176"/>
              <a:gd name="connsiteX8961" fmla="*/ 10837571 w 12188965"/>
              <a:gd name="connsiteY8961" fmla="*/ 1355974 h 2053176"/>
              <a:gd name="connsiteX8962" fmla="*/ 10811912 w 12188965"/>
              <a:gd name="connsiteY8962" fmla="*/ 1381633 h 2053176"/>
              <a:gd name="connsiteX8963" fmla="*/ 10786254 w 12188965"/>
              <a:gd name="connsiteY8963" fmla="*/ 1355974 h 2053176"/>
              <a:gd name="connsiteX8964" fmla="*/ 10811912 w 12188965"/>
              <a:gd name="connsiteY8964" fmla="*/ 1330315 h 2053176"/>
              <a:gd name="connsiteX8965" fmla="*/ 10683501 w 12188965"/>
              <a:gd name="connsiteY8965" fmla="*/ 1330315 h 2053176"/>
              <a:gd name="connsiteX8966" fmla="*/ 10709159 w 12188965"/>
              <a:gd name="connsiteY8966" fmla="*/ 1355974 h 2053176"/>
              <a:gd name="connsiteX8967" fmla="*/ 10683501 w 12188965"/>
              <a:gd name="connsiteY8967" fmla="*/ 1381633 h 2053176"/>
              <a:gd name="connsiteX8968" fmla="*/ 10657843 w 12188965"/>
              <a:gd name="connsiteY8968" fmla="*/ 1355974 h 2053176"/>
              <a:gd name="connsiteX8969" fmla="*/ 10683501 w 12188965"/>
              <a:gd name="connsiteY8969" fmla="*/ 1330315 h 2053176"/>
              <a:gd name="connsiteX8970" fmla="*/ 10619297 w 12188965"/>
              <a:gd name="connsiteY8970" fmla="*/ 1330315 h 2053176"/>
              <a:gd name="connsiteX8971" fmla="*/ 10644955 w 12188965"/>
              <a:gd name="connsiteY8971" fmla="*/ 1355974 h 2053176"/>
              <a:gd name="connsiteX8972" fmla="*/ 10619297 w 12188965"/>
              <a:gd name="connsiteY8972" fmla="*/ 1381633 h 2053176"/>
              <a:gd name="connsiteX8973" fmla="*/ 10593639 w 12188965"/>
              <a:gd name="connsiteY8973" fmla="*/ 1355974 h 2053176"/>
              <a:gd name="connsiteX8974" fmla="*/ 10619297 w 12188965"/>
              <a:gd name="connsiteY8974" fmla="*/ 1330315 h 2053176"/>
              <a:gd name="connsiteX8975" fmla="*/ 10555092 w 12188965"/>
              <a:gd name="connsiteY8975" fmla="*/ 1330315 h 2053176"/>
              <a:gd name="connsiteX8976" fmla="*/ 10580751 w 12188965"/>
              <a:gd name="connsiteY8976" fmla="*/ 1355974 h 2053176"/>
              <a:gd name="connsiteX8977" fmla="*/ 10555092 w 12188965"/>
              <a:gd name="connsiteY8977" fmla="*/ 1381633 h 2053176"/>
              <a:gd name="connsiteX8978" fmla="*/ 10529432 w 12188965"/>
              <a:gd name="connsiteY8978" fmla="*/ 1355974 h 2053176"/>
              <a:gd name="connsiteX8979" fmla="*/ 10555092 w 12188965"/>
              <a:gd name="connsiteY8979" fmla="*/ 1330315 h 2053176"/>
              <a:gd name="connsiteX8980" fmla="*/ 10490885 w 12188965"/>
              <a:gd name="connsiteY8980" fmla="*/ 1330315 h 2053176"/>
              <a:gd name="connsiteX8981" fmla="*/ 10516544 w 12188965"/>
              <a:gd name="connsiteY8981" fmla="*/ 1355974 h 2053176"/>
              <a:gd name="connsiteX8982" fmla="*/ 10490885 w 12188965"/>
              <a:gd name="connsiteY8982" fmla="*/ 1381633 h 2053176"/>
              <a:gd name="connsiteX8983" fmla="*/ 10465227 w 12188965"/>
              <a:gd name="connsiteY8983" fmla="*/ 1355974 h 2053176"/>
              <a:gd name="connsiteX8984" fmla="*/ 10490885 w 12188965"/>
              <a:gd name="connsiteY8984" fmla="*/ 1330315 h 2053176"/>
              <a:gd name="connsiteX8985" fmla="*/ 10362474 w 12188965"/>
              <a:gd name="connsiteY8985" fmla="*/ 1330315 h 2053176"/>
              <a:gd name="connsiteX8986" fmla="*/ 10388135 w 12188965"/>
              <a:gd name="connsiteY8986" fmla="*/ 1355974 h 2053176"/>
              <a:gd name="connsiteX8987" fmla="*/ 10362474 w 12188965"/>
              <a:gd name="connsiteY8987" fmla="*/ 1381633 h 2053176"/>
              <a:gd name="connsiteX8988" fmla="*/ 10336816 w 12188965"/>
              <a:gd name="connsiteY8988" fmla="*/ 1355974 h 2053176"/>
              <a:gd name="connsiteX8989" fmla="*/ 10362474 w 12188965"/>
              <a:gd name="connsiteY8989" fmla="*/ 1330315 h 2053176"/>
              <a:gd name="connsiteX8990" fmla="*/ 10298270 w 12188965"/>
              <a:gd name="connsiteY8990" fmla="*/ 1330315 h 2053176"/>
              <a:gd name="connsiteX8991" fmla="*/ 10323928 w 12188965"/>
              <a:gd name="connsiteY8991" fmla="*/ 1355974 h 2053176"/>
              <a:gd name="connsiteX8992" fmla="*/ 10298270 w 12188965"/>
              <a:gd name="connsiteY8992" fmla="*/ 1381633 h 2053176"/>
              <a:gd name="connsiteX8993" fmla="*/ 10272611 w 12188965"/>
              <a:gd name="connsiteY8993" fmla="*/ 1355974 h 2053176"/>
              <a:gd name="connsiteX8994" fmla="*/ 10298270 w 12188965"/>
              <a:gd name="connsiteY8994" fmla="*/ 1330315 h 2053176"/>
              <a:gd name="connsiteX8995" fmla="*/ 10234065 w 12188965"/>
              <a:gd name="connsiteY8995" fmla="*/ 1330315 h 2053176"/>
              <a:gd name="connsiteX8996" fmla="*/ 10259723 w 12188965"/>
              <a:gd name="connsiteY8996" fmla="*/ 1355974 h 2053176"/>
              <a:gd name="connsiteX8997" fmla="*/ 10234065 w 12188965"/>
              <a:gd name="connsiteY8997" fmla="*/ 1381633 h 2053176"/>
              <a:gd name="connsiteX8998" fmla="*/ 10208404 w 12188965"/>
              <a:gd name="connsiteY8998" fmla="*/ 1355974 h 2053176"/>
              <a:gd name="connsiteX8999" fmla="*/ 10234065 w 12188965"/>
              <a:gd name="connsiteY8999" fmla="*/ 1330315 h 2053176"/>
              <a:gd name="connsiteX9000" fmla="*/ 10105654 w 12188965"/>
              <a:gd name="connsiteY9000" fmla="*/ 1330315 h 2053176"/>
              <a:gd name="connsiteX9001" fmla="*/ 10131312 w 12188965"/>
              <a:gd name="connsiteY9001" fmla="*/ 1355974 h 2053176"/>
              <a:gd name="connsiteX9002" fmla="*/ 10105654 w 12188965"/>
              <a:gd name="connsiteY9002" fmla="*/ 1381633 h 2053176"/>
              <a:gd name="connsiteX9003" fmla="*/ 10079996 w 12188965"/>
              <a:gd name="connsiteY9003" fmla="*/ 1355974 h 2053176"/>
              <a:gd name="connsiteX9004" fmla="*/ 10105654 w 12188965"/>
              <a:gd name="connsiteY9004" fmla="*/ 1330315 h 2053176"/>
              <a:gd name="connsiteX9005" fmla="*/ 9913038 w 12188965"/>
              <a:gd name="connsiteY9005" fmla="*/ 1330315 h 2053176"/>
              <a:gd name="connsiteX9006" fmla="*/ 9938696 w 12188965"/>
              <a:gd name="connsiteY9006" fmla="*/ 1355974 h 2053176"/>
              <a:gd name="connsiteX9007" fmla="*/ 9913038 w 12188965"/>
              <a:gd name="connsiteY9007" fmla="*/ 1381633 h 2053176"/>
              <a:gd name="connsiteX9008" fmla="*/ 9887380 w 12188965"/>
              <a:gd name="connsiteY9008" fmla="*/ 1355974 h 2053176"/>
              <a:gd name="connsiteX9009" fmla="*/ 9913038 w 12188965"/>
              <a:gd name="connsiteY9009" fmla="*/ 1330315 h 2053176"/>
              <a:gd name="connsiteX9010" fmla="*/ 9720307 w 12188965"/>
              <a:gd name="connsiteY9010" fmla="*/ 1330315 h 2053176"/>
              <a:gd name="connsiteX9011" fmla="*/ 9745965 w 12188965"/>
              <a:gd name="connsiteY9011" fmla="*/ 1355974 h 2053176"/>
              <a:gd name="connsiteX9012" fmla="*/ 9720307 w 12188965"/>
              <a:gd name="connsiteY9012" fmla="*/ 1381633 h 2053176"/>
              <a:gd name="connsiteX9013" fmla="*/ 9694646 w 12188965"/>
              <a:gd name="connsiteY9013" fmla="*/ 1355974 h 2053176"/>
              <a:gd name="connsiteX9014" fmla="*/ 9720307 w 12188965"/>
              <a:gd name="connsiteY9014" fmla="*/ 1330315 h 2053176"/>
              <a:gd name="connsiteX9015" fmla="*/ 9591896 w 12188965"/>
              <a:gd name="connsiteY9015" fmla="*/ 1330315 h 2053176"/>
              <a:gd name="connsiteX9016" fmla="*/ 9617554 w 12188965"/>
              <a:gd name="connsiteY9016" fmla="*/ 1355974 h 2053176"/>
              <a:gd name="connsiteX9017" fmla="*/ 9591896 w 12188965"/>
              <a:gd name="connsiteY9017" fmla="*/ 1381633 h 2053176"/>
              <a:gd name="connsiteX9018" fmla="*/ 9566238 w 12188965"/>
              <a:gd name="connsiteY9018" fmla="*/ 1355974 h 2053176"/>
              <a:gd name="connsiteX9019" fmla="*/ 9591896 w 12188965"/>
              <a:gd name="connsiteY9019" fmla="*/ 1330315 h 2053176"/>
              <a:gd name="connsiteX9020" fmla="*/ 9527689 w 12188965"/>
              <a:gd name="connsiteY9020" fmla="*/ 1330315 h 2053176"/>
              <a:gd name="connsiteX9021" fmla="*/ 9553350 w 12188965"/>
              <a:gd name="connsiteY9021" fmla="*/ 1355974 h 2053176"/>
              <a:gd name="connsiteX9022" fmla="*/ 9527689 w 12188965"/>
              <a:gd name="connsiteY9022" fmla="*/ 1381633 h 2053176"/>
              <a:gd name="connsiteX9023" fmla="*/ 9502031 w 12188965"/>
              <a:gd name="connsiteY9023" fmla="*/ 1355974 h 2053176"/>
              <a:gd name="connsiteX9024" fmla="*/ 9527689 w 12188965"/>
              <a:gd name="connsiteY9024" fmla="*/ 1330315 h 2053176"/>
              <a:gd name="connsiteX9025" fmla="*/ 9463485 w 12188965"/>
              <a:gd name="connsiteY9025" fmla="*/ 1330315 h 2053176"/>
              <a:gd name="connsiteX9026" fmla="*/ 9489143 w 12188965"/>
              <a:gd name="connsiteY9026" fmla="*/ 1355974 h 2053176"/>
              <a:gd name="connsiteX9027" fmla="*/ 9463485 w 12188965"/>
              <a:gd name="connsiteY9027" fmla="*/ 1381633 h 2053176"/>
              <a:gd name="connsiteX9028" fmla="*/ 9437826 w 12188965"/>
              <a:gd name="connsiteY9028" fmla="*/ 1355974 h 2053176"/>
              <a:gd name="connsiteX9029" fmla="*/ 9463485 w 12188965"/>
              <a:gd name="connsiteY9029" fmla="*/ 1330315 h 2053176"/>
              <a:gd name="connsiteX9030" fmla="*/ 9335073 w 12188965"/>
              <a:gd name="connsiteY9030" fmla="*/ 1330315 h 2053176"/>
              <a:gd name="connsiteX9031" fmla="*/ 9360734 w 12188965"/>
              <a:gd name="connsiteY9031" fmla="*/ 1355974 h 2053176"/>
              <a:gd name="connsiteX9032" fmla="*/ 9335073 w 12188965"/>
              <a:gd name="connsiteY9032" fmla="*/ 1381633 h 2053176"/>
              <a:gd name="connsiteX9033" fmla="*/ 9309415 w 12188965"/>
              <a:gd name="connsiteY9033" fmla="*/ 1355974 h 2053176"/>
              <a:gd name="connsiteX9034" fmla="*/ 9335073 w 12188965"/>
              <a:gd name="connsiteY9034" fmla="*/ 1330315 h 2053176"/>
              <a:gd name="connsiteX9035" fmla="*/ 9078253 w 12188965"/>
              <a:gd name="connsiteY9035" fmla="*/ 1330315 h 2053176"/>
              <a:gd name="connsiteX9036" fmla="*/ 9103911 w 12188965"/>
              <a:gd name="connsiteY9036" fmla="*/ 1355974 h 2053176"/>
              <a:gd name="connsiteX9037" fmla="*/ 9078253 w 12188965"/>
              <a:gd name="connsiteY9037" fmla="*/ 1381633 h 2053176"/>
              <a:gd name="connsiteX9038" fmla="*/ 9052595 w 12188965"/>
              <a:gd name="connsiteY9038" fmla="*/ 1355974 h 2053176"/>
              <a:gd name="connsiteX9039" fmla="*/ 9078253 w 12188965"/>
              <a:gd name="connsiteY9039" fmla="*/ 1330315 h 2053176"/>
              <a:gd name="connsiteX9040" fmla="*/ 9014049 w 12188965"/>
              <a:gd name="connsiteY9040" fmla="*/ 1330315 h 2053176"/>
              <a:gd name="connsiteX9041" fmla="*/ 9039707 w 12188965"/>
              <a:gd name="connsiteY9041" fmla="*/ 1355974 h 2053176"/>
              <a:gd name="connsiteX9042" fmla="*/ 9014049 w 12188965"/>
              <a:gd name="connsiteY9042" fmla="*/ 1381633 h 2053176"/>
              <a:gd name="connsiteX9043" fmla="*/ 8988388 w 12188965"/>
              <a:gd name="connsiteY9043" fmla="*/ 1355974 h 2053176"/>
              <a:gd name="connsiteX9044" fmla="*/ 9014049 w 12188965"/>
              <a:gd name="connsiteY9044" fmla="*/ 1330315 h 2053176"/>
              <a:gd name="connsiteX9045" fmla="*/ 8821433 w 12188965"/>
              <a:gd name="connsiteY9045" fmla="*/ 1330315 h 2053176"/>
              <a:gd name="connsiteX9046" fmla="*/ 8847091 w 12188965"/>
              <a:gd name="connsiteY9046" fmla="*/ 1355974 h 2053176"/>
              <a:gd name="connsiteX9047" fmla="*/ 8821433 w 12188965"/>
              <a:gd name="connsiteY9047" fmla="*/ 1381633 h 2053176"/>
              <a:gd name="connsiteX9048" fmla="*/ 8795772 w 12188965"/>
              <a:gd name="connsiteY9048" fmla="*/ 1355974 h 2053176"/>
              <a:gd name="connsiteX9049" fmla="*/ 8821433 w 12188965"/>
              <a:gd name="connsiteY9049" fmla="*/ 1330315 h 2053176"/>
              <a:gd name="connsiteX9050" fmla="*/ 8757226 w 12188965"/>
              <a:gd name="connsiteY9050" fmla="*/ 1330315 h 2053176"/>
              <a:gd name="connsiteX9051" fmla="*/ 8782887 w 12188965"/>
              <a:gd name="connsiteY9051" fmla="*/ 1355974 h 2053176"/>
              <a:gd name="connsiteX9052" fmla="*/ 8757226 w 12188965"/>
              <a:gd name="connsiteY9052" fmla="*/ 1381633 h 2053176"/>
              <a:gd name="connsiteX9053" fmla="*/ 8731568 w 12188965"/>
              <a:gd name="connsiteY9053" fmla="*/ 1355974 h 2053176"/>
              <a:gd name="connsiteX9054" fmla="*/ 8757226 w 12188965"/>
              <a:gd name="connsiteY9054" fmla="*/ 1330315 h 2053176"/>
              <a:gd name="connsiteX9055" fmla="*/ 8692904 w 12188965"/>
              <a:gd name="connsiteY9055" fmla="*/ 1330315 h 2053176"/>
              <a:gd name="connsiteX9056" fmla="*/ 8718565 w 12188965"/>
              <a:gd name="connsiteY9056" fmla="*/ 1355974 h 2053176"/>
              <a:gd name="connsiteX9057" fmla="*/ 8692904 w 12188965"/>
              <a:gd name="connsiteY9057" fmla="*/ 1381633 h 2053176"/>
              <a:gd name="connsiteX9058" fmla="*/ 8667246 w 12188965"/>
              <a:gd name="connsiteY9058" fmla="*/ 1355974 h 2053176"/>
              <a:gd name="connsiteX9059" fmla="*/ 8692904 w 12188965"/>
              <a:gd name="connsiteY9059" fmla="*/ 1330315 h 2053176"/>
              <a:gd name="connsiteX9060" fmla="*/ 8564495 w 12188965"/>
              <a:gd name="connsiteY9060" fmla="*/ 1330315 h 2053176"/>
              <a:gd name="connsiteX9061" fmla="*/ 8590153 w 12188965"/>
              <a:gd name="connsiteY9061" fmla="*/ 1355974 h 2053176"/>
              <a:gd name="connsiteX9062" fmla="*/ 8564495 w 12188965"/>
              <a:gd name="connsiteY9062" fmla="*/ 1381633 h 2053176"/>
              <a:gd name="connsiteX9063" fmla="*/ 8538837 w 12188965"/>
              <a:gd name="connsiteY9063" fmla="*/ 1355974 h 2053176"/>
              <a:gd name="connsiteX9064" fmla="*/ 8564495 w 12188965"/>
              <a:gd name="connsiteY9064" fmla="*/ 1330315 h 2053176"/>
              <a:gd name="connsiteX9065" fmla="*/ 8500288 w 12188965"/>
              <a:gd name="connsiteY9065" fmla="*/ 1330315 h 2053176"/>
              <a:gd name="connsiteX9066" fmla="*/ 8525949 w 12188965"/>
              <a:gd name="connsiteY9066" fmla="*/ 1355974 h 2053176"/>
              <a:gd name="connsiteX9067" fmla="*/ 8500288 w 12188965"/>
              <a:gd name="connsiteY9067" fmla="*/ 1381633 h 2053176"/>
              <a:gd name="connsiteX9068" fmla="*/ 8474630 w 12188965"/>
              <a:gd name="connsiteY9068" fmla="*/ 1355974 h 2053176"/>
              <a:gd name="connsiteX9069" fmla="*/ 8500288 w 12188965"/>
              <a:gd name="connsiteY9069" fmla="*/ 1330315 h 2053176"/>
              <a:gd name="connsiteX9070" fmla="*/ 8115057 w 12188965"/>
              <a:gd name="connsiteY9070" fmla="*/ 1330315 h 2053176"/>
              <a:gd name="connsiteX9071" fmla="*/ 8140717 w 12188965"/>
              <a:gd name="connsiteY9071" fmla="*/ 1355974 h 2053176"/>
              <a:gd name="connsiteX9072" fmla="*/ 8115057 w 12188965"/>
              <a:gd name="connsiteY9072" fmla="*/ 1381633 h 2053176"/>
              <a:gd name="connsiteX9073" fmla="*/ 8089398 w 12188965"/>
              <a:gd name="connsiteY9073" fmla="*/ 1355974 h 2053176"/>
              <a:gd name="connsiteX9074" fmla="*/ 8115057 w 12188965"/>
              <a:gd name="connsiteY9074" fmla="*/ 1330315 h 2053176"/>
              <a:gd name="connsiteX9075" fmla="*/ 8050852 w 12188965"/>
              <a:gd name="connsiteY9075" fmla="*/ 1330315 h 2053176"/>
              <a:gd name="connsiteX9076" fmla="*/ 8076510 w 12188965"/>
              <a:gd name="connsiteY9076" fmla="*/ 1355974 h 2053176"/>
              <a:gd name="connsiteX9077" fmla="*/ 8050852 w 12188965"/>
              <a:gd name="connsiteY9077" fmla="*/ 1381633 h 2053176"/>
              <a:gd name="connsiteX9078" fmla="*/ 8025194 w 12188965"/>
              <a:gd name="connsiteY9078" fmla="*/ 1355974 h 2053176"/>
              <a:gd name="connsiteX9079" fmla="*/ 8050852 w 12188965"/>
              <a:gd name="connsiteY9079" fmla="*/ 1330315 h 2053176"/>
              <a:gd name="connsiteX9080" fmla="*/ 7986648 w 12188965"/>
              <a:gd name="connsiteY9080" fmla="*/ 1330315 h 2053176"/>
              <a:gd name="connsiteX9081" fmla="*/ 8012306 w 12188965"/>
              <a:gd name="connsiteY9081" fmla="*/ 1355974 h 2053176"/>
              <a:gd name="connsiteX9082" fmla="*/ 7986648 w 12188965"/>
              <a:gd name="connsiteY9082" fmla="*/ 1381633 h 2053176"/>
              <a:gd name="connsiteX9083" fmla="*/ 7960990 w 12188965"/>
              <a:gd name="connsiteY9083" fmla="*/ 1355974 h 2053176"/>
              <a:gd name="connsiteX9084" fmla="*/ 7986648 w 12188965"/>
              <a:gd name="connsiteY9084" fmla="*/ 1330315 h 2053176"/>
              <a:gd name="connsiteX9085" fmla="*/ 7922444 w 12188965"/>
              <a:gd name="connsiteY9085" fmla="*/ 1330315 h 2053176"/>
              <a:gd name="connsiteX9086" fmla="*/ 7948102 w 12188965"/>
              <a:gd name="connsiteY9086" fmla="*/ 1355974 h 2053176"/>
              <a:gd name="connsiteX9087" fmla="*/ 7922444 w 12188965"/>
              <a:gd name="connsiteY9087" fmla="*/ 1381633 h 2053176"/>
              <a:gd name="connsiteX9088" fmla="*/ 7896783 w 12188965"/>
              <a:gd name="connsiteY9088" fmla="*/ 1355974 h 2053176"/>
              <a:gd name="connsiteX9089" fmla="*/ 7922444 w 12188965"/>
              <a:gd name="connsiteY9089" fmla="*/ 1330315 h 2053176"/>
              <a:gd name="connsiteX9090" fmla="*/ 7858237 w 12188965"/>
              <a:gd name="connsiteY9090" fmla="*/ 1330315 h 2053176"/>
              <a:gd name="connsiteX9091" fmla="*/ 7883895 w 12188965"/>
              <a:gd name="connsiteY9091" fmla="*/ 1355974 h 2053176"/>
              <a:gd name="connsiteX9092" fmla="*/ 7858237 w 12188965"/>
              <a:gd name="connsiteY9092" fmla="*/ 1381633 h 2053176"/>
              <a:gd name="connsiteX9093" fmla="*/ 7832578 w 12188965"/>
              <a:gd name="connsiteY9093" fmla="*/ 1355974 h 2053176"/>
              <a:gd name="connsiteX9094" fmla="*/ 7858237 w 12188965"/>
              <a:gd name="connsiteY9094" fmla="*/ 1330315 h 2053176"/>
              <a:gd name="connsiteX9095" fmla="*/ 7794032 w 12188965"/>
              <a:gd name="connsiteY9095" fmla="*/ 1330315 h 2053176"/>
              <a:gd name="connsiteX9096" fmla="*/ 7819690 w 12188965"/>
              <a:gd name="connsiteY9096" fmla="*/ 1355974 h 2053176"/>
              <a:gd name="connsiteX9097" fmla="*/ 7794032 w 12188965"/>
              <a:gd name="connsiteY9097" fmla="*/ 1381633 h 2053176"/>
              <a:gd name="connsiteX9098" fmla="*/ 7768371 w 12188965"/>
              <a:gd name="connsiteY9098" fmla="*/ 1355974 h 2053176"/>
              <a:gd name="connsiteX9099" fmla="*/ 7794032 w 12188965"/>
              <a:gd name="connsiteY9099" fmla="*/ 1330315 h 2053176"/>
              <a:gd name="connsiteX9100" fmla="*/ 7729825 w 12188965"/>
              <a:gd name="connsiteY9100" fmla="*/ 1330315 h 2053176"/>
              <a:gd name="connsiteX9101" fmla="*/ 7755486 w 12188965"/>
              <a:gd name="connsiteY9101" fmla="*/ 1355974 h 2053176"/>
              <a:gd name="connsiteX9102" fmla="*/ 7729825 w 12188965"/>
              <a:gd name="connsiteY9102" fmla="*/ 1381633 h 2053176"/>
              <a:gd name="connsiteX9103" fmla="*/ 7704167 w 12188965"/>
              <a:gd name="connsiteY9103" fmla="*/ 1355974 h 2053176"/>
              <a:gd name="connsiteX9104" fmla="*/ 7729825 w 12188965"/>
              <a:gd name="connsiteY9104" fmla="*/ 1330315 h 2053176"/>
              <a:gd name="connsiteX9105" fmla="*/ 7665621 w 12188965"/>
              <a:gd name="connsiteY9105" fmla="*/ 1330315 h 2053176"/>
              <a:gd name="connsiteX9106" fmla="*/ 7691279 w 12188965"/>
              <a:gd name="connsiteY9106" fmla="*/ 1355974 h 2053176"/>
              <a:gd name="connsiteX9107" fmla="*/ 7665621 w 12188965"/>
              <a:gd name="connsiteY9107" fmla="*/ 1381633 h 2053176"/>
              <a:gd name="connsiteX9108" fmla="*/ 7639963 w 12188965"/>
              <a:gd name="connsiteY9108" fmla="*/ 1355974 h 2053176"/>
              <a:gd name="connsiteX9109" fmla="*/ 7665621 w 12188965"/>
              <a:gd name="connsiteY9109" fmla="*/ 1330315 h 2053176"/>
              <a:gd name="connsiteX9110" fmla="*/ 7601299 w 12188965"/>
              <a:gd name="connsiteY9110" fmla="*/ 1330315 h 2053176"/>
              <a:gd name="connsiteX9111" fmla="*/ 7626959 w 12188965"/>
              <a:gd name="connsiteY9111" fmla="*/ 1355974 h 2053176"/>
              <a:gd name="connsiteX9112" fmla="*/ 7601299 w 12188965"/>
              <a:gd name="connsiteY9112" fmla="*/ 1381633 h 2053176"/>
              <a:gd name="connsiteX9113" fmla="*/ 7575640 w 12188965"/>
              <a:gd name="connsiteY9113" fmla="*/ 1355974 h 2053176"/>
              <a:gd name="connsiteX9114" fmla="*/ 7601299 w 12188965"/>
              <a:gd name="connsiteY9114" fmla="*/ 1330315 h 2053176"/>
              <a:gd name="connsiteX9115" fmla="*/ 7537094 w 12188965"/>
              <a:gd name="connsiteY9115" fmla="*/ 1330315 h 2053176"/>
              <a:gd name="connsiteX9116" fmla="*/ 7562752 w 12188965"/>
              <a:gd name="connsiteY9116" fmla="*/ 1355974 h 2053176"/>
              <a:gd name="connsiteX9117" fmla="*/ 7537094 w 12188965"/>
              <a:gd name="connsiteY9117" fmla="*/ 1381633 h 2053176"/>
              <a:gd name="connsiteX9118" fmla="*/ 7511436 w 12188965"/>
              <a:gd name="connsiteY9118" fmla="*/ 1355974 h 2053176"/>
              <a:gd name="connsiteX9119" fmla="*/ 7537094 w 12188965"/>
              <a:gd name="connsiteY9119" fmla="*/ 1330315 h 2053176"/>
              <a:gd name="connsiteX9120" fmla="*/ 7472890 w 12188965"/>
              <a:gd name="connsiteY9120" fmla="*/ 1330315 h 2053176"/>
              <a:gd name="connsiteX9121" fmla="*/ 7498548 w 12188965"/>
              <a:gd name="connsiteY9121" fmla="*/ 1355974 h 2053176"/>
              <a:gd name="connsiteX9122" fmla="*/ 7472890 w 12188965"/>
              <a:gd name="connsiteY9122" fmla="*/ 1381633 h 2053176"/>
              <a:gd name="connsiteX9123" fmla="*/ 7447229 w 12188965"/>
              <a:gd name="connsiteY9123" fmla="*/ 1355974 h 2053176"/>
              <a:gd name="connsiteX9124" fmla="*/ 7472890 w 12188965"/>
              <a:gd name="connsiteY9124" fmla="*/ 1330315 h 2053176"/>
              <a:gd name="connsiteX9125" fmla="*/ 7280274 w 12188965"/>
              <a:gd name="connsiteY9125" fmla="*/ 1330315 h 2053176"/>
              <a:gd name="connsiteX9126" fmla="*/ 7305932 w 12188965"/>
              <a:gd name="connsiteY9126" fmla="*/ 1355974 h 2053176"/>
              <a:gd name="connsiteX9127" fmla="*/ 7280274 w 12188965"/>
              <a:gd name="connsiteY9127" fmla="*/ 1381633 h 2053176"/>
              <a:gd name="connsiteX9128" fmla="*/ 7254613 w 12188965"/>
              <a:gd name="connsiteY9128" fmla="*/ 1355974 h 2053176"/>
              <a:gd name="connsiteX9129" fmla="*/ 7280274 w 12188965"/>
              <a:gd name="connsiteY9129" fmla="*/ 1330315 h 2053176"/>
              <a:gd name="connsiteX9130" fmla="*/ 7216067 w 12188965"/>
              <a:gd name="connsiteY9130" fmla="*/ 1330315 h 2053176"/>
              <a:gd name="connsiteX9131" fmla="*/ 7241725 w 12188965"/>
              <a:gd name="connsiteY9131" fmla="*/ 1355974 h 2053176"/>
              <a:gd name="connsiteX9132" fmla="*/ 7216067 w 12188965"/>
              <a:gd name="connsiteY9132" fmla="*/ 1381633 h 2053176"/>
              <a:gd name="connsiteX9133" fmla="*/ 7190409 w 12188965"/>
              <a:gd name="connsiteY9133" fmla="*/ 1355974 h 2053176"/>
              <a:gd name="connsiteX9134" fmla="*/ 7216067 w 12188965"/>
              <a:gd name="connsiteY9134" fmla="*/ 1330315 h 2053176"/>
              <a:gd name="connsiteX9135" fmla="*/ 7151863 w 12188965"/>
              <a:gd name="connsiteY9135" fmla="*/ 1330315 h 2053176"/>
              <a:gd name="connsiteX9136" fmla="*/ 7177521 w 12188965"/>
              <a:gd name="connsiteY9136" fmla="*/ 1355974 h 2053176"/>
              <a:gd name="connsiteX9137" fmla="*/ 7151863 w 12188965"/>
              <a:gd name="connsiteY9137" fmla="*/ 1381633 h 2053176"/>
              <a:gd name="connsiteX9138" fmla="*/ 7126205 w 12188965"/>
              <a:gd name="connsiteY9138" fmla="*/ 1355974 h 2053176"/>
              <a:gd name="connsiteX9139" fmla="*/ 7151863 w 12188965"/>
              <a:gd name="connsiteY9139" fmla="*/ 1330315 h 2053176"/>
              <a:gd name="connsiteX9140" fmla="*/ 7087658 w 12188965"/>
              <a:gd name="connsiteY9140" fmla="*/ 1330315 h 2053176"/>
              <a:gd name="connsiteX9141" fmla="*/ 7113317 w 12188965"/>
              <a:gd name="connsiteY9141" fmla="*/ 1355974 h 2053176"/>
              <a:gd name="connsiteX9142" fmla="*/ 7087658 w 12188965"/>
              <a:gd name="connsiteY9142" fmla="*/ 1381633 h 2053176"/>
              <a:gd name="connsiteX9143" fmla="*/ 7061998 w 12188965"/>
              <a:gd name="connsiteY9143" fmla="*/ 1355974 h 2053176"/>
              <a:gd name="connsiteX9144" fmla="*/ 7087658 w 12188965"/>
              <a:gd name="connsiteY9144" fmla="*/ 1330315 h 2053176"/>
              <a:gd name="connsiteX9145" fmla="*/ 6895043 w 12188965"/>
              <a:gd name="connsiteY9145" fmla="*/ 1330315 h 2053176"/>
              <a:gd name="connsiteX9146" fmla="*/ 6920701 w 12188965"/>
              <a:gd name="connsiteY9146" fmla="*/ 1355974 h 2053176"/>
              <a:gd name="connsiteX9147" fmla="*/ 6895043 w 12188965"/>
              <a:gd name="connsiteY9147" fmla="*/ 1381633 h 2053176"/>
              <a:gd name="connsiteX9148" fmla="*/ 6869382 w 12188965"/>
              <a:gd name="connsiteY9148" fmla="*/ 1355974 h 2053176"/>
              <a:gd name="connsiteX9149" fmla="*/ 6895043 w 12188965"/>
              <a:gd name="connsiteY9149" fmla="*/ 1330315 h 2053176"/>
              <a:gd name="connsiteX9150" fmla="*/ 6766631 w 12188965"/>
              <a:gd name="connsiteY9150" fmla="*/ 1330315 h 2053176"/>
              <a:gd name="connsiteX9151" fmla="*/ 6792290 w 12188965"/>
              <a:gd name="connsiteY9151" fmla="*/ 1355974 h 2053176"/>
              <a:gd name="connsiteX9152" fmla="*/ 6766631 w 12188965"/>
              <a:gd name="connsiteY9152" fmla="*/ 1381633 h 2053176"/>
              <a:gd name="connsiteX9153" fmla="*/ 6740973 w 12188965"/>
              <a:gd name="connsiteY9153" fmla="*/ 1355974 h 2053176"/>
              <a:gd name="connsiteX9154" fmla="*/ 6766631 w 12188965"/>
              <a:gd name="connsiteY9154" fmla="*/ 1330315 h 2053176"/>
              <a:gd name="connsiteX9155" fmla="*/ 6702427 w 12188965"/>
              <a:gd name="connsiteY9155" fmla="*/ 1330315 h 2053176"/>
              <a:gd name="connsiteX9156" fmla="*/ 6728085 w 12188965"/>
              <a:gd name="connsiteY9156" fmla="*/ 1355974 h 2053176"/>
              <a:gd name="connsiteX9157" fmla="*/ 6702427 w 12188965"/>
              <a:gd name="connsiteY9157" fmla="*/ 1381633 h 2053176"/>
              <a:gd name="connsiteX9158" fmla="*/ 6676766 w 12188965"/>
              <a:gd name="connsiteY9158" fmla="*/ 1355974 h 2053176"/>
              <a:gd name="connsiteX9159" fmla="*/ 6702427 w 12188965"/>
              <a:gd name="connsiteY9159" fmla="*/ 1330315 h 2053176"/>
              <a:gd name="connsiteX9160" fmla="*/ 6638220 w 12188965"/>
              <a:gd name="connsiteY9160" fmla="*/ 1330315 h 2053176"/>
              <a:gd name="connsiteX9161" fmla="*/ 6663881 w 12188965"/>
              <a:gd name="connsiteY9161" fmla="*/ 1355974 h 2053176"/>
              <a:gd name="connsiteX9162" fmla="*/ 6638220 w 12188965"/>
              <a:gd name="connsiteY9162" fmla="*/ 1381633 h 2053176"/>
              <a:gd name="connsiteX9163" fmla="*/ 6612562 w 12188965"/>
              <a:gd name="connsiteY9163" fmla="*/ 1355974 h 2053176"/>
              <a:gd name="connsiteX9164" fmla="*/ 6638220 w 12188965"/>
              <a:gd name="connsiteY9164" fmla="*/ 1330315 h 2053176"/>
              <a:gd name="connsiteX9165" fmla="*/ 6574016 w 12188965"/>
              <a:gd name="connsiteY9165" fmla="*/ 1330315 h 2053176"/>
              <a:gd name="connsiteX9166" fmla="*/ 6599674 w 12188965"/>
              <a:gd name="connsiteY9166" fmla="*/ 1355974 h 2053176"/>
              <a:gd name="connsiteX9167" fmla="*/ 6574016 w 12188965"/>
              <a:gd name="connsiteY9167" fmla="*/ 1381633 h 2053176"/>
              <a:gd name="connsiteX9168" fmla="*/ 6548357 w 12188965"/>
              <a:gd name="connsiteY9168" fmla="*/ 1355974 h 2053176"/>
              <a:gd name="connsiteX9169" fmla="*/ 6574016 w 12188965"/>
              <a:gd name="connsiteY9169" fmla="*/ 1330315 h 2053176"/>
              <a:gd name="connsiteX9170" fmla="*/ 6317078 w 12188965"/>
              <a:gd name="connsiteY9170" fmla="*/ 1330315 h 2053176"/>
              <a:gd name="connsiteX9171" fmla="*/ 6342736 w 12188965"/>
              <a:gd name="connsiteY9171" fmla="*/ 1355974 h 2053176"/>
              <a:gd name="connsiteX9172" fmla="*/ 6317078 w 12188965"/>
              <a:gd name="connsiteY9172" fmla="*/ 1381633 h 2053176"/>
              <a:gd name="connsiteX9173" fmla="*/ 6291420 w 12188965"/>
              <a:gd name="connsiteY9173" fmla="*/ 1355974 h 2053176"/>
              <a:gd name="connsiteX9174" fmla="*/ 6317078 w 12188965"/>
              <a:gd name="connsiteY9174" fmla="*/ 1330315 h 2053176"/>
              <a:gd name="connsiteX9175" fmla="*/ 6252873 w 12188965"/>
              <a:gd name="connsiteY9175" fmla="*/ 1330315 h 2053176"/>
              <a:gd name="connsiteX9176" fmla="*/ 6278532 w 12188965"/>
              <a:gd name="connsiteY9176" fmla="*/ 1355974 h 2053176"/>
              <a:gd name="connsiteX9177" fmla="*/ 6252873 w 12188965"/>
              <a:gd name="connsiteY9177" fmla="*/ 1381633 h 2053176"/>
              <a:gd name="connsiteX9178" fmla="*/ 6227213 w 12188965"/>
              <a:gd name="connsiteY9178" fmla="*/ 1355974 h 2053176"/>
              <a:gd name="connsiteX9179" fmla="*/ 6252873 w 12188965"/>
              <a:gd name="connsiteY9179" fmla="*/ 1330315 h 2053176"/>
              <a:gd name="connsiteX9180" fmla="*/ 6188666 w 12188965"/>
              <a:gd name="connsiteY9180" fmla="*/ 1330315 h 2053176"/>
              <a:gd name="connsiteX9181" fmla="*/ 6214327 w 12188965"/>
              <a:gd name="connsiteY9181" fmla="*/ 1355974 h 2053176"/>
              <a:gd name="connsiteX9182" fmla="*/ 6188666 w 12188965"/>
              <a:gd name="connsiteY9182" fmla="*/ 1381633 h 2053176"/>
              <a:gd name="connsiteX9183" fmla="*/ 6163008 w 12188965"/>
              <a:gd name="connsiteY9183" fmla="*/ 1355974 h 2053176"/>
              <a:gd name="connsiteX9184" fmla="*/ 6188666 w 12188965"/>
              <a:gd name="connsiteY9184" fmla="*/ 1330315 h 2053176"/>
              <a:gd name="connsiteX9185" fmla="*/ 6124462 w 12188965"/>
              <a:gd name="connsiteY9185" fmla="*/ 1330315 h 2053176"/>
              <a:gd name="connsiteX9186" fmla="*/ 6150123 w 12188965"/>
              <a:gd name="connsiteY9186" fmla="*/ 1355974 h 2053176"/>
              <a:gd name="connsiteX9187" fmla="*/ 6124462 w 12188965"/>
              <a:gd name="connsiteY9187" fmla="*/ 1381633 h 2053176"/>
              <a:gd name="connsiteX9188" fmla="*/ 6098804 w 12188965"/>
              <a:gd name="connsiteY9188" fmla="*/ 1355974 h 2053176"/>
              <a:gd name="connsiteX9189" fmla="*/ 6124462 w 12188965"/>
              <a:gd name="connsiteY9189" fmla="*/ 1330315 h 2053176"/>
              <a:gd name="connsiteX9190" fmla="*/ 6064505 w 12188965"/>
              <a:gd name="connsiteY9190" fmla="*/ 1330315 h 2053176"/>
              <a:gd name="connsiteX9191" fmla="*/ 6090163 w 12188965"/>
              <a:gd name="connsiteY9191" fmla="*/ 1355974 h 2053176"/>
              <a:gd name="connsiteX9192" fmla="*/ 6064505 w 12188965"/>
              <a:gd name="connsiteY9192" fmla="*/ 1381633 h 2053176"/>
              <a:gd name="connsiteX9193" fmla="*/ 6038844 w 12188965"/>
              <a:gd name="connsiteY9193" fmla="*/ 1355974 h 2053176"/>
              <a:gd name="connsiteX9194" fmla="*/ 6064505 w 12188965"/>
              <a:gd name="connsiteY9194" fmla="*/ 1330315 h 2053176"/>
              <a:gd name="connsiteX9195" fmla="*/ 5936092 w 12188965"/>
              <a:gd name="connsiteY9195" fmla="*/ 1330315 h 2053176"/>
              <a:gd name="connsiteX9196" fmla="*/ 5961751 w 12188965"/>
              <a:gd name="connsiteY9196" fmla="*/ 1355974 h 2053176"/>
              <a:gd name="connsiteX9197" fmla="*/ 5936092 w 12188965"/>
              <a:gd name="connsiteY9197" fmla="*/ 1381633 h 2053176"/>
              <a:gd name="connsiteX9198" fmla="*/ 5910435 w 12188965"/>
              <a:gd name="connsiteY9198" fmla="*/ 1355974 h 2053176"/>
              <a:gd name="connsiteX9199" fmla="*/ 5936092 w 12188965"/>
              <a:gd name="connsiteY9199" fmla="*/ 1330315 h 2053176"/>
              <a:gd name="connsiteX9200" fmla="*/ 5743477 w 12188965"/>
              <a:gd name="connsiteY9200" fmla="*/ 1330315 h 2053176"/>
              <a:gd name="connsiteX9201" fmla="*/ 5769136 w 12188965"/>
              <a:gd name="connsiteY9201" fmla="*/ 1355974 h 2053176"/>
              <a:gd name="connsiteX9202" fmla="*/ 5743477 w 12188965"/>
              <a:gd name="connsiteY9202" fmla="*/ 1381633 h 2053176"/>
              <a:gd name="connsiteX9203" fmla="*/ 5717818 w 12188965"/>
              <a:gd name="connsiteY9203" fmla="*/ 1355974 h 2053176"/>
              <a:gd name="connsiteX9204" fmla="*/ 5743477 w 12188965"/>
              <a:gd name="connsiteY9204" fmla="*/ 1330315 h 2053176"/>
              <a:gd name="connsiteX9205" fmla="*/ 5679272 w 12188965"/>
              <a:gd name="connsiteY9205" fmla="*/ 1330315 h 2053176"/>
              <a:gd name="connsiteX9206" fmla="*/ 5704930 w 12188965"/>
              <a:gd name="connsiteY9206" fmla="*/ 1355974 h 2053176"/>
              <a:gd name="connsiteX9207" fmla="*/ 5679272 w 12188965"/>
              <a:gd name="connsiteY9207" fmla="*/ 1381633 h 2053176"/>
              <a:gd name="connsiteX9208" fmla="*/ 5653614 w 12188965"/>
              <a:gd name="connsiteY9208" fmla="*/ 1355974 h 2053176"/>
              <a:gd name="connsiteX9209" fmla="*/ 5679272 w 12188965"/>
              <a:gd name="connsiteY9209" fmla="*/ 1330315 h 2053176"/>
              <a:gd name="connsiteX9210" fmla="*/ 5615066 w 12188965"/>
              <a:gd name="connsiteY9210" fmla="*/ 1330315 h 2053176"/>
              <a:gd name="connsiteX9211" fmla="*/ 5640726 w 12188965"/>
              <a:gd name="connsiteY9211" fmla="*/ 1355974 h 2053176"/>
              <a:gd name="connsiteX9212" fmla="*/ 5615066 w 12188965"/>
              <a:gd name="connsiteY9212" fmla="*/ 1381633 h 2053176"/>
              <a:gd name="connsiteX9213" fmla="*/ 5589407 w 12188965"/>
              <a:gd name="connsiteY9213" fmla="*/ 1355974 h 2053176"/>
              <a:gd name="connsiteX9214" fmla="*/ 5615066 w 12188965"/>
              <a:gd name="connsiteY9214" fmla="*/ 1330315 h 2053176"/>
              <a:gd name="connsiteX9215" fmla="*/ 5486655 w 12188965"/>
              <a:gd name="connsiteY9215" fmla="*/ 1330315 h 2053176"/>
              <a:gd name="connsiteX9216" fmla="*/ 5512316 w 12188965"/>
              <a:gd name="connsiteY9216" fmla="*/ 1355974 h 2053176"/>
              <a:gd name="connsiteX9217" fmla="*/ 5486655 w 12188965"/>
              <a:gd name="connsiteY9217" fmla="*/ 1381633 h 2053176"/>
              <a:gd name="connsiteX9218" fmla="*/ 5460997 w 12188965"/>
              <a:gd name="connsiteY9218" fmla="*/ 1355974 h 2053176"/>
              <a:gd name="connsiteX9219" fmla="*/ 5486655 w 12188965"/>
              <a:gd name="connsiteY9219" fmla="*/ 1330315 h 2053176"/>
              <a:gd name="connsiteX9220" fmla="*/ 5422451 w 12188965"/>
              <a:gd name="connsiteY9220" fmla="*/ 1330315 h 2053176"/>
              <a:gd name="connsiteX9221" fmla="*/ 5448109 w 12188965"/>
              <a:gd name="connsiteY9221" fmla="*/ 1355974 h 2053176"/>
              <a:gd name="connsiteX9222" fmla="*/ 5422451 w 12188965"/>
              <a:gd name="connsiteY9222" fmla="*/ 1381633 h 2053176"/>
              <a:gd name="connsiteX9223" fmla="*/ 5396791 w 12188965"/>
              <a:gd name="connsiteY9223" fmla="*/ 1355974 h 2053176"/>
              <a:gd name="connsiteX9224" fmla="*/ 5422451 w 12188965"/>
              <a:gd name="connsiteY9224" fmla="*/ 1330315 h 2053176"/>
              <a:gd name="connsiteX9225" fmla="*/ 5358245 w 12188965"/>
              <a:gd name="connsiteY9225" fmla="*/ 1330315 h 2053176"/>
              <a:gd name="connsiteX9226" fmla="*/ 5383904 w 12188965"/>
              <a:gd name="connsiteY9226" fmla="*/ 1355974 h 2053176"/>
              <a:gd name="connsiteX9227" fmla="*/ 5358245 w 12188965"/>
              <a:gd name="connsiteY9227" fmla="*/ 1381633 h 2053176"/>
              <a:gd name="connsiteX9228" fmla="*/ 5332587 w 12188965"/>
              <a:gd name="connsiteY9228" fmla="*/ 1355974 h 2053176"/>
              <a:gd name="connsiteX9229" fmla="*/ 5358245 w 12188965"/>
              <a:gd name="connsiteY9229" fmla="*/ 1330315 h 2053176"/>
              <a:gd name="connsiteX9230" fmla="*/ 5229719 w 12188965"/>
              <a:gd name="connsiteY9230" fmla="*/ 1330315 h 2053176"/>
              <a:gd name="connsiteX9231" fmla="*/ 5255377 w 12188965"/>
              <a:gd name="connsiteY9231" fmla="*/ 1355974 h 2053176"/>
              <a:gd name="connsiteX9232" fmla="*/ 5229719 w 12188965"/>
              <a:gd name="connsiteY9232" fmla="*/ 1381633 h 2053176"/>
              <a:gd name="connsiteX9233" fmla="*/ 5204058 w 12188965"/>
              <a:gd name="connsiteY9233" fmla="*/ 1355974 h 2053176"/>
              <a:gd name="connsiteX9234" fmla="*/ 5229719 w 12188965"/>
              <a:gd name="connsiteY9234" fmla="*/ 1330315 h 2053176"/>
              <a:gd name="connsiteX9235" fmla="*/ 5101309 w 12188965"/>
              <a:gd name="connsiteY9235" fmla="*/ 1330315 h 2053176"/>
              <a:gd name="connsiteX9236" fmla="*/ 5126967 w 12188965"/>
              <a:gd name="connsiteY9236" fmla="*/ 1355974 h 2053176"/>
              <a:gd name="connsiteX9237" fmla="*/ 5101309 w 12188965"/>
              <a:gd name="connsiteY9237" fmla="*/ 1381633 h 2053176"/>
              <a:gd name="connsiteX9238" fmla="*/ 5075649 w 12188965"/>
              <a:gd name="connsiteY9238" fmla="*/ 1355974 h 2053176"/>
              <a:gd name="connsiteX9239" fmla="*/ 5101309 w 12188965"/>
              <a:gd name="connsiteY9239" fmla="*/ 1330315 h 2053176"/>
              <a:gd name="connsiteX9240" fmla="*/ 4972896 w 12188965"/>
              <a:gd name="connsiteY9240" fmla="*/ 1330315 h 2053176"/>
              <a:gd name="connsiteX9241" fmla="*/ 4998557 w 12188965"/>
              <a:gd name="connsiteY9241" fmla="*/ 1355974 h 2053176"/>
              <a:gd name="connsiteX9242" fmla="*/ 4972896 w 12188965"/>
              <a:gd name="connsiteY9242" fmla="*/ 1381633 h 2053176"/>
              <a:gd name="connsiteX9243" fmla="*/ 4947240 w 12188965"/>
              <a:gd name="connsiteY9243" fmla="*/ 1355974 h 2053176"/>
              <a:gd name="connsiteX9244" fmla="*/ 4972896 w 12188965"/>
              <a:gd name="connsiteY9244" fmla="*/ 1330315 h 2053176"/>
              <a:gd name="connsiteX9245" fmla="*/ 4908693 w 12188965"/>
              <a:gd name="connsiteY9245" fmla="*/ 1330315 h 2053176"/>
              <a:gd name="connsiteX9246" fmla="*/ 4934352 w 12188965"/>
              <a:gd name="connsiteY9246" fmla="*/ 1355974 h 2053176"/>
              <a:gd name="connsiteX9247" fmla="*/ 4908693 w 12188965"/>
              <a:gd name="connsiteY9247" fmla="*/ 1381633 h 2053176"/>
              <a:gd name="connsiteX9248" fmla="*/ 4883033 w 12188965"/>
              <a:gd name="connsiteY9248" fmla="*/ 1355974 h 2053176"/>
              <a:gd name="connsiteX9249" fmla="*/ 4908693 w 12188965"/>
              <a:gd name="connsiteY9249" fmla="*/ 1330315 h 2053176"/>
              <a:gd name="connsiteX9250" fmla="*/ 4844487 w 12188965"/>
              <a:gd name="connsiteY9250" fmla="*/ 1330315 h 2053176"/>
              <a:gd name="connsiteX9251" fmla="*/ 4870146 w 12188965"/>
              <a:gd name="connsiteY9251" fmla="*/ 1355974 h 2053176"/>
              <a:gd name="connsiteX9252" fmla="*/ 4844487 w 12188965"/>
              <a:gd name="connsiteY9252" fmla="*/ 1381633 h 2053176"/>
              <a:gd name="connsiteX9253" fmla="*/ 4818828 w 12188965"/>
              <a:gd name="connsiteY9253" fmla="*/ 1355974 h 2053176"/>
              <a:gd name="connsiteX9254" fmla="*/ 4844487 w 12188965"/>
              <a:gd name="connsiteY9254" fmla="*/ 1330315 h 2053176"/>
              <a:gd name="connsiteX9255" fmla="*/ 4780282 w 12188965"/>
              <a:gd name="connsiteY9255" fmla="*/ 1330315 h 2053176"/>
              <a:gd name="connsiteX9256" fmla="*/ 4805941 w 12188965"/>
              <a:gd name="connsiteY9256" fmla="*/ 1355974 h 2053176"/>
              <a:gd name="connsiteX9257" fmla="*/ 4780282 w 12188965"/>
              <a:gd name="connsiteY9257" fmla="*/ 1381633 h 2053176"/>
              <a:gd name="connsiteX9258" fmla="*/ 4754622 w 12188965"/>
              <a:gd name="connsiteY9258" fmla="*/ 1355974 h 2053176"/>
              <a:gd name="connsiteX9259" fmla="*/ 4780282 w 12188965"/>
              <a:gd name="connsiteY9259" fmla="*/ 1330315 h 2053176"/>
              <a:gd name="connsiteX9260" fmla="*/ 4651872 w 12188965"/>
              <a:gd name="connsiteY9260" fmla="*/ 1330315 h 2053176"/>
              <a:gd name="connsiteX9261" fmla="*/ 4677531 w 12188965"/>
              <a:gd name="connsiteY9261" fmla="*/ 1355974 h 2053176"/>
              <a:gd name="connsiteX9262" fmla="*/ 4651872 w 12188965"/>
              <a:gd name="connsiteY9262" fmla="*/ 1381633 h 2053176"/>
              <a:gd name="connsiteX9263" fmla="*/ 4626213 w 12188965"/>
              <a:gd name="connsiteY9263" fmla="*/ 1355974 h 2053176"/>
              <a:gd name="connsiteX9264" fmla="*/ 4651872 w 12188965"/>
              <a:gd name="connsiteY9264" fmla="*/ 1330315 h 2053176"/>
              <a:gd name="connsiteX9265" fmla="*/ 4587666 w 12188965"/>
              <a:gd name="connsiteY9265" fmla="*/ 1330315 h 2053176"/>
              <a:gd name="connsiteX9266" fmla="*/ 4613324 w 12188965"/>
              <a:gd name="connsiteY9266" fmla="*/ 1355974 h 2053176"/>
              <a:gd name="connsiteX9267" fmla="*/ 4587666 w 12188965"/>
              <a:gd name="connsiteY9267" fmla="*/ 1381633 h 2053176"/>
              <a:gd name="connsiteX9268" fmla="*/ 4562007 w 12188965"/>
              <a:gd name="connsiteY9268" fmla="*/ 1355974 h 2053176"/>
              <a:gd name="connsiteX9269" fmla="*/ 4587666 w 12188965"/>
              <a:gd name="connsiteY9269" fmla="*/ 1330315 h 2053176"/>
              <a:gd name="connsiteX9270" fmla="*/ 4523461 w 12188965"/>
              <a:gd name="connsiteY9270" fmla="*/ 1330315 h 2053176"/>
              <a:gd name="connsiteX9271" fmla="*/ 4549121 w 12188965"/>
              <a:gd name="connsiteY9271" fmla="*/ 1355974 h 2053176"/>
              <a:gd name="connsiteX9272" fmla="*/ 4523461 w 12188965"/>
              <a:gd name="connsiteY9272" fmla="*/ 1381633 h 2053176"/>
              <a:gd name="connsiteX9273" fmla="*/ 4497802 w 12188965"/>
              <a:gd name="connsiteY9273" fmla="*/ 1355974 h 2053176"/>
              <a:gd name="connsiteX9274" fmla="*/ 4523461 w 12188965"/>
              <a:gd name="connsiteY9274" fmla="*/ 1330315 h 2053176"/>
              <a:gd name="connsiteX9275" fmla="*/ 4395050 w 12188965"/>
              <a:gd name="connsiteY9275" fmla="*/ 1330315 h 2053176"/>
              <a:gd name="connsiteX9276" fmla="*/ 4420710 w 12188965"/>
              <a:gd name="connsiteY9276" fmla="*/ 1355974 h 2053176"/>
              <a:gd name="connsiteX9277" fmla="*/ 4395050 w 12188965"/>
              <a:gd name="connsiteY9277" fmla="*/ 1381633 h 2053176"/>
              <a:gd name="connsiteX9278" fmla="*/ 4369391 w 12188965"/>
              <a:gd name="connsiteY9278" fmla="*/ 1355974 h 2053176"/>
              <a:gd name="connsiteX9279" fmla="*/ 4395050 w 12188965"/>
              <a:gd name="connsiteY9279" fmla="*/ 1330315 h 2053176"/>
              <a:gd name="connsiteX9280" fmla="*/ 4202435 w 12188965"/>
              <a:gd name="connsiteY9280" fmla="*/ 1330315 h 2053176"/>
              <a:gd name="connsiteX9281" fmla="*/ 4228093 w 12188965"/>
              <a:gd name="connsiteY9281" fmla="*/ 1355974 h 2053176"/>
              <a:gd name="connsiteX9282" fmla="*/ 4202435 w 12188965"/>
              <a:gd name="connsiteY9282" fmla="*/ 1381633 h 2053176"/>
              <a:gd name="connsiteX9283" fmla="*/ 4176776 w 12188965"/>
              <a:gd name="connsiteY9283" fmla="*/ 1355974 h 2053176"/>
              <a:gd name="connsiteX9284" fmla="*/ 4202435 w 12188965"/>
              <a:gd name="connsiteY9284" fmla="*/ 1330315 h 2053176"/>
              <a:gd name="connsiteX9285" fmla="*/ 4009702 w 12188965"/>
              <a:gd name="connsiteY9285" fmla="*/ 1330315 h 2053176"/>
              <a:gd name="connsiteX9286" fmla="*/ 4035362 w 12188965"/>
              <a:gd name="connsiteY9286" fmla="*/ 1355974 h 2053176"/>
              <a:gd name="connsiteX9287" fmla="*/ 4009702 w 12188965"/>
              <a:gd name="connsiteY9287" fmla="*/ 1381633 h 2053176"/>
              <a:gd name="connsiteX9288" fmla="*/ 3984043 w 12188965"/>
              <a:gd name="connsiteY9288" fmla="*/ 1355974 h 2053176"/>
              <a:gd name="connsiteX9289" fmla="*/ 4009702 w 12188965"/>
              <a:gd name="connsiteY9289" fmla="*/ 1330315 h 2053176"/>
              <a:gd name="connsiteX9290" fmla="*/ 3881291 w 12188965"/>
              <a:gd name="connsiteY9290" fmla="*/ 1330315 h 2053176"/>
              <a:gd name="connsiteX9291" fmla="*/ 3906950 w 12188965"/>
              <a:gd name="connsiteY9291" fmla="*/ 1355974 h 2053176"/>
              <a:gd name="connsiteX9292" fmla="*/ 3881291 w 12188965"/>
              <a:gd name="connsiteY9292" fmla="*/ 1381633 h 2053176"/>
              <a:gd name="connsiteX9293" fmla="*/ 3855633 w 12188965"/>
              <a:gd name="connsiteY9293" fmla="*/ 1355974 h 2053176"/>
              <a:gd name="connsiteX9294" fmla="*/ 3881291 w 12188965"/>
              <a:gd name="connsiteY9294" fmla="*/ 1330315 h 2053176"/>
              <a:gd name="connsiteX9295" fmla="*/ 3817085 w 12188965"/>
              <a:gd name="connsiteY9295" fmla="*/ 1330315 h 2053176"/>
              <a:gd name="connsiteX9296" fmla="*/ 3842745 w 12188965"/>
              <a:gd name="connsiteY9296" fmla="*/ 1355974 h 2053176"/>
              <a:gd name="connsiteX9297" fmla="*/ 3817085 w 12188965"/>
              <a:gd name="connsiteY9297" fmla="*/ 1381633 h 2053176"/>
              <a:gd name="connsiteX9298" fmla="*/ 3791427 w 12188965"/>
              <a:gd name="connsiteY9298" fmla="*/ 1355974 h 2053176"/>
              <a:gd name="connsiteX9299" fmla="*/ 3817085 w 12188965"/>
              <a:gd name="connsiteY9299" fmla="*/ 1330315 h 2053176"/>
              <a:gd name="connsiteX9300" fmla="*/ 3752882 w 12188965"/>
              <a:gd name="connsiteY9300" fmla="*/ 1330315 h 2053176"/>
              <a:gd name="connsiteX9301" fmla="*/ 3778539 w 12188965"/>
              <a:gd name="connsiteY9301" fmla="*/ 1355974 h 2053176"/>
              <a:gd name="connsiteX9302" fmla="*/ 3752882 w 12188965"/>
              <a:gd name="connsiteY9302" fmla="*/ 1381633 h 2053176"/>
              <a:gd name="connsiteX9303" fmla="*/ 3727221 w 12188965"/>
              <a:gd name="connsiteY9303" fmla="*/ 1355974 h 2053176"/>
              <a:gd name="connsiteX9304" fmla="*/ 3752882 w 12188965"/>
              <a:gd name="connsiteY9304" fmla="*/ 1330315 h 2053176"/>
              <a:gd name="connsiteX9305" fmla="*/ 3624472 w 12188965"/>
              <a:gd name="connsiteY9305" fmla="*/ 1330315 h 2053176"/>
              <a:gd name="connsiteX9306" fmla="*/ 3650129 w 12188965"/>
              <a:gd name="connsiteY9306" fmla="*/ 1355974 h 2053176"/>
              <a:gd name="connsiteX9307" fmla="*/ 3624472 w 12188965"/>
              <a:gd name="connsiteY9307" fmla="*/ 1381633 h 2053176"/>
              <a:gd name="connsiteX9308" fmla="*/ 3598810 w 12188965"/>
              <a:gd name="connsiteY9308" fmla="*/ 1355974 h 2053176"/>
              <a:gd name="connsiteX9309" fmla="*/ 3624472 w 12188965"/>
              <a:gd name="connsiteY9309" fmla="*/ 1330315 h 2053176"/>
              <a:gd name="connsiteX9310" fmla="*/ 3367649 w 12188965"/>
              <a:gd name="connsiteY9310" fmla="*/ 1330315 h 2053176"/>
              <a:gd name="connsiteX9311" fmla="*/ 3393308 w 12188965"/>
              <a:gd name="connsiteY9311" fmla="*/ 1355974 h 2053176"/>
              <a:gd name="connsiteX9312" fmla="*/ 3367649 w 12188965"/>
              <a:gd name="connsiteY9312" fmla="*/ 1381633 h 2053176"/>
              <a:gd name="connsiteX9313" fmla="*/ 3341990 w 12188965"/>
              <a:gd name="connsiteY9313" fmla="*/ 1355974 h 2053176"/>
              <a:gd name="connsiteX9314" fmla="*/ 3367649 w 12188965"/>
              <a:gd name="connsiteY9314" fmla="*/ 1330315 h 2053176"/>
              <a:gd name="connsiteX9315" fmla="*/ 3303444 w 12188965"/>
              <a:gd name="connsiteY9315" fmla="*/ 1330315 h 2053176"/>
              <a:gd name="connsiteX9316" fmla="*/ 3329102 w 12188965"/>
              <a:gd name="connsiteY9316" fmla="*/ 1355974 h 2053176"/>
              <a:gd name="connsiteX9317" fmla="*/ 3303444 w 12188965"/>
              <a:gd name="connsiteY9317" fmla="*/ 1381633 h 2053176"/>
              <a:gd name="connsiteX9318" fmla="*/ 3277785 w 12188965"/>
              <a:gd name="connsiteY9318" fmla="*/ 1355974 h 2053176"/>
              <a:gd name="connsiteX9319" fmla="*/ 3303444 w 12188965"/>
              <a:gd name="connsiteY9319" fmla="*/ 1330315 h 2053176"/>
              <a:gd name="connsiteX9320" fmla="*/ 3110828 w 12188965"/>
              <a:gd name="connsiteY9320" fmla="*/ 1330315 h 2053176"/>
              <a:gd name="connsiteX9321" fmla="*/ 3136487 w 12188965"/>
              <a:gd name="connsiteY9321" fmla="*/ 1355974 h 2053176"/>
              <a:gd name="connsiteX9322" fmla="*/ 3110828 w 12188965"/>
              <a:gd name="connsiteY9322" fmla="*/ 1381633 h 2053176"/>
              <a:gd name="connsiteX9323" fmla="*/ 3085170 w 12188965"/>
              <a:gd name="connsiteY9323" fmla="*/ 1355974 h 2053176"/>
              <a:gd name="connsiteX9324" fmla="*/ 3110828 w 12188965"/>
              <a:gd name="connsiteY9324" fmla="*/ 1330315 h 2053176"/>
              <a:gd name="connsiteX9325" fmla="*/ 3046623 w 12188965"/>
              <a:gd name="connsiteY9325" fmla="*/ 1330315 h 2053176"/>
              <a:gd name="connsiteX9326" fmla="*/ 3072282 w 12188965"/>
              <a:gd name="connsiteY9326" fmla="*/ 1355974 h 2053176"/>
              <a:gd name="connsiteX9327" fmla="*/ 3046623 w 12188965"/>
              <a:gd name="connsiteY9327" fmla="*/ 1381633 h 2053176"/>
              <a:gd name="connsiteX9328" fmla="*/ 3020964 w 12188965"/>
              <a:gd name="connsiteY9328" fmla="*/ 1355974 h 2053176"/>
              <a:gd name="connsiteX9329" fmla="*/ 3046623 w 12188965"/>
              <a:gd name="connsiteY9329" fmla="*/ 1330315 h 2053176"/>
              <a:gd name="connsiteX9330" fmla="*/ 2982301 w 12188965"/>
              <a:gd name="connsiteY9330" fmla="*/ 1330315 h 2053176"/>
              <a:gd name="connsiteX9331" fmla="*/ 3007960 w 12188965"/>
              <a:gd name="connsiteY9331" fmla="*/ 1355974 h 2053176"/>
              <a:gd name="connsiteX9332" fmla="*/ 2982301 w 12188965"/>
              <a:gd name="connsiteY9332" fmla="*/ 1381633 h 2053176"/>
              <a:gd name="connsiteX9333" fmla="*/ 2956642 w 12188965"/>
              <a:gd name="connsiteY9333" fmla="*/ 1355974 h 2053176"/>
              <a:gd name="connsiteX9334" fmla="*/ 2982301 w 12188965"/>
              <a:gd name="connsiteY9334" fmla="*/ 1330315 h 2053176"/>
              <a:gd name="connsiteX9335" fmla="*/ 2853890 w 12188965"/>
              <a:gd name="connsiteY9335" fmla="*/ 1330315 h 2053176"/>
              <a:gd name="connsiteX9336" fmla="*/ 2879550 w 12188965"/>
              <a:gd name="connsiteY9336" fmla="*/ 1355974 h 2053176"/>
              <a:gd name="connsiteX9337" fmla="*/ 2853890 w 12188965"/>
              <a:gd name="connsiteY9337" fmla="*/ 1381633 h 2053176"/>
              <a:gd name="connsiteX9338" fmla="*/ 2828231 w 12188965"/>
              <a:gd name="connsiteY9338" fmla="*/ 1355974 h 2053176"/>
              <a:gd name="connsiteX9339" fmla="*/ 2853890 w 12188965"/>
              <a:gd name="connsiteY9339" fmla="*/ 1330315 h 2053176"/>
              <a:gd name="connsiteX9340" fmla="*/ 2789686 w 12188965"/>
              <a:gd name="connsiteY9340" fmla="*/ 1330315 h 2053176"/>
              <a:gd name="connsiteX9341" fmla="*/ 2815344 w 12188965"/>
              <a:gd name="connsiteY9341" fmla="*/ 1355974 h 2053176"/>
              <a:gd name="connsiteX9342" fmla="*/ 2789686 w 12188965"/>
              <a:gd name="connsiteY9342" fmla="*/ 1381633 h 2053176"/>
              <a:gd name="connsiteX9343" fmla="*/ 2764027 w 12188965"/>
              <a:gd name="connsiteY9343" fmla="*/ 1355974 h 2053176"/>
              <a:gd name="connsiteX9344" fmla="*/ 2789686 w 12188965"/>
              <a:gd name="connsiteY9344" fmla="*/ 1330315 h 2053176"/>
              <a:gd name="connsiteX9345" fmla="*/ 2404454 w 12188965"/>
              <a:gd name="connsiteY9345" fmla="*/ 1330315 h 2053176"/>
              <a:gd name="connsiteX9346" fmla="*/ 2430112 w 12188965"/>
              <a:gd name="connsiteY9346" fmla="*/ 1355974 h 2053176"/>
              <a:gd name="connsiteX9347" fmla="*/ 2404454 w 12188965"/>
              <a:gd name="connsiteY9347" fmla="*/ 1381633 h 2053176"/>
              <a:gd name="connsiteX9348" fmla="*/ 2378795 w 12188965"/>
              <a:gd name="connsiteY9348" fmla="*/ 1355974 h 2053176"/>
              <a:gd name="connsiteX9349" fmla="*/ 2404454 w 12188965"/>
              <a:gd name="connsiteY9349" fmla="*/ 1330315 h 2053176"/>
              <a:gd name="connsiteX9350" fmla="*/ 2340249 w 12188965"/>
              <a:gd name="connsiteY9350" fmla="*/ 1330315 h 2053176"/>
              <a:gd name="connsiteX9351" fmla="*/ 2365908 w 12188965"/>
              <a:gd name="connsiteY9351" fmla="*/ 1355974 h 2053176"/>
              <a:gd name="connsiteX9352" fmla="*/ 2340249 w 12188965"/>
              <a:gd name="connsiteY9352" fmla="*/ 1381633 h 2053176"/>
              <a:gd name="connsiteX9353" fmla="*/ 2314590 w 12188965"/>
              <a:gd name="connsiteY9353" fmla="*/ 1355974 h 2053176"/>
              <a:gd name="connsiteX9354" fmla="*/ 2340249 w 12188965"/>
              <a:gd name="connsiteY9354" fmla="*/ 1330315 h 2053176"/>
              <a:gd name="connsiteX9355" fmla="*/ 2276044 w 12188965"/>
              <a:gd name="connsiteY9355" fmla="*/ 1330315 h 2053176"/>
              <a:gd name="connsiteX9356" fmla="*/ 2301702 w 12188965"/>
              <a:gd name="connsiteY9356" fmla="*/ 1355974 h 2053176"/>
              <a:gd name="connsiteX9357" fmla="*/ 2276044 w 12188965"/>
              <a:gd name="connsiteY9357" fmla="*/ 1381633 h 2053176"/>
              <a:gd name="connsiteX9358" fmla="*/ 2250385 w 12188965"/>
              <a:gd name="connsiteY9358" fmla="*/ 1355974 h 2053176"/>
              <a:gd name="connsiteX9359" fmla="*/ 2276044 w 12188965"/>
              <a:gd name="connsiteY9359" fmla="*/ 1330315 h 2053176"/>
              <a:gd name="connsiteX9360" fmla="*/ 2211838 w 12188965"/>
              <a:gd name="connsiteY9360" fmla="*/ 1330315 h 2053176"/>
              <a:gd name="connsiteX9361" fmla="*/ 2237497 w 12188965"/>
              <a:gd name="connsiteY9361" fmla="*/ 1355974 h 2053176"/>
              <a:gd name="connsiteX9362" fmla="*/ 2211838 w 12188965"/>
              <a:gd name="connsiteY9362" fmla="*/ 1381633 h 2053176"/>
              <a:gd name="connsiteX9363" fmla="*/ 2186178 w 12188965"/>
              <a:gd name="connsiteY9363" fmla="*/ 1355974 h 2053176"/>
              <a:gd name="connsiteX9364" fmla="*/ 2211838 w 12188965"/>
              <a:gd name="connsiteY9364" fmla="*/ 1330315 h 2053176"/>
              <a:gd name="connsiteX9365" fmla="*/ 2147633 w 12188965"/>
              <a:gd name="connsiteY9365" fmla="*/ 1330315 h 2053176"/>
              <a:gd name="connsiteX9366" fmla="*/ 2173293 w 12188965"/>
              <a:gd name="connsiteY9366" fmla="*/ 1355974 h 2053176"/>
              <a:gd name="connsiteX9367" fmla="*/ 2147633 w 12188965"/>
              <a:gd name="connsiteY9367" fmla="*/ 1381633 h 2053176"/>
              <a:gd name="connsiteX9368" fmla="*/ 2121975 w 12188965"/>
              <a:gd name="connsiteY9368" fmla="*/ 1355974 h 2053176"/>
              <a:gd name="connsiteX9369" fmla="*/ 2147633 w 12188965"/>
              <a:gd name="connsiteY9369" fmla="*/ 1330315 h 2053176"/>
              <a:gd name="connsiteX9370" fmla="*/ 2083427 w 12188965"/>
              <a:gd name="connsiteY9370" fmla="*/ 1330315 h 2053176"/>
              <a:gd name="connsiteX9371" fmla="*/ 2109087 w 12188965"/>
              <a:gd name="connsiteY9371" fmla="*/ 1355974 h 2053176"/>
              <a:gd name="connsiteX9372" fmla="*/ 2083427 w 12188965"/>
              <a:gd name="connsiteY9372" fmla="*/ 1381633 h 2053176"/>
              <a:gd name="connsiteX9373" fmla="*/ 2057768 w 12188965"/>
              <a:gd name="connsiteY9373" fmla="*/ 1355974 h 2053176"/>
              <a:gd name="connsiteX9374" fmla="*/ 2083427 w 12188965"/>
              <a:gd name="connsiteY9374" fmla="*/ 1330315 h 2053176"/>
              <a:gd name="connsiteX9375" fmla="*/ 2019222 w 12188965"/>
              <a:gd name="connsiteY9375" fmla="*/ 1330315 h 2053176"/>
              <a:gd name="connsiteX9376" fmla="*/ 2044880 w 12188965"/>
              <a:gd name="connsiteY9376" fmla="*/ 1355974 h 2053176"/>
              <a:gd name="connsiteX9377" fmla="*/ 2019222 w 12188965"/>
              <a:gd name="connsiteY9377" fmla="*/ 1381633 h 2053176"/>
              <a:gd name="connsiteX9378" fmla="*/ 1993563 w 12188965"/>
              <a:gd name="connsiteY9378" fmla="*/ 1355974 h 2053176"/>
              <a:gd name="connsiteX9379" fmla="*/ 2019222 w 12188965"/>
              <a:gd name="connsiteY9379" fmla="*/ 1330315 h 2053176"/>
              <a:gd name="connsiteX9380" fmla="*/ 1955016 w 12188965"/>
              <a:gd name="connsiteY9380" fmla="*/ 1330315 h 2053176"/>
              <a:gd name="connsiteX9381" fmla="*/ 1980676 w 12188965"/>
              <a:gd name="connsiteY9381" fmla="*/ 1355974 h 2053176"/>
              <a:gd name="connsiteX9382" fmla="*/ 1955016 w 12188965"/>
              <a:gd name="connsiteY9382" fmla="*/ 1381633 h 2053176"/>
              <a:gd name="connsiteX9383" fmla="*/ 1929358 w 12188965"/>
              <a:gd name="connsiteY9383" fmla="*/ 1355974 h 2053176"/>
              <a:gd name="connsiteX9384" fmla="*/ 1955016 w 12188965"/>
              <a:gd name="connsiteY9384" fmla="*/ 1330315 h 2053176"/>
              <a:gd name="connsiteX9385" fmla="*/ 1890696 w 12188965"/>
              <a:gd name="connsiteY9385" fmla="*/ 1330315 h 2053176"/>
              <a:gd name="connsiteX9386" fmla="*/ 1916355 w 12188965"/>
              <a:gd name="connsiteY9386" fmla="*/ 1355974 h 2053176"/>
              <a:gd name="connsiteX9387" fmla="*/ 1890696 w 12188965"/>
              <a:gd name="connsiteY9387" fmla="*/ 1381633 h 2053176"/>
              <a:gd name="connsiteX9388" fmla="*/ 1865037 w 12188965"/>
              <a:gd name="connsiteY9388" fmla="*/ 1355974 h 2053176"/>
              <a:gd name="connsiteX9389" fmla="*/ 1890696 w 12188965"/>
              <a:gd name="connsiteY9389" fmla="*/ 1330315 h 2053176"/>
              <a:gd name="connsiteX9390" fmla="*/ 1826490 w 12188965"/>
              <a:gd name="connsiteY9390" fmla="*/ 1330315 h 2053176"/>
              <a:gd name="connsiteX9391" fmla="*/ 1852149 w 12188965"/>
              <a:gd name="connsiteY9391" fmla="*/ 1355974 h 2053176"/>
              <a:gd name="connsiteX9392" fmla="*/ 1826490 w 12188965"/>
              <a:gd name="connsiteY9392" fmla="*/ 1381633 h 2053176"/>
              <a:gd name="connsiteX9393" fmla="*/ 1800830 w 12188965"/>
              <a:gd name="connsiteY9393" fmla="*/ 1355974 h 2053176"/>
              <a:gd name="connsiteX9394" fmla="*/ 1826490 w 12188965"/>
              <a:gd name="connsiteY9394" fmla="*/ 1330315 h 2053176"/>
              <a:gd name="connsiteX9395" fmla="*/ 1762285 w 12188965"/>
              <a:gd name="connsiteY9395" fmla="*/ 1330315 h 2053176"/>
              <a:gd name="connsiteX9396" fmla="*/ 1787944 w 12188965"/>
              <a:gd name="connsiteY9396" fmla="*/ 1355974 h 2053176"/>
              <a:gd name="connsiteX9397" fmla="*/ 1762285 w 12188965"/>
              <a:gd name="connsiteY9397" fmla="*/ 1381633 h 2053176"/>
              <a:gd name="connsiteX9398" fmla="*/ 1736626 w 12188965"/>
              <a:gd name="connsiteY9398" fmla="*/ 1355974 h 2053176"/>
              <a:gd name="connsiteX9399" fmla="*/ 1762285 w 12188965"/>
              <a:gd name="connsiteY9399" fmla="*/ 1330315 h 2053176"/>
              <a:gd name="connsiteX9400" fmla="*/ 1569669 w 12188965"/>
              <a:gd name="connsiteY9400" fmla="*/ 1330315 h 2053176"/>
              <a:gd name="connsiteX9401" fmla="*/ 1595328 w 12188965"/>
              <a:gd name="connsiteY9401" fmla="*/ 1355974 h 2053176"/>
              <a:gd name="connsiteX9402" fmla="*/ 1569669 w 12188965"/>
              <a:gd name="connsiteY9402" fmla="*/ 1381633 h 2053176"/>
              <a:gd name="connsiteX9403" fmla="*/ 1544010 w 12188965"/>
              <a:gd name="connsiteY9403" fmla="*/ 1355974 h 2053176"/>
              <a:gd name="connsiteX9404" fmla="*/ 1569669 w 12188965"/>
              <a:gd name="connsiteY9404" fmla="*/ 1330315 h 2053176"/>
              <a:gd name="connsiteX9405" fmla="*/ 1505464 w 12188965"/>
              <a:gd name="connsiteY9405" fmla="*/ 1330315 h 2053176"/>
              <a:gd name="connsiteX9406" fmla="*/ 1531123 w 12188965"/>
              <a:gd name="connsiteY9406" fmla="*/ 1355974 h 2053176"/>
              <a:gd name="connsiteX9407" fmla="*/ 1505464 w 12188965"/>
              <a:gd name="connsiteY9407" fmla="*/ 1381633 h 2053176"/>
              <a:gd name="connsiteX9408" fmla="*/ 1479806 w 12188965"/>
              <a:gd name="connsiteY9408" fmla="*/ 1355974 h 2053176"/>
              <a:gd name="connsiteX9409" fmla="*/ 1505464 w 12188965"/>
              <a:gd name="connsiteY9409" fmla="*/ 1330315 h 2053176"/>
              <a:gd name="connsiteX9410" fmla="*/ 1441258 w 12188965"/>
              <a:gd name="connsiteY9410" fmla="*/ 1330315 h 2053176"/>
              <a:gd name="connsiteX9411" fmla="*/ 1466917 w 12188965"/>
              <a:gd name="connsiteY9411" fmla="*/ 1355974 h 2053176"/>
              <a:gd name="connsiteX9412" fmla="*/ 1441258 w 12188965"/>
              <a:gd name="connsiteY9412" fmla="*/ 1381633 h 2053176"/>
              <a:gd name="connsiteX9413" fmla="*/ 1415599 w 12188965"/>
              <a:gd name="connsiteY9413" fmla="*/ 1355974 h 2053176"/>
              <a:gd name="connsiteX9414" fmla="*/ 1441258 w 12188965"/>
              <a:gd name="connsiteY9414" fmla="*/ 1330315 h 2053176"/>
              <a:gd name="connsiteX9415" fmla="*/ 1377053 w 12188965"/>
              <a:gd name="connsiteY9415" fmla="*/ 1330315 h 2053176"/>
              <a:gd name="connsiteX9416" fmla="*/ 1402712 w 12188965"/>
              <a:gd name="connsiteY9416" fmla="*/ 1355974 h 2053176"/>
              <a:gd name="connsiteX9417" fmla="*/ 1377053 w 12188965"/>
              <a:gd name="connsiteY9417" fmla="*/ 1381633 h 2053176"/>
              <a:gd name="connsiteX9418" fmla="*/ 1351395 w 12188965"/>
              <a:gd name="connsiteY9418" fmla="*/ 1355974 h 2053176"/>
              <a:gd name="connsiteX9419" fmla="*/ 1377053 w 12188965"/>
              <a:gd name="connsiteY9419" fmla="*/ 1330315 h 2053176"/>
              <a:gd name="connsiteX9420" fmla="*/ 1184437 w 12188965"/>
              <a:gd name="connsiteY9420" fmla="*/ 1330315 h 2053176"/>
              <a:gd name="connsiteX9421" fmla="*/ 1210096 w 12188965"/>
              <a:gd name="connsiteY9421" fmla="*/ 1355974 h 2053176"/>
              <a:gd name="connsiteX9422" fmla="*/ 1184437 w 12188965"/>
              <a:gd name="connsiteY9422" fmla="*/ 1381633 h 2053176"/>
              <a:gd name="connsiteX9423" fmla="*/ 1158780 w 12188965"/>
              <a:gd name="connsiteY9423" fmla="*/ 1355974 h 2053176"/>
              <a:gd name="connsiteX9424" fmla="*/ 1184437 w 12188965"/>
              <a:gd name="connsiteY9424" fmla="*/ 1330315 h 2053176"/>
              <a:gd name="connsiteX9425" fmla="*/ 1056027 w 12188965"/>
              <a:gd name="connsiteY9425" fmla="*/ 1330315 h 2053176"/>
              <a:gd name="connsiteX9426" fmla="*/ 1081685 w 12188965"/>
              <a:gd name="connsiteY9426" fmla="*/ 1355974 h 2053176"/>
              <a:gd name="connsiteX9427" fmla="*/ 1056027 w 12188965"/>
              <a:gd name="connsiteY9427" fmla="*/ 1381633 h 2053176"/>
              <a:gd name="connsiteX9428" fmla="*/ 1030369 w 12188965"/>
              <a:gd name="connsiteY9428" fmla="*/ 1355974 h 2053176"/>
              <a:gd name="connsiteX9429" fmla="*/ 1056027 w 12188965"/>
              <a:gd name="connsiteY9429" fmla="*/ 1330315 h 2053176"/>
              <a:gd name="connsiteX9430" fmla="*/ 991823 w 12188965"/>
              <a:gd name="connsiteY9430" fmla="*/ 1330315 h 2053176"/>
              <a:gd name="connsiteX9431" fmla="*/ 1017481 w 12188965"/>
              <a:gd name="connsiteY9431" fmla="*/ 1355974 h 2053176"/>
              <a:gd name="connsiteX9432" fmla="*/ 991823 w 12188965"/>
              <a:gd name="connsiteY9432" fmla="*/ 1381633 h 2053176"/>
              <a:gd name="connsiteX9433" fmla="*/ 966162 w 12188965"/>
              <a:gd name="connsiteY9433" fmla="*/ 1355974 h 2053176"/>
              <a:gd name="connsiteX9434" fmla="*/ 991823 w 12188965"/>
              <a:gd name="connsiteY9434" fmla="*/ 1330315 h 2053176"/>
              <a:gd name="connsiteX9435" fmla="*/ 927616 w 12188965"/>
              <a:gd name="connsiteY9435" fmla="*/ 1330315 h 2053176"/>
              <a:gd name="connsiteX9436" fmla="*/ 953275 w 12188965"/>
              <a:gd name="connsiteY9436" fmla="*/ 1355974 h 2053176"/>
              <a:gd name="connsiteX9437" fmla="*/ 927616 w 12188965"/>
              <a:gd name="connsiteY9437" fmla="*/ 1381633 h 2053176"/>
              <a:gd name="connsiteX9438" fmla="*/ 901957 w 12188965"/>
              <a:gd name="connsiteY9438" fmla="*/ 1355974 h 2053176"/>
              <a:gd name="connsiteX9439" fmla="*/ 927616 w 12188965"/>
              <a:gd name="connsiteY9439" fmla="*/ 1330315 h 2053176"/>
              <a:gd name="connsiteX9440" fmla="*/ 863411 w 12188965"/>
              <a:gd name="connsiteY9440" fmla="*/ 1330315 h 2053176"/>
              <a:gd name="connsiteX9441" fmla="*/ 889071 w 12188965"/>
              <a:gd name="connsiteY9441" fmla="*/ 1355974 h 2053176"/>
              <a:gd name="connsiteX9442" fmla="*/ 863411 w 12188965"/>
              <a:gd name="connsiteY9442" fmla="*/ 1381633 h 2053176"/>
              <a:gd name="connsiteX9443" fmla="*/ 837752 w 12188965"/>
              <a:gd name="connsiteY9443" fmla="*/ 1355974 h 2053176"/>
              <a:gd name="connsiteX9444" fmla="*/ 863411 w 12188965"/>
              <a:gd name="connsiteY9444" fmla="*/ 1330315 h 2053176"/>
              <a:gd name="connsiteX9445" fmla="*/ 606475 w 12188965"/>
              <a:gd name="connsiteY9445" fmla="*/ 1330315 h 2053176"/>
              <a:gd name="connsiteX9446" fmla="*/ 632134 w 12188965"/>
              <a:gd name="connsiteY9446" fmla="*/ 1355974 h 2053176"/>
              <a:gd name="connsiteX9447" fmla="*/ 606475 w 12188965"/>
              <a:gd name="connsiteY9447" fmla="*/ 1381633 h 2053176"/>
              <a:gd name="connsiteX9448" fmla="*/ 580815 w 12188965"/>
              <a:gd name="connsiteY9448" fmla="*/ 1355974 h 2053176"/>
              <a:gd name="connsiteX9449" fmla="*/ 606475 w 12188965"/>
              <a:gd name="connsiteY9449" fmla="*/ 1330315 h 2053176"/>
              <a:gd name="connsiteX9450" fmla="*/ 542268 w 12188965"/>
              <a:gd name="connsiteY9450" fmla="*/ 1330315 h 2053176"/>
              <a:gd name="connsiteX9451" fmla="*/ 567927 w 12188965"/>
              <a:gd name="connsiteY9451" fmla="*/ 1355974 h 2053176"/>
              <a:gd name="connsiteX9452" fmla="*/ 542268 w 12188965"/>
              <a:gd name="connsiteY9452" fmla="*/ 1381633 h 2053176"/>
              <a:gd name="connsiteX9453" fmla="*/ 516610 w 12188965"/>
              <a:gd name="connsiteY9453" fmla="*/ 1355974 h 2053176"/>
              <a:gd name="connsiteX9454" fmla="*/ 542268 w 12188965"/>
              <a:gd name="connsiteY9454" fmla="*/ 1330315 h 2053176"/>
              <a:gd name="connsiteX9455" fmla="*/ 478063 w 12188965"/>
              <a:gd name="connsiteY9455" fmla="*/ 1330315 h 2053176"/>
              <a:gd name="connsiteX9456" fmla="*/ 503724 w 12188965"/>
              <a:gd name="connsiteY9456" fmla="*/ 1355974 h 2053176"/>
              <a:gd name="connsiteX9457" fmla="*/ 478063 w 12188965"/>
              <a:gd name="connsiteY9457" fmla="*/ 1381633 h 2053176"/>
              <a:gd name="connsiteX9458" fmla="*/ 452404 w 12188965"/>
              <a:gd name="connsiteY9458" fmla="*/ 1355974 h 2053176"/>
              <a:gd name="connsiteX9459" fmla="*/ 478063 w 12188965"/>
              <a:gd name="connsiteY9459" fmla="*/ 1330315 h 2053176"/>
              <a:gd name="connsiteX9460" fmla="*/ 413858 w 12188965"/>
              <a:gd name="connsiteY9460" fmla="*/ 1330315 h 2053176"/>
              <a:gd name="connsiteX9461" fmla="*/ 439517 w 12188965"/>
              <a:gd name="connsiteY9461" fmla="*/ 1355974 h 2053176"/>
              <a:gd name="connsiteX9462" fmla="*/ 413858 w 12188965"/>
              <a:gd name="connsiteY9462" fmla="*/ 1381633 h 2053176"/>
              <a:gd name="connsiteX9463" fmla="*/ 388200 w 12188965"/>
              <a:gd name="connsiteY9463" fmla="*/ 1355974 h 2053176"/>
              <a:gd name="connsiteX9464" fmla="*/ 413858 w 12188965"/>
              <a:gd name="connsiteY9464" fmla="*/ 1330315 h 2053176"/>
              <a:gd name="connsiteX9465" fmla="*/ 346686 w 12188965"/>
              <a:gd name="connsiteY9465" fmla="*/ 1330315 h 2053176"/>
              <a:gd name="connsiteX9466" fmla="*/ 372344 w 12188965"/>
              <a:gd name="connsiteY9466" fmla="*/ 1355974 h 2053176"/>
              <a:gd name="connsiteX9467" fmla="*/ 346686 w 12188965"/>
              <a:gd name="connsiteY9467" fmla="*/ 1381633 h 2053176"/>
              <a:gd name="connsiteX9468" fmla="*/ 321027 w 12188965"/>
              <a:gd name="connsiteY9468" fmla="*/ 1355974 h 2053176"/>
              <a:gd name="connsiteX9469" fmla="*/ 346686 w 12188965"/>
              <a:gd name="connsiteY9469" fmla="*/ 1330315 h 2053176"/>
              <a:gd name="connsiteX9470" fmla="*/ 218274 w 12188965"/>
              <a:gd name="connsiteY9470" fmla="*/ 1330315 h 2053176"/>
              <a:gd name="connsiteX9471" fmla="*/ 243932 w 12188965"/>
              <a:gd name="connsiteY9471" fmla="*/ 1355974 h 2053176"/>
              <a:gd name="connsiteX9472" fmla="*/ 218274 w 12188965"/>
              <a:gd name="connsiteY9472" fmla="*/ 1381633 h 2053176"/>
              <a:gd name="connsiteX9473" fmla="*/ 192615 w 12188965"/>
              <a:gd name="connsiteY9473" fmla="*/ 1355974 h 2053176"/>
              <a:gd name="connsiteX9474" fmla="*/ 218274 w 12188965"/>
              <a:gd name="connsiteY9474" fmla="*/ 1330315 h 2053176"/>
              <a:gd name="connsiteX9475" fmla="*/ 25659 w 12188965"/>
              <a:gd name="connsiteY9475" fmla="*/ 1330315 h 2053176"/>
              <a:gd name="connsiteX9476" fmla="*/ 51317 w 12188965"/>
              <a:gd name="connsiteY9476" fmla="*/ 1355974 h 2053176"/>
              <a:gd name="connsiteX9477" fmla="*/ 25659 w 12188965"/>
              <a:gd name="connsiteY9477" fmla="*/ 1381633 h 2053176"/>
              <a:gd name="connsiteX9478" fmla="*/ 0 w 12188965"/>
              <a:gd name="connsiteY9478" fmla="*/ 1355974 h 2053176"/>
              <a:gd name="connsiteX9479" fmla="*/ 25659 w 12188965"/>
              <a:gd name="connsiteY9479" fmla="*/ 1330315 h 2053176"/>
              <a:gd name="connsiteX9480" fmla="*/ 11646697 w 12188965"/>
              <a:gd name="connsiteY9480" fmla="*/ 1275862 h 2053176"/>
              <a:gd name="connsiteX9481" fmla="*/ 11659583 w 12188965"/>
              <a:gd name="connsiteY9481" fmla="*/ 1288750 h 2053176"/>
              <a:gd name="connsiteX9482" fmla="*/ 11646697 w 12188965"/>
              <a:gd name="connsiteY9482" fmla="*/ 1301638 h 2053176"/>
              <a:gd name="connsiteX9483" fmla="*/ 11633809 w 12188965"/>
              <a:gd name="connsiteY9483" fmla="*/ 1288750 h 2053176"/>
              <a:gd name="connsiteX9484" fmla="*/ 11646697 w 12188965"/>
              <a:gd name="connsiteY9484" fmla="*/ 1275862 h 2053176"/>
              <a:gd name="connsiteX9485" fmla="*/ 11068848 w 12188965"/>
              <a:gd name="connsiteY9485" fmla="*/ 1275862 h 2053176"/>
              <a:gd name="connsiteX9486" fmla="*/ 11081736 w 12188965"/>
              <a:gd name="connsiteY9486" fmla="*/ 1288750 h 2053176"/>
              <a:gd name="connsiteX9487" fmla="*/ 11068848 w 12188965"/>
              <a:gd name="connsiteY9487" fmla="*/ 1301638 h 2053176"/>
              <a:gd name="connsiteX9488" fmla="*/ 11055962 w 12188965"/>
              <a:gd name="connsiteY9488" fmla="*/ 1288750 h 2053176"/>
              <a:gd name="connsiteX9489" fmla="*/ 11068848 w 12188965"/>
              <a:gd name="connsiteY9489" fmla="*/ 1275862 h 2053176"/>
              <a:gd name="connsiteX9490" fmla="*/ 10811912 w 12188965"/>
              <a:gd name="connsiteY9490" fmla="*/ 1275862 h 2053176"/>
              <a:gd name="connsiteX9491" fmla="*/ 10824798 w 12188965"/>
              <a:gd name="connsiteY9491" fmla="*/ 1288750 h 2053176"/>
              <a:gd name="connsiteX9492" fmla="*/ 10811912 w 12188965"/>
              <a:gd name="connsiteY9492" fmla="*/ 1301638 h 2053176"/>
              <a:gd name="connsiteX9493" fmla="*/ 10799024 w 12188965"/>
              <a:gd name="connsiteY9493" fmla="*/ 1288750 h 2053176"/>
              <a:gd name="connsiteX9494" fmla="*/ 10811912 w 12188965"/>
              <a:gd name="connsiteY9494" fmla="*/ 1275862 h 2053176"/>
              <a:gd name="connsiteX9495" fmla="*/ 10747708 w 12188965"/>
              <a:gd name="connsiteY9495" fmla="*/ 1275862 h 2053176"/>
              <a:gd name="connsiteX9496" fmla="*/ 10760593 w 12188965"/>
              <a:gd name="connsiteY9496" fmla="*/ 1288750 h 2053176"/>
              <a:gd name="connsiteX9497" fmla="*/ 10747708 w 12188965"/>
              <a:gd name="connsiteY9497" fmla="*/ 1301638 h 2053176"/>
              <a:gd name="connsiteX9498" fmla="*/ 10734820 w 12188965"/>
              <a:gd name="connsiteY9498" fmla="*/ 1288750 h 2053176"/>
              <a:gd name="connsiteX9499" fmla="*/ 10747708 w 12188965"/>
              <a:gd name="connsiteY9499" fmla="*/ 1275862 h 2053176"/>
              <a:gd name="connsiteX9500" fmla="*/ 9912920 w 12188965"/>
              <a:gd name="connsiteY9500" fmla="*/ 1275862 h 2053176"/>
              <a:gd name="connsiteX9501" fmla="*/ 9925808 w 12188965"/>
              <a:gd name="connsiteY9501" fmla="*/ 1288750 h 2053176"/>
              <a:gd name="connsiteX9502" fmla="*/ 9912920 w 12188965"/>
              <a:gd name="connsiteY9502" fmla="*/ 1301638 h 2053176"/>
              <a:gd name="connsiteX9503" fmla="*/ 9900035 w 12188965"/>
              <a:gd name="connsiteY9503" fmla="*/ 1288750 h 2053176"/>
              <a:gd name="connsiteX9504" fmla="*/ 9912920 w 12188965"/>
              <a:gd name="connsiteY9504" fmla="*/ 1275862 h 2053176"/>
              <a:gd name="connsiteX9505" fmla="*/ 9784512 w 12188965"/>
              <a:gd name="connsiteY9505" fmla="*/ 1275862 h 2053176"/>
              <a:gd name="connsiteX9506" fmla="*/ 9797400 w 12188965"/>
              <a:gd name="connsiteY9506" fmla="*/ 1288750 h 2053176"/>
              <a:gd name="connsiteX9507" fmla="*/ 9784512 w 12188965"/>
              <a:gd name="connsiteY9507" fmla="*/ 1301638 h 2053176"/>
              <a:gd name="connsiteX9508" fmla="*/ 9771624 w 12188965"/>
              <a:gd name="connsiteY9508" fmla="*/ 1288750 h 2053176"/>
              <a:gd name="connsiteX9509" fmla="*/ 9784512 w 12188965"/>
              <a:gd name="connsiteY9509" fmla="*/ 1275862 h 2053176"/>
              <a:gd name="connsiteX9510" fmla="*/ 8307675 w 12188965"/>
              <a:gd name="connsiteY9510" fmla="*/ 1275862 h 2053176"/>
              <a:gd name="connsiteX9511" fmla="*/ 8320560 w 12188965"/>
              <a:gd name="connsiteY9511" fmla="*/ 1288750 h 2053176"/>
              <a:gd name="connsiteX9512" fmla="*/ 8307675 w 12188965"/>
              <a:gd name="connsiteY9512" fmla="*/ 1301638 h 2053176"/>
              <a:gd name="connsiteX9513" fmla="*/ 8294787 w 12188965"/>
              <a:gd name="connsiteY9513" fmla="*/ 1288750 h 2053176"/>
              <a:gd name="connsiteX9514" fmla="*/ 8307675 w 12188965"/>
              <a:gd name="connsiteY9514" fmla="*/ 1275862 h 2053176"/>
              <a:gd name="connsiteX9515" fmla="*/ 7344479 w 12188965"/>
              <a:gd name="connsiteY9515" fmla="*/ 1275862 h 2053176"/>
              <a:gd name="connsiteX9516" fmla="*/ 7357367 w 12188965"/>
              <a:gd name="connsiteY9516" fmla="*/ 1288750 h 2053176"/>
              <a:gd name="connsiteX9517" fmla="*/ 7344479 w 12188965"/>
              <a:gd name="connsiteY9517" fmla="*/ 1301638 h 2053176"/>
              <a:gd name="connsiteX9518" fmla="*/ 7331591 w 12188965"/>
              <a:gd name="connsiteY9518" fmla="*/ 1288750 h 2053176"/>
              <a:gd name="connsiteX9519" fmla="*/ 7344479 w 12188965"/>
              <a:gd name="connsiteY9519" fmla="*/ 1275862 h 2053176"/>
              <a:gd name="connsiteX9520" fmla="*/ 7280274 w 12188965"/>
              <a:gd name="connsiteY9520" fmla="*/ 1275862 h 2053176"/>
              <a:gd name="connsiteX9521" fmla="*/ 7293160 w 12188965"/>
              <a:gd name="connsiteY9521" fmla="*/ 1288750 h 2053176"/>
              <a:gd name="connsiteX9522" fmla="*/ 7280274 w 12188965"/>
              <a:gd name="connsiteY9522" fmla="*/ 1301638 h 2053176"/>
              <a:gd name="connsiteX9523" fmla="*/ 7267386 w 12188965"/>
              <a:gd name="connsiteY9523" fmla="*/ 1288750 h 2053176"/>
              <a:gd name="connsiteX9524" fmla="*/ 7280274 w 12188965"/>
              <a:gd name="connsiteY9524" fmla="*/ 1275862 h 2053176"/>
              <a:gd name="connsiteX9525" fmla="*/ 6830836 w 12188965"/>
              <a:gd name="connsiteY9525" fmla="*/ 1275862 h 2053176"/>
              <a:gd name="connsiteX9526" fmla="*/ 6843724 w 12188965"/>
              <a:gd name="connsiteY9526" fmla="*/ 1288750 h 2053176"/>
              <a:gd name="connsiteX9527" fmla="*/ 6830836 w 12188965"/>
              <a:gd name="connsiteY9527" fmla="*/ 1301638 h 2053176"/>
              <a:gd name="connsiteX9528" fmla="*/ 6817948 w 12188965"/>
              <a:gd name="connsiteY9528" fmla="*/ 1288750 h 2053176"/>
              <a:gd name="connsiteX9529" fmla="*/ 6830836 w 12188965"/>
              <a:gd name="connsiteY9529" fmla="*/ 1275862 h 2053176"/>
              <a:gd name="connsiteX9530" fmla="*/ 6766631 w 12188965"/>
              <a:gd name="connsiteY9530" fmla="*/ 1275862 h 2053176"/>
              <a:gd name="connsiteX9531" fmla="*/ 6779519 w 12188965"/>
              <a:gd name="connsiteY9531" fmla="*/ 1288750 h 2053176"/>
              <a:gd name="connsiteX9532" fmla="*/ 6766631 w 12188965"/>
              <a:gd name="connsiteY9532" fmla="*/ 1301638 h 2053176"/>
              <a:gd name="connsiteX9533" fmla="*/ 6753743 w 12188965"/>
              <a:gd name="connsiteY9533" fmla="*/ 1288750 h 2053176"/>
              <a:gd name="connsiteX9534" fmla="*/ 6766631 w 12188965"/>
              <a:gd name="connsiteY9534" fmla="*/ 1275862 h 2053176"/>
              <a:gd name="connsiteX9535" fmla="*/ 6573900 w 12188965"/>
              <a:gd name="connsiteY9535" fmla="*/ 1275862 h 2053176"/>
              <a:gd name="connsiteX9536" fmla="*/ 6586788 w 12188965"/>
              <a:gd name="connsiteY9536" fmla="*/ 1288750 h 2053176"/>
              <a:gd name="connsiteX9537" fmla="*/ 6573900 w 12188965"/>
              <a:gd name="connsiteY9537" fmla="*/ 1301638 h 2053176"/>
              <a:gd name="connsiteX9538" fmla="*/ 6561013 w 12188965"/>
              <a:gd name="connsiteY9538" fmla="*/ 1288750 h 2053176"/>
              <a:gd name="connsiteX9539" fmla="*/ 6573900 w 12188965"/>
              <a:gd name="connsiteY9539" fmla="*/ 1275862 h 2053176"/>
              <a:gd name="connsiteX9540" fmla="*/ 5936092 w 12188965"/>
              <a:gd name="connsiteY9540" fmla="*/ 1275862 h 2053176"/>
              <a:gd name="connsiteX9541" fmla="*/ 5948981 w 12188965"/>
              <a:gd name="connsiteY9541" fmla="*/ 1288750 h 2053176"/>
              <a:gd name="connsiteX9542" fmla="*/ 5936092 w 12188965"/>
              <a:gd name="connsiteY9542" fmla="*/ 1301638 h 2053176"/>
              <a:gd name="connsiteX9543" fmla="*/ 5923204 w 12188965"/>
              <a:gd name="connsiteY9543" fmla="*/ 1288750 h 2053176"/>
              <a:gd name="connsiteX9544" fmla="*/ 5936092 w 12188965"/>
              <a:gd name="connsiteY9544" fmla="*/ 1275862 h 2053176"/>
              <a:gd name="connsiteX9545" fmla="*/ 5358245 w 12188965"/>
              <a:gd name="connsiteY9545" fmla="*/ 1275862 h 2053176"/>
              <a:gd name="connsiteX9546" fmla="*/ 5371133 w 12188965"/>
              <a:gd name="connsiteY9546" fmla="*/ 1288750 h 2053176"/>
              <a:gd name="connsiteX9547" fmla="*/ 5358245 w 12188965"/>
              <a:gd name="connsiteY9547" fmla="*/ 1301638 h 2053176"/>
              <a:gd name="connsiteX9548" fmla="*/ 5345357 w 12188965"/>
              <a:gd name="connsiteY9548" fmla="*/ 1288750 h 2053176"/>
              <a:gd name="connsiteX9549" fmla="*/ 5358245 w 12188965"/>
              <a:gd name="connsiteY9549" fmla="*/ 1275862 h 2053176"/>
              <a:gd name="connsiteX9550" fmla="*/ 5101308 w 12188965"/>
              <a:gd name="connsiteY9550" fmla="*/ 1275862 h 2053176"/>
              <a:gd name="connsiteX9551" fmla="*/ 5114194 w 12188965"/>
              <a:gd name="connsiteY9551" fmla="*/ 1288750 h 2053176"/>
              <a:gd name="connsiteX9552" fmla="*/ 5101308 w 12188965"/>
              <a:gd name="connsiteY9552" fmla="*/ 1301638 h 2053176"/>
              <a:gd name="connsiteX9553" fmla="*/ 5088421 w 12188965"/>
              <a:gd name="connsiteY9553" fmla="*/ 1288750 h 2053176"/>
              <a:gd name="connsiteX9554" fmla="*/ 5101308 w 12188965"/>
              <a:gd name="connsiteY9554" fmla="*/ 1275862 h 2053176"/>
              <a:gd name="connsiteX9555" fmla="*/ 5037104 w 12188965"/>
              <a:gd name="connsiteY9555" fmla="*/ 1275862 h 2053176"/>
              <a:gd name="connsiteX9556" fmla="*/ 5049991 w 12188965"/>
              <a:gd name="connsiteY9556" fmla="*/ 1288750 h 2053176"/>
              <a:gd name="connsiteX9557" fmla="*/ 5037104 w 12188965"/>
              <a:gd name="connsiteY9557" fmla="*/ 1301638 h 2053176"/>
              <a:gd name="connsiteX9558" fmla="*/ 5024216 w 12188965"/>
              <a:gd name="connsiteY9558" fmla="*/ 1288750 h 2053176"/>
              <a:gd name="connsiteX9559" fmla="*/ 5037104 w 12188965"/>
              <a:gd name="connsiteY9559" fmla="*/ 1275862 h 2053176"/>
              <a:gd name="connsiteX9560" fmla="*/ 4202317 w 12188965"/>
              <a:gd name="connsiteY9560" fmla="*/ 1275862 h 2053176"/>
              <a:gd name="connsiteX9561" fmla="*/ 4215205 w 12188965"/>
              <a:gd name="connsiteY9561" fmla="*/ 1288750 h 2053176"/>
              <a:gd name="connsiteX9562" fmla="*/ 4202317 w 12188965"/>
              <a:gd name="connsiteY9562" fmla="*/ 1301638 h 2053176"/>
              <a:gd name="connsiteX9563" fmla="*/ 4189431 w 12188965"/>
              <a:gd name="connsiteY9563" fmla="*/ 1288750 h 2053176"/>
              <a:gd name="connsiteX9564" fmla="*/ 4202317 w 12188965"/>
              <a:gd name="connsiteY9564" fmla="*/ 1275862 h 2053176"/>
              <a:gd name="connsiteX9565" fmla="*/ 4073908 w 12188965"/>
              <a:gd name="connsiteY9565" fmla="*/ 1275862 h 2053176"/>
              <a:gd name="connsiteX9566" fmla="*/ 4086795 w 12188965"/>
              <a:gd name="connsiteY9566" fmla="*/ 1288750 h 2053176"/>
              <a:gd name="connsiteX9567" fmla="*/ 4073908 w 12188965"/>
              <a:gd name="connsiteY9567" fmla="*/ 1301638 h 2053176"/>
              <a:gd name="connsiteX9568" fmla="*/ 4061020 w 12188965"/>
              <a:gd name="connsiteY9568" fmla="*/ 1288750 h 2053176"/>
              <a:gd name="connsiteX9569" fmla="*/ 4073908 w 12188965"/>
              <a:gd name="connsiteY9569" fmla="*/ 1275862 h 2053176"/>
              <a:gd name="connsiteX9570" fmla="*/ 2597069 w 12188965"/>
              <a:gd name="connsiteY9570" fmla="*/ 1275862 h 2053176"/>
              <a:gd name="connsiteX9571" fmla="*/ 2609957 w 12188965"/>
              <a:gd name="connsiteY9571" fmla="*/ 1288750 h 2053176"/>
              <a:gd name="connsiteX9572" fmla="*/ 2597069 w 12188965"/>
              <a:gd name="connsiteY9572" fmla="*/ 1301638 h 2053176"/>
              <a:gd name="connsiteX9573" fmla="*/ 2584182 w 12188965"/>
              <a:gd name="connsiteY9573" fmla="*/ 1288750 h 2053176"/>
              <a:gd name="connsiteX9574" fmla="*/ 2597069 w 12188965"/>
              <a:gd name="connsiteY9574" fmla="*/ 1275862 h 2053176"/>
              <a:gd name="connsiteX9575" fmla="*/ 1633875 w 12188965"/>
              <a:gd name="connsiteY9575" fmla="*/ 1275862 h 2053176"/>
              <a:gd name="connsiteX9576" fmla="*/ 1646762 w 12188965"/>
              <a:gd name="connsiteY9576" fmla="*/ 1288750 h 2053176"/>
              <a:gd name="connsiteX9577" fmla="*/ 1633875 w 12188965"/>
              <a:gd name="connsiteY9577" fmla="*/ 1301638 h 2053176"/>
              <a:gd name="connsiteX9578" fmla="*/ 1620987 w 12188965"/>
              <a:gd name="connsiteY9578" fmla="*/ 1288750 h 2053176"/>
              <a:gd name="connsiteX9579" fmla="*/ 1633875 w 12188965"/>
              <a:gd name="connsiteY9579" fmla="*/ 1275862 h 2053176"/>
              <a:gd name="connsiteX9580" fmla="*/ 1569669 w 12188965"/>
              <a:gd name="connsiteY9580" fmla="*/ 1275862 h 2053176"/>
              <a:gd name="connsiteX9581" fmla="*/ 1582557 w 12188965"/>
              <a:gd name="connsiteY9581" fmla="*/ 1288750 h 2053176"/>
              <a:gd name="connsiteX9582" fmla="*/ 1569669 w 12188965"/>
              <a:gd name="connsiteY9582" fmla="*/ 1301638 h 2053176"/>
              <a:gd name="connsiteX9583" fmla="*/ 1556782 w 12188965"/>
              <a:gd name="connsiteY9583" fmla="*/ 1288750 h 2053176"/>
              <a:gd name="connsiteX9584" fmla="*/ 1569669 w 12188965"/>
              <a:gd name="connsiteY9584" fmla="*/ 1275862 h 2053176"/>
              <a:gd name="connsiteX9585" fmla="*/ 1120233 w 12188965"/>
              <a:gd name="connsiteY9585" fmla="*/ 1275862 h 2053176"/>
              <a:gd name="connsiteX9586" fmla="*/ 1133121 w 12188965"/>
              <a:gd name="connsiteY9586" fmla="*/ 1288750 h 2053176"/>
              <a:gd name="connsiteX9587" fmla="*/ 1120233 w 12188965"/>
              <a:gd name="connsiteY9587" fmla="*/ 1301638 h 2053176"/>
              <a:gd name="connsiteX9588" fmla="*/ 1107345 w 12188965"/>
              <a:gd name="connsiteY9588" fmla="*/ 1288750 h 2053176"/>
              <a:gd name="connsiteX9589" fmla="*/ 1120233 w 12188965"/>
              <a:gd name="connsiteY9589" fmla="*/ 1275862 h 2053176"/>
              <a:gd name="connsiteX9590" fmla="*/ 1056027 w 12188965"/>
              <a:gd name="connsiteY9590" fmla="*/ 1275862 h 2053176"/>
              <a:gd name="connsiteX9591" fmla="*/ 1068914 w 12188965"/>
              <a:gd name="connsiteY9591" fmla="*/ 1288750 h 2053176"/>
              <a:gd name="connsiteX9592" fmla="*/ 1056027 w 12188965"/>
              <a:gd name="connsiteY9592" fmla="*/ 1301638 h 2053176"/>
              <a:gd name="connsiteX9593" fmla="*/ 1043139 w 12188965"/>
              <a:gd name="connsiteY9593" fmla="*/ 1288750 h 2053176"/>
              <a:gd name="connsiteX9594" fmla="*/ 1056027 w 12188965"/>
              <a:gd name="connsiteY9594" fmla="*/ 1275862 h 2053176"/>
              <a:gd name="connsiteX9595" fmla="*/ 863296 w 12188965"/>
              <a:gd name="connsiteY9595" fmla="*/ 1275862 h 2053176"/>
              <a:gd name="connsiteX9596" fmla="*/ 876184 w 12188965"/>
              <a:gd name="connsiteY9596" fmla="*/ 1288750 h 2053176"/>
              <a:gd name="connsiteX9597" fmla="*/ 863296 w 12188965"/>
              <a:gd name="connsiteY9597" fmla="*/ 1301638 h 2053176"/>
              <a:gd name="connsiteX9598" fmla="*/ 850407 w 12188965"/>
              <a:gd name="connsiteY9598" fmla="*/ 1288750 h 2053176"/>
              <a:gd name="connsiteX9599" fmla="*/ 863296 w 12188965"/>
              <a:gd name="connsiteY9599" fmla="*/ 1275862 h 2053176"/>
              <a:gd name="connsiteX9600" fmla="*/ 218274 w 12188965"/>
              <a:gd name="connsiteY9600" fmla="*/ 1275862 h 2053176"/>
              <a:gd name="connsiteX9601" fmla="*/ 231162 w 12188965"/>
              <a:gd name="connsiteY9601" fmla="*/ 1288750 h 2053176"/>
              <a:gd name="connsiteX9602" fmla="*/ 218274 w 12188965"/>
              <a:gd name="connsiteY9602" fmla="*/ 1301638 h 2053176"/>
              <a:gd name="connsiteX9603" fmla="*/ 205386 w 12188965"/>
              <a:gd name="connsiteY9603" fmla="*/ 1288750 h 2053176"/>
              <a:gd name="connsiteX9604" fmla="*/ 218274 w 12188965"/>
              <a:gd name="connsiteY9604" fmla="*/ 1275862 h 2053176"/>
              <a:gd name="connsiteX9605" fmla="*/ 12034897 w 12188965"/>
              <a:gd name="connsiteY9605" fmla="*/ 1263091 h 2053176"/>
              <a:gd name="connsiteX9606" fmla="*/ 12060557 w 12188965"/>
              <a:gd name="connsiteY9606" fmla="*/ 1288750 h 2053176"/>
              <a:gd name="connsiteX9607" fmla="*/ 12034897 w 12188965"/>
              <a:gd name="connsiteY9607" fmla="*/ 1314409 h 2053176"/>
              <a:gd name="connsiteX9608" fmla="*/ 12009237 w 12188965"/>
              <a:gd name="connsiteY9608" fmla="*/ 1288750 h 2053176"/>
              <a:gd name="connsiteX9609" fmla="*/ 12034897 w 12188965"/>
              <a:gd name="connsiteY9609" fmla="*/ 1263091 h 2053176"/>
              <a:gd name="connsiteX9610" fmla="*/ 11970691 w 12188965"/>
              <a:gd name="connsiteY9610" fmla="*/ 1263091 h 2053176"/>
              <a:gd name="connsiteX9611" fmla="*/ 11996349 w 12188965"/>
              <a:gd name="connsiteY9611" fmla="*/ 1288750 h 2053176"/>
              <a:gd name="connsiteX9612" fmla="*/ 11970691 w 12188965"/>
              <a:gd name="connsiteY9612" fmla="*/ 1314409 h 2053176"/>
              <a:gd name="connsiteX9613" fmla="*/ 11945033 w 12188965"/>
              <a:gd name="connsiteY9613" fmla="*/ 1288750 h 2053176"/>
              <a:gd name="connsiteX9614" fmla="*/ 11970691 w 12188965"/>
              <a:gd name="connsiteY9614" fmla="*/ 1263091 h 2053176"/>
              <a:gd name="connsiteX9615" fmla="*/ 11906483 w 12188965"/>
              <a:gd name="connsiteY9615" fmla="*/ 1263091 h 2053176"/>
              <a:gd name="connsiteX9616" fmla="*/ 11932145 w 12188965"/>
              <a:gd name="connsiteY9616" fmla="*/ 1288750 h 2053176"/>
              <a:gd name="connsiteX9617" fmla="*/ 11906483 w 12188965"/>
              <a:gd name="connsiteY9617" fmla="*/ 1314409 h 2053176"/>
              <a:gd name="connsiteX9618" fmla="*/ 11880825 w 12188965"/>
              <a:gd name="connsiteY9618" fmla="*/ 1288750 h 2053176"/>
              <a:gd name="connsiteX9619" fmla="*/ 11906483 w 12188965"/>
              <a:gd name="connsiteY9619" fmla="*/ 1263091 h 2053176"/>
              <a:gd name="connsiteX9620" fmla="*/ 11842279 w 12188965"/>
              <a:gd name="connsiteY9620" fmla="*/ 1263091 h 2053176"/>
              <a:gd name="connsiteX9621" fmla="*/ 11867941 w 12188965"/>
              <a:gd name="connsiteY9621" fmla="*/ 1288750 h 2053176"/>
              <a:gd name="connsiteX9622" fmla="*/ 11842279 w 12188965"/>
              <a:gd name="connsiteY9622" fmla="*/ 1314409 h 2053176"/>
              <a:gd name="connsiteX9623" fmla="*/ 11816621 w 12188965"/>
              <a:gd name="connsiteY9623" fmla="*/ 1288750 h 2053176"/>
              <a:gd name="connsiteX9624" fmla="*/ 11842279 w 12188965"/>
              <a:gd name="connsiteY9624" fmla="*/ 1263091 h 2053176"/>
              <a:gd name="connsiteX9625" fmla="*/ 11775107 w 12188965"/>
              <a:gd name="connsiteY9625" fmla="*/ 1263091 h 2053176"/>
              <a:gd name="connsiteX9626" fmla="*/ 11800767 w 12188965"/>
              <a:gd name="connsiteY9626" fmla="*/ 1288750 h 2053176"/>
              <a:gd name="connsiteX9627" fmla="*/ 11775107 w 12188965"/>
              <a:gd name="connsiteY9627" fmla="*/ 1314409 h 2053176"/>
              <a:gd name="connsiteX9628" fmla="*/ 11749449 w 12188965"/>
              <a:gd name="connsiteY9628" fmla="*/ 1288750 h 2053176"/>
              <a:gd name="connsiteX9629" fmla="*/ 11775107 w 12188965"/>
              <a:gd name="connsiteY9629" fmla="*/ 1263091 h 2053176"/>
              <a:gd name="connsiteX9630" fmla="*/ 11454081 w 12188965"/>
              <a:gd name="connsiteY9630" fmla="*/ 1263091 h 2053176"/>
              <a:gd name="connsiteX9631" fmla="*/ 11479739 w 12188965"/>
              <a:gd name="connsiteY9631" fmla="*/ 1288750 h 2053176"/>
              <a:gd name="connsiteX9632" fmla="*/ 11454081 w 12188965"/>
              <a:gd name="connsiteY9632" fmla="*/ 1314409 h 2053176"/>
              <a:gd name="connsiteX9633" fmla="*/ 11428421 w 12188965"/>
              <a:gd name="connsiteY9633" fmla="*/ 1288750 h 2053176"/>
              <a:gd name="connsiteX9634" fmla="*/ 11454081 w 12188965"/>
              <a:gd name="connsiteY9634" fmla="*/ 1263091 h 2053176"/>
              <a:gd name="connsiteX9635" fmla="*/ 11389875 w 12188965"/>
              <a:gd name="connsiteY9635" fmla="*/ 1263091 h 2053176"/>
              <a:gd name="connsiteX9636" fmla="*/ 11415533 w 12188965"/>
              <a:gd name="connsiteY9636" fmla="*/ 1288750 h 2053176"/>
              <a:gd name="connsiteX9637" fmla="*/ 11389875 w 12188965"/>
              <a:gd name="connsiteY9637" fmla="*/ 1314409 h 2053176"/>
              <a:gd name="connsiteX9638" fmla="*/ 11364217 w 12188965"/>
              <a:gd name="connsiteY9638" fmla="*/ 1288750 h 2053176"/>
              <a:gd name="connsiteX9639" fmla="*/ 11389875 w 12188965"/>
              <a:gd name="connsiteY9639" fmla="*/ 1263091 h 2053176"/>
              <a:gd name="connsiteX9640" fmla="*/ 11325670 w 12188965"/>
              <a:gd name="connsiteY9640" fmla="*/ 1263091 h 2053176"/>
              <a:gd name="connsiteX9641" fmla="*/ 11351329 w 12188965"/>
              <a:gd name="connsiteY9641" fmla="*/ 1288750 h 2053176"/>
              <a:gd name="connsiteX9642" fmla="*/ 11325670 w 12188965"/>
              <a:gd name="connsiteY9642" fmla="*/ 1314409 h 2053176"/>
              <a:gd name="connsiteX9643" fmla="*/ 11300012 w 12188965"/>
              <a:gd name="connsiteY9643" fmla="*/ 1288750 h 2053176"/>
              <a:gd name="connsiteX9644" fmla="*/ 11325670 w 12188965"/>
              <a:gd name="connsiteY9644" fmla="*/ 1263091 h 2053176"/>
              <a:gd name="connsiteX9645" fmla="*/ 11197259 w 12188965"/>
              <a:gd name="connsiteY9645" fmla="*/ 1263091 h 2053176"/>
              <a:gd name="connsiteX9646" fmla="*/ 11222917 w 12188965"/>
              <a:gd name="connsiteY9646" fmla="*/ 1288750 h 2053176"/>
              <a:gd name="connsiteX9647" fmla="*/ 11197259 w 12188965"/>
              <a:gd name="connsiteY9647" fmla="*/ 1314409 h 2053176"/>
              <a:gd name="connsiteX9648" fmla="*/ 11171601 w 12188965"/>
              <a:gd name="connsiteY9648" fmla="*/ 1288750 h 2053176"/>
              <a:gd name="connsiteX9649" fmla="*/ 11197259 w 12188965"/>
              <a:gd name="connsiteY9649" fmla="*/ 1263091 h 2053176"/>
              <a:gd name="connsiteX9650" fmla="*/ 11133055 w 12188965"/>
              <a:gd name="connsiteY9650" fmla="*/ 1263091 h 2053176"/>
              <a:gd name="connsiteX9651" fmla="*/ 11158713 w 12188965"/>
              <a:gd name="connsiteY9651" fmla="*/ 1288750 h 2053176"/>
              <a:gd name="connsiteX9652" fmla="*/ 11133055 w 12188965"/>
              <a:gd name="connsiteY9652" fmla="*/ 1314409 h 2053176"/>
              <a:gd name="connsiteX9653" fmla="*/ 11107396 w 12188965"/>
              <a:gd name="connsiteY9653" fmla="*/ 1288750 h 2053176"/>
              <a:gd name="connsiteX9654" fmla="*/ 11133055 w 12188965"/>
              <a:gd name="connsiteY9654" fmla="*/ 1263091 h 2053176"/>
              <a:gd name="connsiteX9655" fmla="*/ 10940321 w 12188965"/>
              <a:gd name="connsiteY9655" fmla="*/ 1263091 h 2053176"/>
              <a:gd name="connsiteX9656" fmla="*/ 10965982 w 12188965"/>
              <a:gd name="connsiteY9656" fmla="*/ 1288750 h 2053176"/>
              <a:gd name="connsiteX9657" fmla="*/ 10940321 w 12188965"/>
              <a:gd name="connsiteY9657" fmla="*/ 1314409 h 2053176"/>
              <a:gd name="connsiteX9658" fmla="*/ 10914663 w 12188965"/>
              <a:gd name="connsiteY9658" fmla="*/ 1288750 h 2053176"/>
              <a:gd name="connsiteX9659" fmla="*/ 10940321 w 12188965"/>
              <a:gd name="connsiteY9659" fmla="*/ 1263091 h 2053176"/>
              <a:gd name="connsiteX9660" fmla="*/ 10683501 w 12188965"/>
              <a:gd name="connsiteY9660" fmla="*/ 1263091 h 2053176"/>
              <a:gd name="connsiteX9661" fmla="*/ 10709159 w 12188965"/>
              <a:gd name="connsiteY9661" fmla="*/ 1288750 h 2053176"/>
              <a:gd name="connsiteX9662" fmla="*/ 10683501 w 12188965"/>
              <a:gd name="connsiteY9662" fmla="*/ 1314409 h 2053176"/>
              <a:gd name="connsiteX9663" fmla="*/ 10657843 w 12188965"/>
              <a:gd name="connsiteY9663" fmla="*/ 1288750 h 2053176"/>
              <a:gd name="connsiteX9664" fmla="*/ 10683501 w 12188965"/>
              <a:gd name="connsiteY9664" fmla="*/ 1263091 h 2053176"/>
              <a:gd name="connsiteX9665" fmla="*/ 10619297 w 12188965"/>
              <a:gd name="connsiteY9665" fmla="*/ 1263091 h 2053176"/>
              <a:gd name="connsiteX9666" fmla="*/ 10644955 w 12188965"/>
              <a:gd name="connsiteY9666" fmla="*/ 1288750 h 2053176"/>
              <a:gd name="connsiteX9667" fmla="*/ 10619297 w 12188965"/>
              <a:gd name="connsiteY9667" fmla="*/ 1314409 h 2053176"/>
              <a:gd name="connsiteX9668" fmla="*/ 10593639 w 12188965"/>
              <a:gd name="connsiteY9668" fmla="*/ 1288750 h 2053176"/>
              <a:gd name="connsiteX9669" fmla="*/ 10619297 w 12188965"/>
              <a:gd name="connsiteY9669" fmla="*/ 1263091 h 2053176"/>
              <a:gd name="connsiteX9670" fmla="*/ 10555092 w 12188965"/>
              <a:gd name="connsiteY9670" fmla="*/ 1263091 h 2053176"/>
              <a:gd name="connsiteX9671" fmla="*/ 10580751 w 12188965"/>
              <a:gd name="connsiteY9671" fmla="*/ 1288750 h 2053176"/>
              <a:gd name="connsiteX9672" fmla="*/ 10555092 w 12188965"/>
              <a:gd name="connsiteY9672" fmla="*/ 1314409 h 2053176"/>
              <a:gd name="connsiteX9673" fmla="*/ 10529432 w 12188965"/>
              <a:gd name="connsiteY9673" fmla="*/ 1288750 h 2053176"/>
              <a:gd name="connsiteX9674" fmla="*/ 10555092 w 12188965"/>
              <a:gd name="connsiteY9674" fmla="*/ 1263091 h 2053176"/>
              <a:gd name="connsiteX9675" fmla="*/ 10490885 w 12188965"/>
              <a:gd name="connsiteY9675" fmla="*/ 1263091 h 2053176"/>
              <a:gd name="connsiteX9676" fmla="*/ 10516544 w 12188965"/>
              <a:gd name="connsiteY9676" fmla="*/ 1288750 h 2053176"/>
              <a:gd name="connsiteX9677" fmla="*/ 10490885 w 12188965"/>
              <a:gd name="connsiteY9677" fmla="*/ 1314409 h 2053176"/>
              <a:gd name="connsiteX9678" fmla="*/ 10465227 w 12188965"/>
              <a:gd name="connsiteY9678" fmla="*/ 1288750 h 2053176"/>
              <a:gd name="connsiteX9679" fmla="*/ 10490885 w 12188965"/>
              <a:gd name="connsiteY9679" fmla="*/ 1263091 h 2053176"/>
              <a:gd name="connsiteX9680" fmla="*/ 10362474 w 12188965"/>
              <a:gd name="connsiteY9680" fmla="*/ 1263091 h 2053176"/>
              <a:gd name="connsiteX9681" fmla="*/ 10388135 w 12188965"/>
              <a:gd name="connsiteY9681" fmla="*/ 1288750 h 2053176"/>
              <a:gd name="connsiteX9682" fmla="*/ 10362474 w 12188965"/>
              <a:gd name="connsiteY9682" fmla="*/ 1314409 h 2053176"/>
              <a:gd name="connsiteX9683" fmla="*/ 10336816 w 12188965"/>
              <a:gd name="connsiteY9683" fmla="*/ 1288750 h 2053176"/>
              <a:gd name="connsiteX9684" fmla="*/ 10362474 w 12188965"/>
              <a:gd name="connsiteY9684" fmla="*/ 1263091 h 2053176"/>
              <a:gd name="connsiteX9685" fmla="*/ 10298270 w 12188965"/>
              <a:gd name="connsiteY9685" fmla="*/ 1263091 h 2053176"/>
              <a:gd name="connsiteX9686" fmla="*/ 10323928 w 12188965"/>
              <a:gd name="connsiteY9686" fmla="*/ 1288750 h 2053176"/>
              <a:gd name="connsiteX9687" fmla="*/ 10298270 w 12188965"/>
              <a:gd name="connsiteY9687" fmla="*/ 1314409 h 2053176"/>
              <a:gd name="connsiteX9688" fmla="*/ 10272611 w 12188965"/>
              <a:gd name="connsiteY9688" fmla="*/ 1288750 h 2053176"/>
              <a:gd name="connsiteX9689" fmla="*/ 10298270 w 12188965"/>
              <a:gd name="connsiteY9689" fmla="*/ 1263091 h 2053176"/>
              <a:gd name="connsiteX9690" fmla="*/ 10234065 w 12188965"/>
              <a:gd name="connsiteY9690" fmla="*/ 1263091 h 2053176"/>
              <a:gd name="connsiteX9691" fmla="*/ 10259723 w 12188965"/>
              <a:gd name="connsiteY9691" fmla="*/ 1288750 h 2053176"/>
              <a:gd name="connsiteX9692" fmla="*/ 10234065 w 12188965"/>
              <a:gd name="connsiteY9692" fmla="*/ 1314409 h 2053176"/>
              <a:gd name="connsiteX9693" fmla="*/ 10208404 w 12188965"/>
              <a:gd name="connsiteY9693" fmla="*/ 1288750 h 2053176"/>
              <a:gd name="connsiteX9694" fmla="*/ 10234065 w 12188965"/>
              <a:gd name="connsiteY9694" fmla="*/ 1263091 h 2053176"/>
              <a:gd name="connsiteX9695" fmla="*/ 10105654 w 12188965"/>
              <a:gd name="connsiteY9695" fmla="*/ 1263091 h 2053176"/>
              <a:gd name="connsiteX9696" fmla="*/ 10131312 w 12188965"/>
              <a:gd name="connsiteY9696" fmla="*/ 1288750 h 2053176"/>
              <a:gd name="connsiteX9697" fmla="*/ 10105654 w 12188965"/>
              <a:gd name="connsiteY9697" fmla="*/ 1314409 h 2053176"/>
              <a:gd name="connsiteX9698" fmla="*/ 10079996 w 12188965"/>
              <a:gd name="connsiteY9698" fmla="*/ 1288750 h 2053176"/>
              <a:gd name="connsiteX9699" fmla="*/ 10105654 w 12188965"/>
              <a:gd name="connsiteY9699" fmla="*/ 1263091 h 2053176"/>
              <a:gd name="connsiteX9700" fmla="*/ 9720307 w 12188965"/>
              <a:gd name="connsiteY9700" fmla="*/ 1263091 h 2053176"/>
              <a:gd name="connsiteX9701" fmla="*/ 9745965 w 12188965"/>
              <a:gd name="connsiteY9701" fmla="*/ 1288750 h 2053176"/>
              <a:gd name="connsiteX9702" fmla="*/ 9720307 w 12188965"/>
              <a:gd name="connsiteY9702" fmla="*/ 1314409 h 2053176"/>
              <a:gd name="connsiteX9703" fmla="*/ 9694646 w 12188965"/>
              <a:gd name="connsiteY9703" fmla="*/ 1288750 h 2053176"/>
              <a:gd name="connsiteX9704" fmla="*/ 9720307 w 12188965"/>
              <a:gd name="connsiteY9704" fmla="*/ 1263091 h 2053176"/>
              <a:gd name="connsiteX9705" fmla="*/ 9591896 w 12188965"/>
              <a:gd name="connsiteY9705" fmla="*/ 1263091 h 2053176"/>
              <a:gd name="connsiteX9706" fmla="*/ 9617554 w 12188965"/>
              <a:gd name="connsiteY9706" fmla="*/ 1288750 h 2053176"/>
              <a:gd name="connsiteX9707" fmla="*/ 9591896 w 12188965"/>
              <a:gd name="connsiteY9707" fmla="*/ 1314409 h 2053176"/>
              <a:gd name="connsiteX9708" fmla="*/ 9566238 w 12188965"/>
              <a:gd name="connsiteY9708" fmla="*/ 1288750 h 2053176"/>
              <a:gd name="connsiteX9709" fmla="*/ 9591896 w 12188965"/>
              <a:gd name="connsiteY9709" fmla="*/ 1263091 h 2053176"/>
              <a:gd name="connsiteX9710" fmla="*/ 9527689 w 12188965"/>
              <a:gd name="connsiteY9710" fmla="*/ 1263091 h 2053176"/>
              <a:gd name="connsiteX9711" fmla="*/ 9553350 w 12188965"/>
              <a:gd name="connsiteY9711" fmla="*/ 1288750 h 2053176"/>
              <a:gd name="connsiteX9712" fmla="*/ 9527689 w 12188965"/>
              <a:gd name="connsiteY9712" fmla="*/ 1314409 h 2053176"/>
              <a:gd name="connsiteX9713" fmla="*/ 9502031 w 12188965"/>
              <a:gd name="connsiteY9713" fmla="*/ 1288750 h 2053176"/>
              <a:gd name="connsiteX9714" fmla="*/ 9527689 w 12188965"/>
              <a:gd name="connsiteY9714" fmla="*/ 1263091 h 2053176"/>
              <a:gd name="connsiteX9715" fmla="*/ 9463485 w 12188965"/>
              <a:gd name="connsiteY9715" fmla="*/ 1263091 h 2053176"/>
              <a:gd name="connsiteX9716" fmla="*/ 9489143 w 12188965"/>
              <a:gd name="connsiteY9716" fmla="*/ 1288750 h 2053176"/>
              <a:gd name="connsiteX9717" fmla="*/ 9463485 w 12188965"/>
              <a:gd name="connsiteY9717" fmla="*/ 1314409 h 2053176"/>
              <a:gd name="connsiteX9718" fmla="*/ 9437826 w 12188965"/>
              <a:gd name="connsiteY9718" fmla="*/ 1288750 h 2053176"/>
              <a:gd name="connsiteX9719" fmla="*/ 9463485 w 12188965"/>
              <a:gd name="connsiteY9719" fmla="*/ 1263091 h 2053176"/>
              <a:gd name="connsiteX9720" fmla="*/ 9335073 w 12188965"/>
              <a:gd name="connsiteY9720" fmla="*/ 1263091 h 2053176"/>
              <a:gd name="connsiteX9721" fmla="*/ 9360734 w 12188965"/>
              <a:gd name="connsiteY9721" fmla="*/ 1288750 h 2053176"/>
              <a:gd name="connsiteX9722" fmla="*/ 9335073 w 12188965"/>
              <a:gd name="connsiteY9722" fmla="*/ 1314409 h 2053176"/>
              <a:gd name="connsiteX9723" fmla="*/ 9309415 w 12188965"/>
              <a:gd name="connsiteY9723" fmla="*/ 1288750 h 2053176"/>
              <a:gd name="connsiteX9724" fmla="*/ 9335073 w 12188965"/>
              <a:gd name="connsiteY9724" fmla="*/ 1263091 h 2053176"/>
              <a:gd name="connsiteX9725" fmla="*/ 9078253 w 12188965"/>
              <a:gd name="connsiteY9725" fmla="*/ 1263091 h 2053176"/>
              <a:gd name="connsiteX9726" fmla="*/ 9103911 w 12188965"/>
              <a:gd name="connsiteY9726" fmla="*/ 1288750 h 2053176"/>
              <a:gd name="connsiteX9727" fmla="*/ 9078253 w 12188965"/>
              <a:gd name="connsiteY9727" fmla="*/ 1314409 h 2053176"/>
              <a:gd name="connsiteX9728" fmla="*/ 9052595 w 12188965"/>
              <a:gd name="connsiteY9728" fmla="*/ 1288750 h 2053176"/>
              <a:gd name="connsiteX9729" fmla="*/ 9078253 w 12188965"/>
              <a:gd name="connsiteY9729" fmla="*/ 1263091 h 2053176"/>
              <a:gd name="connsiteX9730" fmla="*/ 9014049 w 12188965"/>
              <a:gd name="connsiteY9730" fmla="*/ 1263091 h 2053176"/>
              <a:gd name="connsiteX9731" fmla="*/ 9039707 w 12188965"/>
              <a:gd name="connsiteY9731" fmla="*/ 1288750 h 2053176"/>
              <a:gd name="connsiteX9732" fmla="*/ 9014049 w 12188965"/>
              <a:gd name="connsiteY9732" fmla="*/ 1314409 h 2053176"/>
              <a:gd name="connsiteX9733" fmla="*/ 8988388 w 12188965"/>
              <a:gd name="connsiteY9733" fmla="*/ 1288750 h 2053176"/>
              <a:gd name="connsiteX9734" fmla="*/ 9014049 w 12188965"/>
              <a:gd name="connsiteY9734" fmla="*/ 1263091 h 2053176"/>
              <a:gd name="connsiteX9735" fmla="*/ 8821433 w 12188965"/>
              <a:gd name="connsiteY9735" fmla="*/ 1263091 h 2053176"/>
              <a:gd name="connsiteX9736" fmla="*/ 8847091 w 12188965"/>
              <a:gd name="connsiteY9736" fmla="*/ 1288750 h 2053176"/>
              <a:gd name="connsiteX9737" fmla="*/ 8821433 w 12188965"/>
              <a:gd name="connsiteY9737" fmla="*/ 1314409 h 2053176"/>
              <a:gd name="connsiteX9738" fmla="*/ 8795772 w 12188965"/>
              <a:gd name="connsiteY9738" fmla="*/ 1288750 h 2053176"/>
              <a:gd name="connsiteX9739" fmla="*/ 8821433 w 12188965"/>
              <a:gd name="connsiteY9739" fmla="*/ 1263091 h 2053176"/>
              <a:gd name="connsiteX9740" fmla="*/ 8757226 w 12188965"/>
              <a:gd name="connsiteY9740" fmla="*/ 1263091 h 2053176"/>
              <a:gd name="connsiteX9741" fmla="*/ 8782887 w 12188965"/>
              <a:gd name="connsiteY9741" fmla="*/ 1288750 h 2053176"/>
              <a:gd name="connsiteX9742" fmla="*/ 8757226 w 12188965"/>
              <a:gd name="connsiteY9742" fmla="*/ 1314409 h 2053176"/>
              <a:gd name="connsiteX9743" fmla="*/ 8731568 w 12188965"/>
              <a:gd name="connsiteY9743" fmla="*/ 1288750 h 2053176"/>
              <a:gd name="connsiteX9744" fmla="*/ 8757226 w 12188965"/>
              <a:gd name="connsiteY9744" fmla="*/ 1263091 h 2053176"/>
              <a:gd name="connsiteX9745" fmla="*/ 8692904 w 12188965"/>
              <a:gd name="connsiteY9745" fmla="*/ 1263091 h 2053176"/>
              <a:gd name="connsiteX9746" fmla="*/ 8718565 w 12188965"/>
              <a:gd name="connsiteY9746" fmla="*/ 1288750 h 2053176"/>
              <a:gd name="connsiteX9747" fmla="*/ 8692904 w 12188965"/>
              <a:gd name="connsiteY9747" fmla="*/ 1314409 h 2053176"/>
              <a:gd name="connsiteX9748" fmla="*/ 8667246 w 12188965"/>
              <a:gd name="connsiteY9748" fmla="*/ 1288750 h 2053176"/>
              <a:gd name="connsiteX9749" fmla="*/ 8692904 w 12188965"/>
              <a:gd name="connsiteY9749" fmla="*/ 1263091 h 2053176"/>
              <a:gd name="connsiteX9750" fmla="*/ 8564495 w 12188965"/>
              <a:gd name="connsiteY9750" fmla="*/ 1263091 h 2053176"/>
              <a:gd name="connsiteX9751" fmla="*/ 8590153 w 12188965"/>
              <a:gd name="connsiteY9751" fmla="*/ 1288750 h 2053176"/>
              <a:gd name="connsiteX9752" fmla="*/ 8564495 w 12188965"/>
              <a:gd name="connsiteY9752" fmla="*/ 1314409 h 2053176"/>
              <a:gd name="connsiteX9753" fmla="*/ 8538837 w 12188965"/>
              <a:gd name="connsiteY9753" fmla="*/ 1288750 h 2053176"/>
              <a:gd name="connsiteX9754" fmla="*/ 8564495 w 12188965"/>
              <a:gd name="connsiteY9754" fmla="*/ 1263091 h 2053176"/>
              <a:gd name="connsiteX9755" fmla="*/ 8500288 w 12188965"/>
              <a:gd name="connsiteY9755" fmla="*/ 1263091 h 2053176"/>
              <a:gd name="connsiteX9756" fmla="*/ 8525949 w 12188965"/>
              <a:gd name="connsiteY9756" fmla="*/ 1288750 h 2053176"/>
              <a:gd name="connsiteX9757" fmla="*/ 8500288 w 12188965"/>
              <a:gd name="connsiteY9757" fmla="*/ 1314409 h 2053176"/>
              <a:gd name="connsiteX9758" fmla="*/ 8474630 w 12188965"/>
              <a:gd name="connsiteY9758" fmla="*/ 1288750 h 2053176"/>
              <a:gd name="connsiteX9759" fmla="*/ 8500288 w 12188965"/>
              <a:gd name="connsiteY9759" fmla="*/ 1263091 h 2053176"/>
              <a:gd name="connsiteX9760" fmla="*/ 8115057 w 12188965"/>
              <a:gd name="connsiteY9760" fmla="*/ 1263091 h 2053176"/>
              <a:gd name="connsiteX9761" fmla="*/ 8140717 w 12188965"/>
              <a:gd name="connsiteY9761" fmla="*/ 1288750 h 2053176"/>
              <a:gd name="connsiteX9762" fmla="*/ 8115057 w 12188965"/>
              <a:gd name="connsiteY9762" fmla="*/ 1314409 h 2053176"/>
              <a:gd name="connsiteX9763" fmla="*/ 8089398 w 12188965"/>
              <a:gd name="connsiteY9763" fmla="*/ 1288750 h 2053176"/>
              <a:gd name="connsiteX9764" fmla="*/ 8115057 w 12188965"/>
              <a:gd name="connsiteY9764" fmla="*/ 1263091 h 2053176"/>
              <a:gd name="connsiteX9765" fmla="*/ 8050852 w 12188965"/>
              <a:gd name="connsiteY9765" fmla="*/ 1263091 h 2053176"/>
              <a:gd name="connsiteX9766" fmla="*/ 8076510 w 12188965"/>
              <a:gd name="connsiteY9766" fmla="*/ 1288750 h 2053176"/>
              <a:gd name="connsiteX9767" fmla="*/ 8050852 w 12188965"/>
              <a:gd name="connsiteY9767" fmla="*/ 1314409 h 2053176"/>
              <a:gd name="connsiteX9768" fmla="*/ 8025194 w 12188965"/>
              <a:gd name="connsiteY9768" fmla="*/ 1288750 h 2053176"/>
              <a:gd name="connsiteX9769" fmla="*/ 8050852 w 12188965"/>
              <a:gd name="connsiteY9769" fmla="*/ 1263091 h 2053176"/>
              <a:gd name="connsiteX9770" fmla="*/ 7986648 w 12188965"/>
              <a:gd name="connsiteY9770" fmla="*/ 1263091 h 2053176"/>
              <a:gd name="connsiteX9771" fmla="*/ 8012306 w 12188965"/>
              <a:gd name="connsiteY9771" fmla="*/ 1288750 h 2053176"/>
              <a:gd name="connsiteX9772" fmla="*/ 7986648 w 12188965"/>
              <a:gd name="connsiteY9772" fmla="*/ 1314409 h 2053176"/>
              <a:gd name="connsiteX9773" fmla="*/ 7960990 w 12188965"/>
              <a:gd name="connsiteY9773" fmla="*/ 1288750 h 2053176"/>
              <a:gd name="connsiteX9774" fmla="*/ 7986648 w 12188965"/>
              <a:gd name="connsiteY9774" fmla="*/ 1263091 h 2053176"/>
              <a:gd name="connsiteX9775" fmla="*/ 7922444 w 12188965"/>
              <a:gd name="connsiteY9775" fmla="*/ 1263091 h 2053176"/>
              <a:gd name="connsiteX9776" fmla="*/ 7948102 w 12188965"/>
              <a:gd name="connsiteY9776" fmla="*/ 1288750 h 2053176"/>
              <a:gd name="connsiteX9777" fmla="*/ 7922444 w 12188965"/>
              <a:gd name="connsiteY9777" fmla="*/ 1314409 h 2053176"/>
              <a:gd name="connsiteX9778" fmla="*/ 7896783 w 12188965"/>
              <a:gd name="connsiteY9778" fmla="*/ 1288750 h 2053176"/>
              <a:gd name="connsiteX9779" fmla="*/ 7922444 w 12188965"/>
              <a:gd name="connsiteY9779" fmla="*/ 1263091 h 2053176"/>
              <a:gd name="connsiteX9780" fmla="*/ 7858237 w 12188965"/>
              <a:gd name="connsiteY9780" fmla="*/ 1263091 h 2053176"/>
              <a:gd name="connsiteX9781" fmla="*/ 7883895 w 12188965"/>
              <a:gd name="connsiteY9781" fmla="*/ 1288750 h 2053176"/>
              <a:gd name="connsiteX9782" fmla="*/ 7858237 w 12188965"/>
              <a:gd name="connsiteY9782" fmla="*/ 1314409 h 2053176"/>
              <a:gd name="connsiteX9783" fmla="*/ 7832578 w 12188965"/>
              <a:gd name="connsiteY9783" fmla="*/ 1288750 h 2053176"/>
              <a:gd name="connsiteX9784" fmla="*/ 7858237 w 12188965"/>
              <a:gd name="connsiteY9784" fmla="*/ 1263091 h 2053176"/>
              <a:gd name="connsiteX9785" fmla="*/ 7794032 w 12188965"/>
              <a:gd name="connsiteY9785" fmla="*/ 1263091 h 2053176"/>
              <a:gd name="connsiteX9786" fmla="*/ 7819690 w 12188965"/>
              <a:gd name="connsiteY9786" fmla="*/ 1288750 h 2053176"/>
              <a:gd name="connsiteX9787" fmla="*/ 7794032 w 12188965"/>
              <a:gd name="connsiteY9787" fmla="*/ 1314409 h 2053176"/>
              <a:gd name="connsiteX9788" fmla="*/ 7768371 w 12188965"/>
              <a:gd name="connsiteY9788" fmla="*/ 1288750 h 2053176"/>
              <a:gd name="connsiteX9789" fmla="*/ 7794032 w 12188965"/>
              <a:gd name="connsiteY9789" fmla="*/ 1263091 h 2053176"/>
              <a:gd name="connsiteX9790" fmla="*/ 7729825 w 12188965"/>
              <a:gd name="connsiteY9790" fmla="*/ 1263091 h 2053176"/>
              <a:gd name="connsiteX9791" fmla="*/ 7755486 w 12188965"/>
              <a:gd name="connsiteY9791" fmla="*/ 1288750 h 2053176"/>
              <a:gd name="connsiteX9792" fmla="*/ 7729825 w 12188965"/>
              <a:gd name="connsiteY9792" fmla="*/ 1314409 h 2053176"/>
              <a:gd name="connsiteX9793" fmla="*/ 7704167 w 12188965"/>
              <a:gd name="connsiteY9793" fmla="*/ 1288750 h 2053176"/>
              <a:gd name="connsiteX9794" fmla="*/ 7729825 w 12188965"/>
              <a:gd name="connsiteY9794" fmla="*/ 1263091 h 2053176"/>
              <a:gd name="connsiteX9795" fmla="*/ 7665621 w 12188965"/>
              <a:gd name="connsiteY9795" fmla="*/ 1263091 h 2053176"/>
              <a:gd name="connsiteX9796" fmla="*/ 7691279 w 12188965"/>
              <a:gd name="connsiteY9796" fmla="*/ 1288750 h 2053176"/>
              <a:gd name="connsiteX9797" fmla="*/ 7665621 w 12188965"/>
              <a:gd name="connsiteY9797" fmla="*/ 1314409 h 2053176"/>
              <a:gd name="connsiteX9798" fmla="*/ 7639963 w 12188965"/>
              <a:gd name="connsiteY9798" fmla="*/ 1288750 h 2053176"/>
              <a:gd name="connsiteX9799" fmla="*/ 7665621 w 12188965"/>
              <a:gd name="connsiteY9799" fmla="*/ 1263091 h 2053176"/>
              <a:gd name="connsiteX9800" fmla="*/ 7601299 w 12188965"/>
              <a:gd name="connsiteY9800" fmla="*/ 1263091 h 2053176"/>
              <a:gd name="connsiteX9801" fmla="*/ 7626959 w 12188965"/>
              <a:gd name="connsiteY9801" fmla="*/ 1288750 h 2053176"/>
              <a:gd name="connsiteX9802" fmla="*/ 7601299 w 12188965"/>
              <a:gd name="connsiteY9802" fmla="*/ 1314409 h 2053176"/>
              <a:gd name="connsiteX9803" fmla="*/ 7575640 w 12188965"/>
              <a:gd name="connsiteY9803" fmla="*/ 1288750 h 2053176"/>
              <a:gd name="connsiteX9804" fmla="*/ 7601299 w 12188965"/>
              <a:gd name="connsiteY9804" fmla="*/ 1263091 h 2053176"/>
              <a:gd name="connsiteX9805" fmla="*/ 7537094 w 12188965"/>
              <a:gd name="connsiteY9805" fmla="*/ 1263091 h 2053176"/>
              <a:gd name="connsiteX9806" fmla="*/ 7562752 w 12188965"/>
              <a:gd name="connsiteY9806" fmla="*/ 1288750 h 2053176"/>
              <a:gd name="connsiteX9807" fmla="*/ 7537094 w 12188965"/>
              <a:gd name="connsiteY9807" fmla="*/ 1314409 h 2053176"/>
              <a:gd name="connsiteX9808" fmla="*/ 7511436 w 12188965"/>
              <a:gd name="connsiteY9808" fmla="*/ 1288750 h 2053176"/>
              <a:gd name="connsiteX9809" fmla="*/ 7537094 w 12188965"/>
              <a:gd name="connsiteY9809" fmla="*/ 1263091 h 2053176"/>
              <a:gd name="connsiteX9810" fmla="*/ 7472890 w 12188965"/>
              <a:gd name="connsiteY9810" fmla="*/ 1263091 h 2053176"/>
              <a:gd name="connsiteX9811" fmla="*/ 7498548 w 12188965"/>
              <a:gd name="connsiteY9811" fmla="*/ 1288750 h 2053176"/>
              <a:gd name="connsiteX9812" fmla="*/ 7472890 w 12188965"/>
              <a:gd name="connsiteY9812" fmla="*/ 1314409 h 2053176"/>
              <a:gd name="connsiteX9813" fmla="*/ 7447229 w 12188965"/>
              <a:gd name="connsiteY9813" fmla="*/ 1288750 h 2053176"/>
              <a:gd name="connsiteX9814" fmla="*/ 7472890 w 12188965"/>
              <a:gd name="connsiteY9814" fmla="*/ 1263091 h 2053176"/>
              <a:gd name="connsiteX9815" fmla="*/ 7216067 w 12188965"/>
              <a:gd name="connsiteY9815" fmla="*/ 1263091 h 2053176"/>
              <a:gd name="connsiteX9816" fmla="*/ 7241725 w 12188965"/>
              <a:gd name="connsiteY9816" fmla="*/ 1288750 h 2053176"/>
              <a:gd name="connsiteX9817" fmla="*/ 7216067 w 12188965"/>
              <a:gd name="connsiteY9817" fmla="*/ 1314409 h 2053176"/>
              <a:gd name="connsiteX9818" fmla="*/ 7190409 w 12188965"/>
              <a:gd name="connsiteY9818" fmla="*/ 1288750 h 2053176"/>
              <a:gd name="connsiteX9819" fmla="*/ 7216067 w 12188965"/>
              <a:gd name="connsiteY9819" fmla="*/ 1263091 h 2053176"/>
              <a:gd name="connsiteX9820" fmla="*/ 7151863 w 12188965"/>
              <a:gd name="connsiteY9820" fmla="*/ 1263091 h 2053176"/>
              <a:gd name="connsiteX9821" fmla="*/ 7177521 w 12188965"/>
              <a:gd name="connsiteY9821" fmla="*/ 1288750 h 2053176"/>
              <a:gd name="connsiteX9822" fmla="*/ 7151863 w 12188965"/>
              <a:gd name="connsiteY9822" fmla="*/ 1314409 h 2053176"/>
              <a:gd name="connsiteX9823" fmla="*/ 7126205 w 12188965"/>
              <a:gd name="connsiteY9823" fmla="*/ 1288750 h 2053176"/>
              <a:gd name="connsiteX9824" fmla="*/ 7151863 w 12188965"/>
              <a:gd name="connsiteY9824" fmla="*/ 1263091 h 2053176"/>
              <a:gd name="connsiteX9825" fmla="*/ 7087658 w 12188965"/>
              <a:gd name="connsiteY9825" fmla="*/ 1263091 h 2053176"/>
              <a:gd name="connsiteX9826" fmla="*/ 7113317 w 12188965"/>
              <a:gd name="connsiteY9826" fmla="*/ 1288750 h 2053176"/>
              <a:gd name="connsiteX9827" fmla="*/ 7087658 w 12188965"/>
              <a:gd name="connsiteY9827" fmla="*/ 1314409 h 2053176"/>
              <a:gd name="connsiteX9828" fmla="*/ 7061998 w 12188965"/>
              <a:gd name="connsiteY9828" fmla="*/ 1288750 h 2053176"/>
              <a:gd name="connsiteX9829" fmla="*/ 7087658 w 12188965"/>
              <a:gd name="connsiteY9829" fmla="*/ 1263091 h 2053176"/>
              <a:gd name="connsiteX9830" fmla="*/ 6895043 w 12188965"/>
              <a:gd name="connsiteY9830" fmla="*/ 1263091 h 2053176"/>
              <a:gd name="connsiteX9831" fmla="*/ 6920701 w 12188965"/>
              <a:gd name="connsiteY9831" fmla="*/ 1288750 h 2053176"/>
              <a:gd name="connsiteX9832" fmla="*/ 6895043 w 12188965"/>
              <a:gd name="connsiteY9832" fmla="*/ 1314409 h 2053176"/>
              <a:gd name="connsiteX9833" fmla="*/ 6869382 w 12188965"/>
              <a:gd name="connsiteY9833" fmla="*/ 1288750 h 2053176"/>
              <a:gd name="connsiteX9834" fmla="*/ 6895043 w 12188965"/>
              <a:gd name="connsiteY9834" fmla="*/ 1263091 h 2053176"/>
              <a:gd name="connsiteX9835" fmla="*/ 6702427 w 12188965"/>
              <a:gd name="connsiteY9835" fmla="*/ 1263091 h 2053176"/>
              <a:gd name="connsiteX9836" fmla="*/ 6728085 w 12188965"/>
              <a:gd name="connsiteY9836" fmla="*/ 1288750 h 2053176"/>
              <a:gd name="connsiteX9837" fmla="*/ 6702427 w 12188965"/>
              <a:gd name="connsiteY9837" fmla="*/ 1314409 h 2053176"/>
              <a:gd name="connsiteX9838" fmla="*/ 6676766 w 12188965"/>
              <a:gd name="connsiteY9838" fmla="*/ 1288750 h 2053176"/>
              <a:gd name="connsiteX9839" fmla="*/ 6702427 w 12188965"/>
              <a:gd name="connsiteY9839" fmla="*/ 1263091 h 2053176"/>
              <a:gd name="connsiteX9840" fmla="*/ 6638220 w 12188965"/>
              <a:gd name="connsiteY9840" fmla="*/ 1263091 h 2053176"/>
              <a:gd name="connsiteX9841" fmla="*/ 6663881 w 12188965"/>
              <a:gd name="connsiteY9841" fmla="*/ 1288750 h 2053176"/>
              <a:gd name="connsiteX9842" fmla="*/ 6638220 w 12188965"/>
              <a:gd name="connsiteY9842" fmla="*/ 1314409 h 2053176"/>
              <a:gd name="connsiteX9843" fmla="*/ 6612562 w 12188965"/>
              <a:gd name="connsiteY9843" fmla="*/ 1288750 h 2053176"/>
              <a:gd name="connsiteX9844" fmla="*/ 6638220 w 12188965"/>
              <a:gd name="connsiteY9844" fmla="*/ 1263091 h 2053176"/>
              <a:gd name="connsiteX9845" fmla="*/ 6317078 w 12188965"/>
              <a:gd name="connsiteY9845" fmla="*/ 1263091 h 2053176"/>
              <a:gd name="connsiteX9846" fmla="*/ 6342736 w 12188965"/>
              <a:gd name="connsiteY9846" fmla="*/ 1288750 h 2053176"/>
              <a:gd name="connsiteX9847" fmla="*/ 6317078 w 12188965"/>
              <a:gd name="connsiteY9847" fmla="*/ 1314409 h 2053176"/>
              <a:gd name="connsiteX9848" fmla="*/ 6291420 w 12188965"/>
              <a:gd name="connsiteY9848" fmla="*/ 1288750 h 2053176"/>
              <a:gd name="connsiteX9849" fmla="*/ 6317078 w 12188965"/>
              <a:gd name="connsiteY9849" fmla="*/ 1263091 h 2053176"/>
              <a:gd name="connsiteX9850" fmla="*/ 6252873 w 12188965"/>
              <a:gd name="connsiteY9850" fmla="*/ 1263091 h 2053176"/>
              <a:gd name="connsiteX9851" fmla="*/ 6278532 w 12188965"/>
              <a:gd name="connsiteY9851" fmla="*/ 1288750 h 2053176"/>
              <a:gd name="connsiteX9852" fmla="*/ 6252873 w 12188965"/>
              <a:gd name="connsiteY9852" fmla="*/ 1314409 h 2053176"/>
              <a:gd name="connsiteX9853" fmla="*/ 6227213 w 12188965"/>
              <a:gd name="connsiteY9853" fmla="*/ 1288750 h 2053176"/>
              <a:gd name="connsiteX9854" fmla="*/ 6252873 w 12188965"/>
              <a:gd name="connsiteY9854" fmla="*/ 1263091 h 2053176"/>
              <a:gd name="connsiteX9855" fmla="*/ 6188666 w 12188965"/>
              <a:gd name="connsiteY9855" fmla="*/ 1263091 h 2053176"/>
              <a:gd name="connsiteX9856" fmla="*/ 6214327 w 12188965"/>
              <a:gd name="connsiteY9856" fmla="*/ 1288750 h 2053176"/>
              <a:gd name="connsiteX9857" fmla="*/ 6188666 w 12188965"/>
              <a:gd name="connsiteY9857" fmla="*/ 1314409 h 2053176"/>
              <a:gd name="connsiteX9858" fmla="*/ 6163008 w 12188965"/>
              <a:gd name="connsiteY9858" fmla="*/ 1288750 h 2053176"/>
              <a:gd name="connsiteX9859" fmla="*/ 6188666 w 12188965"/>
              <a:gd name="connsiteY9859" fmla="*/ 1263091 h 2053176"/>
              <a:gd name="connsiteX9860" fmla="*/ 6124462 w 12188965"/>
              <a:gd name="connsiteY9860" fmla="*/ 1263091 h 2053176"/>
              <a:gd name="connsiteX9861" fmla="*/ 6150123 w 12188965"/>
              <a:gd name="connsiteY9861" fmla="*/ 1288750 h 2053176"/>
              <a:gd name="connsiteX9862" fmla="*/ 6124462 w 12188965"/>
              <a:gd name="connsiteY9862" fmla="*/ 1314409 h 2053176"/>
              <a:gd name="connsiteX9863" fmla="*/ 6098804 w 12188965"/>
              <a:gd name="connsiteY9863" fmla="*/ 1288750 h 2053176"/>
              <a:gd name="connsiteX9864" fmla="*/ 6124462 w 12188965"/>
              <a:gd name="connsiteY9864" fmla="*/ 1263091 h 2053176"/>
              <a:gd name="connsiteX9865" fmla="*/ 6064505 w 12188965"/>
              <a:gd name="connsiteY9865" fmla="*/ 1263091 h 2053176"/>
              <a:gd name="connsiteX9866" fmla="*/ 6090163 w 12188965"/>
              <a:gd name="connsiteY9866" fmla="*/ 1288750 h 2053176"/>
              <a:gd name="connsiteX9867" fmla="*/ 6064505 w 12188965"/>
              <a:gd name="connsiteY9867" fmla="*/ 1314409 h 2053176"/>
              <a:gd name="connsiteX9868" fmla="*/ 6038844 w 12188965"/>
              <a:gd name="connsiteY9868" fmla="*/ 1288750 h 2053176"/>
              <a:gd name="connsiteX9869" fmla="*/ 6064505 w 12188965"/>
              <a:gd name="connsiteY9869" fmla="*/ 1263091 h 2053176"/>
              <a:gd name="connsiteX9870" fmla="*/ 5743477 w 12188965"/>
              <a:gd name="connsiteY9870" fmla="*/ 1263091 h 2053176"/>
              <a:gd name="connsiteX9871" fmla="*/ 5769136 w 12188965"/>
              <a:gd name="connsiteY9871" fmla="*/ 1288750 h 2053176"/>
              <a:gd name="connsiteX9872" fmla="*/ 5743477 w 12188965"/>
              <a:gd name="connsiteY9872" fmla="*/ 1314409 h 2053176"/>
              <a:gd name="connsiteX9873" fmla="*/ 5717818 w 12188965"/>
              <a:gd name="connsiteY9873" fmla="*/ 1288750 h 2053176"/>
              <a:gd name="connsiteX9874" fmla="*/ 5743477 w 12188965"/>
              <a:gd name="connsiteY9874" fmla="*/ 1263091 h 2053176"/>
              <a:gd name="connsiteX9875" fmla="*/ 5679272 w 12188965"/>
              <a:gd name="connsiteY9875" fmla="*/ 1263091 h 2053176"/>
              <a:gd name="connsiteX9876" fmla="*/ 5704930 w 12188965"/>
              <a:gd name="connsiteY9876" fmla="*/ 1288750 h 2053176"/>
              <a:gd name="connsiteX9877" fmla="*/ 5679272 w 12188965"/>
              <a:gd name="connsiteY9877" fmla="*/ 1314409 h 2053176"/>
              <a:gd name="connsiteX9878" fmla="*/ 5653614 w 12188965"/>
              <a:gd name="connsiteY9878" fmla="*/ 1288750 h 2053176"/>
              <a:gd name="connsiteX9879" fmla="*/ 5679272 w 12188965"/>
              <a:gd name="connsiteY9879" fmla="*/ 1263091 h 2053176"/>
              <a:gd name="connsiteX9880" fmla="*/ 5615066 w 12188965"/>
              <a:gd name="connsiteY9880" fmla="*/ 1263091 h 2053176"/>
              <a:gd name="connsiteX9881" fmla="*/ 5640726 w 12188965"/>
              <a:gd name="connsiteY9881" fmla="*/ 1288750 h 2053176"/>
              <a:gd name="connsiteX9882" fmla="*/ 5615066 w 12188965"/>
              <a:gd name="connsiteY9882" fmla="*/ 1314409 h 2053176"/>
              <a:gd name="connsiteX9883" fmla="*/ 5589407 w 12188965"/>
              <a:gd name="connsiteY9883" fmla="*/ 1288750 h 2053176"/>
              <a:gd name="connsiteX9884" fmla="*/ 5615066 w 12188965"/>
              <a:gd name="connsiteY9884" fmla="*/ 1263091 h 2053176"/>
              <a:gd name="connsiteX9885" fmla="*/ 5486655 w 12188965"/>
              <a:gd name="connsiteY9885" fmla="*/ 1263091 h 2053176"/>
              <a:gd name="connsiteX9886" fmla="*/ 5512316 w 12188965"/>
              <a:gd name="connsiteY9886" fmla="*/ 1288750 h 2053176"/>
              <a:gd name="connsiteX9887" fmla="*/ 5486655 w 12188965"/>
              <a:gd name="connsiteY9887" fmla="*/ 1314409 h 2053176"/>
              <a:gd name="connsiteX9888" fmla="*/ 5460997 w 12188965"/>
              <a:gd name="connsiteY9888" fmla="*/ 1288750 h 2053176"/>
              <a:gd name="connsiteX9889" fmla="*/ 5486655 w 12188965"/>
              <a:gd name="connsiteY9889" fmla="*/ 1263091 h 2053176"/>
              <a:gd name="connsiteX9890" fmla="*/ 5422451 w 12188965"/>
              <a:gd name="connsiteY9890" fmla="*/ 1263091 h 2053176"/>
              <a:gd name="connsiteX9891" fmla="*/ 5448109 w 12188965"/>
              <a:gd name="connsiteY9891" fmla="*/ 1288750 h 2053176"/>
              <a:gd name="connsiteX9892" fmla="*/ 5422451 w 12188965"/>
              <a:gd name="connsiteY9892" fmla="*/ 1314409 h 2053176"/>
              <a:gd name="connsiteX9893" fmla="*/ 5396791 w 12188965"/>
              <a:gd name="connsiteY9893" fmla="*/ 1288750 h 2053176"/>
              <a:gd name="connsiteX9894" fmla="*/ 5422451 w 12188965"/>
              <a:gd name="connsiteY9894" fmla="*/ 1263091 h 2053176"/>
              <a:gd name="connsiteX9895" fmla="*/ 5229719 w 12188965"/>
              <a:gd name="connsiteY9895" fmla="*/ 1263091 h 2053176"/>
              <a:gd name="connsiteX9896" fmla="*/ 5255377 w 12188965"/>
              <a:gd name="connsiteY9896" fmla="*/ 1288750 h 2053176"/>
              <a:gd name="connsiteX9897" fmla="*/ 5229719 w 12188965"/>
              <a:gd name="connsiteY9897" fmla="*/ 1314409 h 2053176"/>
              <a:gd name="connsiteX9898" fmla="*/ 5204058 w 12188965"/>
              <a:gd name="connsiteY9898" fmla="*/ 1288750 h 2053176"/>
              <a:gd name="connsiteX9899" fmla="*/ 5229719 w 12188965"/>
              <a:gd name="connsiteY9899" fmla="*/ 1263091 h 2053176"/>
              <a:gd name="connsiteX9900" fmla="*/ 4972896 w 12188965"/>
              <a:gd name="connsiteY9900" fmla="*/ 1263091 h 2053176"/>
              <a:gd name="connsiteX9901" fmla="*/ 4998557 w 12188965"/>
              <a:gd name="connsiteY9901" fmla="*/ 1288750 h 2053176"/>
              <a:gd name="connsiteX9902" fmla="*/ 4972896 w 12188965"/>
              <a:gd name="connsiteY9902" fmla="*/ 1314409 h 2053176"/>
              <a:gd name="connsiteX9903" fmla="*/ 4947240 w 12188965"/>
              <a:gd name="connsiteY9903" fmla="*/ 1288750 h 2053176"/>
              <a:gd name="connsiteX9904" fmla="*/ 4972896 w 12188965"/>
              <a:gd name="connsiteY9904" fmla="*/ 1263091 h 2053176"/>
              <a:gd name="connsiteX9905" fmla="*/ 4908693 w 12188965"/>
              <a:gd name="connsiteY9905" fmla="*/ 1263091 h 2053176"/>
              <a:gd name="connsiteX9906" fmla="*/ 4934352 w 12188965"/>
              <a:gd name="connsiteY9906" fmla="*/ 1288750 h 2053176"/>
              <a:gd name="connsiteX9907" fmla="*/ 4908693 w 12188965"/>
              <a:gd name="connsiteY9907" fmla="*/ 1314409 h 2053176"/>
              <a:gd name="connsiteX9908" fmla="*/ 4883033 w 12188965"/>
              <a:gd name="connsiteY9908" fmla="*/ 1288750 h 2053176"/>
              <a:gd name="connsiteX9909" fmla="*/ 4908693 w 12188965"/>
              <a:gd name="connsiteY9909" fmla="*/ 1263091 h 2053176"/>
              <a:gd name="connsiteX9910" fmla="*/ 4844487 w 12188965"/>
              <a:gd name="connsiteY9910" fmla="*/ 1263091 h 2053176"/>
              <a:gd name="connsiteX9911" fmla="*/ 4870146 w 12188965"/>
              <a:gd name="connsiteY9911" fmla="*/ 1288750 h 2053176"/>
              <a:gd name="connsiteX9912" fmla="*/ 4844487 w 12188965"/>
              <a:gd name="connsiteY9912" fmla="*/ 1314409 h 2053176"/>
              <a:gd name="connsiteX9913" fmla="*/ 4818828 w 12188965"/>
              <a:gd name="connsiteY9913" fmla="*/ 1288750 h 2053176"/>
              <a:gd name="connsiteX9914" fmla="*/ 4844487 w 12188965"/>
              <a:gd name="connsiteY9914" fmla="*/ 1263091 h 2053176"/>
              <a:gd name="connsiteX9915" fmla="*/ 4780282 w 12188965"/>
              <a:gd name="connsiteY9915" fmla="*/ 1263091 h 2053176"/>
              <a:gd name="connsiteX9916" fmla="*/ 4805941 w 12188965"/>
              <a:gd name="connsiteY9916" fmla="*/ 1288750 h 2053176"/>
              <a:gd name="connsiteX9917" fmla="*/ 4780282 w 12188965"/>
              <a:gd name="connsiteY9917" fmla="*/ 1314409 h 2053176"/>
              <a:gd name="connsiteX9918" fmla="*/ 4754622 w 12188965"/>
              <a:gd name="connsiteY9918" fmla="*/ 1288750 h 2053176"/>
              <a:gd name="connsiteX9919" fmla="*/ 4780282 w 12188965"/>
              <a:gd name="connsiteY9919" fmla="*/ 1263091 h 2053176"/>
              <a:gd name="connsiteX9920" fmla="*/ 4651872 w 12188965"/>
              <a:gd name="connsiteY9920" fmla="*/ 1263091 h 2053176"/>
              <a:gd name="connsiteX9921" fmla="*/ 4677531 w 12188965"/>
              <a:gd name="connsiteY9921" fmla="*/ 1288750 h 2053176"/>
              <a:gd name="connsiteX9922" fmla="*/ 4651872 w 12188965"/>
              <a:gd name="connsiteY9922" fmla="*/ 1314409 h 2053176"/>
              <a:gd name="connsiteX9923" fmla="*/ 4626213 w 12188965"/>
              <a:gd name="connsiteY9923" fmla="*/ 1288750 h 2053176"/>
              <a:gd name="connsiteX9924" fmla="*/ 4651872 w 12188965"/>
              <a:gd name="connsiteY9924" fmla="*/ 1263091 h 2053176"/>
              <a:gd name="connsiteX9925" fmla="*/ 4587666 w 12188965"/>
              <a:gd name="connsiteY9925" fmla="*/ 1263091 h 2053176"/>
              <a:gd name="connsiteX9926" fmla="*/ 4613324 w 12188965"/>
              <a:gd name="connsiteY9926" fmla="*/ 1288750 h 2053176"/>
              <a:gd name="connsiteX9927" fmla="*/ 4587666 w 12188965"/>
              <a:gd name="connsiteY9927" fmla="*/ 1314409 h 2053176"/>
              <a:gd name="connsiteX9928" fmla="*/ 4562007 w 12188965"/>
              <a:gd name="connsiteY9928" fmla="*/ 1288750 h 2053176"/>
              <a:gd name="connsiteX9929" fmla="*/ 4587666 w 12188965"/>
              <a:gd name="connsiteY9929" fmla="*/ 1263091 h 2053176"/>
              <a:gd name="connsiteX9930" fmla="*/ 4523461 w 12188965"/>
              <a:gd name="connsiteY9930" fmla="*/ 1263091 h 2053176"/>
              <a:gd name="connsiteX9931" fmla="*/ 4549121 w 12188965"/>
              <a:gd name="connsiteY9931" fmla="*/ 1288750 h 2053176"/>
              <a:gd name="connsiteX9932" fmla="*/ 4523461 w 12188965"/>
              <a:gd name="connsiteY9932" fmla="*/ 1314409 h 2053176"/>
              <a:gd name="connsiteX9933" fmla="*/ 4497802 w 12188965"/>
              <a:gd name="connsiteY9933" fmla="*/ 1288750 h 2053176"/>
              <a:gd name="connsiteX9934" fmla="*/ 4523461 w 12188965"/>
              <a:gd name="connsiteY9934" fmla="*/ 1263091 h 2053176"/>
              <a:gd name="connsiteX9935" fmla="*/ 4395050 w 12188965"/>
              <a:gd name="connsiteY9935" fmla="*/ 1263091 h 2053176"/>
              <a:gd name="connsiteX9936" fmla="*/ 4420710 w 12188965"/>
              <a:gd name="connsiteY9936" fmla="*/ 1288750 h 2053176"/>
              <a:gd name="connsiteX9937" fmla="*/ 4395050 w 12188965"/>
              <a:gd name="connsiteY9937" fmla="*/ 1314409 h 2053176"/>
              <a:gd name="connsiteX9938" fmla="*/ 4369391 w 12188965"/>
              <a:gd name="connsiteY9938" fmla="*/ 1288750 h 2053176"/>
              <a:gd name="connsiteX9939" fmla="*/ 4395050 w 12188965"/>
              <a:gd name="connsiteY9939" fmla="*/ 1263091 h 2053176"/>
              <a:gd name="connsiteX9940" fmla="*/ 4009702 w 12188965"/>
              <a:gd name="connsiteY9940" fmla="*/ 1263091 h 2053176"/>
              <a:gd name="connsiteX9941" fmla="*/ 4035362 w 12188965"/>
              <a:gd name="connsiteY9941" fmla="*/ 1288750 h 2053176"/>
              <a:gd name="connsiteX9942" fmla="*/ 4009702 w 12188965"/>
              <a:gd name="connsiteY9942" fmla="*/ 1314409 h 2053176"/>
              <a:gd name="connsiteX9943" fmla="*/ 3984043 w 12188965"/>
              <a:gd name="connsiteY9943" fmla="*/ 1288750 h 2053176"/>
              <a:gd name="connsiteX9944" fmla="*/ 4009702 w 12188965"/>
              <a:gd name="connsiteY9944" fmla="*/ 1263091 h 2053176"/>
              <a:gd name="connsiteX9945" fmla="*/ 3881291 w 12188965"/>
              <a:gd name="connsiteY9945" fmla="*/ 1263091 h 2053176"/>
              <a:gd name="connsiteX9946" fmla="*/ 3906950 w 12188965"/>
              <a:gd name="connsiteY9946" fmla="*/ 1288750 h 2053176"/>
              <a:gd name="connsiteX9947" fmla="*/ 3881291 w 12188965"/>
              <a:gd name="connsiteY9947" fmla="*/ 1314409 h 2053176"/>
              <a:gd name="connsiteX9948" fmla="*/ 3855633 w 12188965"/>
              <a:gd name="connsiteY9948" fmla="*/ 1288750 h 2053176"/>
              <a:gd name="connsiteX9949" fmla="*/ 3881291 w 12188965"/>
              <a:gd name="connsiteY9949" fmla="*/ 1263091 h 2053176"/>
              <a:gd name="connsiteX9950" fmla="*/ 3817085 w 12188965"/>
              <a:gd name="connsiteY9950" fmla="*/ 1263091 h 2053176"/>
              <a:gd name="connsiteX9951" fmla="*/ 3842745 w 12188965"/>
              <a:gd name="connsiteY9951" fmla="*/ 1288750 h 2053176"/>
              <a:gd name="connsiteX9952" fmla="*/ 3817085 w 12188965"/>
              <a:gd name="connsiteY9952" fmla="*/ 1314409 h 2053176"/>
              <a:gd name="connsiteX9953" fmla="*/ 3791427 w 12188965"/>
              <a:gd name="connsiteY9953" fmla="*/ 1288750 h 2053176"/>
              <a:gd name="connsiteX9954" fmla="*/ 3817085 w 12188965"/>
              <a:gd name="connsiteY9954" fmla="*/ 1263091 h 2053176"/>
              <a:gd name="connsiteX9955" fmla="*/ 3752882 w 12188965"/>
              <a:gd name="connsiteY9955" fmla="*/ 1263091 h 2053176"/>
              <a:gd name="connsiteX9956" fmla="*/ 3778539 w 12188965"/>
              <a:gd name="connsiteY9956" fmla="*/ 1288750 h 2053176"/>
              <a:gd name="connsiteX9957" fmla="*/ 3752882 w 12188965"/>
              <a:gd name="connsiteY9957" fmla="*/ 1314409 h 2053176"/>
              <a:gd name="connsiteX9958" fmla="*/ 3727221 w 12188965"/>
              <a:gd name="connsiteY9958" fmla="*/ 1288750 h 2053176"/>
              <a:gd name="connsiteX9959" fmla="*/ 3752882 w 12188965"/>
              <a:gd name="connsiteY9959" fmla="*/ 1263091 h 2053176"/>
              <a:gd name="connsiteX9960" fmla="*/ 3624472 w 12188965"/>
              <a:gd name="connsiteY9960" fmla="*/ 1263091 h 2053176"/>
              <a:gd name="connsiteX9961" fmla="*/ 3650129 w 12188965"/>
              <a:gd name="connsiteY9961" fmla="*/ 1288750 h 2053176"/>
              <a:gd name="connsiteX9962" fmla="*/ 3624472 w 12188965"/>
              <a:gd name="connsiteY9962" fmla="*/ 1314409 h 2053176"/>
              <a:gd name="connsiteX9963" fmla="*/ 3598810 w 12188965"/>
              <a:gd name="connsiteY9963" fmla="*/ 1288750 h 2053176"/>
              <a:gd name="connsiteX9964" fmla="*/ 3624472 w 12188965"/>
              <a:gd name="connsiteY9964" fmla="*/ 1263091 h 2053176"/>
              <a:gd name="connsiteX9965" fmla="*/ 3367649 w 12188965"/>
              <a:gd name="connsiteY9965" fmla="*/ 1263091 h 2053176"/>
              <a:gd name="connsiteX9966" fmla="*/ 3393308 w 12188965"/>
              <a:gd name="connsiteY9966" fmla="*/ 1288750 h 2053176"/>
              <a:gd name="connsiteX9967" fmla="*/ 3367649 w 12188965"/>
              <a:gd name="connsiteY9967" fmla="*/ 1314409 h 2053176"/>
              <a:gd name="connsiteX9968" fmla="*/ 3341990 w 12188965"/>
              <a:gd name="connsiteY9968" fmla="*/ 1288750 h 2053176"/>
              <a:gd name="connsiteX9969" fmla="*/ 3367649 w 12188965"/>
              <a:gd name="connsiteY9969" fmla="*/ 1263091 h 2053176"/>
              <a:gd name="connsiteX9970" fmla="*/ 3303444 w 12188965"/>
              <a:gd name="connsiteY9970" fmla="*/ 1263091 h 2053176"/>
              <a:gd name="connsiteX9971" fmla="*/ 3329102 w 12188965"/>
              <a:gd name="connsiteY9971" fmla="*/ 1288750 h 2053176"/>
              <a:gd name="connsiteX9972" fmla="*/ 3303444 w 12188965"/>
              <a:gd name="connsiteY9972" fmla="*/ 1314409 h 2053176"/>
              <a:gd name="connsiteX9973" fmla="*/ 3277785 w 12188965"/>
              <a:gd name="connsiteY9973" fmla="*/ 1288750 h 2053176"/>
              <a:gd name="connsiteX9974" fmla="*/ 3303444 w 12188965"/>
              <a:gd name="connsiteY9974" fmla="*/ 1263091 h 2053176"/>
              <a:gd name="connsiteX9975" fmla="*/ 3110828 w 12188965"/>
              <a:gd name="connsiteY9975" fmla="*/ 1263091 h 2053176"/>
              <a:gd name="connsiteX9976" fmla="*/ 3136487 w 12188965"/>
              <a:gd name="connsiteY9976" fmla="*/ 1288750 h 2053176"/>
              <a:gd name="connsiteX9977" fmla="*/ 3110828 w 12188965"/>
              <a:gd name="connsiteY9977" fmla="*/ 1314409 h 2053176"/>
              <a:gd name="connsiteX9978" fmla="*/ 3085170 w 12188965"/>
              <a:gd name="connsiteY9978" fmla="*/ 1288750 h 2053176"/>
              <a:gd name="connsiteX9979" fmla="*/ 3110828 w 12188965"/>
              <a:gd name="connsiteY9979" fmla="*/ 1263091 h 2053176"/>
              <a:gd name="connsiteX9980" fmla="*/ 3046623 w 12188965"/>
              <a:gd name="connsiteY9980" fmla="*/ 1263091 h 2053176"/>
              <a:gd name="connsiteX9981" fmla="*/ 3072282 w 12188965"/>
              <a:gd name="connsiteY9981" fmla="*/ 1288750 h 2053176"/>
              <a:gd name="connsiteX9982" fmla="*/ 3046623 w 12188965"/>
              <a:gd name="connsiteY9982" fmla="*/ 1314409 h 2053176"/>
              <a:gd name="connsiteX9983" fmla="*/ 3020964 w 12188965"/>
              <a:gd name="connsiteY9983" fmla="*/ 1288750 h 2053176"/>
              <a:gd name="connsiteX9984" fmla="*/ 3046623 w 12188965"/>
              <a:gd name="connsiteY9984" fmla="*/ 1263091 h 2053176"/>
              <a:gd name="connsiteX9985" fmla="*/ 2982301 w 12188965"/>
              <a:gd name="connsiteY9985" fmla="*/ 1263091 h 2053176"/>
              <a:gd name="connsiteX9986" fmla="*/ 3007960 w 12188965"/>
              <a:gd name="connsiteY9986" fmla="*/ 1288750 h 2053176"/>
              <a:gd name="connsiteX9987" fmla="*/ 2982301 w 12188965"/>
              <a:gd name="connsiteY9987" fmla="*/ 1314409 h 2053176"/>
              <a:gd name="connsiteX9988" fmla="*/ 2956642 w 12188965"/>
              <a:gd name="connsiteY9988" fmla="*/ 1288750 h 2053176"/>
              <a:gd name="connsiteX9989" fmla="*/ 2982301 w 12188965"/>
              <a:gd name="connsiteY9989" fmla="*/ 1263091 h 2053176"/>
              <a:gd name="connsiteX9990" fmla="*/ 2853890 w 12188965"/>
              <a:gd name="connsiteY9990" fmla="*/ 1263091 h 2053176"/>
              <a:gd name="connsiteX9991" fmla="*/ 2879550 w 12188965"/>
              <a:gd name="connsiteY9991" fmla="*/ 1288750 h 2053176"/>
              <a:gd name="connsiteX9992" fmla="*/ 2853890 w 12188965"/>
              <a:gd name="connsiteY9992" fmla="*/ 1314409 h 2053176"/>
              <a:gd name="connsiteX9993" fmla="*/ 2828231 w 12188965"/>
              <a:gd name="connsiteY9993" fmla="*/ 1288750 h 2053176"/>
              <a:gd name="connsiteX9994" fmla="*/ 2853890 w 12188965"/>
              <a:gd name="connsiteY9994" fmla="*/ 1263091 h 2053176"/>
              <a:gd name="connsiteX9995" fmla="*/ 2789686 w 12188965"/>
              <a:gd name="connsiteY9995" fmla="*/ 1263091 h 2053176"/>
              <a:gd name="connsiteX9996" fmla="*/ 2815344 w 12188965"/>
              <a:gd name="connsiteY9996" fmla="*/ 1288750 h 2053176"/>
              <a:gd name="connsiteX9997" fmla="*/ 2789686 w 12188965"/>
              <a:gd name="connsiteY9997" fmla="*/ 1314409 h 2053176"/>
              <a:gd name="connsiteX9998" fmla="*/ 2764027 w 12188965"/>
              <a:gd name="connsiteY9998" fmla="*/ 1288750 h 2053176"/>
              <a:gd name="connsiteX9999" fmla="*/ 2789686 w 12188965"/>
              <a:gd name="connsiteY9999" fmla="*/ 1263091 h 2053176"/>
              <a:gd name="connsiteX10000" fmla="*/ 2404454 w 12188965"/>
              <a:gd name="connsiteY10000" fmla="*/ 1263091 h 2053176"/>
              <a:gd name="connsiteX10001" fmla="*/ 2430112 w 12188965"/>
              <a:gd name="connsiteY10001" fmla="*/ 1288750 h 2053176"/>
              <a:gd name="connsiteX10002" fmla="*/ 2404454 w 12188965"/>
              <a:gd name="connsiteY10002" fmla="*/ 1314409 h 2053176"/>
              <a:gd name="connsiteX10003" fmla="*/ 2378795 w 12188965"/>
              <a:gd name="connsiteY10003" fmla="*/ 1288750 h 2053176"/>
              <a:gd name="connsiteX10004" fmla="*/ 2404454 w 12188965"/>
              <a:gd name="connsiteY10004" fmla="*/ 1263091 h 2053176"/>
              <a:gd name="connsiteX10005" fmla="*/ 2340249 w 12188965"/>
              <a:gd name="connsiteY10005" fmla="*/ 1263091 h 2053176"/>
              <a:gd name="connsiteX10006" fmla="*/ 2365908 w 12188965"/>
              <a:gd name="connsiteY10006" fmla="*/ 1288750 h 2053176"/>
              <a:gd name="connsiteX10007" fmla="*/ 2340249 w 12188965"/>
              <a:gd name="connsiteY10007" fmla="*/ 1314409 h 2053176"/>
              <a:gd name="connsiteX10008" fmla="*/ 2314590 w 12188965"/>
              <a:gd name="connsiteY10008" fmla="*/ 1288750 h 2053176"/>
              <a:gd name="connsiteX10009" fmla="*/ 2340249 w 12188965"/>
              <a:gd name="connsiteY10009" fmla="*/ 1263091 h 2053176"/>
              <a:gd name="connsiteX10010" fmla="*/ 2276044 w 12188965"/>
              <a:gd name="connsiteY10010" fmla="*/ 1263091 h 2053176"/>
              <a:gd name="connsiteX10011" fmla="*/ 2301702 w 12188965"/>
              <a:gd name="connsiteY10011" fmla="*/ 1288750 h 2053176"/>
              <a:gd name="connsiteX10012" fmla="*/ 2276044 w 12188965"/>
              <a:gd name="connsiteY10012" fmla="*/ 1314409 h 2053176"/>
              <a:gd name="connsiteX10013" fmla="*/ 2250385 w 12188965"/>
              <a:gd name="connsiteY10013" fmla="*/ 1288750 h 2053176"/>
              <a:gd name="connsiteX10014" fmla="*/ 2276044 w 12188965"/>
              <a:gd name="connsiteY10014" fmla="*/ 1263091 h 2053176"/>
              <a:gd name="connsiteX10015" fmla="*/ 2211838 w 12188965"/>
              <a:gd name="connsiteY10015" fmla="*/ 1263091 h 2053176"/>
              <a:gd name="connsiteX10016" fmla="*/ 2237497 w 12188965"/>
              <a:gd name="connsiteY10016" fmla="*/ 1288750 h 2053176"/>
              <a:gd name="connsiteX10017" fmla="*/ 2211838 w 12188965"/>
              <a:gd name="connsiteY10017" fmla="*/ 1314409 h 2053176"/>
              <a:gd name="connsiteX10018" fmla="*/ 2186178 w 12188965"/>
              <a:gd name="connsiteY10018" fmla="*/ 1288750 h 2053176"/>
              <a:gd name="connsiteX10019" fmla="*/ 2211838 w 12188965"/>
              <a:gd name="connsiteY10019" fmla="*/ 1263091 h 2053176"/>
              <a:gd name="connsiteX10020" fmla="*/ 2147633 w 12188965"/>
              <a:gd name="connsiteY10020" fmla="*/ 1263091 h 2053176"/>
              <a:gd name="connsiteX10021" fmla="*/ 2173293 w 12188965"/>
              <a:gd name="connsiteY10021" fmla="*/ 1288750 h 2053176"/>
              <a:gd name="connsiteX10022" fmla="*/ 2147633 w 12188965"/>
              <a:gd name="connsiteY10022" fmla="*/ 1314409 h 2053176"/>
              <a:gd name="connsiteX10023" fmla="*/ 2121975 w 12188965"/>
              <a:gd name="connsiteY10023" fmla="*/ 1288750 h 2053176"/>
              <a:gd name="connsiteX10024" fmla="*/ 2147633 w 12188965"/>
              <a:gd name="connsiteY10024" fmla="*/ 1263091 h 2053176"/>
              <a:gd name="connsiteX10025" fmla="*/ 2083427 w 12188965"/>
              <a:gd name="connsiteY10025" fmla="*/ 1263091 h 2053176"/>
              <a:gd name="connsiteX10026" fmla="*/ 2109087 w 12188965"/>
              <a:gd name="connsiteY10026" fmla="*/ 1288750 h 2053176"/>
              <a:gd name="connsiteX10027" fmla="*/ 2083427 w 12188965"/>
              <a:gd name="connsiteY10027" fmla="*/ 1314409 h 2053176"/>
              <a:gd name="connsiteX10028" fmla="*/ 2057768 w 12188965"/>
              <a:gd name="connsiteY10028" fmla="*/ 1288750 h 2053176"/>
              <a:gd name="connsiteX10029" fmla="*/ 2083427 w 12188965"/>
              <a:gd name="connsiteY10029" fmla="*/ 1263091 h 2053176"/>
              <a:gd name="connsiteX10030" fmla="*/ 2019222 w 12188965"/>
              <a:gd name="connsiteY10030" fmla="*/ 1263091 h 2053176"/>
              <a:gd name="connsiteX10031" fmla="*/ 2044880 w 12188965"/>
              <a:gd name="connsiteY10031" fmla="*/ 1288750 h 2053176"/>
              <a:gd name="connsiteX10032" fmla="*/ 2019222 w 12188965"/>
              <a:gd name="connsiteY10032" fmla="*/ 1314409 h 2053176"/>
              <a:gd name="connsiteX10033" fmla="*/ 1993563 w 12188965"/>
              <a:gd name="connsiteY10033" fmla="*/ 1288750 h 2053176"/>
              <a:gd name="connsiteX10034" fmla="*/ 2019222 w 12188965"/>
              <a:gd name="connsiteY10034" fmla="*/ 1263091 h 2053176"/>
              <a:gd name="connsiteX10035" fmla="*/ 1955016 w 12188965"/>
              <a:gd name="connsiteY10035" fmla="*/ 1263091 h 2053176"/>
              <a:gd name="connsiteX10036" fmla="*/ 1980676 w 12188965"/>
              <a:gd name="connsiteY10036" fmla="*/ 1288750 h 2053176"/>
              <a:gd name="connsiteX10037" fmla="*/ 1955016 w 12188965"/>
              <a:gd name="connsiteY10037" fmla="*/ 1314409 h 2053176"/>
              <a:gd name="connsiteX10038" fmla="*/ 1929358 w 12188965"/>
              <a:gd name="connsiteY10038" fmla="*/ 1288750 h 2053176"/>
              <a:gd name="connsiteX10039" fmla="*/ 1955016 w 12188965"/>
              <a:gd name="connsiteY10039" fmla="*/ 1263091 h 2053176"/>
              <a:gd name="connsiteX10040" fmla="*/ 1890696 w 12188965"/>
              <a:gd name="connsiteY10040" fmla="*/ 1263091 h 2053176"/>
              <a:gd name="connsiteX10041" fmla="*/ 1916355 w 12188965"/>
              <a:gd name="connsiteY10041" fmla="*/ 1288750 h 2053176"/>
              <a:gd name="connsiteX10042" fmla="*/ 1890696 w 12188965"/>
              <a:gd name="connsiteY10042" fmla="*/ 1314409 h 2053176"/>
              <a:gd name="connsiteX10043" fmla="*/ 1865037 w 12188965"/>
              <a:gd name="connsiteY10043" fmla="*/ 1288750 h 2053176"/>
              <a:gd name="connsiteX10044" fmla="*/ 1890696 w 12188965"/>
              <a:gd name="connsiteY10044" fmla="*/ 1263091 h 2053176"/>
              <a:gd name="connsiteX10045" fmla="*/ 1826490 w 12188965"/>
              <a:gd name="connsiteY10045" fmla="*/ 1263091 h 2053176"/>
              <a:gd name="connsiteX10046" fmla="*/ 1852149 w 12188965"/>
              <a:gd name="connsiteY10046" fmla="*/ 1288750 h 2053176"/>
              <a:gd name="connsiteX10047" fmla="*/ 1826490 w 12188965"/>
              <a:gd name="connsiteY10047" fmla="*/ 1314409 h 2053176"/>
              <a:gd name="connsiteX10048" fmla="*/ 1800830 w 12188965"/>
              <a:gd name="connsiteY10048" fmla="*/ 1288750 h 2053176"/>
              <a:gd name="connsiteX10049" fmla="*/ 1826490 w 12188965"/>
              <a:gd name="connsiteY10049" fmla="*/ 1263091 h 2053176"/>
              <a:gd name="connsiteX10050" fmla="*/ 1762285 w 12188965"/>
              <a:gd name="connsiteY10050" fmla="*/ 1263091 h 2053176"/>
              <a:gd name="connsiteX10051" fmla="*/ 1787944 w 12188965"/>
              <a:gd name="connsiteY10051" fmla="*/ 1288750 h 2053176"/>
              <a:gd name="connsiteX10052" fmla="*/ 1762285 w 12188965"/>
              <a:gd name="connsiteY10052" fmla="*/ 1314409 h 2053176"/>
              <a:gd name="connsiteX10053" fmla="*/ 1736626 w 12188965"/>
              <a:gd name="connsiteY10053" fmla="*/ 1288750 h 2053176"/>
              <a:gd name="connsiteX10054" fmla="*/ 1762285 w 12188965"/>
              <a:gd name="connsiteY10054" fmla="*/ 1263091 h 2053176"/>
              <a:gd name="connsiteX10055" fmla="*/ 1505464 w 12188965"/>
              <a:gd name="connsiteY10055" fmla="*/ 1263091 h 2053176"/>
              <a:gd name="connsiteX10056" fmla="*/ 1531123 w 12188965"/>
              <a:gd name="connsiteY10056" fmla="*/ 1288750 h 2053176"/>
              <a:gd name="connsiteX10057" fmla="*/ 1505464 w 12188965"/>
              <a:gd name="connsiteY10057" fmla="*/ 1314409 h 2053176"/>
              <a:gd name="connsiteX10058" fmla="*/ 1479806 w 12188965"/>
              <a:gd name="connsiteY10058" fmla="*/ 1288750 h 2053176"/>
              <a:gd name="connsiteX10059" fmla="*/ 1505464 w 12188965"/>
              <a:gd name="connsiteY10059" fmla="*/ 1263091 h 2053176"/>
              <a:gd name="connsiteX10060" fmla="*/ 1441258 w 12188965"/>
              <a:gd name="connsiteY10060" fmla="*/ 1263091 h 2053176"/>
              <a:gd name="connsiteX10061" fmla="*/ 1466917 w 12188965"/>
              <a:gd name="connsiteY10061" fmla="*/ 1288750 h 2053176"/>
              <a:gd name="connsiteX10062" fmla="*/ 1441258 w 12188965"/>
              <a:gd name="connsiteY10062" fmla="*/ 1314409 h 2053176"/>
              <a:gd name="connsiteX10063" fmla="*/ 1415599 w 12188965"/>
              <a:gd name="connsiteY10063" fmla="*/ 1288750 h 2053176"/>
              <a:gd name="connsiteX10064" fmla="*/ 1441258 w 12188965"/>
              <a:gd name="connsiteY10064" fmla="*/ 1263091 h 2053176"/>
              <a:gd name="connsiteX10065" fmla="*/ 1377053 w 12188965"/>
              <a:gd name="connsiteY10065" fmla="*/ 1263091 h 2053176"/>
              <a:gd name="connsiteX10066" fmla="*/ 1402712 w 12188965"/>
              <a:gd name="connsiteY10066" fmla="*/ 1288750 h 2053176"/>
              <a:gd name="connsiteX10067" fmla="*/ 1377053 w 12188965"/>
              <a:gd name="connsiteY10067" fmla="*/ 1314409 h 2053176"/>
              <a:gd name="connsiteX10068" fmla="*/ 1351395 w 12188965"/>
              <a:gd name="connsiteY10068" fmla="*/ 1288750 h 2053176"/>
              <a:gd name="connsiteX10069" fmla="*/ 1377053 w 12188965"/>
              <a:gd name="connsiteY10069" fmla="*/ 1263091 h 2053176"/>
              <a:gd name="connsiteX10070" fmla="*/ 1184437 w 12188965"/>
              <a:gd name="connsiteY10070" fmla="*/ 1263091 h 2053176"/>
              <a:gd name="connsiteX10071" fmla="*/ 1210096 w 12188965"/>
              <a:gd name="connsiteY10071" fmla="*/ 1288750 h 2053176"/>
              <a:gd name="connsiteX10072" fmla="*/ 1184437 w 12188965"/>
              <a:gd name="connsiteY10072" fmla="*/ 1314409 h 2053176"/>
              <a:gd name="connsiteX10073" fmla="*/ 1158780 w 12188965"/>
              <a:gd name="connsiteY10073" fmla="*/ 1288750 h 2053176"/>
              <a:gd name="connsiteX10074" fmla="*/ 1184437 w 12188965"/>
              <a:gd name="connsiteY10074" fmla="*/ 1263091 h 2053176"/>
              <a:gd name="connsiteX10075" fmla="*/ 991823 w 12188965"/>
              <a:gd name="connsiteY10075" fmla="*/ 1263091 h 2053176"/>
              <a:gd name="connsiteX10076" fmla="*/ 1017481 w 12188965"/>
              <a:gd name="connsiteY10076" fmla="*/ 1288750 h 2053176"/>
              <a:gd name="connsiteX10077" fmla="*/ 991823 w 12188965"/>
              <a:gd name="connsiteY10077" fmla="*/ 1314409 h 2053176"/>
              <a:gd name="connsiteX10078" fmla="*/ 966162 w 12188965"/>
              <a:gd name="connsiteY10078" fmla="*/ 1288750 h 2053176"/>
              <a:gd name="connsiteX10079" fmla="*/ 991823 w 12188965"/>
              <a:gd name="connsiteY10079" fmla="*/ 1263091 h 2053176"/>
              <a:gd name="connsiteX10080" fmla="*/ 927616 w 12188965"/>
              <a:gd name="connsiteY10080" fmla="*/ 1263091 h 2053176"/>
              <a:gd name="connsiteX10081" fmla="*/ 953275 w 12188965"/>
              <a:gd name="connsiteY10081" fmla="*/ 1288750 h 2053176"/>
              <a:gd name="connsiteX10082" fmla="*/ 927616 w 12188965"/>
              <a:gd name="connsiteY10082" fmla="*/ 1314409 h 2053176"/>
              <a:gd name="connsiteX10083" fmla="*/ 901957 w 12188965"/>
              <a:gd name="connsiteY10083" fmla="*/ 1288750 h 2053176"/>
              <a:gd name="connsiteX10084" fmla="*/ 927616 w 12188965"/>
              <a:gd name="connsiteY10084" fmla="*/ 1263091 h 2053176"/>
              <a:gd name="connsiteX10085" fmla="*/ 606475 w 12188965"/>
              <a:gd name="connsiteY10085" fmla="*/ 1263091 h 2053176"/>
              <a:gd name="connsiteX10086" fmla="*/ 632134 w 12188965"/>
              <a:gd name="connsiteY10086" fmla="*/ 1288750 h 2053176"/>
              <a:gd name="connsiteX10087" fmla="*/ 606475 w 12188965"/>
              <a:gd name="connsiteY10087" fmla="*/ 1314409 h 2053176"/>
              <a:gd name="connsiteX10088" fmla="*/ 580815 w 12188965"/>
              <a:gd name="connsiteY10088" fmla="*/ 1288750 h 2053176"/>
              <a:gd name="connsiteX10089" fmla="*/ 606475 w 12188965"/>
              <a:gd name="connsiteY10089" fmla="*/ 1263091 h 2053176"/>
              <a:gd name="connsiteX10090" fmla="*/ 542268 w 12188965"/>
              <a:gd name="connsiteY10090" fmla="*/ 1263091 h 2053176"/>
              <a:gd name="connsiteX10091" fmla="*/ 567927 w 12188965"/>
              <a:gd name="connsiteY10091" fmla="*/ 1288750 h 2053176"/>
              <a:gd name="connsiteX10092" fmla="*/ 542268 w 12188965"/>
              <a:gd name="connsiteY10092" fmla="*/ 1314409 h 2053176"/>
              <a:gd name="connsiteX10093" fmla="*/ 516610 w 12188965"/>
              <a:gd name="connsiteY10093" fmla="*/ 1288750 h 2053176"/>
              <a:gd name="connsiteX10094" fmla="*/ 542268 w 12188965"/>
              <a:gd name="connsiteY10094" fmla="*/ 1263091 h 2053176"/>
              <a:gd name="connsiteX10095" fmla="*/ 478063 w 12188965"/>
              <a:gd name="connsiteY10095" fmla="*/ 1263091 h 2053176"/>
              <a:gd name="connsiteX10096" fmla="*/ 503724 w 12188965"/>
              <a:gd name="connsiteY10096" fmla="*/ 1288750 h 2053176"/>
              <a:gd name="connsiteX10097" fmla="*/ 478063 w 12188965"/>
              <a:gd name="connsiteY10097" fmla="*/ 1314409 h 2053176"/>
              <a:gd name="connsiteX10098" fmla="*/ 452404 w 12188965"/>
              <a:gd name="connsiteY10098" fmla="*/ 1288750 h 2053176"/>
              <a:gd name="connsiteX10099" fmla="*/ 478063 w 12188965"/>
              <a:gd name="connsiteY10099" fmla="*/ 1263091 h 2053176"/>
              <a:gd name="connsiteX10100" fmla="*/ 413858 w 12188965"/>
              <a:gd name="connsiteY10100" fmla="*/ 1263091 h 2053176"/>
              <a:gd name="connsiteX10101" fmla="*/ 439517 w 12188965"/>
              <a:gd name="connsiteY10101" fmla="*/ 1288750 h 2053176"/>
              <a:gd name="connsiteX10102" fmla="*/ 413858 w 12188965"/>
              <a:gd name="connsiteY10102" fmla="*/ 1314409 h 2053176"/>
              <a:gd name="connsiteX10103" fmla="*/ 388200 w 12188965"/>
              <a:gd name="connsiteY10103" fmla="*/ 1288750 h 2053176"/>
              <a:gd name="connsiteX10104" fmla="*/ 413858 w 12188965"/>
              <a:gd name="connsiteY10104" fmla="*/ 1263091 h 2053176"/>
              <a:gd name="connsiteX10105" fmla="*/ 346686 w 12188965"/>
              <a:gd name="connsiteY10105" fmla="*/ 1263091 h 2053176"/>
              <a:gd name="connsiteX10106" fmla="*/ 372344 w 12188965"/>
              <a:gd name="connsiteY10106" fmla="*/ 1288750 h 2053176"/>
              <a:gd name="connsiteX10107" fmla="*/ 346686 w 12188965"/>
              <a:gd name="connsiteY10107" fmla="*/ 1314409 h 2053176"/>
              <a:gd name="connsiteX10108" fmla="*/ 321027 w 12188965"/>
              <a:gd name="connsiteY10108" fmla="*/ 1288750 h 2053176"/>
              <a:gd name="connsiteX10109" fmla="*/ 346686 w 12188965"/>
              <a:gd name="connsiteY10109" fmla="*/ 1263091 h 2053176"/>
              <a:gd name="connsiteX10110" fmla="*/ 25659 w 12188965"/>
              <a:gd name="connsiteY10110" fmla="*/ 1263091 h 2053176"/>
              <a:gd name="connsiteX10111" fmla="*/ 51317 w 12188965"/>
              <a:gd name="connsiteY10111" fmla="*/ 1288750 h 2053176"/>
              <a:gd name="connsiteX10112" fmla="*/ 25659 w 12188965"/>
              <a:gd name="connsiteY10112" fmla="*/ 1314409 h 2053176"/>
              <a:gd name="connsiteX10113" fmla="*/ 0 w 12188965"/>
              <a:gd name="connsiteY10113" fmla="*/ 1288750 h 2053176"/>
              <a:gd name="connsiteX10114" fmla="*/ 25659 w 12188965"/>
              <a:gd name="connsiteY10114" fmla="*/ 1263091 h 2053176"/>
              <a:gd name="connsiteX10115" fmla="*/ 11646697 w 12188965"/>
              <a:gd name="connsiteY10115" fmla="*/ 1208755 h 2053176"/>
              <a:gd name="connsiteX10116" fmla="*/ 11659583 w 12188965"/>
              <a:gd name="connsiteY10116" fmla="*/ 1221642 h 2053176"/>
              <a:gd name="connsiteX10117" fmla="*/ 11646697 w 12188965"/>
              <a:gd name="connsiteY10117" fmla="*/ 1234529 h 2053176"/>
              <a:gd name="connsiteX10118" fmla="*/ 11633809 w 12188965"/>
              <a:gd name="connsiteY10118" fmla="*/ 1221642 h 2053176"/>
              <a:gd name="connsiteX10119" fmla="*/ 11646697 w 12188965"/>
              <a:gd name="connsiteY10119" fmla="*/ 1208755 h 2053176"/>
              <a:gd name="connsiteX10120" fmla="*/ 11389875 w 12188965"/>
              <a:gd name="connsiteY10120" fmla="*/ 1208755 h 2053176"/>
              <a:gd name="connsiteX10121" fmla="*/ 11402763 w 12188965"/>
              <a:gd name="connsiteY10121" fmla="*/ 1221642 h 2053176"/>
              <a:gd name="connsiteX10122" fmla="*/ 11389875 w 12188965"/>
              <a:gd name="connsiteY10122" fmla="*/ 1234529 h 2053176"/>
              <a:gd name="connsiteX10123" fmla="*/ 11376989 w 12188965"/>
              <a:gd name="connsiteY10123" fmla="*/ 1221642 h 2053176"/>
              <a:gd name="connsiteX10124" fmla="*/ 11389875 w 12188965"/>
              <a:gd name="connsiteY10124" fmla="*/ 1208755 h 2053176"/>
              <a:gd name="connsiteX10125" fmla="*/ 11068848 w 12188965"/>
              <a:gd name="connsiteY10125" fmla="*/ 1208755 h 2053176"/>
              <a:gd name="connsiteX10126" fmla="*/ 11081736 w 12188965"/>
              <a:gd name="connsiteY10126" fmla="*/ 1221642 h 2053176"/>
              <a:gd name="connsiteX10127" fmla="*/ 11068848 w 12188965"/>
              <a:gd name="connsiteY10127" fmla="*/ 1234529 h 2053176"/>
              <a:gd name="connsiteX10128" fmla="*/ 11055962 w 12188965"/>
              <a:gd name="connsiteY10128" fmla="*/ 1221642 h 2053176"/>
              <a:gd name="connsiteX10129" fmla="*/ 11068848 w 12188965"/>
              <a:gd name="connsiteY10129" fmla="*/ 1208755 h 2053176"/>
              <a:gd name="connsiteX10130" fmla="*/ 10811912 w 12188965"/>
              <a:gd name="connsiteY10130" fmla="*/ 1208755 h 2053176"/>
              <a:gd name="connsiteX10131" fmla="*/ 10824798 w 12188965"/>
              <a:gd name="connsiteY10131" fmla="*/ 1221642 h 2053176"/>
              <a:gd name="connsiteX10132" fmla="*/ 10811912 w 12188965"/>
              <a:gd name="connsiteY10132" fmla="*/ 1234529 h 2053176"/>
              <a:gd name="connsiteX10133" fmla="*/ 10799024 w 12188965"/>
              <a:gd name="connsiteY10133" fmla="*/ 1221642 h 2053176"/>
              <a:gd name="connsiteX10134" fmla="*/ 10811912 w 12188965"/>
              <a:gd name="connsiteY10134" fmla="*/ 1208755 h 2053176"/>
              <a:gd name="connsiteX10135" fmla="*/ 10747708 w 12188965"/>
              <a:gd name="connsiteY10135" fmla="*/ 1208755 h 2053176"/>
              <a:gd name="connsiteX10136" fmla="*/ 10760593 w 12188965"/>
              <a:gd name="connsiteY10136" fmla="*/ 1221642 h 2053176"/>
              <a:gd name="connsiteX10137" fmla="*/ 10747708 w 12188965"/>
              <a:gd name="connsiteY10137" fmla="*/ 1234529 h 2053176"/>
              <a:gd name="connsiteX10138" fmla="*/ 10734820 w 12188965"/>
              <a:gd name="connsiteY10138" fmla="*/ 1221642 h 2053176"/>
              <a:gd name="connsiteX10139" fmla="*/ 10747708 w 12188965"/>
              <a:gd name="connsiteY10139" fmla="*/ 1208755 h 2053176"/>
              <a:gd name="connsiteX10140" fmla="*/ 10490885 w 12188965"/>
              <a:gd name="connsiteY10140" fmla="*/ 1208755 h 2053176"/>
              <a:gd name="connsiteX10141" fmla="*/ 10503773 w 12188965"/>
              <a:gd name="connsiteY10141" fmla="*/ 1221642 h 2053176"/>
              <a:gd name="connsiteX10142" fmla="*/ 10490885 w 12188965"/>
              <a:gd name="connsiteY10142" fmla="*/ 1234529 h 2053176"/>
              <a:gd name="connsiteX10143" fmla="*/ 10477997 w 12188965"/>
              <a:gd name="connsiteY10143" fmla="*/ 1221642 h 2053176"/>
              <a:gd name="connsiteX10144" fmla="*/ 10490885 w 12188965"/>
              <a:gd name="connsiteY10144" fmla="*/ 1208755 h 2053176"/>
              <a:gd name="connsiteX10145" fmla="*/ 9912920 w 12188965"/>
              <a:gd name="connsiteY10145" fmla="*/ 1208755 h 2053176"/>
              <a:gd name="connsiteX10146" fmla="*/ 9925808 w 12188965"/>
              <a:gd name="connsiteY10146" fmla="*/ 1221642 h 2053176"/>
              <a:gd name="connsiteX10147" fmla="*/ 9912920 w 12188965"/>
              <a:gd name="connsiteY10147" fmla="*/ 1234529 h 2053176"/>
              <a:gd name="connsiteX10148" fmla="*/ 9900035 w 12188965"/>
              <a:gd name="connsiteY10148" fmla="*/ 1221642 h 2053176"/>
              <a:gd name="connsiteX10149" fmla="*/ 9912920 w 12188965"/>
              <a:gd name="connsiteY10149" fmla="*/ 1208755 h 2053176"/>
              <a:gd name="connsiteX10150" fmla="*/ 8821315 w 12188965"/>
              <a:gd name="connsiteY10150" fmla="*/ 1208755 h 2053176"/>
              <a:gd name="connsiteX10151" fmla="*/ 8834203 w 12188965"/>
              <a:gd name="connsiteY10151" fmla="*/ 1221642 h 2053176"/>
              <a:gd name="connsiteX10152" fmla="*/ 8821315 w 12188965"/>
              <a:gd name="connsiteY10152" fmla="*/ 1234529 h 2053176"/>
              <a:gd name="connsiteX10153" fmla="*/ 8808427 w 12188965"/>
              <a:gd name="connsiteY10153" fmla="*/ 1221642 h 2053176"/>
              <a:gd name="connsiteX10154" fmla="*/ 8821315 w 12188965"/>
              <a:gd name="connsiteY10154" fmla="*/ 1208755 h 2053176"/>
              <a:gd name="connsiteX10155" fmla="*/ 8692906 w 12188965"/>
              <a:gd name="connsiteY10155" fmla="*/ 1208755 h 2053176"/>
              <a:gd name="connsiteX10156" fmla="*/ 8705792 w 12188965"/>
              <a:gd name="connsiteY10156" fmla="*/ 1221642 h 2053176"/>
              <a:gd name="connsiteX10157" fmla="*/ 8692906 w 12188965"/>
              <a:gd name="connsiteY10157" fmla="*/ 1234529 h 2053176"/>
              <a:gd name="connsiteX10158" fmla="*/ 8680018 w 12188965"/>
              <a:gd name="connsiteY10158" fmla="*/ 1221642 h 2053176"/>
              <a:gd name="connsiteX10159" fmla="*/ 8692906 w 12188965"/>
              <a:gd name="connsiteY10159" fmla="*/ 1208755 h 2053176"/>
              <a:gd name="connsiteX10160" fmla="*/ 8307675 w 12188965"/>
              <a:gd name="connsiteY10160" fmla="*/ 1208755 h 2053176"/>
              <a:gd name="connsiteX10161" fmla="*/ 8320560 w 12188965"/>
              <a:gd name="connsiteY10161" fmla="*/ 1221642 h 2053176"/>
              <a:gd name="connsiteX10162" fmla="*/ 8307675 w 12188965"/>
              <a:gd name="connsiteY10162" fmla="*/ 1234529 h 2053176"/>
              <a:gd name="connsiteX10163" fmla="*/ 8294787 w 12188965"/>
              <a:gd name="connsiteY10163" fmla="*/ 1221642 h 2053176"/>
              <a:gd name="connsiteX10164" fmla="*/ 8307675 w 12188965"/>
              <a:gd name="connsiteY10164" fmla="*/ 1208755 h 2053176"/>
              <a:gd name="connsiteX10165" fmla="*/ 7280274 w 12188965"/>
              <a:gd name="connsiteY10165" fmla="*/ 1208755 h 2053176"/>
              <a:gd name="connsiteX10166" fmla="*/ 7293160 w 12188965"/>
              <a:gd name="connsiteY10166" fmla="*/ 1221642 h 2053176"/>
              <a:gd name="connsiteX10167" fmla="*/ 7280274 w 12188965"/>
              <a:gd name="connsiteY10167" fmla="*/ 1234529 h 2053176"/>
              <a:gd name="connsiteX10168" fmla="*/ 7267386 w 12188965"/>
              <a:gd name="connsiteY10168" fmla="*/ 1221642 h 2053176"/>
              <a:gd name="connsiteX10169" fmla="*/ 7280274 w 12188965"/>
              <a:gd name="connsiteY10169" fmla="*/ 1208755 h 2053176"/>
              <a:gd name="connsiteX10170" fmla="*/ 6830836 w 12188965"/>
              <a:gd name="connsiteY10170" fmla="*/ 1208755 h 2053176"/>
              <a:gd name="connsiteX10171" fmla="*/ 6843724 w 12188965"/>
              <a:gd name="connsiteY10171" fmla="*/ 1221642 h 2053176"/>
              <a:gd name="connsiteX10172" fmla="*/ 6830836 w 12188965"/>
              <a:gd name="connsiteY10172" fmla="*/ 1234529 h 2053176"/>
              <a:gd name="connsiteX10173" fmla="*/ 6817948 w 12188965"/>
              <a:gd name="connsiteY10173" fmla="*/ 1221642 h 2053176"/>
              <a:gd name="connsiteX10174" fmla="*/ 6830836 w 12188965"/>
              <a:gd name="connsiteY10174" fmla="*/ 1208755 h 2053176"/>
              <a:gd name="connsiteX10175" fmla="*/ 6766631 w 12188965"/>
              <a:gd name="connsiteY10175" fmla="*/ 1208755 h 2053176"/>
              <a:gd name="connsiteX10176" fmla="*/ 6779519 w 12188965"/>
              <a:gd name="connsiteY10176" fmla="*/ 1221642 h 2053176"/>
              <a:gd name="connsiteX10177" fmla="*/ 6766631 w 12188965"/>
              <a:gd name="connsiteY10177" fmla="*/ 1234529 h 2053176"/>
              <a:gd name="connsiteX10178" fmla="*/ 6753743 w 12188965"/>
              <a:gd name="connsiteY10178" fmla="*/ 1221642 h 2053176"/>
              <a:gd name="connsiteX10179" fmla="*/ 6766631 w 12188965"/>
              <a:gd name="connsiteY10179" fmla="*/ 1208755 h 2053176"/>
              <a:gd name="connsiteX10180" fmla="*/ 6702427 w 12188965"/>
              <a:gd name="connsiteY10180" fmla="*/ 1208755 h 2053176"/>
              <a:gd name="connsiteX10181" fmla="*/ 6715312 w 12188965"/>
              <a:gd name="connsiteY10181" fmla="*/ 1221642 h 2053176"/>
              <a:gd name="connsiteX10182" fmla="*/ 6702427 w 12188965"/>
              <a:gd name="connsiteY10182" fmla="*/ 1234529 h 2053176"/>
              <a:gd name="connsiteX10183" fmla="*/ 6689539 w 12188965"/>
              <a:gd name="connsiteY10183" fmla="*/ 1221642 h 2053176"/>
              <a:gd name="connsiteX10184" fmla="*/ 6702427 w 12188965"/>
              <a:gd name="connsiteY10184" fmla="*/ 1208755 h 2053176"/>
              <a:gd name="connsiteX10185" fmla="*/ 6573900 w 12188965"/>
              <a:gd name="connsiteY10185" fmla="*/ 1208755 h 2053176"/>
              <a:gd name="connsiteX10186" fmla="*/ 6586788 w 12188965"/>
              <a:gd name="connsiteY10186" fmla="*/ 1221642 h 2053176"/>
              <a:gd name="connsiteX10187" fmla="*/ 6573900 w 12188965"/>
              <a:gd name="connsiteY10187" fmla="*/ 1234529 h 2053176"/>
              <a:gd name="connsiteX10188" fmla="*/ 6561013 w 12188965"/>
              <a:gd name="connsiteY10188" fmla="*/ 1221642 h 2053176"/>
              <a:gd name="connsiteX10189" fmla="*/ 6573900 w 12188965"/>
              <a:gd name="connsiteY10189" fmla="*/ 1208755 h 2053176"/>
              <a:gd name="connsiteX10190" fmla="*/ 5936092 w 12188965"/>
              <a:gd name="connsiteY10190" fmla="*/ 1208755 h 2053176"/>
              <a:gd name="connsiteX10191" fmla="*/ 5948981 w 12188965"/>
              <a:gd name="connsiteY10191" fmla="*/ 1221642 h 2053176"/>
              <a:gd name="connsiteX10192" fmla="*/ 5936092 w 12188965"/>
              <a:gd name="connsiteY10192" fmla="*/ 1234529 h 2053176"/>
              <a:gd name="connsiteX10193" fmla="*/ 5923204 w 12188965"/>
              <a:gd name="connsiteY10193" fmla="*/ 1221642 h 2053176"/>
              <a:gd name="connsiteX10194" fmla="*/ 5936092 w 12188965"/>
              <a:gd name="connsiteY10194" fmla="*/ 1208755 h 2053176"/>
              <a:gd name="connsiteX10195" fmla="*/ 5679272 w 12188965"/>
              <a:gd name="connsiteY10195" fmla="*/ 1208755 h 2053176"/>
              <a:gd name="connsiteX10196" fmla="*/ 5692160 w 12188965"/>
              <a:gd name="connsiteY10196" fmla="*/ 1221642 h 2053176"/>
              <a:gd name="connsiteX10197" fmla="*/ 5679272 w 12188965"/>
              <a:gd name="connsiteY10197" fmla="*/ 1234529 h 2053176"/>
              <a:gd name="connsiteX10198" fmla="*/ 5666385 w 12188965"/>
              <a:gd name="connsiteY10198" fmla="*/ 1221642 h 2053176"/>
              <a:gd name="connsiteX10199" fmla="*/ 5679272 w 12188965"/>
              <a:gd name="connsiteY10199" fmla="*/ 1208755 h 2053176"/>
              <a:gd name="connsiteX10200" fmla="*/ 5358245 w 12188965"/>
              <a:gd name="connsiteY10200" fmla="*/ 1208755 h 2053176"/>
              <a:gd name="connsiteX10201" fmla="*/ 5371133 w 12188965"/>
              <a:gd name="connsiteY10201" fmla="*/ 1221642 h 2053176"/>
              <a:gd name="connsiteX10202" fmla="*/ 5358245 w 12188965"/>
              <a:gd name="connsiteY10202" fmla="*/ 1234529 h 2053176"/>
              <a:gd name="connsiteX10203" fmla="*/ 5345357 w 12188965"/>
              <a:gd name="connsiteY10203" fmla="*/ 1221642 h 2053176"/>
              <a:gd name="connsiteX10204" fmla="*/ 5358245 w 12188965"/>
              <a:gd name="connsiteY10204" fmla="*/ 1208755 h 2053176"/>
              <a:gd name="connsiteX10205" fmla="*/ 5101308 w 12188965"/>
              <a:gd name="connsiteY10205" fmla="*/ 1208755 h 2053176"/>
              <a:gd name="connsiteX10206" fmla="*/ 5114194 w 12188965"/>
              <a:gd name="connsiteY10206" fmla="*/ 1221642 h 2053176"/>
              <a:gd name="connsiteX10207" fmla="*/ 5101308 w 12188965"/>
              <a:gd name="connsiteY10207" fmla="*/ 1234529 h 2053176"/>
              <a:gd name="connsiteX10208" fmla="*/ 5088421 w 12188965"/>
              <a:gd name="connsiteY10208" fmla="*/ 1221642 h 2053176"/>
              <a:gd name="connsiteX10209" fmla="*/ 5101308 w 12188965"/>
              <a:gd name="connsiteY10209" fmla="*/ 1208755 h 2053176"/>
              <a:gd name="connsiteX10210" fmla="*/ 5037104 w 12188965"/>
              <a:gd name="connsiteY10210" fmla="*/ 1208755 h 2053176"/>
              <a:gd name="connsiteX10211" fmla="*/ 5049991 w 12188965"/>
              <a:gd name="connsiteY10211" fmla="*/ 1221642 h 2053176"/>
              <a:gd name="connsiteX10212" fmla="*/ 5037104 w 12188965"/>
              <a:gd name="connsiteY10212" fmla="*/ 1234529 h 2053176"/>
              <a:gd name="connsiteX10213" fmla="*/ 5024216 w 12188965"/>
              <a:gd name="connsiteY10213" fmla="*/ 1221642 h 2053176"/>
              <a:gd name="connsiteX10214" fmla="*/ 5037104 w 12188965"/>
              <a:gd name="connsiteY10214" fmla="*/ 1208755 h 2053176"/>
              <a:gd name="connsiteX10215" fmla="*/ 4780282 w 12188965"/>
              <a:gd name="connsiteY10215" fmla="*/ 1208755 h 2053176"/>
              <a:gd name="connsiteX10216" fmla="*/ 4793170 w 12188965"/>
              <a:gd name="connsiteY10216" fmla="*/ 1221642 h 2053176"/>
              <a:gd name="connsiteX10217" fmla="*/ 4780282 w 12188965"/>
              <a:gd name="connsiteY10217" fmla="*/ 1234529 h 2053176"/>
              <a:gd name="connsiteX10218" fmla="*/ 4767394 w 12188965"/>
              <a:gd name="connsiteY10218" fmla="*/ 1221642 h 2053176"/>
              <a:gd name="connsiteX10219" fmla="*/ 4780282 w 12188965"/>
              <a:gd name="connsiteY10219" fmla="*/ 1208755 h 2053176"/>
              <a:gd name="connsiteX10220" fmla="*/ 4202317 w 12188965"/>
              <a:gd name="connsiteY10220" fmla="*/ 1208755 h 2053176"/>
              <a:gd name="connsiteX10221" fmla="*/ 4215205 w 12188965"/>
              <a:gd name="connsiteY10221" fmla="*/ 1221642 h 2053176"/>
              <a:gd name="connsiteX10222" fmla="*/ 4202317 w 12188965"/>
              <a:gd name="connsiteY10222" fmla="*/ 1234529 h 2053176"/>
              <a:gd name="connsiteX10223" fmla="*/ 4189431 w 12188965"/>
              <a:gd name="connsiteY10223" fmla="*/ 1221642 h 2053176"/>
              <a:gd name="connsiteX10224" fmla="*/ 4202317 w 12188965"/>
              <a:gd name="connsiteY10224" fmla="*/ 1208755 h 2053176"/>
              <a:gd name="connsiteX10225" fmla="*/ 3110712 w 12188965"/>
              <a:gd name="connsiteY10225" fmla="*/ 1208755 h 2053176"/>
              <a:gd name="connsiteX10226" fmla="*/ 3123600 w 12188965"/>
              <a:gd name="connsiteY10226" fmla="*/ 1221642 h 2053176"/>
              <a:gd name="connsiteX10227" fmla="*/ 3110712 w 12188965"/>
              <a:gd name="connsiteY10227" fmla="*/ 1234529 h 2053176"/>
              <a:gd name="connsiteX10228" fmla="*/ 3097824 w 12188965"/>
              <a:gd name="connsiteY10228" fmla="*/ 1221642 h 2053176"/>
              <a:gd name="connsiteX10229" fmla="*/ 3110712 w 12188965"/>
              <a:gd name="connsiteY10229" fmla="*/ 1208755 h 2053176"/>
              <a:gd name="connsiteX10230" fmla="*/ 2982301 w 12188965"/>
              <a:gd name="connsiteY10230" fmla="*/ 1208755 h 2053176"/>
              <a:gd name="connsiteX10231" fmla="*/ 2995190 w 12188965"/>
              <a:gd name="connsiteY10231" fmla="*/ 1221642 h 2053176"/>
              <a:gd name="connsiteX10232" fmla="*/ 2982301 w 12188965"/>
              <a:gd name="connsiteY10232" fmla="*/ 1234529 h 2053176"/>
              <a:gd name="connsiteX10233" fmla="*/ 2969414 w 12188965"/>
              <a:gd name="connsiteY10233" fmla="*/ 1221642 h 2053176"/>
              <a:gd name="connsiteX10234" fmla="*/ 2982301 w 12188965"/>
              <a:gd name="connsiteY10234" fmla="*/ 1208755 h 2053176"/>
              <a:gd name="connsiteX10235" fmla="*/ 2597069 w 12188965"/>
              <a:gd name="connsiteY10235" fmla="*/ 1208755 h 2053176"/>
              <a:gd name="connsiteX10236" fmla="*/ 2609957 w 12188965"/>
              <a:gd name="connsiteY10236" fmla="*/ 1221642 h 2053176"/>
              <a:gd name="connsiteX10237" fmla="*/ 2597069 w 12188965"/>
              <a:gd name="connsiteY10237" fmla="*/ 1234529 h 2053176"/>
              <a:gd name="connsiteX10238" fmla="*/ 2584182 w 12188965"/>
              <a:gd name="connsiteY10238" fmla="*/ 1221642 h 2053176"/>
              <a:gd name="connsiteX10239" fmla="*/ 2597069 w 12188965"/>
              <a:gd name="connsiteY10239" fmla="*/ 1208755 h 2053176"/>
              <a:gd name="connsiteX10240" fmla="*/ 1569669 w 12188965"/>
              <a:gd name="connsiteY10240" fmla="*/ 1208755 h 2053176"/>
              <a:gd name="connsiteX10241" fmla="*/ 1582557 w 12188965"/>
              <a:gd name="connsiteY10241" fmla="*/ 1221642 h 2053176"/>
              <a:gd name="connsiteX10242" fmla="*/ 1569669 w 12188965"/>
              <a:gd name="connsiteY10242" fmla="*/ 1234529 h 2053176"/>
              <a:gd name="connsiteX10243" fmla="*/ 1556782 w 12188965"/>
              <a:gd name="connsiteY10243" fmla="*/ 1221642 h 2053176"/>
              <a:gd name="connsiteX10244" fmla="*/ 1569669 w 12188965"/>
              <a:gd name="connsiteY10244" fmla="*/ 1208755 h 2053176"/>
              <a:gd name="connsiteX10245" fmla="*/ 1120233 w 12188965"/>
              <a:gd name="connsiteY10245" fmla="*/ 1208755 h 2053176"/>
              <a:gd name="connsiteX10246" fmla="*/ 1133121 w 12188965"/>
              <a:gd name="connsiteY10246" fmla="*/ 1221642 h 2053176"/>
              <a:gd name="connsiteX10247" fmla="*/ 1120233 w 12188965"/>
              <a:gd name="connsiteY10247" fmla="*/ 1234529 h 2053176"/>
              <a:gd name="connsiteX10248" fmla="*/ 1107345 w 12188965"/>
              <a:gd name="connsiteY10248" fmla="*/ 1221642 h 2053176"/>
              <a:gd name="connsiteX10249" fmla="*/ 1120233 w 12188965"/>
              <a:gd name="connsiteY10249" fmla="*/ 1208755 h 2053176"/>
              <a:gd name="connsiteX10250" fmla="*/ 1056027 w 12188965"/>
              <a:gd name="connsiteY10250" fmla="*/ 1208755 h 2053176"/>
              <a:gd name="connsiteX10251" fmla="*/ 1068914 w 12188965"/>
              <a:gd name="connsiteY10251" fmla="*/ 1221642 h 2053176"/>
              <a:gd name="connsiteX10252" fmla="*/ 1056027 w 12188965"/>
              <a:gd name="connsiteY10252" fmla="*/ 1234529 h 2053176"/>
              <a:gd name="connsiteX10253" fmla="*/ 1043139 w 12188965"/>
              <a:gd name="connsiteY10253" fmla="*/ 1221642 h 2053176"/>
              <a:gd name="connsiteX10254" fmla="*/ 1056027 w 12188965"/>
              <a:gd name="connsiteY10254" fmla="*/ 1208755 h 2053176"/>
              <a:gd name="connsiteX10255" fmla="*/ 991824 w 12188965"/>
              <a:gd name="connsiteY10255" fmla="*/ 1208755 h 2053176"/>
              <a:gd name="connsiteX10256" fmla="*/ 1004709 w 12188965"/>
              <a:gd name="connsiteY10256" fmla="*/ 1221642 h 2053176"/>
              <a:gd name="connsiteX10257" fmla="*/ 991824 w 12188965"/>
              <a:gd name="connsiteY10257" fmla="*/ 1234529 h 2053176"/>
              <a:gd name="connsiteX10258" fmla="*/ 978935 w 12188965"/>
              <a:gd name="connsiteY10258" fmla="*/ 1221642 h 2053176"/>
              <a:gd name="connsiteX10259" fmla="*/ 991824 w 12188965"/>
              <a:gd name="connsiteY10259" fmla="*/ 1208755 h 2053176"/>
              <a:gd name="connsiteX10260" fmla="*/ 863296 w 12188965"/>
              <a:gd name="connsiteY10260" fmla="*/ 1208755 h 2053176"/>
              <a:gd name="connsiteX10261" fmla="*/ 876184 w 12188965"/>
              <a:gd name="connsiteY10261" fmla="*/ 1221642 h 2053176"/>
              <a:gd name="connsiteX10262" fmla="*/ 863296 w 12188965"/>
              <a:gd name="connsiteY10262" fmla="*/ 1234529 h 2053176"/>
              <a:gd name="connsiteX10263" fmla="*/ 850407 w 12188965"/>
              <a:gd name="connsiteY10263" fmla="*/ 1221642 h 2053176"/>
              <a:gd name="connsiteX10264" fmla="*/ 863296 w 12188965"/>
              <a:gd name="connsiteY10264" fmla="*/ 1208755 h 2053176"/>
              <a:gd name="connsiteX10265" fmla="*/ 218274 w 12188965"/>
              <a:gd name="connsiteY10265" fmla="*/ 1208755 h 2053176"/>
              <a:gd name="connsiteX10266" fmla="*/ 231162 w 12188965"/>
              <a:gd name="connsiteY10266" fmla="*/ 1221642 h 2053176"/>
              <a:gd name="connsiteX10267" fmla="*/ 218274 w 12188965"/>
              <a:gd name="connsiteY10267" fmla="*/ 1234529 h 2053176"/>
              <a:gd name="connsiteX10268" fmla="*/ 205386 w 12188965"/>
              <a:gd name="connsiteY10268" fmla="*/ 1221642 h 2053176"/>
              <a:gd name="connsiteX10269" fmla="*/ 218274 w 12188965"/>
              <a:gd name="connsiteY10269" fmla="*/ 1208755 h 2053176"/>
              <a:gd name="connsiteX10270" fmla="*/ 12034897 w 12188965"/>
              <a:gd name="connsiteY10270" fmla="*/ 1195983 h 2053176"/>
              <a:gd name="connsiteX10271" fmla="*/ 12060557 w 12188965"/>
              <a:gd name="connsiteY10271" fmla="*/ 1221641 h 2053176"/>
              <a:gd name="connsiteX10272" fmla="*/ 12034897 w 12188965"/>
              <a:gd name="connsiteY10272" fmla="*/ 1247301 h 2053176"/>
              <a:gd name="connsiteX10273" fmla="*/ 12009237 w 12188965"/>
              <a:gd name="connsiteY10273" fmla="*/ 1221641 h 2053176"/>
              <a:gd name="connsiteX10274" fmla="*/ 12034897 w 12188965"/>
              <a:gd name="connsiteY10274" fmla="*/ 1195983 h 2053176"/>
              <a:gd name="connsiteX10275" fmla="*/ 11970691 w 12188965"/>
              <a:gd name="connsiteY10275" fmla="*/ 1195983 h 2053176"/>
              <a:gd name="connsiteX10276" fmla="*/ 11996349 w 12188965"/>
              <a:gd name="connsiteY10276" fmla="*/ 1221641 h 2053176"/>
              <a:gd name="connsiteX10277" fmla="*/ 11970691 w 12188965"/>
              <a:gd name="connsiteY10277" fmla="*/ 1247301 h 2053176"/>
              <a:gd name="connsiteX10278" fmla="*/ 11945033 w 12188965"/>
              <a:gd name="connsiteY10278" fmla="*/ 1221641 h 2053176"/>
              <a:gd name="connsiteX10279" fmla="*/ 11970691 w 12188965"/>
              <a:gd name="connsiteY10279" fmla="*/ 1195983 h 2053176"/>
              <a:gd name="connsiteX10280" fmla="*/ 11842279 w 12188965"/>
              <a:gd name="connsiteY10280" fmla="*/ 1195983 h 2053176"/>
              <a:gd name="connsiteX10281" fmla="*/ 11867941 w 12188965"/>
              <a:gd name="connsiteY10281" fmla="*/ 1221641 h 2053176"/>
              <a:gd name="connsiteX10282" fmla="*/ 11842279 w 12188965"/>
              <a:gd name="connsiteY10282" fmla="*/ 1247301 h 2053176"/>
              <a:gd name="connsiteX10283" fmla="*/ 11816621 w 12188965"/>
              <a:gd name="connsiteY10283" fmla="*/ 1221641 h 2053176"/>
              <a:gd name="connsiteX10284" fmla="*/ 11842279 w 12188965"/>
              <a:gd name="connsiteY10284" fmla="*/ 1195983 h 2053176"/>
              <a:gd name="connsiteX10285" fmla="*/ 11775107 w 12188965"/>
              <a:gd name="connsiteY10285" fmla="*/ 1195983 h 2053176"/>
              <a:gd name="connsiteX10286" fmla="*/ 11800767 w 12188965"/>
              <a:gd name="connsiteY10286" fmla="*/ 1221641 h 2053176"/>
              <a:gd name="connsiteX10287" fmla="*/ 11775107 w 12188965"/>
              <a:gd name="connsiteY10287" fmla="*/ 1247301 h 2053176"/>
              <a:gd name="connsiteX10288" fmla="*/ 11749449 w 12188965"/>
              <a:gd name="connsiteY10288" fmla="*/ 1221641 h 2053176"/>
              <a:gd name="connsiteX10289" fmla="*/ 11775107 w 12188965"/>
              <a:gd name="connsiteY10289" fmla="*/ 1195983 h 2053176"/>
              <a:gd name="connsiteX10290" fmla="*/ 11454081 w 12188965"/>
              <a:gd name="connsiteY10290" fmla="*/ 1195983 h 2053176"/>
              <a:gd name="connsiteX10291" fmla="*/ 11479739 w 12188965"/>
              <a:gd name="connsiteY10291" fmla="*/ 1221641 h 2053176"/>
              <a:gd name="connsiteX10292" fmla="*/ 11454081 w 12188965"/>
              <a:gd name="connsiteY10292" fmla="*/ 1247301 h 2053176"/>
              <a:gd name="connsiteX10293" fmla="*/ 11428421 w 12188965"/>
              <a:gd name="connsiteY10293" fmla="*/ 1221641 h 2053176"/>
              <a:gd name="connsiteX10294" fmla="*/ 11454081 w 12188965"/>
              <a:gd name="connsiteY10294" fmla="*/ 1195983 h 2053176"/>
              <a:gd name="connsiteX10295" fmla="*/ 11325670 w 12188965"/>
              <a:gd name="connsiteY10295" fmla="*/ 1195983 h 2053176"/>
              <a:gd name="connsiteX10296" fmla="*/ 11351329 w 12188965"/>
              <a:gd name="connsiteY10296" fmla="*/ 1221641 h 2053176"/>
              <a:gd name="connsiteX10297" fmla="*/ 11325670 w 12188965"/>
              <a:gd name="connsiteY10297" fmla="*/ 1247301 h 2053176"/>
              <a:gd name="connsiteX10298" fmla="*/ 11300012 w 12188965"/>
              <a:gd name="connsiteY10298" fmla="*/ 1221641 h 2053176"/>
              <a:gd name="connsiteX10299" fmla="*/ 11325670 w 12188965"/>
              <a:gd name="connsiteY10299" fmla="*/ 1195983 h 2053176"/>
              <a:gd name="connsiteX10300" fmla="*/ 11197259 w 12188965"/>
              <a:gd name="connsiteY10300" fmla="*/ 1195983 h 2053176"/>
              <a:gd name="connsiteX10301" fmla="*/ 11222917 w 12188965"/>
              <a:gd name="connsiteY10301" fmla="*/ 1221641 h 2053176"/>
              <a:gd name="connsiteX10302" fmla="*/ 11197259 w 12188965"/>
              <a:gd name="connsiteY10302" fmla="*/ 1247301 h 2053176"/>
              <a:gd name="connsiteX10303" fmla="*/ 11171601 w 12188965"/>
              <a:gd name="connsiteY10303" fmla="*/ 1221641 h 2053176"/>
              <a:gd name="connsiteX10304" fmla="*/ 11197259 w 12188965"/>
              <a:gd name="connsiteY10304" fmla="*/ 1195983 h 2053176"/>
              <a:gd name="connsiteX10305" fmla="*/ 11133055 w 12188965"/>
              <a:gd name="connsiteY10305" fmla="*/ 1195983 h 2053176"/>
              <a:gd name="connsiteX10306" fmla="*/ 11158713 w 12188965"/>
              <a:gd name="connsiteY10306" fmla="*/ 1221641 h 2053176"/>
              <a:gd name="connsiteX10307" fmla="*/ 11133055 w 12188965"/>
              <a:gd name="connsiteY10307" fmla="*/ 1247301 h 2053176"/>
              <a:gd name="connsiteX10308" fmla="*/ 11107396 w 12188965"/>
              <a:gd name="connsiteY10308" fmla="*/ 1221641 h 2053176"/>
              <a:gd name="connsiteX10309" fmla="*/ 11133055 w 12188965"/>
              <a:gd name="connsiteY10309" fmla="*/ 1195983 h 2053176"/>
              <a:gd name="connsiteX10310" fmla="*/ 10940321 w 12188965"/>
              <a:gd name="connsiteY10310" fmla="*/ 1195983 h 2053176"/>
              <a:gd name="connsiteX10311" fmla="*/ 10965982 w 12188965"/>
              <a:gd name="connsiteY10311" fmla="*/ 1221641 h 2053176"/>
              <a:gd name="connsiteX10312" fmla="*/ 10940321 w 12188965"/>
              <a:gd name="connsiteY10312" fmla="*/ 1247301 h 2053176"/>
              <a:gd name="connsiteX10313" fmla="*/ 10914663 w 12188965"/>
              <a:gd name="connsiteY10313" fmla="*/ 1221641 h 2053176"/>
              <a:gd name="connsiteX10314" fmla="*/ 10940321 w 12188965"/>
              <a:gd name="connsiteY10314" fmla="*/ 1195983 h 2053176"/>
              <a:gd name="connsiteX10315" fmla="*/ 10683501 w 12188965"/>
              <a:gd name="connsiteY10315" fmla="*/ 1195983 h 2053176"/>
              <a:gd name="connsiteX10316" fmla="*/ 10709159 w 12188965"/>
              <a:gd name="connsiteY10316" fmla="*/ 1221641 h 2053176"/>
              <a:gd name="connsiteX10317" fmla="*/ 10683501 w 12188965"/>
              <a:gd name="connsiteY10317" fmla="*/ 1247301 h 2053176"/>
              <a:gd name="connsiteX10318" fmla="*/ 10657843 w 12188965"/>
              <a:gd name="connsiteY10318" fmla="*/ 1221641 h 2053176"/>
              <a:gd name="connsiteX10319" fmla="*/ 10683501 w 12188965"/>
              <a:gd name="connsiteY10319" fmla="*/ 1195983 h 2053176"/>
              <a:gd name="connsiteX10320" fmla="*/ 10619297 w 12188965"/>
              <a:gd name="connsiteY10320" fmla="*/ 1195983 h 2053176"/>
              <a:gd name="connsiteX10321" fmla="*/ 10644955 w 12188965"/>
              <a:gd name="connsiteY10321" fmla="*/ 1221641 h 2053176"/>
              <a:gd name="connsiteX10322" fmla="*/ 10619297 w 12188965"/>
              <a:gd name="connsiteY10322" fmla="*/ 1247301 h 2053176"/>
              <a:gd name="connsiteX10323" fmla="*/ 10593639 w 12188965"/>
              <a:gd name="connsiteY10323" fmla="*/ 1221641 h 2053176"/>
              <a:gd name="connsiteX10324" fmla="*/ 10619297 w 12188965"/>
              <a:gd name="connsiteY10324" fmla="*/ 1195983 h 2053176"/>
              <a:gd name="connsiteX10325" fmla="*/ 10555092 w 12188965"/>
              <a:gd name="connsiteY10325" fmla="*/ 1195983 h 2053176"/>
              <a:gd name="connsiteX10326" fmla="*/ 10580751 w 12188965"/>
              <a:gd name="connsiteY10326" fmla="*/ 1221641 h 2053176"/>
              <a:gd name="connsiteX10327" fmla="*/ 10555092 w 12188965"/>
              <a:gd name="connsiteY10327" fmla="*/ 1247301 h 2053176"/>
              <a:gd name="connsiteX10328" fmla="*/ 10529432 w 12188965"/>
              <a:gd name="connsiteY10328" fmla="*/ 1221641 h 2053176"/>
              <a:gd name="connsiteX10329" fmla="*/ 10555092 w 12188965"/>
              <a:gd name="connsiteY10329" fmla="*/ 1195983 h 2053176"/>
              <a:gd name="connsiteX10330" fmla="*/ 10362474 w 12188965"/>
              <a:gd name="connsiteY10330" fmla="*/ 1195983 h 2053176"/>
              <a:gd name="connsiteX10331" fmla="*/ 10388135 w 12188965"/>
              <a:gd name="connsiteY10331" fmla="*/ 1221641 h 2053176"/>
              <a:gd name="connsiteX10332" fmla="*/ 10362474 w 12188965"/>
              <a:gd name="connsiteY10332" fmla="*/ 1247301 h 2053176"/>
              <a:gd name="connsiteX10333" fmla="*/ 10336816 w 12188965"/>
              <a:gd name="connsiteY10333" fmla="*/ 1221641 h 2053176"/>
              <a:gd name="connsiteX10334" fmla="*/ 10362474 w 12188965"/>
              <a:gd name="connsiteY10334" fmla="*/ 1195983 h 2053176"/>
              <a:gd name="connsiteX10335" fmla="*/ 10298270 w 12188965"/>
              <a:gd name="connsiteY10335" fmla="*/ 1195983 h 2053176"/>
              <a:gd name="connsiteX10336" fmla="*/ 10323928 w 12188965"/>
              <a:gd name="connsiteY10336" fmla="*/ 1221641 h 2053176"/>
              <a:gd name="connsiteX10337" fmla="*/ 10298270 w 12188965"/>
              <a:gd name="connsiteY10337" fmla="*/ 1247301 h 2053176"/>
              <a:gd name="connsiteX10338" fmla="*/ 10272611 w 12188965"/>
              <a:gd name="connsiteY10338" fmla="*/ 1221641 h 2053176"/>
              <a:gd name="connsiteX10339" fmla="*/ 10298270 w 12188965"/>
              <a:gd name="connsiteY10339" fmla="*/ 1195983 h 2053176"/>
              <a:gd name="connsiteX10340" fmla="*/ 10234065 w 12188965"/>
              <a:gd name="connsiteY10340" fmla="*/ 1195983 h 2053176"/>
              <a:gd name="connsiteX10341" fmla="*/ 10259723 w 12188965"/>
              <a:gd name="connsiteY10341" fmla="*/ 1221641 h 2053176"/>
              <a:gd name="connsiteX10342" fmla="*/ 10234065 w 12188965"/>
              <a:gd name="connsiteY10342" fmla="*/ 1247301 h 2053176"/>
              <a:gd name="connsiteX10343" fmla="*/ 10208404 w 12188965"/>
              <a:gd name="connsiteY10343" fmla="*/ 1221641 h 2053176"/>
              <a:gd name="connsiteX10344" fmla="*/ 10234065 w 12188965"/>
              <a:gd name="connsiteY10344" fmla="*/ 1195983 h 2053176"/>
              <a:gd name="connsiteX10345" fmla="*/ 10105654 w 12188965"/>
              <a:gd name="connsiteY10345" fmla="*/ 1195983 h 2053176"/>
              <a:gd name="connsiteX10346" fmla="*/ 10131312 w 12188965"/>
              <a:gd name="connsiteY10346" fmla="*/ 1221641 h 2053176"/>
              <a:gd name="connsiteX10347" fmla="*/ 10105654 w 12188965"/>
              <a:gd name="connsiteY10347" fmla="*/ 1247301 h 2053176"/>
              <a:gd name="connsiteX10348" fmla="*/ 10079996 w 12188965"/>
              <a:gd name="connsiteY10348" fmla="*/ 1221641 h 2053176"/>
              <a:gd name="connsiteX10349" fmla="*/ 10105654 w 12188965"/>
              <a:gd name="connsiteY10349" fmla="*/ 1195983 h 2053176"/>
              <a:gd name="connsiteX10350" fmla="*/ 9720307 w 12188965"/>
              <a:gd name="connsiteY10350" fmla="*/ 1195983 h 2053176"/>
              <a:gd name="connsiteX10351" fmla="*/ 9745965 w 12188965"/>
              <a:gd name="connsiteY10351" fmla="*/ 1221641 h 2053176"/>
              <a:gd name="connsiteX10352" fmla="*/ 9720307 w 12188965"/>
              <a:gd name="connsiteY10352" fmla="*/ 1247301 h 2053176"/>
              <a:gd name="connsiteX10353" fmla="*/ 9694646 w 12188965"/>
              <a:gd name="connsiteY10353" fmla="*/ 1221641 h 2053176"/>
              <a:gd name="connsiteX10354" fmla="*/ 9720307 w 12188965"/>
              <a:gd name="connsiteY10354" fmla="*/ 1195983 h 2053176"/>
              <a:gd name="connsiteX10355" fmla="*/ 9591896 w 12188965"/>
              <a:gd name="connsiteY10355" fmla="*/ 1195983 h 2053176"/>
              <a:gd name="connsiteX10356" fmla="*/ 9617554 w 12188965"/>
              <a:gd name="connsiteY10356" fmla="*/ 1221641 h 2053176"/>
              <a:gd name="connsiteX10357" fmla="*/ 9591896 w 12188965"/>
              <a:gd name="connsiteY10357" fmla="*/ 1247301 h 2053176"/>
              <a:gd name="connsiteX10358" fmla="*/ 9566238 w 12188965"/>
              <a:gd name="connsiteY10358" fmla="*/ 1221641 h 2053176"/>
              <a:gd name="connsiteX10359" fmla="*/ 9591896 w 12188965"/>
              <a:gd name="connsiteY10359" fmla="*/ 1195983 h 2053176"/>
              <a:gd name="connsiteX10360" fmla="*/ 9527689 w 12188965"/>
              <a:gd name="connsiteY10360" fmla="*/ 1195983 h 2053176"/>
              <a:gd name="connsiteX10361" fmla="*/ 9553350 w 12188965"/>
              <a:gd name="connsiteY10361" fmla="*/ 1221641 h 2053176"/>
              <a:gd name="connsiteX10362" fmla="*/ 9527689 w 12188965"/>
              <a:gd name="connsiteY10362" fmla="*/ 1247301 h 2053176"/>
              <a:gd name="connsiteX10363" fmla="*/ 9502031 w 12188965"/>
              <a:gd name="connsiteY10363" fmla="*/ 1221641 h 2053176"/>
              <a:gd name="connsiteX10364" fmla="*/ 9527689 w 12188965"/>
              <a:gd name="connsiteY10364" fmla="*/ 1195983 h 2053176"/>
              <a:gd name="connsiteX10365" fmla="*/ 9463485 w 12188965"/>
              <a:gd name="connsiteY10365" fmla="*/ 1195983 h 2053176"/>
              <a:gd name="connsiteX10366" fmla="*/ 9489143 w 12188965"/>
              <a:gd name="connsiteY10366" fmla="*/ 1221641 h 2053176"/>
              <a:gd name="connsiteX10367" fmla="*/ 9463485 w 12188965"/>
              <a:gd name="connsiteY10367" fmla="*/ 1247301 h 2053176"/>
              <a:gd name="connsiteX10368" fmla="*/ 9437826 w 12188965"/>
              <a:gd name="connsiteY10368" fmla="*/ 1221641 h 2053176"/>
              <a:gd name="connsiteX10369" fmla="*/ 9463485 w 12188965"/>
              <a:gd name="connsiteY10369" fmla="*/ 1195983 h 2053176"/>
              <a:gd name="connsiteX10370" fmla="*/ 9335073 w 12188965"/>
              <a:gd name="connsiteY10370" fmla="*/ 1195983 h 2053176"/>
              <a:gd name="connsiteX10371" fmla="*/ 9360734 w 12188965"/>
              <a:gd name="connsiteY10371" fmla="*/ 1221641 h 2053176"/>
              <a:gd name="connsiteX10372" fmla="*/ 9335073 w 12188965"/>
              <a:gd name="connsiteY10372" fmla="*/ 1247301 h 2053176"/>
              <a:gd name="connsiteX10373" fmla="*/ 9309415 w 12188965"/>
              <a:gd name="connsiteY10373" fmla="*/ 1221641 h 2053176"/>
              <a:gd name="connsiteX10374" fmla="*/ 9335073 w 12188965"/>
              <a:gd name="connsiteY10374" fmla="*/ 1195983 h 2053176"/>
              <a:gd name="connsiteX10375" fmla="*/ 9078253 w 12188965"/>
              <a:gd name="connsiteY10375" fmla="*/ 1195983 h 2053176"/>
              <a:gd name="connsiteX10376" fmla="*/ 9103911 w 12188965"/>
              <a:gd name="connsiteY10376" fmla="*/ 1221641 h 2053176"/>
              <a:gd name="connsiteX10377" fmla="*/ 9078253 w 12188965"/>
              <a:gd name="connsiteY10377" fmla="*/ 1247301 h 2053176"/>
              <a:gd name="connsiteX10378" fmla="*/ 9052595 w 12188965"/>
              <a:gd name="connsiteY10378" fmla="*/ 1221641 h 2053176"/>
              <a:gd name="connsiteX10379" fmla="*/ 9078253 w 12188965"/>
              <a:gd name="connsiteY10379" fmla="*/ 1195983 h 2053176"/>
              <a:gd name="connsiteX10380" fmla="*/ 9014049 w 12188965"/>
              <a:gd name="connsiteY10380" fmla="*/ 1195983 h 2053176"/>
              <a:gd name="connsiteX10381" fmla="*/ 9039707 w 12188965"/>
              <a:gd name="connsiteY10381" fmla="*/ 1221641 h 2053176"/>
              <a:gd name="connsiteX10382" fmla="*/ 9014049 w 12188965"/>
              <a:gd name="connsiteY10382" fmla="*/ 1247301 h 2053176"/>
              <a:gd name="connsiteX10383" fmla="*/ 8988388 w 12188965"/>
              <a:gd name="connsiteY10383" fmla="*/ 1221641 h 2053176"/>
              <a:gd name="connsiteX10384" fmla="*/ 9014049 w 12188965"/>
              <a:gd name="connsiteY10384" fmla="*/ 1195983 h 2053176"/>
              <a:gd name="connsiteX10385" fmla="*/ 8564495 w 12188965"/>
              <a:gd name="connsiteY10385" fmla="*/ 1195983 h 2053176"/>
              <a:gd name="connsiteX10386" fmla="*/ 8590153 w 12188965"/>
              <a:gd name="connsiteY10386" fmla="*/ 1221641 h 2053176"/>
              <a:gd name="connsiteX10387" fmla="*/ 8564495 w 12188965"/>
              <a:gd name="connsiteY10387" fmla="*/ 1247301 h 2053176"/>
              <a:gd name="connsiteX10388" fmla="*/ 8538837 w 12188965"/>
              <a:gd name="connsiteY10388" fmla="*/ 1221641 h 2053176"/>
              <a:gd name="connsiteX10389" fmla="*/ 8564495 w 12188965"/>
              <a:gd name="connsiteY10389" fmla="*/ 1195983 h 2053176"/>
              <a:gd name="connsiteX10390" fmla="*/ 8500288 w 12188965"/>
              <a:gd name="connsiteY10390" fmla="*/ 1195983 h 2053176"/>
              <a:gd name="connsiteX10391" fmla="*/ 8525949 w 12188965"/>
              <a:gd name="connsiteY10391" fmla="*/ 1221641 h 2053176"/>
              <a:gd name="connsiteX10392" fmla="*/ 8500288 w 12188965"/>
              <a:gd name="connsiteY10392" fmla="*/ 1247301 h 2053176"/>
              <a:gd name="connsiteX10393" fmla="*/ 8474630 w 12188965"/>
              <a:gd name="connsiteY10393" fmla="*/ 1221641 h 2053176"/>
              <a:gd name="connsiteX10394" fmla="*/ 8500288 w 12188965"/>
              <a:gd name="connsiteY10394" fmla="*/ 1195983 h 2053176"/>
              <a:gd name="connsiteX10395" fmla="*/ 8115057 w 12188965"/>
              <a:gd name="connsiteY10395" fmla="*/ 1195983 h 2053176"/>
              <a:gd name="connsiteX10396" fmla="*/ 8140717 w 12188965"/>
              <a:gd name="connsiteY10396" fmla="*/ 1221641 h 2053176"/>
              <a:gd name="connsiteX10397" fmla="*/ 8115057 w 12188965"/>
              <a:gd name="connsiteY10397" fmla="*/ 1247301 h 2053176"/>
              <a:gd name="connsiteX10398" fmla="*/ 8089398 w 12188965"/>
              <a:gd name="connsiteY10398" fmla="*/ 1221641 h 2053176"/>
              <a:gd name="connsiteX10399" fmla="*/ 8115057 w 12188965"/>
              <a:gd name="connsiteY10399" fmla="*/ 1195983 h 2053176"/>
              <a:gd name="connsiteX10400" fmla="*/ 8050852 w 12188965"/>
              <a:gd name="connsiteY10400" fmla="*/ 1195983 h 2053176"/>
              <a:gd name="connsiteX10401" fmla="*/ 8076510 w 12188965"/>
              <a:gd name="connsiteY10401" fmla="*/ 1221641 h 2053176"/>
              <a:gd name="connsiteX10402" fmla="*/ 8050852 w 12188965"/>
              <a:gd name="connsiteY10402" fmla="*/ 1247301 h 2053176"/>
              <a:gd name="connsiteX10403" fmla="*/ 8025194 w 12188965"/>
              <a:gd name="connsiteY10403" fmla="*/ 1221641 h 2053176"/>
              <a:gd name="connsiteX10404" fmla="*/ 8050852 w 12188965"/>
              <a:gd name="connsiteY10404" fmla="*/ 1195983 h 2053176"/>
              <a:gd name="connsiteX10405" fmla="*/ 7986648 w 12188965"/>
              <a:gd name="connsiteY10405" fmla="*/ 1195983 h 2053176"/>
              <a:gd name="connsiteX10406" fmla="*/ 8012306 w 12188965"/>
              <a:gd name="connsiteY10406" fmla="*/ 1221641 h 2053176"/>
              <a:gd name="connsiteX10407" fmla="*/ 7986648 w 12188965"/>
              <a:gd name="connsiteY10407" fmla="*/ 1247301 h 2053176"/>
              <a:gd name="connsiteX10408" fmla="*/ 7960990 w 12188965"/>
              <a:gd name="connsiteY10408" fmla="*/ 1221641 h 2053176"/>
              <a:gd name="connsiteX10409" fmla="*/ 7986648 w 12188965"/>
              <a:gd name="connsiteY10409" fmla="*/ 1195983 h 2053176"/>
              <a:gd name="connsiteX10410" fmla="*/ 7922444 w 12188965"/>
              <a:gd name="connsiteY10410" fmla="*/ 1195983 h 2053176"/>
              <a:gd name="connsiteX10411" fmla="*/ 7948102 w 12188965"/>
              <a:gd name="connsiteY10411" fmla="*/ 1221641 h 2053176"/>
              <a:gd name="connsiteX10412" fmla="*/ 7922444 w 12188965"/>
              <a:gd name="connsiteY10412" fmla="*/ 1247301 h 2053176"/>
              <a:gd name="connsiteX10413" fmla="*/ 7896783 w 12188965"/>
              <a:gd name="connsiteY10413" fmla="*/ 1221641 h 2053176"/>
              <a:gd name="connsiteX10414" fmla="*/ 7922444 w 12188965"/>
              <a:gd name="connsiteY10414" fmla="*/ 1195983 h 2053176"/>
              <a:gd name="connsiteX10415" fmla="*/ 7858237 w 12188965"/>
              <a:gd name="connsiteY10415" fmla="*/ 1195983 h 2053176"/>
              <a:gd name="connsiteX10416" fmla="*/ 7883895 w 12188965"/>
              <a:gd name="connsiteY10416" fmla="*/ 1221641 h 2053176"/>
              <a:gd name="connsiteX10417" fmla="*/ 7858237 w 12188965"/>
              <a:gd name="connsiteY10417" fmla="*/ 1247301 h 2053176"/>
              <a:gd name="connsiteX10418" fmla="*/ 7832578 w 12188965"/>
              <a:gd name="connsiteY10418" fmla="*/ 1221641 h 2053176"/>
              <a:gd name="connsiteX10419" fmla="*/ 7858237 w 12188965"/>
              <a:gd name="connsiteY10419" fmla="*/ 1195983 h 2053176"/>
              <a:gd name="connsiteX10420" fmla="*/ 7794032 w 12188965"/>
              <a:gd name="connsiteY10420" fmla="*/ 1195983 h 2053176"/>
              <a:gd name="connsiteX10421" fmla="*/ 7819690 w 12188965"/>
              <a:gd name="connsiteY10421" fmla="*/ 1221641 h 2053176"/>
              <a:gd name="connsiteX10422" fmla="*/ 7794032 w 12188965"/>
              <a:gd name="connsiteY10422" fmla="*/ 1247301 h 2053176"/>
              <a:gd name="connsiteX10423" fmla="*/ 7768371 w 12188965"/>
              <a:gd name="connsiteY10423" fmla="*/ 1221641 h 2053176"/>
              <a:gd name="connsiteX10424" fmla="*/ 7794032 w 12188965"/>
              <a:gd name="connsiteY10424" fmla="*/ 1195983 h 2053176"/>
              <a:gd name="connsiteX10425" fmla="*/ 7729825 w 12188965"/>
              <a:gd name="connsiteY10425" fmla="*/ 1195983 h 2053176"/>
              <a:gd name="connsiteX10426" fmla="*/ 7755486 w 12188965"/>
              <a:gd name="connsiteY10426" fmla="*/ 1221641 h 2053176"/>
              <a:gd name="connsiteX10427" fmla="*/ 7729825 w 12188965"/>
              <a:gd name="connsiteY10427" fmla="*/ 1247301 h 2053176"/>
              <a:gd name="connsiteX10428" fmla="*/ 7704167 w 12188965"/>
              <a:gd name="connsiteY10428" fmla="*/ 1221641 h 2053176"/>
              <a:gd name="connsiteX10429" fmla="*/ 7729825 w 12188965"/>
              <a:gd name="connsiteY10429" fmla="*/ 1195983 h 2053176"/>
              <a:gd name="connsiteX10430" fmla="*/ 7665621 w 12188965"/>
              <a:gd name="connsiteY10430" fmla="*/ 1195983 h 2053176"/>
              <a:gd name="connsiteX10431" fmla="*/ 7691279 w 12188965"/>
              <a:gd name="connsiteY10431" fmla="*/ 1221641 h 2053176"/>
              <a:gd name="connsiteX10432" fmla="*/ 7665621 w 12188965"/>
              <a:gd name="connsiteY10432" fmla="*/ 1247301 h 2053176"/>
              <a:gd name="connsiteX10433" fmla="*/ 7639963 w 12188965"/>
              <a:gd name="connsiteY10433" fmla="*/ 1221641 h 2053176"/>
              <a:gd name="connsiteX10434" fmla="*/ 7665621 w 12188965"/>
              <a:gd name="connsiteY10434" fmla="*/ 1195983 h 2053176"/>
              <a:gd name="connsiteX10435" fmla="*/ 7601299 w 12188965"/>
              <a:gd name="connsiteY10435" fmla="*/ 1195983 h 2053176"/>
              <a:gd name="connsiteX10436" fmla="*/ 7626959 w 12188965"/>
              <a:gd name="connsiteY10436" fmla="*/ 1221641 h 2053176"/>
              <a:gd name="connsiteX10437" fmla="*/ 7601299 w 12188965"/>
              <a:gd name="connsiteY10437" fmla="*/ 1247301 h 2053176"/>
              <a:gd name="connsiteX10438" fmla="*/ 7575640 w 12188965"/>
              <a:gd name="connsiteY10438" fmla="*/ 1221641 h 2053176"/>
              <a:gd name="connsiteX10439" fmla="*/ 7601299 w 12188965"/>
              <a:gd name="connsiteY10439" fmla="*/ 1195983 h 2053176"/>
              <a:gd name="connsiteX10440" fmla="*/ 7537094 w 12188965"/>
              <a:gd name="connsiteY10440" fmla="*/ 1195983 h 2053176"/>
              <a:gd name="connsiteX10441" fmla="*/ 7562752 w 12188965"/>
              <a:gd name="connsiteY10441" fmla="*/ 1221641 h 2053176"/>
              <a:gd name="connsiteX10442" fmla="*/ 7537094 w 12188965"/>
              <a:gd name="connsiteY10442" fmla="*/ 1247301 h 2053176"/>
              <a:gd name="connsiteX10443" fmla="*/ 7511436 w 12188965"/>
              <a:gd name="connsiteY10443" fmla="*/ 1221641 h 2053176"/>
              <a:gd name="connsiteX10444" fmla="*/ 7537094 w 12188965"/>
              <a:gd name="connsiteY10444" fmla="*/ 1195983 h 2053176"/>
              <a:gd name="connsiteX10445" fmla="*/ 7472890 w 12188965"/>
              <a:gd name="connsiteY10445" fmla="*/ 1195983 h 2053176"/>
              <a:gd name="connsiteX10446" fmla="*/ 7498548 w 12188965"/>
              <a:gd name="connsiteY10446" fmla="*/ 1221641 h 2053176"/>
              <a:gd name="connsiteX10447" fmla="*/ 7472890 w 12188965"/>
              <a:gd name="connsiteY10447" fmla="*/ 1247301 h 2053176"/>
              <a:gd name="connsiteX10448" fmla="*/ 7447229 w 12188965"/>
              <a:gd name="connsiteY10448" fmla="*/ 1221641 h 2053176"/>
              <a:gd name="connsiteX10449" fmla="*/ 7472890 w 12188965"/>
              <a:gd name="connsiteY10449" fmla="*/ 1195983 h 2053176"/>
              <a:gd name="connsiteX10450" fmla="*/ 7216067 w 12188965"/>
              <a:gd name="connsiteY10450" fmla="*/ 1195983 h 2053176"/>
              <a:gd name="connsiteX10451" fmla="*/ 7241725 w 12188965"/>
              <a:gd name="connsiteY10451" fmla="*/ 1221641 h 2053176"/>
              <a:gd name="connsiteX10452" fmla="*/ 7216067 w 12188965"/>
              <a:gd name="connsiteY10452" fmla="*/ 1247301 h 2053176"/>
              <a:gd name="connsiteX10453" fmla="*/ 7190409 w 12188965"/>
              <a:gd name="connsiteY10453" fmla="*/ 1221641 h 2053176"/>
              <a:gd name="connsiteX10454" fmla="*/ 7216067 w 12188965"/>
              <a:gd name="connsiteY10454" fmla="*/ 1195983 h 2053176"/>
              <a:gd name="connsiteX10455" fmla="*/ 7151863 w 12188965"/>
              <a:gd name="connsiteY10455" fmla="*/ 1195983 h 2053176"/>
              <a:gd name="connsiteX10456" fmla="*/ 7177521 w 12188965"/>
              <a:gd name="connsiteY10456" fmla="*/ 1221641 h 2053176"/>
              <a:gd name="connsiteX10457" fmla="*/ 7151863 w 12188965"/>
              <a:gd name="connsiteY10457" fmla="*/ 1247301 h 2053176"/>
              <a:gd name="connsiteX10458" fmla="*/ 7126205 w 12188965"/>
              <a:gd name="connsiteY10458" fmla="*/ 1221641 h 2053176"/>
              <a:gd name="connsiteX10459" fmla="*/ 7151863 w 12188965"/>
              <a:gd name="connsiteY10459" fmla="*/ 1195983 h 2053176"/>
              <a:gd name="connsiteX10460" fmla="*/ 7087658 w 12188965"/>
              <a:gd name="connsiteY10460" fmla="*/ 1195983 h 2053176"/>
              <a:gd name="connsiteX10461" fmla="*/ 7113317 w 12188965"/>
              <a:gd name="connsiteY10461" fmla="*/ 1221641 h 2053176"/>
              <a:gd name="connsiteX10462" fmla="*/ 7087658 w 12188965"/>
              <a:gd name="connsiteY10462" fmla="*/ 1247301 h 2053176"/>
              <a:gd name="connsiteX10463" fmla="*/ 7061998 w 12188965"/>
              <a:gd name="connsiteY10463" fmla="*/ 1221641 h 2053176"/>
              <a:gd name="connsiteX10464" fmla="*/ 7087658 w 12188965"/>
              <a:gd name="connsiteY10464" fmla="*/ 1195983 h 2053176"/>
              <a:gd name="connsiteX10465" fmla="*/ 6895043 w 12188965"/>
              <a:gd name="connsiteY10465" fmla="*/ 1195983 h 2053176"/>
              <a:gd name="connsiteX10466" fmla="*/ 6920701 w 12188965"/>
              <a:gd name="connsiteY10466" fmla="*/ 1221641 h 2053176"/>
              <a:gd name="connsiteX10467" fmla="*/ 6895043 w 12188965"/>
              <a:gd name="connsiteY10467" fmla="*/ 1247301 h 2053176"/>
              <a:gd name="connsiteX10468" fmla="*/ 6869382 w 12188965"/>
              <a:gd name="connsiteY10468" fmla="*/ 1221641 h 2053176"/>
              <a:gd name="connsiteX10469" fmla="*/ 6895043 w 12188965"/>
              <a:gd name="connsiteY10469" fmla="*/ 1195983 h 2053176"/>
              <a:gd name="connsiteX10470" fmla="*/ 6638220 w 12188965"/>
              <a:gd name="connsiteY10470" fmla="*/ 1195983 h 2053176"/>
              <a:gd name="connsiteX10471" fmla="*/ 6663881 w 12188965"/>
              <a:gd name="connsiteY10471" fmla="*/ 1221641 h 2053176"/>
              <a:gd name="connsiteX10472" fmla="*/ 6638220 w 12188965"/>
              <a:gd name="connsiteY10472" fmla="*/ 1247301 h 2053176"/>
              <a:gd name="connsiteX10473" fmla="*/ 6612562 w 12188965"/>
              <a:gd name="connsiteY10473" fmla="*/ 1221641 h 2053176"/>
              <a:gd name="connsiteX10474" fmla="*/ 6638220 w 12188965"/>
              <a:gd name="connsiteY10474" fmla="*/ 1195983 h 2053176"/>
              <a:gd name="connsiteX10475" fmla="*/ 6317078 w 12188965"/>
              <a:gd name="connsiteY10475" fmla="*/ 1195983 h 2053176"/>
              <a:gd name="connsiteX10476" fmla="*/ 6342736 w 12188965"/>
              <a:gd name="connsiteY10476" fmla="*/ 1221641 h 2053176"/>
              <a:gd name="connsiteX10477" fmla="*/ 6317078 w 12188965"/>
              <a:gd name="connsiteY10477" fmla="*/ 1247301 h 2053176"/>
              <a:gd name="connsiteX10478" fmla="*/ 6291420 w 12188965"/>
              <a:gd name="connsiteY10478" fmla="*/ 1221641 h 2053176"/>
              <a:gd name="connsiteX10479" fmla="*/ 6317078 w 12188965"/>
              <a:gd name="connsiteY10479" fmla="*/ 1195983 h 2053176"/>
              <a:gd name="connsiteX10480" fmla="*/ 6252873 w 12188965"/>
              <a:gd name="connsiteY10480" fmla="*/ 1195983 h 2053176"/>
              <a:gd name="connsiteX10481" fmla="*/ 6278532 w 12188965"/>
              <a:gd name="connsiteY10481" fmla="*/ 1221641 h 2053176"/>
              <a:gd name="connsiteX10482" fmla="*/ 6252873 w 12188965"/>
              <a:gd name="connsiteY10482" fmla="*/ 1247301 h 2053176"/>
              <a:gd name="connsiteX10483" fmla="*/ 6227213 w 12188965"/>
              <a:gd name="connsiteY10483" fmla="*/ 1221641 h 2053176"/>
              <a:gd name="connsiteX10484" fmla="*/ 6252873 w 12188965"/>
              <a:gd name="connsiteY10484" fmla="*/ 1195983 h 2053176"/>
              <a:gd name="connsiteX10485" fmla="*/ 6124462 w 12188965"/>
              <a:gd name="connsiteY10485" fmla="*/ 1195983 h 2053176"/>
              <a:gd name="connsiteX10486" fmla="*/ 6150123 w 12188965"/>
              <a:gd name="connsiteY10486" fmla="*/ 1221641 h 2053176"/>
              <a:gd name="connsiteX10487" fmla="*/ 6124462 w 12188965"/>
              <a:gd name="connsiteY10487" fmla="*/ 1247301 h 2053176"/>
              <a:gd name="connsiteX10488" fmla="*/ 6098804 w 12188965"/>
              <a:gd name="connsiteY10488" fmla="*/ 1221641 h 2053176"/>
              <a:gd name="connsiteX10489" fmla="*/ 6124462 w 12188965"/>
              <a:gd name="connsiteY10489" fmla="*/ 1195983 h 2053176"/>
              <a:gd name="connsiteX10490" fmla="*/ 6064505 w 12188965"/>
              <a:gd name="connsiteY10490" fmla="*/ 1195983 h 2053176"/>
              <a:gd name="connsiteX10491" fmla="*/ 6090163 w 12188965"/>
              <a:gd name="connsiteY10491" fmla="*/ 1221641 h 2053176"/>
              <a:gd name="connsiteX10492" fmla="*/ 6064505 w 12188965"/>
              <a:gd name="connsiteY10492" fmla="*/ 1247301 h 2053176"/>
              <a:gd name="connsiteX10493" fmla="*/ 6038844 w 12188965"/>
              <a:gd name="connsiteY10493" fmla="*/ 1221641 h 2053176"/>
              <a:gd name="connsiteX10494" fmla="*/ 6064505 w 12188965"/>
              <a:gd name="connsiteY10494" fmla="*/ 1195983 h 2053176"/>
              <a:gd name="connsiteX10495" fmla="*/ 5743477 w 12188965"/>
              <a:gd name="connsiteY10495" fmla="*/ 1195983 h 2053176"/>
              <a:gd name="connsiteX10496" fmla="*/ 5769136 w 12188965"/>
              <a:gd name="connsiteY10496" fmla="*/ 1221641 h 2053176"/>
              <a:gd name="connsiteX10497" fmla="*/ 5743477 w 12188965"/>
              <a:gd name="connsiteY10497" fmla="*/ 1247301 h 2053176"/>
              <a:gd name="connsiteX10498" fmla="*/ 5717818 w 12188965"/>
              <a:gd name="connsiteY10498" fmla="*/ 1221641 h 2053176"/>
              <a:gd name="connsiteX10499" fmla="*/ 5743477 w 12188965"/>
              <a:gd name="connsiteY10499" fmla="*/ 1195983 h 2053176"/>
              <a:gd name="connsiteX10500" fmla="*/ 5615066 w 12188965"/>
              <a:gd name="connsiteY10500" fmla="*/ 1195983 h 2053176"/>
              <a:gd name="connsiteX10501" fmla="*/ 5640726 w 12188965"/>
              <a:gd name="connsiteY10501" fmla="*/ 1221641 h 2053176"/>
              <a:gd name="connsiteX10502" fmla="*/ 5615066 w 12188965"/>
              <a:gd name="connsiteY10502" fmla="*/ 1247301 h 2053176"/>
              <a:gd name="connsiteX10503" fmla="*/ 5589407 w 12188965"/>
              <a:gd name="connsiteY10503" fmla="*/ 1221641 h 2053176"/>
              <a:gd name="connsiteX10504" fmla="*/ 5615066 w 12188965"/>
              <a:gd name="connsiteY10504" fmla="*/ 1195983 h 2053176"/>
              <a:gd name="connsiteX10505" fmla="*/ 5486655 w 12188965"/>
              <a:gd name="connsiteY10505" fmla="*/ 1195983 h 2053176"/>
              <a:gd name="connsiteX10506" fmla="*/ 5512316 w 12188965"/>
              <a:gd name="connsiteY10506" fmla="*/ 1221641 h 2053176"/>
              <a:gd name="connsiteX10507" fmla="*/ 5486655 w 12188965"/>
              <a:gd name="connsiteY10507" fmla="*/ 1247301 h 2053176"/>
              <a:gd name="connsiteX10508" fmla="*/ 5460997 w 12188965"/>
              <a:gd name="connsiteY10508" fmla="*/ 1221641 h 2053176"/>
              <a:gd name="connsiteX10509" fmla="*/ 5486655 w 12188965"/>
              <a:gd name="connsiteY10509" fmla="*/ 1195983 h 2053176"/>
              <a:gd name="connsiteX10510" fmla="*/ 5422451 w 12188965"/>
              <a:gd name="connsiteY10510" fmla="*/ 1195983 h 2053176"/>
              <a:gd name="connsiteX10511" fmla="*/ 5448109 w 12188965"/>
              <a:gd name="connsiteY10511" fmla="*/ 1221641 h 2053176"/>
              <a:gd name="connsiteX10512" fmla="*/ 5422451 w 12188965"/>
              <a:gd name="connsiteY10512" fmla="*/ 1247301 h 2053176"/>
              <a:gd name="connsiteX10513" fmla="*/ 5396791 w 12188965"/>
              <a:gd name="connsiteY10513" fmla="*/ 1221641 h 2053176"/>
              <a:gd name="connsiteX10514" fmla="*/ 5422451 w 12188965"/>
              <a:gd name="connsiteY10514" fmla="*/ 1195983 h 2053176"/>
              <a:gd name="connsiteX10515" fmla="*/ 5229719 w 12188965"/>
              <a:gd name="connsiteY10515" fmla="*/ 1195983 h 2053176"/>
              <a:gd name="connsiteX10516" fmla="*/ 5255377 w 12188965"/>
              <a:gd name="connsiteY10516" fmla="*/ 1221641 h 2053176"/>
              <a:gd name="connsiteX10517" fmla="*/ 5229719 w 12188965"/>
              <a:gd name="connsiteY10517" fmla="*/ 1247301 h 2053176"/>
              <a:gd name="connsiteX10518" fmla="*/ 5204058 w 12188965"/>
              <a:gd name="connsiteY10518" fmla="*/ 1221641 h 2053176"/>
              <a:gd name="connsiteX10519" fmla="*/ 5229719 w 12188965"/>
              <a:gd name="connsiteY10519" fmla="*/ 1195983 h 2053176"/>
              <a:gd name="connsiteX10520" fmla="*/ 4972896 w 12188965"/>
              <a:gd name="connsiteY10520" fmla="*/ 1195983 h 2053176"/>
              <a:gd name="connsiteX10521" fmla="*/ 4998557 w 12188965"/>
              <a:gd name="connsiteY10521" fmla="*/ 1221641 h 2053176"/>
              <a:gd name="connsiteX10522" fmla="*/ 4972896 w 12188965"/>
              <a:gd name="connsiteY10522" fmla="*/ 1247301 h 2053176"/>
              <a:gd name="connsiteX10523" fmla="*/ 4947240 w 12188965"/>
              <a:gd name="connsiteY10523" fmla="*/ 1221641 h 2053176"/>
              <a:gd name="connsiteX10524" fmla="*/ 4972896 w 12188965"/>
              <a:gd name="connsiteY10524" fmla="*/ 1195983 h 2053176"/>
              <a:gd name="connsiteX10525" fmla="*/ 4908693 w 12188965"/>
              <a:gd name="connsiteY10525" fmla="*/ 1195983 h 2053176"/>
              <a:gd name="connsiteX10526" fmla="*/ 4934352 w 12188965"/>
              <a:gd name="connsiteY10526" fmla="*/ 1221641 h 2053176"/>
              <a:gd name="connsiteX10527" fmla="*/ 4908693 w 12188965"/>
              <a:gd name="connsiteY10527" fmla="*/ 1247301 h 2053176"/>
              <a:gd name="connsiteX10528" fmla="*/ 4883033 w 12188965"/>
              <a:gd name="connsiteY10528" fmla="*/ 1221641 h 2053176"/>
              <a:gd name="connsiteX10529" fmla="*/ 4908693 w 12188965"/>
              <a:gd name="connsiteY10529" fmla="*/ 1195983 h 2053176"/>
              <a:gd name="connsiteX10530" fmla="*/ 4844487 w 12188965"/>
              <a:gd name="connsiteY10530" fmla="*/ 1195983 h 2053176"/>
              <a:gd name="connsiteX10531" fmla="*/ 4870146 w 12188965"/>
              <a:gd name="connsiteY10531" fmla="*/ 1221641 h 2053176"/>
              <a:gd name="connsiteX10532" fmla="*/ 4844487 w 12188965"/>
              <a:gd name="connsiteY10532" fmla="*/ 1247301 h 2053176"/>
              <a:gd name="connsiteX10533" fmla="*/ 4818828 w 12188965"/>
              <a:gd name="connsiteY10533" fmla="*/ 1221641 h 2053176"/>
              <a:gd name="connsiteX10534" fmla="*/ 4844487 w 12188965"/>
              <a:gd name="connsiteY10534" fmla="*/ 1195983 h 2053176"/>
              <a:gd name="connsiteX10535" fmla="*/ 4651872 w 12188965"/>
              <a:gd name="connsiteY10535" fmla="*/ 1195983 h 2053176"/>
              <a:gd name="connsiteX10536" fmla="*/ 4677531 w 12188965"/>
              <a:gd name="connsiteY10536" fmla="*/ 1221641 h 2053176"/>
              <a:gd name="connsiteX10537" fmla="*/ 4651872 w 12188965"/>
              <a:gd name="connsiteY10537" fmla="*/ 1247301 h 2053176"/>
              <a:gd name="connsiteX10538" fmla="*/ 4626213 w 12188965"/>
              <a:gd name="connsiteY10538" fmla="*/ 1221641 h 2053176"/>
              <a:gd name="connsiteX10539" fmla="*/ 4651872 w 12188965"/>
              <a:gd name="connsiteY10539" fmla="*/ 1195983 h 2053176"/>
              <a:gd name="connsiteX10540" fmla="*/ 4587666 w 12188965"/>
              <a:gd name="connsiteY10540" fmla="*/ 1195983 h 2053176"/>
              <a:gd name="connsiteX10541" fmla="*/ 4613324 w 12188965"/>
              <a:gd name="connsiteY10541" fmla="*/ 1221641 h 2053176"/>
              <a:gd name="connsiteX10542" fmla="*/ 4587666 w 12188965"/>
              <a:gd name="connsiteY10542" fmla="*/ 1247301 h 2053176"/>
              <a:gd name="connsiteX10543" fmla="*/ 4562007 w 12188965"/>
              <a:gd name="connsiteY10543" fmla="*/ 1221641 h 2053176"/>
              <a:gd name="connsiteX10544" fmla="*/ 4587666 w 12188965"/>
              <a:gd name="connsiteY10544" fmla="*/ 1195983 h 2053176"/>
              <a:gd name="connsiteX10545" fmla="*/ 4523461 w 12188965"/>
              <a:gd name="connsiteY10545" fmla="*/ 1195983 h 2053176"/>
              <a:gd name="connsiteX10546" fmla="*/ 4549121 w 12188965"/>
              <a:gd name="connsiteY10546" fmla="*/ 1221641 h 2053176"/>
              <a:gd name="connsiteX10547" fmla="*/ 4523461 w 12188965"/>
              <a:gd name="connsiteY10547" fmla="*/ 1247301 h 2053176"/>
              <a:gd name="connsiteX10548" fmla="*/ 4497802 w 12188965"/>
              <a:gd name="connsiteY10548" fmla="*/ 1221641 h 2053176"/>
              <a:gd name="connsiteX10549" fmla="*/ 4523461 w 12188965"/>
              <a:gd name="connsiteY10549" fmla="*/ 1195983 h 2053176"/>
              <a:gd name="connsiteX10550" fmla="*/ 4395050 w 12188965"/>
              <a:gd name="connsiteY10550" fmla="*/ 1195983 h 2053176"/>
              <a:gd name="connsiteX10551" fmla="*/ 4420710 w 12188965"/>
              <a:gd name="connsiteY10551" fmla="*/ 1221641 h 2053176"/>
              <a:gd name="connsiteX10552" fmla="*/ 4395050 w 12188965"/>
              <a:gd name="connsiteY10552" fmla="*/ 1247301 h 2053176"/>
              <a:gd name="connsiteX10553" fmla="*/ 4369391 w 12188965"/>
              <a:gd name="connsiteY10553" fmla="*/ 1221641 h 2053176"/>
              <a:gd name="connsiteX10554" fmla="*/ 4395050 w 12188965"/>
              <a:gd name="connsiteY10554" fmla="*/ 1195983 h 2053176"/>
              <a:gd name="connsiteX10555" fmla="*/ 4009702 w 12188965"/>
              <a:gd name="connsiteY10555" fmla="*/ 1195983 h 2053176"/>
              <a:gd name="connsiteX10556" fmla="*/ 4035362 w 12188965"/>
              <a:gd name="connsiteY10556" fmla="*/ 1221641 h 2053176"/>
              <a:gd name="connsiteX10557" fmla="*/ 4009702 w 12188965"/>
              <a:gd name="connsiteY10557" fmla="*/ 1247301 h 2053176"/>
              <a:gd name="connsiteX10558" fmla="*/ 3984043 w 12188965"/>
              <a:gd name="connsiteY10558" fmla="*/ 1221641 h 2053176"/>
              <a:gd name="connsiteX10559" fmla="*/ 4009702 w 12188965"/>
              <a:gd name="connsiteY10559" fmla="*/ 1195983 h 2053176"/>
              <a:gd name="connsiteX10560" fmla="*/ 3881291 w 12188965"/>
              <a:gd name="connsiteY10560" fmla="*/ 1195983 h 2053176"/>
              <a:gd name="connsiteX10561" fmla="*/ 3906950 w 12188965"/>
              <a:gd name="connsiteY10561" fmla="*/ 1221641 h 2053176"/>
              <a:gd name="connsiteX10562" fmla="*/ 3881291 w 12188965"/>
              <a:gd name="connsiteY10562" fmla="*/ 1247301 h 2053176"/>
              <a:gd name="connsiteX10563" fmla="*/ 3855633 w 12188965"/>
              <a:gd name="connsiteY10563" fmla="*/ 1221641 h 2053176"/>
              <a:gd name="connsiteX10564" fmla="*/ 3881291 w 12188965"/>
              <a:gd name="connsiteY10564" fmla="*/ 1195983 h 2053176"/>
              <a:gd name="connsiteX10565" fmla="*/ 3817085 w 12188965"/>
              <a:gd name="connsiteY10565" fmla="*/ 1195983 h 2053176"/>
              <a:gd name="connsiteX10566" fmla="*/ 3842745 w 12188965"/>
              <a:gd name="connsiteY10566" fmla="*/ 1221641 h 2053176"/>
              <a:gd name="connsiteX10567" fmla="*/ 3817085 w 12188965"/>
              <a:gd name="connsiteY10567" fmla="*/ 1247301 h 2053176"/>
              <a:gd name="connsiteX10568" fmla="*/ 3791427 w 12188965"/>
              <a:gd name="connsiteY10568" fmla="*/ 1221641 h 2053176"/>
              <a:gd name="connsiteX10569" fmla="*/ 3817085 w 12188965"/>
              <a:gd name="connsiteY10569" fmla="*/ 1195983 h 2053176"/>
              <a:gd name="connsiteX10570" fmla="*/ 3752882 w 12188965"/>
              <a:gd name="connsiteY10570" fmla="*/ 1195983 h 2053176"/>
              <a:gd name="connsiteX10571" fmla="*/ 3778539 w 12188965"/>
              <a:gd name="connsiteY10571" fmla="*/ 1221641 h 2053176"/>
              <a:gd name="connsiteX10572" fmla="*/ 3752882 w 12188965"/>
              <a:gd name="connsiteY10572" fmla="*/ 1247301 h 2053176"/>
              <a:gd name="connsiteX10573" fmla="*/ 3727221 w 12188965"/>
              <a:gd name="connsiteY10573" fmla="*/ 1221641 h 2053176"/>
              <a:gd name="connsiteX10574" fmla="*/ 3752882 w 12188965"/>
              <a:gd name="connsiteY10574" fmla="*/ 1195983 h 2053176"/>
              <a:gd name="connsiteX10575" fmla="*/ 3624472 w 12188965"/>
              <a:gd name="connsiteY10575" fmla="*/ 1195983 h 2053176"/>
              <a:gd name="connsiteX10576" fmla="*/ 3650129 w 12188965"/>
              <a:gd name="connsiteY10576" fmla="*/ 1221641 h 2053176"/>
              <a:gd name="connsiteX10577" fmla="*/ 3624472 w 12188965"/>
              <a:gd name="connsiteY10577" fmla="*/ 1247301 h 2053176"/>
              <a:gd name="connsiteX10578" fmla="*/ 3598810 w 12188965"/>
              <a:gd name="connsiteY10578" fmla="*/ 1221641 h 2053176"/>
              <a:gd name="connsiteX10579" fmla="*/ 3624472 w 12188965"/>
              <a:gd name="connsiteY10579" fmla="*/ 1195983 h 2053176"/>
              <a:gd name="connsiteX10580" fmla="*/ 3367649 w 12188965"/>
              <a:gd name="connsiteY10580" fmla="*/ 1195983 h 2053176"/>
              <a:gd name="connsiteX10581" fmla="*/ 3393308 w 12188965"/>
              <a:gd name="connsiteY10581" fmla="*/ 1221641 h 2053176"/>
              <a:gd name="connsiteX10582" fmla="*/ 3367649 w 12188965"/>
              <a:gd name="connsiteY10582" fmla="*/ 1247301 h 2053176"/>
              <a:gd name="connsiteX10583" fmla="*/ 3341990 w 12188965"/>
              <a:gd name="connsiteY10583" fmla="*/ 1221641 h 2053176"/>
              <a:gd name="connsiteX10584" fmla="*/ 3367649 w 12188965"/>
              <a:gd name="connsiteY10584" fmla="*/ 1195983 h 2053176"/>
              <a:gd name="connsiteX10585" fmla="*/ 3303444 w 12188965"/>
              <a:gd name="connsiteY10585" fmla="*/ 1195983 h 2053176"/>
              <a:gd name="connsiteX10586" fmla="*/ 3329102 w 12188965"/>
              <a:gd name="connsiteY10586" fmla="*/ 1221641 h 2053176"/>
              <a:gd name="connsiteX10587" fmla="*/ 3303444 w 12188965"/>
              <a:gd name="connsiteY10587" fmla="*/ 1247301 h 2053176"/>
              <a:gd name="connsiteX10588" fmla="*/ 3277785 w 12188965"/>
              <a:gd name="connsiteY10588" fmla="*/ 1221641 h 2053176"/>
              <a:gd name="connsiteX10589" fmla="*/ 3303444 w 12188965"/>
              <a:gd name="connsiteY10589" fmla="*/ 1195983 h 2053176"/>
              <a:gd name="connsiteX10590" fmla="*/ 2853890 w 12188965"/>
              <a:gd name="connsiteY10590" fmla="*/ 1195983 h 2053176"/>
              <a:gd name="connsiteX10591" fmla="*/ 2879550 w 12188965"/>
              <a:gd name="connsiteY10591" fmla="*/ 1221641 h 2053176"/>
              <a:gd name="connsiteX10592" fmla="*/ 2853890 w 12188965"/>
              <a:gd name="connsiteY10592" fmla="*/ 1247301 h 2053176"/>
              <a:gd name="connsiteX10593" fmla="*/ 2828231 w 12188965"/>
              <a:gd name="connsiteY10593" fmla="*/ 1221641 h 2053176"/>
              <a:gd name="connsiteX10594" fmla="*/ 2853890 w 12188965"/>
              <a:gd name="connsiteY10594" fmla="*/ 1195983 h 2053176"/>
              <a:gd name="connsiteX10595" fmla="*/ 2789686 w 12188965"/>
              <a:gd name="connsiteY10595" fmla="*/ 1195983 h 2053176"/>
              <a:gd name="connsiteX10596" fmla="*/ 2815344 w 12188965"/>
              <a:gd name="connsiteY10596" fmla="*/ 1221641 h 2053176"/>
              <a:gd name="connsiteX10597" fmla="*/ 2789686 w 12188965"/>
              <a:gd name="connsiteY10597" fmla="*/ 1247301 h 2053176"/>
              <a:gd name="connsiteX10598" fmla="*/ 2764027 w 12188965"/>
              <a:gd name="connsiteY10598" fmla="*/ 1221641 h 2053176"/>
              <a:gd name="connsiteX10599" fmla="*/ 2789686 w 12188965"/>
              <a:gd name="connsiteY10599" fmla="*/ 1195983 h 2053176"/>
              <a:gd name="connsiteX10600" fmla="*/ 2404454 w 12188965"/>
              <a:gd name="connsiteY10600" fmla="*/ 1195983 h 2053176"/>
              <a:gd name="connsiteX10601" fmla="*/ 2430112 w 12188965"/>
              <a:gd name="connsiteY10601" fmla="*/ 1221641 h 2053176"/>
              <a:gd name="connsiteX10602" fmla="*/ 2404454 w 12188965"/>
              <a:gd name="connsiteY10602" fmla="*/ 1247301 h 2053176"/>
              <a:gd name="connsiteX10603" fmla="*/ 2378795 w 12188965"/>
              <a:gd name="connsiteY10603" fmla="*/ 1221641 h 2053176"/>
              <a:gd name="connsiteX10604" fmla="*/ 2404454 w 12188965"/>
              <a:gd name="connsiteY10604" fmla="*/ 1195983 h 2053176"/>
              <a:gd name="connsiteX10605" fmla="*/ 2340249 w 12188965"/>
              <a:gd name="connsiteY10605" fmla="*/ 1195983 h 2053176"/>
              <a:gd name="connsiteX10606" fmla="*/ 2365908 w 12188965"/>
              <a:gd name="connsiteY10606" fmla="*/ 1221641 h 2053176"/>
              <a:gd name="connsiteX10607" fmla="*/ 2340249 w 12188965"/>
              <a:gd name="connsiteY10607" fmla="*/ 1247301 h 2053176"/>
              <a:gd name="connsiteX10608" fmla="*/ 2314590 w 12188965"/>
              <a:gd name="connsiteY10608" fmla="*/ 1221641 h 2053176"/>
              <a:gd name="connsiteX10609" fmla="*/ 2340249 w 12188965"/>
              <a:gd name="connsiteY10609" fmla="*/ 1195983 h 2053176"/>
              <a:gd name="connsiteX10610" fmla="*/ 2276044 w 12188965"/>
              <a:gd name="connsiteY10610" fmla="*/ 1195983 h 2053176"/>
              <a:gd name="connsiteX10611" fmla="*/ 2301702 w 12188965"/>
              <a:gd name="connsiteY10611" fmla="*/ 1221641 h 2053176"/>
              <a:gd name="connsiteX10612" fmla="*/ 2276044 w 12188965"/>
              <a:gd name="connsiteY10612" fmla="*/ 1247301 h 2053176"/>
              <a:gd name="connsiteX10613" fmla="*/ 2250385 w 12188965"/>
              <a:gd name="connsiteY10613" fmla="*/ 1221641 h 2053176"/>
              <a:gd name="connsiteX10614" fmla="*/ 2276044 w 12188965"/>
              <a:gd name="connsiteY10614" fmla="*/ 1195983 h 2053176"/>
              <a:gd name="connsiteX10615" fmla="*/ 2211838 w 12188965"/>
              <a:gd name="connsiteY10615" fmla="*/ 1195983 h 2053176"/>
              <a:gd name="connsiteX10616" fmla="*/ 2237497 w 12188965"/>
              <a:gd name="connsiteY10616" fmla="*/ 1221641 h 2053176"/>
              <a:gd name="connsiteX10617" fmla="*/ 2211838 w 12188965"/>
              <a:gd name="connsiteY10617" fmla="*/ 1247301 h 2053176"/>
              <a:gd name="connsiteX10618" fmla="*/ 2186178 w 12188965"/>
              <a:gd name="connsiteY10618" fmla="*/ 1221641 h 2053176"/>
              <a:gd name="connsiteX10619" fmla="*/ 2211838 w 12188965"/>
              <a:gd name="connsiteY10619" fmla="*/ 1195983 h 2053176"/>
              <a:gd name="connsiteX10620" fmla="*/ 2147633 w 12188965"/>
              <a:gd name="connsiteY10620" fmla="*/ 1195983 h 2053176"/>
              <a:gd name="connsiteX10621" fmla="*/ 2173293 w 12188965"/>
              <a:gd name="connsiteY10621" fmla="*/ 1221641 h 2053176"/>
              <a:gd name="connsiteX10622" fmla="*/ 2147633 w 12188965"/>
              <a:gd name="connsiteY10622" fmla="*/ 1247301 h 2053176"/>
              <a:gd name="connsiteX10623" fmla="*/ 2121975 w 12188965"/>
              <a:gd name="connsiteY10623" fmla="*/ 1221641 h 2053176"/>
              <a:gd name="connsiteX10624" fmla="*/ 2147633 w 12188965"/>
              <a:gd name="connsiteY10624" fmla="*/ 1195983 h 2053176"/>
              <a:gd name="connsiteX10625" fmla="*/ 2083427 w 12188965"/>
              <a:gd name="connsiteY10625" fmla="*/ 1195983 h 2053176"/>
              <a:gd name="connsiteX10626" fmla="*/ 2109087 w 12188965"/>
              <a:gd name="connsiteY10626" fmla="*/ 1221641 h 2053176"/>
              <a:gd name="connsiteX10627" fmla="*/ 2083427 w 12188965"/>
              <a:gd name="connsiteY10627" fmla="*/ 1247301 h 2053176"/>
              <a:gd name="connsiteX10628" fmla="*/ 2057768 w 12188965"/>
              <a:gd name="connsiteY10628" fmla="*/ 1221641 h 2053176"/>
              <a:gd name="connsiteX10629" fmla="*/ 2083427 w 12188965"/>
              <a:gd name="connsiteY10629" fmla="*/ 1195983 h 2053176"/>
              <a:gd name="connsiteX10630" fmla="*/ 2019222 w 12188965"/>
              <a:gd name="connsiteY10630" fmla="*/ 1195983 h 2053176"/>
              <a:gd name="connsiteX10631" fmla="*/ 2044880 w 12188965"/>
              <a:gd name="connsiteY10631" fmla="*/ 1221641 h 2053176"/>
              <a:gd name="connsiteX10632" fmla="*/ 2019222 w 12188965"/>
              <a:gd name="connsiteY10632" fmla="*/ 1247301 h 2053176"/>
              <a:gd name="connsiteX10633" fmla="*/ 1993563 w 12188965"/>
              <a:gd name="connsiteY10633" fmla="*/ 1221641 h 2053176"/>
              <a:gd name="connsiteX10634" fmla="*/ 2019222 w 12188965"/>
              <a:gd name="connsiteY10634" fmla="*/ 1195983 h 2053176"/>
              <a:gd name="connsiteX10635" fmla="*/ 1955016 w 12188965"/>
              <a:gd name="connsiteY10635" fmla="*/ 1195983 h 2053176"/>
              <a:gd name="connsiteX10636" fmla="*/ 1980676 w 12188965"/>
              <a:gd name="connsiteY10636" fmla="*/ 1221641 h 2053176"/>
              <a:gd name="connsiteX10637" fmla="*/ 1955016 w 12188965"/>
              <a:gd name="connsiteY10637" fmla="*/ 1247301 h 2053176"/>
              <a:gd name="connsiteX10638" fmla="*/ 1929358 w 12188965"/>
              <a:gd name="connsiteY10638" fmla="*/ 1221641 h 2053176"/>
              <a:gd name="connsiteX10639" fmla="*/ 1955016 w 12188965"/>
              <a:gd name="connsiteY10639" fmla="*/ 1195983 h 2053176"/>
              <a:gd name="connsiteX10640" fmla="*/ 1890696 w 12188965"/>
              <a:gd name="connsiteY10640" fmla="*/ 1195983 h 2053176"/>
              <a:gd name="connsiteX10641" fmla="*/ 1916355 w 12188965"/>
              <a:gd name="connsiteY10641" fmla="*/ 1221641 h 2053176"/>
              <a:gd name="connsiteX10642" fmla="*/ 1890696 w 12188965"/>
              <a:gd name="connsiteY10642" fmla="*/ 1247301 h 2053176"/>
              <a:gd name="connsiteX10643" fmla="*/ 1865037 w 12188965"/>
              <a:gd name="connsiteY10643" fmla="*/ 1221641 h 2053176"/>
              <a:gd name="connsiteX10644" fmla="*/ 1890696 w 12188965"/>
              <a:gd name="connsiteY10644" fmla="*/ 1195983 h 2053176"/>
              <a:gd name="connsiteX10645" fmla="*/ 1826490 w 12188965"/>
              <a:gd name="connsiteY10645" fmla="*/ 1195983 h 2053176"/>
              <a:gd name="connsiteX10646" fmla="*/ 1852149 w 12188965"/>
              <a:gd name="connsiteY10646" fmla="*/ 1221641 h 2053176"/>
              <a:gd name="connsiteX10647" fmla="*/ 1826490 w 12188965"/>
              <a:gd name="connsiteY10647" fmla="*/ 1247301 h 2053176"/>
              <a:gd name="connsiteX10648" fmla="*/ 1800830 w 12188965"/>
              <a:gd name="connsiteY10648" fmla="*/ 1221641 h 2053176"/>
              <a:gd name="connsiteX10649" fmla="*/ 1826490 w 12188965"/>
              <a:gd name="connsiteY10649" fmla="*/ 1195983 h 2053176"/>
              <a:gd name="connsiteX10650" fmla="*/ 1762285 w 12188965"/>
              <a:gd name="connsiteY10650" fmla="*/ 1195983 h 2053176"/>
              <a:gd name="connsiteX10651" fmla="*/ 1787944 w 12188965"/>
              <a:gd name="connsiteY10651" fmla="*/ 1221641 h 2053176"/>
              <a:gd name="connsiteX10652" fmla="*/ 1762285 w 12188965"/>
              <a:gd name="connsiteY10652" fmla="*/ 1247301 h 2053176"/>
              <a:gd name="connsiteX10653" fmla="*/ 1736626 w 12188965"/>
              <a:gd name="connsiteY10653" fmla="*/ 1221641 h 2053176"/>
              <a:gd name="connsiteX10654" fmla="*/ 1762285 w 12188965"/>
              <a:gd name="connsiteY10654" fmla="*/ 1195983 h 2053176"/>
              <a:gd name="connsiteX10655" fmla="*/ 1505464 w 12188965"/>
              <a:gd name="connsiteY10655" fmla="*/ 1195983 h 2053176"/>
              <a:gd name="connsiteX10656" fmla="*/ 1531123 w 12188965"/>
              <a:gd name="connsiteY10656" fmla="*/ 1221641 h 2053176"/>
              <a:gd name="connsiteX10657" fmla="*/ 1505464 w 12188965"/>
              <a:gd name="connsiteY10657" fmla="*/ 1247301 h 2053176"/>
              <a:gd name="connsiteX10658" fmla="*/ 1479806 w 12188965"/>
              <a:gd name="connsiteY10658" fmla="*/ 1221641 h 2053176"/>
              <a:gd name="connsiteX10659" fmla="*/ 1505464 w 12188965"/>
              <a:gd name="connsiteY10659" fmla="*/ 1195983 h 2053176"/>
              <a:gd name="connsiteX10660" fmla="*/ 1441258 w 12188965"/>
              <a:gd name="connsiteY10660" fmla="*/ 1195983 h 2053176"/>
              <a:gd name="connsiteX10661" fmla="*/ 1466917 w 12188965"/>
              <a:gd name="connsiteY10661" fmla="*/ 1221641 h 2053176"/>
              <a:gd name="connsiteX10662" fmla="*/ 1441258 w 12188965"/>
              <a:gd name="connsiteY10662" fmla="*/ 1247301 h 2053176"/>
              <a:gd name="connsiteX10663" fmla="*/ 1415599 w 12188965"/>
              <a:gd name="connsiteY10663" fmla="*/ 1221641 h 2053176"/>
              <a:gd name="connsiteX10664" fmla="*/ 1441258 w 12188965"/>
              <a:gd name="connsiteY10664" fmla="*/ 1195983 h 2053176"/>
              <a:gd name="connsiteX10665" fmla="*/ 1377053 w 12188965"/>
              <a:gd name="connsiteY10665" fmla="*/ 1195983 h 2053176"/>
              <a:gd name="connsiteX10666" fmla="*/ 1402712 w 12188965"/>
              <a:gd name="connsiteY10666" fmla="*/ 1221641 h 2053176"/>
              <a:gd name="connsiteX10667" fmla="*/ 1377053 w 12188965"/>
              <a:gd name="connsiteY10667" fmla="*/ 1247301 h 2053176"/>
              <a:gd name="connsiteX10668" fmla="*/ 1351395 w 12188965"/>
              <a:gd name="connsiteY10668" fmla="*/ 1221641 h 2053176"/>
              <a:gd name="connsiteX10669" fmla="*/ 1377053 w 12188965"/>
              <a:gd name="connsiteY10669" fmla="*/ 1195983 h 2053176"/>
              <a:gd name="connsiteX10670" fmla="*/ 1184437 w 12188965"/>
              <a:gd name="connsiteY10670" fmla="*/ 1195983 h 2053176"/>
              <a:gd name="connsiteX10671" fmla="*/ 1210096 w 12188965"/>
              <a:gd name="connsiteY10671" fmla="*/ 1221641 h 2053176"/>
              <a:gd name="connsiteX10672" fmla="*/ 1184437 w 12188965"/>
              <a:gd name="connsiteY10672" fmla="*/ 1247301 h 2053176"/>
              <a:gd name="connsiteX10673" fmla="*/ 1158780 w 12188965"/>
              <a:gd name="connsiteY10673" fmla="*/ 1221641 h 2053176"/>
              <a:gd name="connsiteX10674" fmla="*/ 1184437 w 12188965"/>
              <a:gd name="connsiteY10674" fmla="*/ 1195983 h 2053176"/>
              <a:gd name="connsiteX10675" fmla="*/ 927616 w 12188965"/>
              <a:gd name="connsiteY10675" fmla="*/ 1195983 h 2053176"/>
              <a:gd name="connsiteX10676" fmla="*/ 953275 w 12188965"/>
              <a:gd name="connsiteY10676" fmla="*/ 1221641 h 2053176"/>
              <a:gd name="connsiteX10677" fmla="*/ 927616 w 12188965"/>
              <a:gd name="connsiteY10677" fmla="*/ 1247301 h 2053176"/>
              <a:gd name="connsiteX10678" fmla="*/ 901957 w 12188965"/>
              <a:gd name="connsiteY10678" fmla="*/ 1221641 h 2053176"/>
              <a:gd name="connsiteX10679" fmla="*/ 927616 w 12188965"/>
              <a:gd name="connsiteY10679" fmla="*/ 1195983 h 2053176"/>
              <a:gd name="connsiteX10680" fmla="*/ 606475 w 12188965"/>
              <a:gd name="connsiteY10680" fmla="*/ 1195983 h 2053176"/>
              <a:gd name="connsiteX10681" fmla="*/ 632134 w 12188965"/>
              <a:gd name="connsiteY10681" fmla="*/ 1221641 h 2053176"/>
              <a:gd name="connsiteX10682" fmla="*/ 606475 w 12188965"/>
              <a:gd name="connsiteY10682" fmla="*/ 1247301 h 2053176"/>
              <a:gd name="connsiteX10683" fmla="*/ 580815 w 12188965"/>
              <a:gd name="connsiteY10683" fmla="*/ 1221641 h 2053176"/>
              <a:gd name="connsiteX10684" fmla="*/ 606475 w 12188965"/>
              <a:gd name="connsiteY10684" fmla="*/ 1195983 h 2053176"/>
              <a:gd name="connsiteX10685" fmla="*/ 542268 w 12188965"/>
              <a:gd name="connsiteY10685" fmla="*/ 1195983 h 2053176"/>
              <a:gd name="connsiteX10686" fmla="*/ 567927 w 12188965"/>
              <a:gd name="connsiteY10686" fmla="*/ 1221641 h 2053176"/>
              <a:gd name="connsiteX10687" fmla="*/ 542268 w 12188965"/>
              <a:gd name="connsiteY10687" fmla="*/ 1247301 h 2053176"/>
              <a:gd name="connsiteX10688" fmla="*/ 516610 w 12188965"/>
              <a:gd name="connsiteY10688" fmla="*/ 1221641 h 2053176"/>
              <a:gd name="connsiteX10689" fmla="*/ 542268 w 12188965"/>
              <a:gd name="connsiteY10689" fmla="*/ 1195983 h 2053176"/>
              <a:gd name="connsiteX10690" fmla="*/ 413858 w 12188965"/>
              <a:gd name="connsiteY10690" fmla="*/ 1195983 h 2053176"/>
              <a:gd name="connsiteX10691" fmla="*/ 439517 w 12188965"/>
              <a:gd name="connsiteY10691" fmla="*/ 1221641 h 2053176"/>
              <a:gd name="connsiteX10692" fmla="*/ 413858 w 12188965"/>
              <a:gd name="connsiteY10692" fmla="*/ 1247301 h 2053176"/>
              <a:gd name="connsiteX10693" fmla="*/ 388200 w 12188965"/>
              <a:gd name="connsiteY10693" fmla="*/ 1221641 h 2053176"/>
              <a:gd name="connsiteX10694" fmla="*/ 413858 w 12188965"/>
              <a:gd name="connsiteY10694" fmla="*/ 1195983 h 2053176"/>
              <a:gd name="connsiteX10695" fmla="*/ 346686 w 12188965"/>
              <a:gd name="connsiteY10695" fmla="*/ 1195983 h 2053176"/>
              <a:gd name="connsiteX10696" fmla="*/ 372344 w 12188965"/>
              <a:gd name="connsiteY10696" fmla="*/ 1221641 h 2053176"/>
              <a:gd name="connsiteX10697" fmla="*/ 346686 w 12188965"/>
              <a:gd name="connsiteY10697" fmla="*/ 1247301 h 2053176"/>
              <a:gd name="connsiteX10698" fmla="*/ 321027 w 12188965"/>
              <a:gd name="connsiteY10698" fmla="*/ 1221641 h 2053176"/>
              <a:gd name="connsiteX10699" fmla="*/ 346686 w 12188965"/>
              <a:gd name="connsiteY10699" fmla="*/ 1195983 h 2053176"/>
              <a:gd name="connsiteX10700" fmla="*/ 25659 w 12188965"/>
              <a:gd name="connsiteY10700" fmla="*/ 1195983 h 2053176"/>
              <a:gd name="connsiteX10701" fmla="*/ 51317 w 12188965"/>
              <a:gd name="connsiteY10701" fmla="*/ 1221641 h 2053176"/>
              <a:gd name="connsiteX10702" fmla="*/ 25659 w 12188965"/>
              <a:gd name="connsiteY10702" fmla="*/ 1247301 h 2053176"/>
              <a:gd name="connsiteX10703" fmla="*/ 0 w 12188965"/>
              <a:gd name="connsiteY10703" fmla="*/ 1221641 h 2053176"/>
              <a:gd name="connsiteX10704" fmla="*/ 25659 w 12188965"/>
              <a:gd name="connsiteY10704" fmla="*/ 1195983 h 2053176"/>
              <a:gd name="connsiteX10705" fmla="*/ 11775107 w 12188965"/>
              <a:gd name="connsiteY10705" fmla="*/ 1141531 h 2053176"/>
              <a:gd name="connsiteX10706" fmla="*/ 11787995 w 12188965"/>
              <a:gd name="connsiteY10706" fmla="*/ 1154418 h 2053176"/>
              <a:gd name="connsiteX10707" fmla="*/ 11775107 w 12188965"/>
              <a:gd name="connsiteY10707" fmla="*/ 1167305 h 2053176"/>
              <a:gd name="connsiteX10708" fmla="*/ 11762221 w 12188965"/>
              <a:gd name="connsiteY10708" fmla="*/ 1154418 h 2053176"/>
              <a:gd name="connsiteX10709" fmla="*/ 11775107 w 12188965"/>
              <a:gd name="connsiteY10709" fmla="*/ 1141531 h 2053176"/>
              <a:gd name="connsiteX10710" fmla="*/ 11646697 w 12188965"/>
              <a:gd name="connsiteY10710" fmla="*/ 1141531 h 2053176"/>
              <a:gd name="connsiteX10711" fmla="*/ 11659583 w 12188965"/>
              <a:gd name="connsiteY10711" fmla="*/ 1154418 h 2053176"/>
              <a:gd name="connsiteX10712" fmla="*/ 11646697 w 12188965"/>
              <a:gd name="connsiteY10712" fmla="*/ 1167305 h 2053176"/>
              <a:gd name="connsiteX10713" fmla="*/ 11633809 w 12188965"/>
              <a:gd name="connsiteY10713" fmla="*/ 1154418 h 2053176"/>
              <a:gd name="connsiteX10714" fmla="*/ 11646697 w 12188965"/>
              <a:gd name="connsiteY10714" fmla="*/ 1141531 h 2053176"/>
              <a:gd name="connsiteX10715" fmla="*/ 11389875 w 12188965"/>
              <a:gd name="connsiteY10715" fmla="*/ 1141531 h 2053176"/>
              <a:gd name="connsiteX10716" fmla="*/ 11402763 w 12188965"/>
              <a:gd name="connsiteY10716" fmla="*/ 1154418 h 2053176"/>
              <a:gd name="connsiteX10717" fmla="*/ 11389875 w 12188965"/>
              <a:gd name="connsiteY10717" fmla="*/ 1167305 h 2053176"/>
              <a:gd name="connsiteX10718" fmla="*/ 11376989 w 12188965"/>
              <a:gd name="connsiteY10718" fmla="*/ 1154418 h 2053176"/>
              <a:gd name="connsiteX10719" fmla="*/ 11389875 w 12188965"/>
              <a:gd name="connsiteY10719" fmla="*/ 1141531 h 2053176"/>
              <a:gd name="connsiteX10720" fmla="*/ 11068848 w 12188965"/>
              <a:gd name="connsiteY10720" fmla="*/ 1141531 h 2053176"/>
              <a:gd name="connsiteX10721" fmla="*/ 11081736 w 12188965"/>
              <a:gd name="connsiteY10721" fmla="*/ 1154418 h 2053176"/>
              <a:gd name="connsiteX10722" fmla="*/ 11068848 w 12188965"/>
              <a:gd name="connsiteY10722" fmla="*/ 1167305 h 2053176"/>
              <a:gd name="connsiteX10723" fmla="*/ 11055962 w 12188965"/>
              <a:gd name="connsiteY10723" fmla="*/ 1154418 h 2053176"/>
              <a:gd name="connsiteX10724" fmla="*/ 11068848 w 12188965"/>
              <a:gd name="connsiteY10724" fmla="*/ 1141531 h 2053176"/>
              <a:gd name="connsiteX10725" fmla="*/ 10811912 w 12188965"/>
              <a:gd name="connsiteY10725" fmla="*/ 1141531 h 2053176"/>
              <a:gd name="connsiteX10726" fmla="*/ 10824798 w 12188965"/>
              <a:gd name="connsiteY10726" fmla="*/ 1154418 h 2053176"/>
              <a:gd name="connsiteX10727" fmla="*/ 10811912 w 12188965"/>
              <a:gd name="connsiteY10727" fmla="*/ 1167305 h 2053176"/>
              <a:gd name="connsiteX10728" fmla="*/ 10799024 w 12188965"/>
              <a:gd name="connsiteY10728" fmla="*/ 1154418 h 2053176"/>
              <a:gd name="connsiteX10729" fmla="*/ 10811912 w 12188965"/>
              <a:gd name="connsiteY10729" fmla="*/ 1141531 h 2053176"/>
              <a:gd name="connsiteX10730" fmla="*/ 10747708 w 12188965"/>
              <a:gd name="connsiteY10730" fmla="*/ 1141531 h 2053176"/>
              <a:gd name="connsiteX10731" fmla="*/ 10760593 w 12188965"/>
              <a:gd name="connsiteY10731" fmla="*/ 1154418 h 2053176"/>
              <a:gd name="connsiteX10732" fmla="*/ 10747708 w 12188965"/>
              <a:gd name="connsiteY10732" fmla="*/ 1167305 h 2053176"/>
              <a:gd name="connsiteX10733" fmla="*/ 10734820 w 12188965"/>
              <a:gd name="connsiteY10733" fmla="*/ 1154418 h 2053176"/>
              <a:gd name="connsiteX10734" fmla="*/ 10747708 w 12188965"/>
              <a:gd name="connsiteY10734" fmla="*/ 1141531 h 2053176"/>
              <a:gd name="connsiteX10735" fmla="*/ 10490885 w 12188965"/>
              <a:gd name="connsiteY10735" fmla="*/ 1141531 h 2053176"/>
              <a:gd name="connsiteX10736" fmla="*/ 10503773 w 12188965"/>
              <a:gd name="connsiteY10736" fmla="*/ 1154418 h 2053176"/>
              <a:gd name="connsiteX10737" fmla="*/ 10490885 w 12188965"/>
              <a:gd name="connsiteY10737" fmla="*/ 1167305 h 2053176"/>
              <a:gd name="connsiteX10738" fmla="*/ 10477997 w 12188965"/>
              <a:gd name="connsiteY10738" fmla="*/ 1154418 h 2053176"/>
              <a:gd name="connsiteX10739" fmla="*/ 10490885 w 12188965"/>
              <a:gd name="connsiteY10739" fmla="*/ 1141531 h 2053176"/>
              <a:gd name="connsiteX10740" fmla="*/ 9912920 w 12188965"/>
              <a:gd name="connsiteY10740" fmla="*/ 1141531 h 2053176"/>
              <a:gd name="connsiteX10741" fmla="*/ 9925808 w 12188965"/>
              <a:gd name="connsiteY10741" fmla="*/ 1154418 h 2053176"/>
              <a:gd name="connsiteX10742" fmla="*/ 9912920 w 12188965"/>
              <a:gd name="connsiteY10742" fmla="*/ 1167305 h 2053176"/>
              <a:gd name="connsiteX10743" fmla="*/ 9900035 w 12188965"/>
              <a:gd name="connsiteY10743" fmla="*/ 1154418 h 2053176"/>
              <a:gd name="connsiteX10744" fmla="*/ 9912920 w 12188965"/>
              <a:gd name="connsiteY10744" fmla="*/ 1141531 h 2053176"/>
              <a:gd name="connsiteX10745" fmla="*/ 9527689 w 12188965"/>
              <a:gd name="connsiteY10745" fmla="*/ 1141531 h 2053176"/>
              <a:gd name="connsiteX10746" fmla="*/ 9540577 w 12188965"/>
              <a:gd name="connsiteY10746" fmla="*/ 1154418 h 2053176"/>
              <a:gd name="connsiteX10747" fmla="*/ 9527689 w 12188965"/>
              <a:gd name="connsiteY10747" fmla="*/ 1167305 h 2053176"/>
              <a:gd name="connsiteX10748" fmla="*/ 9514804 w 12188965"/>
              <a:gd name="connsiteY10748" fmla="*/ 1154418 h 2053176"/>
              <a:gd name="connsiteX10749" fmla="*/ 9527689 w 12188965"/>
              <a:gd name="connsiteY10749" fmla="*/ 1141531 h 2053176"/>
              <a:gd name="connsiteX10750" fmla="*/ 8821315 w 12188965"/>
              <a:gd name="connsiteY10750" fmla="*/ 1141531 h 2053176"/>
              <a:gd name="connsiteX10751" fmla="*/ 8834203 w 12188965"/>
              <a:gd name="connsiteY10751" fmla="*/ 1154418 h 2053176"/>
              <a:gd name="connsiteX10752" fmla="*/ 8821315 w 12188965"/>
              <a:gd name="connsiteY10752" fmla="*/ 1167305 h 2053176"/>
              <a:gd name="connsiteX10753" fmla="*/ 8808427 w 12188965"/>
              <a:gd name="connsiteY10753" fmla="*/ 1154418 h 2053176"/>
              <a:gd name="connsiteX10754" fmla="*/ 8821315 w 12188965"/>
              <a:gd name="connsiteY10754" fmla="*/ 1141531 h 2053176"/>
              <a:gd name="connsiteX10755" fmla="*/ 8692906 w 12188965"/>
              <a:gd name="connsiteY10755" fmla="*/ 1141531 h 2053176"/>
              <a:gd name="connsiteX10756" fmla="*/ 8705792 w 12188965"/>
              <a:gd name="connsiteY10756" fmla="*/ 1154418 h 2053176"/>
              <a:gd name="connsiteX10757" fmla="*/ 8692906 w 12188965"/>
              <a:gd name="connsiteY10757" fmla="*/ 1167305 h 2053176"/>
              <a:gd name="connsiteX10758" fmla="*/ 8680018 w 12188965"/>
              <a:gd name="connsiteY10758" fmla="*/ 1154418 h 2053176"/>
              <a:gd name="connsiteX10759" fmla="*/ 8692906 w 12188965"/>
              <a:gd name="connsiteY10759" fmla="*/ 1141531 h 2053176"/>
              <a:gd name="connsiteX10760" fmla="*/ 8307675 w 12188965"/>
              <a:gd name="connsiteY10760" fmla="*/ 1141531 h 2053176"/>
              <a:gd name="connsiteX10761" fmla="*/ 8320560 w 12188965"/>
              <a:gd name="connsiteY10761" fmla="*/ 1154418 h 2053176"/>
              <a:gd name="connsiteX10762" fmla="*/ 8307675 w 12188965"/>
              <a:gd name="connsiteY10762" fmla="*/ 1167305 h 2053176"/>
              <a:gd name="connsiteX10763" fmla="*/ 8294787 w 12188965"/>
              <a:gd name="connsiteY10763" fmla="*/ 1154418 h 2053176"/>
              <a:gd name="connsiteX10764" fmla="*/ 8307675 w 12188965"/>
              <a:gd name="connsiteY10764" fmla="*/ 1141531 h 2053176"/>
              <a:gd name="connsiteX10765" fmla="*/ 7280274 w 12188965"/>
              <a:gd name="connsiteY10765" fmla="*/ 1141531 h 2053176"/>
              <a:gd name="connsiteX10766" fmla="*/ 7293160 w 12188965"/>
              <a:gd name="connsiteY10766" fmla="*/ 1154418 h 2053176"/>
              <a:gd name="connsiteX10767" fmla="*/ 7280274 w 12188965"/>
              <a:gd name="connsiteY10767" fmla="*/ 1167305 h 2053176"/>
              <a:gd name="connsiteX10768" fmla="*/ 7267386 w 12188965"/>
              <a:gd name="connsiteY10768" fmla="*/ 1154418 h 2053176"/>
              <a:gd name="connsiteX10769" fmla="*/ 7280274 w 12188965"/>
              <a:gd name="connsiteY10769" fmla="*/ 1141531 h 2053176"/>
              <a:gd name="connsiteX10770" fmla="*/ 7087658 w 12188965"/>
              <a:gd name="connsiteY10770" fmla="*/ 1141531 h 2053176"/>
              <a:gd name="connsiteX10771" fmla="*/ 7100544 w 12188965"/>
              <a:gd name="connsiteY10771" fmla="*/ 1154418 h 2053176"/>
              <a:gd name="connsiteX10772" fmla="*/ 7087658 w 12188965"/>
              <a:gd name="connsiteY10772" fmla="*/ 1167305 h 2053176"/>
              <a:gd name="connsiteX10773" fmla="*/ 7074770 w 12188965"/>
              <a:gd name="connsiteY10773" fmla="*/ 1154418 h 2053176"/>
              <a:gd name="connsiteX10774" fmla="*/ 7087658 w 12188965"/>
              <a:gd name="connsiteY10774" fmla="*/ 1141531 h 2053176"/>
              <a:gd name="connsiteX10775" fmla="*/ 6766631 w 12188965"/>
              <a:gd name="connsiteY10775" fmla="*/ 1141531 h 2053176"/>
              <a:gd name="connsiteX10776" fmla="*/ 6779519 w 12188965"/>
              <a:gd name="connsiteY10776" fmla="*/ 1154418 h 2053176"/>
              <a:gd name="connsiteX10777" fmla="*/ 6766631 w 12188965"/>
              <a:gd name="connsiteY10777" fmla="*/ 1167305 h 2053176"/>
              <a:gd name="connsiteX10778" fmla="*/ 6753743 w 12188965"/>
              <a:gd name="connsiteY10778" fmla="*/ 1154418 h 2053176"/>
              <a:gd name="connsiteX10779" fmla="*/ 6766631 w 12188965"/>
              <a:gd name="connsiteY10779" fmla="*/ 1141531 h 2053176"/>
              <a:gd name="connsiteX10780" fmla="*/ 6702427 w 12188965"/>
              <a:gd name="connsiteY10780" fmla="*/ 1141531 h 2053176"/>
              <a:gd name="connsiteX10781" fmla="*/ 6715312 w 12188965"/>
              <a:gd name="connsiteY10781" fmla="*/ 1154418 h 2053176"/>
              <a:gd name="connsiteX10782" fmla="*/ 6702427 w 12188965"/>
              <a:gd name="connsiteY10782" fmla="*/ 1167305 h 2053176"/>
              <a:gd name="connsiteX10783" fmla="*/ 6689539 w 12188965"/>
              <a:gd name="connsiteY10783" fmla="*/ 1154418 h 2053176"/>
              <a:gd name="connsiteX10784" fmla="*/ 6702427 w 12188965"/>
              <a:gd name="connsiteY10784" fmla="*/ 1141531 h 2053176"/>
              <a:gd name="connsiteX10785" fmla="*/ 6573900 w 12188965"/>
              <a:gd name="connsiteY10785" fmla="*/ 1141531 h 2053176"/>
              <a:gd name="connsiteX10786" fmla="*/ 6586788 w 12188965"/>
              <a:gd name="connsiteY10786" fmla="*/ 1154418 h 2053176"/>
              <a:gd name="connsiteX10787" fmla="*/ 6573900 w 12188965"/>
              <a:gd name="connsiteY10787" fmla="*/ 1167305 h 2053176"/>
              <a:gd name="connsiteX10788" fmla="*/ 6561013 w 12188965"/>
              <a:gd name="connsiteY10788" fmla="*/ 1154418 h 2053176"/>
              <a:gd name="connsiteX10789" fmla="*/ 6573900 w 12188965"/>
              <a:gd name="connsiteY10789" fmla="*/ 1141531 h 2053176"/>
              <a:gd name="connsiteX10790" fmla="*/ 6064505 w 12188965"/>
              <a:gd name="connsiteY10790" fmla="*/ 1141531 h 2053176"/>
              <a:gd name="connsiteX10791" fmla="*/ 6077390 w 12188965"/>
              <a:gd name="connsiteY10791" fmla="*/ 1154418 h 2053176"/>
              <a:gd name="connsiteX10792" fmla="*/ 6064505 w 12188965"/>
              <a:gd name="connsiteY10792" fmla="*/ 1167305 h 2053176"/>
              <a:gd name="connsiteX10793" fmla="*/ 6051617 w 12188965"/>
              <a:gd name="connsiteY10793" fmla="*/ 1154418 h 2053176"/>
              <a:gd name="connsiteX10794" fmla="*/ 6064505 w 12188965"/>
              <a:gd name="connsiteY10794" fmla="*/ 1141531 h 2053176"/>
              <a:gd name="connsiteX10795" fmla="*/ 5936092 w 12188965"/>
              <a:gd name="connsiteY10795" fmla="*/ 1141531 h 2053176"/>
              <a:gd name="connsiteX10796" fmla="*/ 5948981 w 12188965"/>
              <a:gd name="connsiteY10796" fmla="*/ 1154418 h 2053176"/>
              <a:gd name="connsiteX10797" fmla="*/ 5936092 w 12188965"/>
              <a:gd name="connsiteY10797" fmla="*/ 1167305 h 2053176"/>
              <a:gd name="connsiteX10798" fmla="*/ 5923204 w 12188965"/>
              <a:gd name="connsiteY10798" fmla="*/ 1154418 h 2053176"/>
              <a:gd name="connsiteX10799" fmla="*/ 5936092 w 12188965"/>
              <a:gd name="connsiteY10799" fmla="*/ 1141531 h 2053176"/>
              <a:gd name="connsiteX10800" fmla="*/ 5679272 w 12188965"/>
              <a:gd name="connsiteY10800" fmla="*/ 1141531 h 2053176"/>
              <a:gd name="connsiteX10801" fmla="*/ 5692160 w 12188965"/>
              <a:gd name="connsiteY10801" fmla="*/ 1154418 h 2053176"/>
              <a:gd name="connsiteX10802" fmla="*/ 5679272 w 12188965"/>
              <a:gd name="connsiteY10802" fmla="*/ 1167305 h 2053176"/>
              <a:gd name="connsiteX10803" fmla="*/ 5666385 w 12188965"/>
              <a:gd name="connsiteY10803" fmla="*/ 1154418 h 2053176"/>
              <a:gd name="connsiteX10804" fmla="*/ 5679272 w 12188965"/>
              <a:gd name="connsiteY10804" fmla="*/ 1141531 h 2053176"/>
              <a:gd name="connsiteX10805" fmla="*/ 5358245 w 12188965"/>
              <a:gd name="connsiteY10805" fmla="*/ 1141531 h 2053176"/>
              <a:gd name="connsiteX10806" fmla="*/ 5371133 w 12188965"/>
              <a:gd name="connsiteY10806" fmla="*/ 1154418 h 2053176"/>
              <a:gd name="connsiteX10807" fmla="*/ 5358245 w 12188965"/>
              <a:gd name="connsiteY10807" fmla="*/ 1167305 h 2053176"/>
              <a:gd name="connsiteX10808" fmla="*/ 5345357 w 12188965"/>
              <a:gd name="connsiteY10808" fmla="*/ 1154418 h 2053176"/>
              <a:gd name="connsiteX10809" fmla="*/ 5358245 w 12188965"/>
              <a:gd name="connsiteY10809" fmla="*/ 1141531 h 2053176"/>
              <a:gd name="connsiteX10810" fmla="*/ 5101308 w 12188965"/>
              <a:gd name="connsiteY10810" fmla="*/ 1141531 h 2053176"/>
              <a:gd name="connsiteX10811" fmla="*/ 5114194 w 12188965"/>
              <a:gd name="connsiteY10811" fmla="*/ 1154418 h 2053176"/>
              <a:gd name="connsiteX10812" fmla="*/ 5101308 w 12188965"/>
              <a:gd name="connsiteY10812" fmla="*/ 1167305 h 2053176"/>
              <a:gd name="connsiteX10813" fmla="*/ 5088421 w 12188965"/>
              <a:gd name="connsiteY10813" fmla="*/ 1154418 h 2053176"/>
              <a:gd name="connsiteX10814" fmla="*/ 5101308 w 12188965"/>
              <a:gd name="connsiteY10814" fmla="*/ 1141531 h 2053176"/>
              <a:gd name="connsiteX10815" fmla="*/ 5037104 w 12188965"/>
              <a:gd name="connsiteY10815" fmla="*/ 1141531 h 2053176"/>
              <a:gd name="connsiteX10816" fmla="*/ 5049991 w 12188965"/>
              <a:gd name="connsiteY10816" fmla="*/ 1154418 h 2053176"/>
              <a:gd name="connsiteX10817" fmla="*/ 5037104 w 12188965"/>
              <a:gd name="connsiteY10817" fmla="*/ 1167305 h 2053176"/>
              <a:gd name="connsiteX10818" fmla="*/ 5024216 w 12188965"/>
              <a:gd name="connsiteY10818" fmla="*/ 1154418 h 2053176"/>
              <a:gd name="connsiteX10819" fmla="*/ 5037104 w 12188965"/>
              <a:gd name="connsiteY10819" fmla="*/ 1141531 h 2053176"/>
              <a:gd name="connsiteX10820" fmla="*/ 4780282 w 12188965"/>
              <a:gd name="connsiteY10820" fmla="*/ 1141531 h 2053176"/>
              <a:gd name="connsiteX10821" fmla="*/ 4793170 w 12188965"/>
              <a:gd name="connsiteY10821" fmla="*/ 1154418 h 2053176"/>
              <a:gd name="connsiteX10822" fmla="*/ 4780282 w 12188965"/>
              <a:gd name="connsiteY10822" fmla="*/ 1167305 h 2053176"/>
              <a:gd name="connsiteX10823" fmla="*/ 4767394 w 12188965"/>
              <a:gd name="connsiteY10823" fmla="*/ 1154418 h 2053176"/>
              <a:gd name="connsiteX10824" fmla="*/ 4780282 w 12188965"/>
              <a:gd name="connsiteY10824" fmla="*/ 1141531 h 2053176"/>
              <a:gd name="connsiteX10825" fmla="*/ 4202317 w 12188965"/>
              <a:gd name="connsiteY10825" fmla="*/ 1141531 h 2053176"/>
              <a:gd name="connsiteX10826" fmla="*/ 4215205 w 12188965"/>
              <a:gd name="connsiteY10826" fmla="*/ 1154418 h 2053176"/>
              <a:gd name="connsiteX10827" fmla="*/ 4202317 w 12188965"/>
              <a:gd name="connsiteY10827" fmla="*/ 1167305 h 2053176"/>
              <a:gd name="connsiteX10828" fmla="*/ 4189431 w 12188965"/>
              <a:gd name="connsiteY10828" fmla="*/ 1154418 h 2053176"/>
              <a:gd name="connsiteX10829" fmla="*/ 4202317 w 12188965"/>
              <a:gd name="connsiteY10829" fmla="*/ 1141531 h 2053176"/>
              <a:gd name="connsiteX10830" fmla="*/ 3817086 w 12188965"/>
              <a:gd name="connsiteY10830" fmla="*/ 1141531 h 2053176"/>
              <a:gd name="connsiteX10831" fmla="*/ 3829973 w 12188965"/>
              <a:gd name="connsiteY10831" fmla="*/ 1154418 h 2053176"/>
              <a:gd name="connsiteX10832" fmla="*/ 3817086 w 12188965"/>
              <a:gd name="connsiteY10832" fmla="*/ 1167305 h 2053176"/>
              <a:gd name="connsiteX10833" fmla="*/ 3804199 w 12188965"/>
              <a:gd name="connsiteY10833" fmla="*/ 1154418 h 2053176"/>
              <a:gd name="connsiteX10834" fmla="*/ 3817086 w 12188965"/>
              <a:gd name="connsiteY10834" fmla="*/ 1141531 h 2053176"/>
              <a:gd name="connsiteX10835" fmla="*/ 3110712 w 12188965"/>
              <a:gd name="connsiteY10835" fmla="*/ 1141531 h 2053176"/>
              <a:gd name="connsiteX10836" fmla="*/ 3123600 w 12188965"/>
              <a:gd name="connsiteY10836" fmla="*/ 1154418 h 2053176"/>
              <a:gd name="connsiteX10837" fmla="*/ 3110712 w 12188965"/>
              <a:gd name="connsiteY10837" fmla="*/ 1167305 h 2053176"/>
              <a:gd name="connsiteX10838" fmla="*/ 3097824 w 12188965"/>
              <a:gd name="connsiteY10838" fmla="*/ 1154418 h 2053176"/>
              <a:gd name="connsiteX10839" fmla="*/ 3110712 w 12188965"/>
              <a:gd name="connsiteY10839" fmla="*/ 1141531 h 2053176"/>
              <a:gd name="connsiteX10840" fmla="*/ 2982301 w 12188965"/>
              <a:gd name="connsiteY10840" fmla="*/ 1141531 h 2053176"/>
              <a:gd name="connsiteX10841" fmla="*/ 2995190 w 12188965"/>
              <a:gd name="connsiteY10841" fmla="*/ 1154418 h 2053176"/>
              <a:gd name="connsiteX10842" fmla="*/ 2982301 w 12188965"/>
              <a:gd name="connsiteY10842" fmla="*/ 1167305 h 2053176"/>
              <a:gd name="connsiteX10843" fmla="*/ 2969414 w 12188965"/>
              <a:gd name="connsiteY10843" fmla="*/ 1154418 h 2053176"/>
              <a:gd name="connsiteX10844" fmla="*/ 2982301 w 12188965"/>
              <a:gd name="connsiteY10844" fmla="*/ 1141531 h 2053176"/>
              <a:gd name="connsiteX10845" fmla="*/ 2597069 w 12188965"/>
              <a:gd name="connsiteY10845" fmla="*/ 1141531 h 2053176"/>
              <a:gd name="connsiteX10846" fmla="*/ 2609957 w 12188965"/>
              <a:gd name="connsiteY10846" fmla="*/ 1154418 h 2053176"/>
              <a:gd name="connsiteX10847" fmla="*/ 2597069 w 12188965"/>
              <a:gd name="connsiteY10847" fmla="*/ 1167305 h 2053176"/>
              <a:gd name="connsiteX10848" fmla="*/ 2584182 w 12188965"/>
              <a:gd name="connsiteY10848" fmla="*/ 1154418 h 2053176"/>
              <a:gd name="connsiteX10849" fmla="*/ 2597069 w 12188965"/>
              <a:gd name="connsiteY10849" fmla="*/ 1141531 h 2053176"/>
              <a:gd name="connsiteX10850" fmla="*/ 1569669 w 12188965"/>
              <a:gd name="connsiteY10850" fmla="*/ 1141531 h 2053176"/>
              <a:gd name="connsiteX10851" fmla="*/ 1582557 w 12188965"/>
              <a:gd name="connsiteY10851" fmla="*/ 1154418 h 2053176"/>
              <a:gd name="connsiteX10852" fmla="*/ 1569669 w 12188965"/>
              <a:gd name="connsiteY10852" fmla="*/ 1167305 h 2053176"/>
              <a:gd name="connsiteX10853" fmla="*/ 1556782 w 12188965"/>
              <a:gd name="connsiteY10853" fmla="*/ 1154418 h 2053176"/>
              <a:gd name="connsiteX10854" fmla="*/ 1569669 w 12188965"/>
              <a:gd name="connsiteY10854" fmla="*/ 1141531 h 2053176"/>
              <a:gd name="connsiteX10855" fmla="*/ 1377055 w 12188965"/>
              <a:gd name="connsiteY10855" fmla="*/ 1141531 h 2053176"/>
              <a:gd name="connsiteX10856" fmla="*/ 1389941 w 12188965"/>
              <a:gd name="connsiteY10856" fmla="*/ 1154418 h 2053176"/>
              <a:gd name="connsiteX10857" fmla="*/ 1377055 w 12188965"/>
              <a:gd name="connsiteY10857" fmla="*/ 1167305 h 2053176"/>
              <a:gd name="connsiteX10858" fmla="*/ 1364167 w 12188965"/>
              <a:gd name="connsiteY10858" fmla="*/ 1154418 h 2053176"/>
              <a:gd name="connsiteX10859" fmla="*/ 1377055 w 12188965"/>
              <a:gd name="connsiteY10859" fmla="*/ 1141531 h 2053176"/>
              <a:gd name="connsiteX10860" fmla="*/ 1056027 w 12188965"/>
              <a:gd name="connsiteY10860" fmla="*/ 1141531 h 2053176"/>
              <a:gd name="connsiteX10861" fmla="*/ 1068914 w 12188965"/>
              <a:gd name="connsiteY10861" fmla="*/ 1154418 h 2053176"/>
              <a:gd name="connsiteX10862" fmla="*/ 1056027 w 12188965"/>
              <a:gd name="connsiteY10862" fmla="*/ 1167305 h 2053176"/>
              <a:gd name="connsiteX10863" fmla="*/ 1043139 w 12188965"/>
              <a:gd name="connsiteY10863" fmla="*/ 1154418 h 2053176"/>
              <a:gd name="connsiteX10864" fmla="*/ 1056027 w 12188965"/>
              <a:gd name="connsiteY10864" fmla="*/ 1141531 h 2053176"/>
              <a:gd name="connsiteX10865" fmla="*/ 991824 w 12188965"/>
              <a:gd name="connsiteY10865" fmla="*/ 1141531 h 2053176"/>
              <a:gd name="connsiteX10866" fmla="*/ 1004709 w 12188965"/>
              <a:gd name="connsiteY10866" fmla="*/ 1154418 h 2053176"/>
              <a:gd name="connsiteX10867" fmla="*/ 991824 w 12188965"/>
              <a:gd name="connsiteY10867" fmla="*/ 1167305 h 2053176"/>
              <a:gd name="connsiteX10868" fmla="*/ 978935 w 12188965"/>
              <a:gd name="connsiteY10868" fmla="*/ 1154418 h 2053176"/>
              <a:gd name="connsiteX10869" fmla="*/ 991824 w 12188965"/>
              <a:gd name="connsiteY10869" fmla="*/ 1141531 h 2053176"/>
              <a:gd name="connsiteX10870" fmla="*/ 863296 w 12188965"/>
              <a:gd name="connsiteY10870" fmla="*/ 1141531 h 2053176"/>
              <a:gd name="connsiteX10871" fmla="*/ 876184 w 12188965"/>
              <a:gd name="connsiteY10871" fmla="*/ 1154418 h 2053176"/>
              <a:gd name="connsiteX10872" fmla="*/ 863296 w 12188965"/>
              <a:gd name="connsiteY10872" fmla="*/ 1167305 h 2053176"/>
              <a:gd name="connsiteX10873" fmla="*/ 850407 w 12188965"/>
              <a:gd name="connsiteY10873" fmla="*/ 1154418 h 2053176"/>
              <a:gd name="connsiteX10874" fmla="*/ 863296 w 12188965"/>
              <a:gd name="connsiteY10874" fmla="*/ 1141531 h 2053176"/>
              <a:gd name="connsiteX10875" fmla="*/ 346686 w 12188965"/>
              <a:gd name="connsiteY10875" fmla="*/ 1141531 h 2053176"/>
              <a:gd name="connsiteX10876" fmla="*/ 359572 w 12188965"/>
              <a:gd name="connsiteY10876" fmla="*/ 1154418 h 2053176"/>
              <a:gd name="connsiteX10877" fmla="*/ 346686 w 12188965"/>
              <a:gd name="connsiteY10877" fmla="*/ 1167305 h 2053176"/>
              <a:gd name="connsiteX10878" fmla="*/ 333799 w 12188965"/>
              <a:gd name="connsiteY10878" fmla="*/ 1154418 h 2053176"/>
              <a:gd name="connsiteX10879" fmla="*/ 346686 w 12188965"/>
              <a:gd name="connsiteY10879" fmla="*/ 1141531 h 2053176"/>
              <a:gd name="connsiteX10880" fmla="*/ 218274 w 12188965"/>
              <a:gd name="connsiteY10880" fmla="*/ 1141531 h 2053176"/>
              <a:gd name="connsiteX10881" fmla="*/ 231162 w 12188965"/>
              <a:gd name="connsiteY10881" fmla="*/ 1154418 h 2053176"/>
              <a:gd name="connsiteX10882" fmla="*/ 218274 w 12188965"/>
              <a:gd name="connsiteY10882" fmla="*/ 1167305 h 2053176"/>
              <a:gd name="connsiteX10883" fmla="*/ 205386 w 12188965"/>
              <a:gd name="connsiteY10883" fmla="*/ 1154418 h 2053176"/>
              <a:gd name="connsiteX10884" fmla="*/ 218274 w 12188965"/>
              <a:gd name="connsiteY10884" fmla="*/ 1141531 h 2053176"/>
              <a:gd name="connsiteX10885" fmla="*/ 12034897 w 12188965"/>
              <a:gd name="connsiteY10885" fmla="*/ 1128760 h 2053176"/>
              <a:gd name="connsiteX10886" fmla="*/ 12060557 w 12188965"/>
              <a:gd name="connsiteY10886" fmla="*/ 1154418 h 2053176"/>
              <a:gd name="connsiteX10887" fmla="*/ 12034897 w 12188965"/>
              <a:gd name="connsiteY10887" fmla="*/ 1180077 h 2053176"/>
              <a:gd name="connsiteX10888" fmla="*/ 12009237 w 12188965"/>
              <a:gd name="connsiteY10888" fmla="*/ 1154418 h 2053176"/>
              <a:gd name="connsiteX10889" fmla="*/ 12034897 w 12188965"/>
              <a:gd name="connsiteY10889" fmla="*/ 1128760 h 2053176"/>
              <a:gd name="connsiteX10890" fmla="*/ 11970691 w 12188965"/>
              <a:gd name="connsiteY10890" fmla="*/ 1128760 h 2053176"/>
              <a:gd name="connsiteX10891" fmla="*/ 11996349 w 12188965"/>
              <a:gd name="connsiteY10891" fmla="*/ 1154418 h 2053176"/>
              <a:gd name="connsiteX10892" fmla="*/ 11970691 w 12188965"/>
              <a:gd name="connsiteY10892" fmla="*/ 1180077 h 2053176"/>
              <a:gd name="connsiteX10893" fmla="*/ 11945033 w 12188965"/>
              <a:gd name="connsiteY10893" fmla="*/ 1154418 h 2053176"/>
              <a:gd name="connsiteX10894" fmla="*/ 11970691 w 12188965"/>
              <a:gd name="connsiteY10894" fmla="*/ 1128760 h 2053176"/>
              <a:gd name="connsiteX10895" fmla="*/ 11842279 w 12188965"/>
              <a:gd name="connsiteY10895" fmla="*/ 1128760 h 2053176"/>
              <a:gd name="connsiteX10896" fmla="*/ 11867941 w 12188965"/>
              <a:gd name="connsiteY10896" fmla="*/ 1154418 h 2053176"/>
              <a:gd name="connsiteX10897" fmla="*/ 11842279 w 12188965"/>
              <a:gd name="connsiteY10897" fmla="*/ 1180077 h 2053176"/>
              <a:gd name="connsiteX10898" fmla="*/ 11816621 w 12188965"/>
              <a:gd name="connsiteY10898" fmla="*/ 1154418 h 2053176"/>
              <a:gd name="connsiteX10899" fmla="*/ 11842279 w 12188965"/>
              <a:gd name="connsiteY10899" fmla="*/ 1128760 h 2053176"/>
              <a:gd name="connsiteX10900" fmla="*/ 11454081 w 12188965"/>
              <a:gd name="connsiteY10900" fmla="*/ 1128760 h 2053176"/>
              <a:gd name="connsiteX10901" fmla="*/ 11479739 w 12188965"/>
              <a:gd name="connsiteY10901" fmla="*/ 1154418 h 2053176"/>
              <a:gd name="connsiteX10902" fmla="*/ 11454081 w 12188965"/>
              <a:gd name="connsiteY10902" fmla="*/ 1180077 h 2053176"/>
              <a:gd name="connsiteX10903" fmla="*/ 11428421 w 12188965"/>
              <a:gd name="connsiteY10903" fmla="*/ 1154418 h 2053176"/>
              <a:gd name="connsiteX10904" fmla="*/ 11454081 w 12188965"/>
              <a:gd name="connsiteY10904" fmla="*/ 1128760 h 2053176"/>
              <a:gd name="connsiteX10905" fmla="*/ 11325670 w 12188965"/>
              <a:gd name="connsiteY10905" fmla="*/ 1128760 h 2053176"/>
              <a:gd name="connsiteX10906" fmla="*/ 11351329 w 12188965"/>
              <a:gd name="connsiteY10906" fmla="*/ 1154418 h 2053176"/>
              <a:gd name="connsiteX10907" fmla="*/ 11325670 w 12188965"/>
              <a:gd name="connsiteY10907" fmla="*/ 1180077 h 2053176"/>
              <a:gd name="connsiteX10908" fmla="*/ 11300012 w 12188965"/>
              <a:gd name="connsiteY10908" fmla="*/ 1154418 h 2053176"/>
              <a:gd name="connsiteX10909" fmla="*/ 11325670 w 12188965"/>
              <a:gd name="connsiteY10909" fmla="*/ 1128760 h 2053176"/>
              <a:gd name="connsiteX10910" fmla="*/ 11197259 w 12188965"/>
              <a:gd name="connsiteY10910" fmla="*/ 1128760 h 2053176"/>
              <a:gd name="connsiteX10911" fmla="*/ 11222917 w 12188965"/>
              <a:gd name="connsiteY10911" fmla="*/ 1154418 h 2053176"/>
              <a:gd name="connsiteX10912" fmla="*/ 11197259 w 12188965"/>
              <a:gd name="connsiteY10912" fmla="*/ 1180077 h 2053176"/>
              <a:gd name="connsiteX10913" fmla="*/ 11171601 w 12188965"/>
              <a:gd name="connsiteY10913" fmla="*/ 1154418 h 2053176"/>
              <a:gd name="connsiteX10914" fmla="*/ 11197259 w 12188965"/>
              <a:gd name="connsiteY10914" fmla="*/ 1128760 h 2053176"/>
              <a:gd name="connsiteX10915" fmla="*/ 11133055 w 12188965"/>
              <a:gd name="connsiteY10915" fmla="*/ 1128760 h 2053176"/>
              <a:gd name="connsiteX10916" fmla="*/ 11158713 w 12188965"/>
              <a:gd name="connsiteY10916" fmla="*/ 1154418 h 2053176"/>
              <a:gd name="connsiteX10917" fmla="*/ 11133055 w 12188965"/>
              <a:gd name="connsiteY10917" fmla="*/ 1180077 h 2053176"/>
              <a:gd name="connsiteX10918" fmla="*/ 11107396 w 12188965"/>
              <a:gd name="connsiteY10918" fmla="*/ 1154418 h 2053176"/>
              <a:gd name="connsiteX10919" fmla="*/ 11133055 w 12188965"/>
              <a:gd name="connsiteY10919" fmla="*/ 1128760 h 2053176"/>
              <a:gd name="connsiteX10920" fmla="*/ 10940321 w 12188965"/>
              <a:gd name="connsiteY10920" fmla="*/ 1128760 h 2053176"/>
              <a:gd name="connsiteX10921" fmla="*/ 10965982 w 12188965"/>
              <a:gd name="connsiteY10921" fmla="*/ 1154418 h 2053176"/>
              <a:gd name="connsiteX10922" fmla="*/ 10940321 w 12188965"/>
              <a:gd name="connsiteY10922" fmla="*/ 1180077 h 2053176"/>
              <a:gd name="connsiteX10923" fmla="*/ 10914663 w 12188965"/>
              <a:gd name="connsiteY10923" fmla="*/ 1154418 h 2053176"/>
              <a:gd name="connsiteX10924" fmla="*/ 10940321 w 12188965"/>
              <a:gd name="connsiteY10924" fmla="*/ 1128760 h 2053176"/>
              <a:gd name="connsiteX10925" fmla="*/ 10683501 w 12188965"/>
              <a:gd name="connsiteY10925" fmla="*/ 1128760 h 2053176"/>
              <a:gd name="connsiteX10926" fmla="*/ 10709159 w 12188965"/>
              <a:gd name="connsiteY10926" fmla="*/ 1154418 h 2053176"/>
              <a:gd name="connsiteX10927" fmla="*/ 10683501 w 12188965"/>
              <a:gd name="connsiteY10927" fmla="*/ 1180077 h 2053176"/>
              <a:gd name="connsiteX10928" fmla="*/ 10657843 w 12188965"/>
              <a:gd name="connsiteY10928" fmla="*/ 1154418 h 2053176"/>
              <a:gd name="connsiteX10929" fmla="*/ 10683501 w 12188965"/>
              <a:gd name="connsiteY10929" fmla="*/ 1128760 h 2053176"/>
              <a:gd name="connsiteX10930" fmla="*/ 10619297 w 12188965"/>
              <a:gd name="connsiteY10930" fmla="*/ 1128760 h 2053176"/>
              <a:gd name="connsiteX10931" fmla="*/ 10644955 w 12188965"/>
              <a:gd name="connsiteY10931" fmla="*/ 1154418 h 2053176"/>
              <a:gd name="connsiteX10932" fmla="*/ 10619297 w 12188965"/>
              <a:gd name="connsiteY10932" fmla="*/ 1180077 h 2053176"/>
              <a:gd name="connsiteX10933" fmla="*/ 10593639 w 12188965"/>
              <a:gd name="connsiteY10933" fmla="*/ 1154418 h 2053176"/>
              <a:gd name="connsiteX10934" fmla="*/ 10619297 w 12188965"/>
              <a:gd name="connsiteY10934" fmla="*/ 1128760 h 2053176"/>
              <a:gd name="connsiteX10935" fmla="*/ 10555092 w 12188965"/>
              <a:gd name="connsiteY10935" fmla="*/ 1128760 h 2053176"/>
              <a:gd name="connsiteX10936" fmla="*/ 10580751 w 12188965"/>
              <a:gd name="connsiteY10936" fmla="*/ 1154418 h 2053176"/>
              <a:gd name="connsiteX10937" fmla="*/ 10555092 w 12188965"/>
              <a:gd name="connsiteY10937" fmla="*/ 1180077 h 2053176"/>
              <a:gd name="connsiteX10938" fmla="*/ 10529432 w 12188965"/>
              <a:gd name="connsiteY10938" fmla="*/ 1154418 h 2053176"/>
              <a:gd name="connsiteX10939" fmla="*/ 10555092 w 12188965"/>
              <a:gd name="connsiteY10939" fmla="*/ 1128760 h 2053176"/>
              <a:gd name="connsiteX10940" fmla="*/ 10362474 w 12188965"/>
              <a:gd name="connsiteY10940" fmla="*/ 1128760 h 2053176"/>
              <a:gd name="connsiteX10941" fmla="*/ 10388135 w 12188965"/>
              <a:gd name="connsiteY10941" fmla="*/ 1154418 h 2053176"/>
              <a:gd name="connsiteX10942" fmla="*/ 10362474 w 12188965"/>
              <a:gd name="connsiteY10942" fmla="*/ 1180077 h 2053176"/>
              <a:gd name="connsiteX10943" fmla="*/ 10336816 w 12188965"/>
              <a:gd name="connsiteY10943" fmla="*/ 1154418 h 2053176"/>
              <a:gd name="connsiteX10944" fmla="*/ 10362474 w 12188965"/>
              <a:gd name="connsiteY10944" fmla="*/ 1128760 h 2053176"/>
              <a:gd name="connsiteX10945" fmla="*/ 10298270 w 12188965"/>
              <a:gd name="connsiteY10945" fmla="*/ 1128760 h 2053176"/>
              <a:gd name="connsiteX10946" fmla="*/ 10323928 w 12188965"/>
              <a:gd name="connsiteY10946" fmla="*/ 1154418 h 2053176"/>
              <a:gd name="connsiteX10947" fmla="*/ 10298270 w 12188965"/>
              <a:gd name="connsiteY10947" fmla="*/ 1180077 h 2053176"/>
              <a:gd name="connsiteX10948" fmla="*/ 10272611 w 12188965"/>
              <a:gd name="connsiteY10948" fmla="*/ 1154418 h 2053176"/>
              <a:gd name="connsiteX10949" fmla="*/ 10298270 w 12188965"/>
              <a:gd name="connsiteY10949" fmla="*/ 1128760 h 2053176"/>
              <a:gd name="connsiteX10950" fmla="*/ 10234065 w 12188965"/>
              <a:gd name="connsiteY10950" fmla="*/ 1128760 h 2053176"/>
              <a:gd name="connsiteX10951" fmla="*/ 10259723 w 12188965"/>
              <a:gd name="connsiteY10951" fmla="*/ 1154418 h 2053176"/>
              <a:gd name="connsiteX10952" fmla="*/ 10234065 w 12188965"/>
              <a:gd name="connsiteY10952" fmla="*/ 1180077 h 2053176"/>
              <a:gd name="connsiteX10953" fmla="*/ 10208404 w 12188965"/>
              <a:gd name="connsiteY10953" fmla="*/ 1154418 h 2053176"/>
              <a:gd name="connsiteX10954" fmla="*/ 10234065 w 12188965"/>
              <a:gd name="connsiteY10954" fmla="*/ 1128760 h 2053176"/>
              <a:gd name="connsiteX10955" fmla="*/ 10105654 w 12188965"/>
              <a:gd name="connsiteY10955" fmla="*/ 1128760 h 2053176"/>
              <a:gd name="connsiteX10956" fmla="*/ 10131312 w 12188965"/>
              <a:gd name="connsiteY10956" fmla="*/ 1154418 h 2053176"/>
              <a:gd name="connsiteX10957" fmla="*/ 10105654 w 12188965"/>
              <a:gd name="connsiteY10957" fmla="*/ 1180077 h 2053176"/>
              <a:gd name="connsiteX10958" fmla="*/ 10079996 w 12188965"/>
              <a:gd name="connsiteY10958" fmla="*/ 1154418 h 2053176"/>
              <a:gd name="connsiteX10959" fmla="*/ 10105654 w 12188965"/>
              <a:gd name="connsiteY10959" fmla="*/ 1128760 h 2053176"/>
              <a:gd name="connsiteX10960" fmla="*/ 9720307 w 12188965"/>
              <a:gd name="connsiteY10960" fmla="*/ 1128760 h 2053176"/>
              <a:gd name="connsiteX10961" fmla="*/ 9745965 w 12188965"/>
              <a:gd name="connsiteY10961" fmla="*/ 1154418 h 2053176"/>
              <a:gd name="connsiteX10962" fmla="*/ 9720307 w 12188965"/>
              <a:gd name="connsiteY10962" fmla="*/ 1180077 h 2053176"/>
              <a:gd name="connsiteX10963" fmla="*/ 9694646 w 12188965"/>
              <a:gd name="connsiteY10963" fmla="*/ 1154418 h 2053176"/>
              <a:gd name="connsiteX10964" fmla="*/ 9720307 w 12188965"/>
              <a:gd name="connsiteY10964" fmla="*/ 1128760 h 2053176"/>
              <a:gd name="connsiteX10965" fmla="*/ 9463485 w 12188965"/>
              <a:gd name="connsiteY10965" fmla="*/ 1128760 h 2053176"/>
              <a:gd name="connsiteX10966" fmla="*/ 9489143 w 12188965"/>
              <a:gd name="connsiteY10966" fmla="*/ 1154418 h 2053176"/>
              <a:gd name="connsiteX10967" fmla="*/ 9463485 w 12188965"/>
              <a:gd name="connsiteY10967" fmla="*/ 1180077 h 2053176"/>
              <a:gd name="connsiteX10968" fmla="*/ 9437826 w 12188965"/>
              <a:gd name="connsiteY10968" fmla="*/ 1154418 h 2053176"/>
              <a:gd name="connsiteX10969" fmla="*/ 9463485 w 12188965"/>
              <a:gd name="connsiteY10969" fmla="*/ 1128760 h 2053176"/>
              <a:gd name="connsiteX10970" fmla="*/ 9335073 w 12188965"/>
              <a:gd name="connsiteY10970" fmla="*/ 1128760 h 2053176"/>
              <a:gd name="connsiteX10971" fmla="*/ 9360734 w 12188965"/>
              <a:gd name="connsiteY10971" fmla="*/ 1154418 h 2053176"/>
              <a:gd name="connsiteX10972" fmla="*/ 9335073 w 12188965"/>
              <a:gd name="connsiteY10972" fmla="*/ 1180077 h 2053176"/>
              <a:gd name="connsiteX10973" fmla="*/ 9309415 w 12188965"/>
              <a:gd name="connsiteY10973" fmla="*/ 1154418 h 2053176"/>
              <a:gd name="connsiteX10974" fmla="*/ 9335073 w 12188965"/>
              <a:gd name="connsiteY10974" fmla="*/ 1128760 h 2053176"/>
              <a:gd name="connsiteX10975" fmla="*/ 9078253 w 12188965"/>
              <a:gd name="connsiteY10975" fmla="*/ 1128760 h 2053176"/>
              <a:gd name="connsiteX10976" fmla="*/ 9103911 w 12188965"/>
              <a:gd name="connsiteY10976" fmla="*/ 1154418 h 2053176"/>
              <a:gd name="connsiteX10977" fmla="*/ 9078253 w 12188965"/>
              <a:gd name="connsiteY10977" fmla="*/ 1180077 h 2053176"/>
              <a:gd name="connsiteX10978" fmla="*/ 9052595 w 12188965"/>
              <a:gd name="connsiteY10978" fmla="*/ 1154418 h 2053176"/>
              <a:gd name="connsiteX10979" fmla="*/ 9078253 w 12188965"/>
              <a:gd name="connsiteY10979" fmla="*/ 1128760 h 2053176"/>
              <a:gd name="connsiteX10980" fmla="*/ 9014049 w 12188965"/>
              <a:gd name="connsiteY10980" fmla="*/ 1128760 h 2053176"/>
              <a:gd name="connsiteX10981" fmla="*/ 9039707 w 12188965"/>
              <a:gd name="connsiteY10981" fmla="*/ 1154418 h 2053176"/>
              <a:gd name="connsiteX10982" fmla="*/ 9014049 w 12188965"/>
              <a:gd name="connsiteY10982" fmla="*/ 1180077 h 2053176"/>
              <a:gd name="connsiteX10983" fmla="*/ 8988388 w 12188965"/>
              <a:gd name="connsiteY10983" fmla="*/ 1154418 h 2053176"/>
              <a:gd name="connsiteX10984" fmla="*/ 9014049 w 12188965"/>
              <a:gd name="connsiteY10984" fmla="*/ 1128760 h 2053176"/>
              <a:gd name="connsiteX10985" fmla="*/ 8564495 w 12188965"/>
              <a:gd name="connsiteY10985" fmla="*/ 1128760 h 2053176"/>
              <a:gd name="connsiteX10986" fmla="*/ 8590153 w 12188965"/>
              <a:gd name="connsiteY10986" fmla="*/ 1154418 h 2053176"/>
              <a:gd name="connsiteX10987" fmla="*/ 8564495 w 12188965"/>
              <a:gd name="connsiteY10987" fmla="*/ 1180077 h 2053176"/>
              <a:gd name="connsiteX10988" fmla="*/ 8538837 w 12188965"/>
              <a:gd name="connsiteY10988" fmla="*/ 1154418 h 2053176"/>
              <a:gd name="connsiteX10989" fmla="*/ 8564495 w 12188965"/>
              <a:gd name="connsiteY10989" fmla="*/ 1128760 h 2053176"/>
              <a:gd name="connsiteX10990" fmla="*/ 8500288 w 12188965"/>
              <a:gd name="connsiteY10990" fmla="*/ 1128760 h 2053176"/>
              <a:gd name="connsiteX10991" fmla="*/ 8525949 w 12188965"/>
              <a:gd name="connsiteY10991" fmla="*/ 1154418 h 2053176"/>
              <a:gd name="connsiteX10992" fmla="*/ 8500288 w 12188965"/>
              <a:gd name="connsiteY10992" fmla="*/ 1180077 h 2053176"/>
              <a:gd name="connsiteX10993" fmla="*/ 8474630 w 12188965"/>
              <a:gd name="connsiteY10993" fmla="*/ 1154418 h 2053176"/>
              <a:gd name="connsiteX10994" fmla="*/ 8500288 w 12188965"/>
              <a:gd name="connsiteY10994" fmla="*/ 1128760 h 2053176"/>
              <a:gd name="connsiteX10995" fmla="*/ 8050852 w 12188965"/>
              <a:gd name="connsiteY10995" fmla="*/ 1128760 h 2053176"/>
              <a:gd name="connsiteX10996" fmla="*/ 8076510 w 12188965"/>
              <a:gd name="connsiteY10996" fmla="*/ 1154418 h 2053176"/>
              <a:gd name="connsiteX10997" fmla="*/ 8050852 w 12188965"/>
              <a:gd name="connsiteY10997" fmla="*/ 1180077 h 2053176"/>
              <a:gd name="connsiteX10998" fmla="*/ 8025194 w 12188965"/>
              <a:gd name="connsiteY10998" fmla="*/ 1154418 h 2053176"/>
              <a:gd name="connsiteX10999" fmla="*/ 8050852 w 12188965"/>
              <a:gd name="connsiteY10999" fmla="*/ 1128760 h 2053176"/>
              <a:gd name="connsiteX11000" fmla="*/ 7986648 w 12188965"/>
              <a:gd name="connsiteY11000" fmla="*/ 1128760 h 2053176"/>
              <a:gd name="connsiteX11001" fmla="*/ 8012306 w 12188965"/>
              <a:gd name="connsiteY11001" fmla="*/ 1154418 h 2053176"/>
              <a:gd name="connsiteX11002" fmla="*/ 7986648 w 12188965"/>
              <a:gd name="connsiteY11002" fmla="*/ 1180077 h 2053176"/>
              <a:gd name="connsiteX11003" fmla="*/ 7960990 w 12188965"/>
              <a:gd name="connsiteY11003" fmla="*/ 1154418 h 2053176"/>
              <a:gd name="connsiteX11004" fmla="*/ 7986648 w 12188965"/>
              <a:gd name="connsiteY11004" fmla="*/ 1128760 h 2053176"/>
              <a:gd name="connsiteX11005" fmla="*/ 7858237 w 12188965"/>
              <a:gd name="connsiteY11005" fmla="*/ 1128760 h 2053176"/>
              <a:gd name="connsiteX11006" fmla="*/ 7883895 w 12188965"/>
              <a:gd name="connsiteY11006" fmla="*/ 1154418 h 2053176"/>
              <a:gd name="connsiteX11007" fmla="*/ 7858237 w 12188965"/>
              <a:gd name="connsiteY11007" fmla="*/ 1180077 h 2053176"/>
              <a:gd name="connsiteX11008" fmla="*/ 7832578 w 12188965"/>
              <a:gd name="connsiteY11008" fmla="*/ 1154418 h 2053176"/>
              <a:gd name="connsiteX11009" fmla="*/ 7858237 w 12188965"/>
              <a:gd name="connsiteY11009" fmla="*/ 1128760 h 2053176"/>
              <a:gd name="connsiteX11010" fmla="*/ 7794032 w 12188965"/>
              <a:gd name="connsiteY11010" fmla="*/ 1128760 h 2053176"/>
              <a:gd name="connsiteX11011" fmla="*/ 7819690 w 12188965"/>
              <a:gd name="connsiteY11011" fmla="*/ 1154418 h 2053176"/>
              <a:gd name="connsiteX11012" fmla="*/ 7794032 w 12188965"/>
              <a:gd name="connsiteY11012" fmla="*/ 1180077 h 2053176"/>
              <a:gd name="connsiteX11013" fmla="*/ 7768371 w 12188965"/>
              <a:gd name="connsiteY11013" fmla="*/ 1154418 h 2053176"/>
              <a:gd name="connsiteX11014" fmla="*/ 7794032 w 12188965"/>
              <a:gd name="connsiteY11014" fmla="*/ 1128760 h 2053176"/>
              <a:gd name="connsiteX11015" fmla="*/ 7729825 w 12188965"/>
              <a:gd name="connsiteY11015" fmla="*/ 1128760 h 2053176"/>
              <a:gd name="connsiteX11016" fmla="*/ 7755486 w 12188965"/>
              <a:gd name="connsiteY11016" fmla="*/ 1154418 h 2053176"/>
              <a:gd name="connsiteX11017" fmla="*/ 7729825 w 12188965"/>
              <a:gd name="connsiteY11017" fmla="*/ 1180077 h 2053176"/>
              <a:gd name="connsiteX11018" fmla="*/ 7704167 w 12188965"/>
              <a:gd name="connsiteY11018" fmla="*/ 1154418 h 2053176"/>
              <a:gd name="connsiteX11019" fmla="*/ 7729825 w 12188965"/>
              <a:gd name="connsiteY11019" fmla="*/ 1128760 h 2053176"/>
              <a:gd name="connsiteX11020" fmla="*/ 7665621 w 12188965"/>
              <a:gd name="connsiteY11020" fmla="*/ 1128760 h 2053176"/>
              <a:gd name="connsiteX11021" fmla="*/ 7691279 w 12188965"/>
              <a:gd name="connsiteY11021" fmla="*/ 1154418 h 2053176"/>
              <a:gd name="connsiteX11022" fmla="*/ 7665621 w 12188965"/>
              <a:gd name="connsiteY11022" fmla="*/ 1180077 h 2053176"/>
              <a:gd name="connsiteX11023" fmla="*/ 7639963 w 12188965"/>
              <a:gd name="connsiteY11023" fmla="*/ 1154418 h 2053176"/>
              <a:gd name="connsiteX11024" fmla="*/ 7665621 w 12188965"/>
              <a:gd name="connsiteY11024" fmla="*/ 1128760 h 2053176"/>
              <a:gd name="connsiteX11025" fmla="*/ 7601299 w 12188965"/>
              <a:gd name="connsiteY11025" fmla="*/ 1128760 h 2053176"/>
              <a:gd name="connsiteX11026" fmla="*/ 7626959 w 12188965"/>
              <a:gd name="connsiteY11026" fmla="*/ 1154418 h 2053176"/>
              <a:gd name="connsiteX11027" fmla="*/ 7601299 w 12188965"/>
              <a:gd name="connsiteY11027" fmla="*/ 1180077 h 2053176"/>
              <a:gd name="connsiteX11028" fmla="*/ 7575640 w 12188965"/>
              <a:gd name="connsiteY11028" fmla="*/ 1154418 h 2053176"/>
              <a:gd name="connsiteX11029" fmla="*/ 7601299 w 12188965"/>
              <a:gd name="connsiteY11029" fmla="*/ 1128760 h 2053176"/>
              <a:gd name="connsiteX11030" fmla="*/ 7537094 w 12188965"/>
              <a:gd name="connsiteY11030" fmla="*/ 1128760 h 2053176"/>
              <a:gd name="connsiteX11031" fmla="*/ 7562752 w 12188965"/>
              <a:gd name="connsiteY11031" fmla="*/ 1154418 h 2053176"/>
              <a:gd name="connsiteX11032" fmla="*/ 7537094 w 12188965"/>
              <a:gd name="connsiteY11032" fmla="*/ 1180077 h 2053176"/>
              <a:gd name="connsiteX11033" fmla="*/ 7511436 w 12188965"/>
              <a:gd name="connsiteY11033" fmla="*/ 1154418 h 2053176"/>
              <a:gd name="connsiteX11034" fmla="*/ 7537094 w 12188965"/>
              <a:gd name="connsiteY11034" fmla="*/ 1128760 h 2053176"/>
              <a:gd name="connsiteX11035" fmla="*/ 7472890 w 12188965"/>
              <a:gd name="connsiteY11035" fmla="*/ 1128760 h 2053176"/>
              <a:gd name="connsiteX11036" fmla="*/ 7498548 w 12188965"/>
              <a:gd name="connsiteY11036" fmla="*/ 1154418 h 2053176"/>
              <a:gd name="connsiteX11037" fmla="*/ 7472890 w 12188965"/>
              <a:gd name="connsiteY11037" fmla="*/ 1180077 h 2053176"/>
              <a:gd name="connsiteX11038" fmla="*/ 7447229 w 12188965"/>
              <a:gd name="connsiteY11038" fmla="*/ 1154418 h 2053176"/>
              <a:gd name="connsiteX11039" fmla="*/ 7472890 w 12188965"/>
              <a:gd name="connsiteY11039" fmla="*/ 1128760 h 2053176"/>
              <a:gd name="connsiteX11040" fmla="*/ 7216067 w 12188965"/>
              <a:gd name="connsiteY11040" fmla="*/ 1128760 h 2053176"/>
              <a:gd name="connsiteX11041" fmla="*/ 7241725 w 12188965"/>
              <a:gd name="connsiteY11041" fmla="*/ 1154418 h 2053176"/>
              <a:gd name="connsiteX11042" fmla="*/ 7216067 w 12188965"/>
              <a:gd name="connsiteY11042" fmla="*/ 1180077 h 2053176"/>
              <a:gd name="connsiteX11043" fmla="*/ 7190409 w 12188965"/>
              <a:gd name="connsiteY11043" fmla="*/ 1154418 h 2053176"/>
              <a:gd name="connsiteX11044" fmla="*/ 7216067 w 12188965"/>
              <a:gd name="connsiteY11044" fmla="*/ 1128760 h 2053176"/>
              <a:gd name="connsiteX11045" fmla="*/ 7151863 w 12188965"/>
              <a:gd name="connsiteY11045" fmla="*/ 1128760 h 2053176"/>
              <a:gd name="connsiteX11046" fmla="*/ 7177521 w 12188965"/>
              <a:gd name="connsiteY11046" fmla="*/ 1154418 h 2053176"/>
              <a:gd name="connsiteX11047" fmla="*/ 7151863 w 12188965"/>
              <a:gd name="connsiteY11047" fmla="*/ 1180077 h 2053176"/>
              <a:gd name="connsiteX11048" fmla="*/ 7126205 w 12188965"/>
              <a:gd name="connsiteY11048" fmla="*/ 1154418 h 2053176"/>
              <a:gd name="connsiteX11049" fmla="*/ 7151863 w 12188965"/>
              <a:gd name="connsiteY11049" fmla="*/ 1128760 h 2053176"/>
              <a:gd name="connsiteX11050" fmla="*/ 6895043 w 12188965"/>
              <a:gd name="connsiteY11050" fmla="*/ 1128760 h 2053176"/>
              <a:gd name="connsiteX11051" fmla="*/ 6920701 w 12188965"/>
              <a:gd name="connsiteY11051" fmla="*/ 1154418 h 2053176"/>
              <a:gd name="connsiteX11052" fmla="*/ 6895043 w 12188965"/>
              <a:gd name="connsiteY11052" fmla="*/ 1180077 h 2053176"/>
              <a:gd name="connsiteX11053" fmla="*/ 6869382 w 12188965"/>
              <a:gd name="connsiteY11053" fmla="*/ 1154418 h 2053176"/>
              <a:gd name="connsiteX11054" fmla="*/ 6895043 w 12188965"/>
              <a:gd name="connsiteY11054" fmla="*/ 1128760 h 2053176"/>
              <a:gd name="connsiteX11055" fmla="*/ 6638220 w 12188965"/>
              <a:gd name="connsiteY11055" fmla="*/ 1128760 h 2053176"/>
              <a:gd name="connsiteX11056" fmla="*/ 6663881 w 12188965"/>
              <a:gd name="connsiteY11056" fmla="*/ 1154418 h 2053176"/>
              <a:gd name="connsiteX11057" fmla="*/ 6638220 w 12188965"/>
              <a:gd name="connsiteY11057" fmla="*/ 1180077 h 2053176"/>
              <a:gd name="connsiteX11058" fmla="*/ 6612562 w 12188965"/>
              <a:gd name="connsiteY11058" fmla="*/ 1154418 h 2053176"/>
              <a:gd name="connsiteX11059" fmla="*/ 6638220 w 12188965"/>
              <a:gd name="connsiteY11059" fmla="*/ 1128760 h 2053176"/>
              <a:gd name="connsiteX11060" fmla="*/ 6317078 w 12188965"/>
              <a:gd name="connsiteY11060" fmla="*/ 1128760 h 2053176"/>
              <a:gd name="connsiteX11061" fmla="*/ 6342736 w 12188965"/>
              <a:gd name="connsiteY11061" fmla="*/ 1154418 h 2053176"/>
              <a:gd name="connsiteX11062" fmla="*/ 6317078 w 12188965"/>
              <a:gd name="connsiteY11062" fmla="*/ 1180077 h 2053176"/>
              <a:gd name="connsiteX11063" fmla="*/ 6291420 w 12188965"/>
              <a:gd name="connsiteY11063" fmla="*/ 1154418 h 2053176"/>
              <a:gd name="connsiteX11064" fmla="*/ 6317078 w 12188965"/>
              <a:gd name="connsiteY11064" fmla="*/ 1128760 h 2053176"/>
              <a:gd name="connsiteX11065" fmla="*/ 6252873 w 12188965"/>
              <a:gd name="connsiteY11065" fmla="*/ 1128760 h 2053176"/>
              <a:gd name="connsiteX11066" fmla="*/ 6278532 w 12188965"/>
              <a:gd name="connsiteY11066" fmla="*/ 1154418 h 2053176"/>
              <a:gd name="connsiteX11067" fmla="*/ 6252873 w 12188965"/>
              <a:gd name="connsiteY11067" fmla="*/ 1180077 h 2053176"/>
              <a:gd name="connsiteX11068" fmla="*/ 6227213 w 12188965"/>
              <a:gd name="connsiteY11068" fmla="*/ 1154418 h 2053176"/>
              <a:gd name="connsiteX11069" fmla="*/ 6252873 w 12188965"/>
              <a:gd name="connsiteY11069" fmla="*/ 1128760 h 2053176"/>
              <a:gd name="connsiteX11070" fmla="*/ 6124462 w 12188965"/>
              <a:gd name="connsiteY11070" fmla="*/ 1128760 h 2053176"/>
              <a:gd name="connsiteX11071" fmla="*/ 6150123 w 12188965"/>
              <a:gd name="connsiteY11071" fmla="*/ 1154418 h 2053176"/>
              <a:gd name="connsiteX11072" fmla="*/ 6124462 w 12188965"/>
              <a:gd name="connsiteY11072" fmla="*/ 1180077 h 2053176"/>
              <a:gd name="connsiteX11073" fmla="*/ 6098804 w 12188965"/>
              <a:gd name="connsiteY11073" fmla="*/ 1154418 h 2053176"/>
              <a:gd name="connsiteX11074" fmla="*/ 6124462 w 12188965"/>
              <a:gd name="connsiteY11074" fmla="*/ 1128760 h 2053176"/>
              <a:gd name="connsiteX11075" fmla="*/ 5743477 w 12188965"/>
              <a:gd name="connsiteY11075" fmla="*/ 1128760 h 2053176"/>
              <a:gd name="connsiteX11076" fmla="*/ 5769136 w 12188965"/>
              <a:gd name="connsiteY11076" fmla="*/ 1154418 h 2053176"/>
              <a:gd name="connsiteX11077" fmla="*/ 5743477 w 12188965"/>
              <a:gd name="connsiteY11077" fmla="*/ 1180077 h 2053176"/>
              <a:gd name="connsiteX11078" fmla="*/ 5717818 w 12188965"/>
              <a:gd name="connsiteY11078" fmla="*/ 1154418 h 2053176"/>
              <a:gd name="connsiteX11079" fmla="*/ 5743477 w 12188965"/>
              <a:gd name="connsiteY11079" fmla="*/ 1128760 h 2053176"/>
              <a:gd name="connsiteX11080" fmla="*/ 5615066 w 12188965"/>
              <a:gd name="connsiteY11080" fmla="*/ 1128760 h 2053176"/>
              <a:gd name="connsiteX11081" fmla="*/ 5640726 w 12188965"/>
              <a:gd name="connsiteY11081" fmla="*/ 1154418 h 2053176"/>
              <a:gd name="connsiteX11082" fmla="*/ 5615066 w 12188965"/>
              <a:gd name="connsiteY11082" fmla="*/ 1180077 h 2053176"/>
              <a:gd name="connsiteX11083" fmla="*/ 5589407 w 12188965"/>
              <a:gd name="connsiteY11083" fmla="*/ 1154418 h 2053176"/>
              <a:gd name="connsiteX11084" fmla="*/ 5615066 w 12188965"/>
              <a:gd name="connsiteY11084" fmla="*/ 1128760 h 2053176"/>
              <a:gd name="connsiteX11085" fmla="*/ 5486655 w 12188965"/>
              <a:gd name="connsiteY11085" fmla="*/ 1128760 h 2053176"/>
              <a:gd name="connsiteX11086" fmla="*/ 5512316 w 12188965"/>
              <a:gd name="connsiteY11086" fmla="*/ 1154418 h 2053176"/>
              <a:gd name="connsiteX11087" fmla="*/ 5486655 w 12188965"/>
              <a:gd name="connsiteY11087" fmla="*/ 1180077 h 2053176"/>
              <a:gd name="connsiteX11088" fmla="*/ 5460997 w 12188965"/>
              <a:gd name="connsiteY11088" fmla="*/ 1154418 h 2053176"/>
              <a:gd name="connsiteX11089" fmla="*/ 5486655 w 12188965"/>
              <a:gd name="connsiteY11089" fmla="*/ 1128760 h 2053176"/>
              <a:gd name="connsiteX11090" fmla="*/ 5422451 w 12188965"/>
              <a:gd name="connsiteY11090" fmla="*/ 1128760 h 2053176"/>
              <a:gd name="connsiteX11091" fmla="*/ 5448109 w 12188965"/>
              <a:gd name="connsiteY11091" fmla="*/ 1154418 h 2053176"/>
              <a:gd name="connsiteX11092" fmla="*/ 5422451 w 12188965"/>
              <a:gd name="connsiteY11092" fmla="*/ 1180077 h 2053176"/>
              <a:gd name="connsiteX11093" fmla="*/ 5396791 w 12188965"/>
              <a:gd name="connsiteY11093" fmla="*/ 1154418 h 2053176"/>
              <a:gd name="connsiteX11094" fmla="*/ 5422451 w 12188965"/>
              <a:gd name="connsiteY11094" fmla="*/ 1128760 h 2053176"/>
              <a:gd name="connsiteX11095" fmla="*/ 5229719 w 12188965"/>
              <a:gd name="connsiteY11095" fmla="*/ 1128760 h 2053176"/>
              <a:gd name="connsiteX11096" fmla="*/ 5255377 w 12188965"/>
              <a:gd name="connsiteY11096" fmla="*/ 1154418 h 2053176"/>
              <a:gd name="connsiteX11097" fmla="*/ 5229719 w 12188965"/>
              <a:gd name="connsiteY11097" fmla="*/ 1180077 h 2053176"/>
              <a:gd name="connsiteX11098" fmla="*/ 5204058 w 12188965"/>
              <a:gd name="connsiteY11098" fmla="*/ 1154418 h 2053176"/>
              <a:gd name="connsiteX11099" fmla="*/ 5229719 w 12188965"/>
              <a:gd name="connsiteY11099" fmla="*/ 1128760 h 2053176"/>
              <a:gd name="connsiteX11100" fmla="*/ 4972896 w 12188965"/>
              <a:gd name="connsiteY11100" fmla="*/ 1128760 h 2053176"/>
              <a:gd name="connsiteX11101" fmla="*/ 4998557 w 12188965"/>
              <a:gd name="connsiteY11101" fmla="*/ 1154418 h 2053176"/>
              <a:gd name="connsiteX11102" fmla="*/ 4972896 w 12188965"/>
              <a:gd name="connsiteY11102" fmla="*/ 1180077 h 2053176"/>
              <a:gd name="connsiteX11103" fmla="*/ 4947240 w 12188965"/>
              <a:gd name="connsiteY11103" fmla="*/ 1154418 h 2053176"/>
              <a:gd name="connsiteX11104" fmla="*/ 4972896 w 12188965"/>
              <a:gd name="connsiteY11104" fmla="*/ 1128760 h 2053176"/>
              <a:gd name="connsiteX11105" fmla="*/ 4908693 w 12188965"/>
              <a:gd name="connsiteY11105" fmla="*/ 1128760 h 2053176"/>
              <a:gd name="connsiteX11106" fmla="*/ 4934352 w 12188965"/>
              <a:gd name="connsiteY11106" fmla="*/ 1154418 h 2053176"/>
              <a:gd name="connsiteX11107" fmla="*/ 4908693 w 12188965"/>
              <a:gd name="connsiteY11107" fmla="*/ 1180077 h 2053176"/>
              <a:gd name="connsiteX11108" fmla="*/ 4883033 w 12188965"/>
              <a:gd name="connsiteY11108" fmla="*/ 1154418 h 2053176"/>
              <a:gd name="connsiteX11109" fmla="*/ 4908693 w 12188965"/>
              <a:gd name="connsiteY11109" fmla="*/ 1128760 h 2053176"/>
              <a:gd name="connsiteX11110" fmla="*/ 4844487 w 12188965"/>
              <a:gd name="connsiteY11110" fmla="*/ 1128760 h 2053176"/>
              <a:gd name="connsiteX11111" fmla="*/ 4870146 w 12188965"/>
              <a:gd name="connsiteY11111" fmla="*/ 1154418 h 2053176"/>
              <a:gd name="connsiteX11112" fmla="*/ 4844487 w 12188965"/>
              <a:gd name="connsiteY11112" fmla="*/ 1180077 h 2053176"/>
              <a:gd name="connsiteX11113" fmla="*/ 4818828 w 12188965"/>
              <a:gd name="connsiteY11113" fmla="*/ 1154418 h 2053176"/>
              <a:gd name="connsiteX11114" fmla="*/ 4844487 w 12188965"/>
              <a:gd name="connsiteY11114" fmla="*/ 1128760 h 2053176"/>
              <a:gd name="connsiteX11115" fmla="*/ 4651872 w 12188965"/>
              <a:gd name="connsiteY11115" fmla="*/ 1128760 h 2053176"/>
              <a:gd name="connsiteX11116" fmla="*/ 4677531 w 12188965"/>
              <a:gd name="connsiteY11116" fmla="*/ 1154418 h 2053176"/>
              <a:gd name="connsiteX11117" fmla="*/ 4651872 w 12188965"/>
              <a:gd name="connsiteY11117" fmla="*/ 1180077 h 2053176"/>
              <a:gd name="connsiteX11118" fmla="*/ 4626213 w 12188965"/>
              <a:gd name="connsiteY11118" fmla="*/ 1154418 h 2053176"/>
              <a:gd name="connsiteX11119" fmla="*/ 4651872 w 12188965"/>
              <a:gd name="connsiteY11119" fmla="*/ 1128760 h 2053176"/>
              <a:gd name="connsiteX11120" fmla="*/ 4587666 w 12188965"/>
              <a:gd name="connsiteY11120" fmla="*/ 1128760 h 2053176"/>
              <a:gd name="connsiteX11121" fmla="*/ 4613324 w 12188965"/>
              <a:gd name="connsiteY11121" fmla="*/ 1154418 h 2053176"/>
              <a:gd name="connsiteX11122" fmla="*/ 4587666 w 12188965"/>
              <a:gd name="connsiteY11122" fmla="*/ 1180077 h 2053176"/>
              <a:gd name="connsiteX11123" fmla="*/ 4562007 w 12188965"/>
              <a:gd name="connsiteY11123" fmla="*/ 1154418 h 2053176"/>
              <a:gd name="connsiteX11124" fmla="*/ 4587666 w 12188965"/>
              <a:gd name="connsiteY11124" fmla="*/ 1128760 h 2053176"/>
              <a:gd name="connsiteX11125" fmla="*/ 4523461 w 12188965"/>
              <a:gd name="connsiteY11125" fmla="*/ 1128760 h 2053176"/>
              <a:gd name="connsiteX11126" fmla="*/ 4549121 w 12188965"/>
              <a:gd name="connsiteY11126" fmla="*/ 1154418 h 2053176"/>
              <a:gd name="connsiteX11127" fmla="*/ 4523461 w 12188965"/>
              <a:gd name="connsiteY11127" fmla="*/ 1180077 h 2053176"/>
              <a:gd name="connsiteX11128" fmla="*/ 4497802 w 12188965"/>
              <a:gd name="connsiteY11128" fmla="*/ 1154418 h 2053176"/>
              <a:gd name="connsiteX11129" fmla="*/ 4523461 w 12188965"/>
              <a:gd name="connsiteY11129" fmla="*/ 1128760 h 2053176"/>
              <a:gd name="connsiteX11130" fmla="*/ 4395050 w 12188965"/>
              <a:gd name="connsiteY11130" fmla="*/ 1128760 h 2053176"/>
              <a:gd name="connsiteX11131" fmla="*/ 4420710 w 12188965"/>
              <a:gd name="connsiteY11131" fmla="*/ 1154418 h 2053176"/>
              <a:gd name="connsiteX11132" fmla="*/ 4395050 w 12188965"/>
              <a:gd name="connsiteY11132" fmla="*/ 1180077 h 2053176"/>
              <a:gd name="connsiteX11133" fmla="*/ 4369391 w 12188965"/>
              <a:gd name="connsiteY11133" fmla="*/ 1154418 h 2053176"/>
              <a:gd name="connsiteX11134" fmla="*/ 4395050 w 12188965"/>
              <a:gd name="connsiteY11134" fmla="*/ 1128760 h 2053176"/>
              <a:gd name="connsiteX11135" fmla="*/ 4009702 w 12188965"/>
              <a:gd name="connsiteY11135" fmla="*/ 1128760 h 2053176"/>
              <a:gd name="connsiteX11136" fmla="*/ 4035362 w 12188965"/>
              <a:gd name="connsiteY11136" fmla="*/ 1154418 h 2053176"/>
              <a:gd name="connsiteX11137" fmla="*/ 4009702 w 12188965"/>
              <a:gd name="connsiteY11137" fmla="*/ 1180077 h 2053176"/>
              <a:gd name="connsiteX11138" fmla="*/ 3984043 w 12188965"/>
              <a:gd name="connsiteY11138" fmla="*/ 1154418 h 2053176"/>
              <a:gd name="connsiteX11139" fmla="*/ 4009702 w 12188965"/>
              <a:gd name="connsiteY11139" fmla="*/ 1128760 h 2053176"/>
              <a:gd name="connsiteX11140" fmla="*/ 3752882 w 12188965"/>
              <a:gd name="connsiteY11140" fmla="*/ 1128760 h 2053176"/>
              <a:gd name="connsiteX11141" fmla="*/ 3778539 w 12188965"/>
              <a:gd name="connsiteY11141" fmla="*/ 1154418 h 2053176"/>
              <a:gd name="connsiteX11142" fmla="*/ 3752882 w 12188965"/>
              <a:gd name="connsiteY11142" fmla="*/ 1180077 h 2053176"/>
              <a:gd name="connsiteX11143" fmla="*/ 3727221 w 12188965"/>
              <a:gd name="connsiteY11143" fmla="*/ 1154418 h 2053176"/>
              <a:gd name="connsiteX11144" fmla="*/ 3752882 w 12188965"/>
              <a:gd name="connsiteY11144" fmla="*/ 1128760 h 2053176"/>
              <a:gd name="connsiteX11145" fmla="*/ 3624472 w 12188965"/>
              <a:gd name="connsiteY11145" fmla="*/ 1128760 h 2053176"/>
              <a:gd name="connsiteX11146" fmla="*/ 3650129 w 12188965"/>
              <a:gd name="connsiteY11146" fmla="*/ 1154418 h 2053176"/>
              <a:gd name="connsiteX11147" fmla="*/ 3624472 w 12188965"/>
              <a:gd name="connsiteY11147" fmla="*/ 1180077 h 2053176"/>
              <a:gd name="connsiteX11148" fmla="*/ 3598810 w 12188965"/>
              <a:gd name="connsiteY11148" fmla="*/ 1154418 h 2053176"/>
              <a:gd name="connsiteX11149" fmla="*/ 3624472 w 12188965"/>
              <a:gd name="connsiteY11149" fmla="*/ 1128760 h 2053176"/>
              <a:gd name="connsiteX11150" fmla="*/ 3367649 w 12188965"/>
              <a:gd name="connsiteY11150" fmla="*/ 1128760 h 2053176"/>
              <a:gd name="connsiteX11151" fmla="*/ 3393308 w 12188965"/>
              <a:gd name="connsiteY11151" fmla="*/ 1154418 h 2053176"/>
              <a:gd name="connsiteX11152" fmla="*/ 3367649 w 12188965"/>
              <a:gd name="connsiteY11152" fmla="*/ 1180077 h 2053176"/>
              <a:gd name="connsiteX11153" fmla="*/ 3341990 w 12188965"/>
              <a:gd name="connsiteY11153" fmla="*/ 1154418 h 2053176"/>
              <a:gd name="connsiteX11154" fmla="*/ 3367649 w 12188965"/>
              <a:gd name="connsiteY11154" fmla="*/ 1128760 h 2053176"/>
              <a:gd name="connsiteX11155" fmla="*/ 3303444 w 12188965"/>
              <a:gd name="connsiteY11155" fmla="*/ 1128760 h 2053176"/>
              <a:gd name="connsiteX11156" fmla="*/ 3329102 w 12188965"/>
              <a:gd name="connsiteY11156" fmla="*/ 1154418 h 2053176"/>
              <a:gd name="connsiteX11157" fmla="*/ 3303444 w 12188965"/>
              <a:gd name="connsiteY11157" fmla="*/ 1180077 h 2053176"/>
              <a:gd name="connsiteX11158" fmla="*/ 3277785 w 12188965"/>
              <a:gd name="connsiteY11158" fmla="*/ 1154418 h 2053176"/>
              <a:gd name="connsiteX11159" fmla="*/ 3303444 w 12188965"/>
              <a:gd name="connsiteY11159" fmla="*/ 1128760 h 2053176"/>
              <a:gd name="connsiteX11160" fmla="*/ 2853890 w 12188965"/>
              <a:gd name="connsiteY11160" fmla="*/ 1128760 h 2053176"/>
              <a:gd name="connsiteX11161" fmla="*/ 2879550 w 12188965"/>
              <a:gd name="connsiteY11161" fmla="*/ 1154418 h 2053176"/>
              <a:gd name="connsiteX11162" fmla="*/ 2853890 w 12188965"/>
              <a:gd name="connsiteY11162" fmla="*/ 1180077 h 2053176"/>
              <a:gd name="connsiteX11163" fmla="*/ 2828231 w 12188965"/>
              <a:gd name="connsiteY11163" fmla="*/ 1154418 h 2053176"/>
              <a:gd name="connsiteX11164" fmla="*/ 2853890 w 12188965"/>
              <a:gd name="connsiteY11164" fmla="*/ 1128760 h 2053176"/>
              <a:gd name="connsiteX11165" fmla="*/ 2789686 w 12188965"/>
              <a:gd name="connsiteY11165" fmla="*/ 1128760 h 2053176"/>
              <a:gd name="connsiteX11166" fmla="*/ 2815344 w 12188965"/>
              <a:gd name="connsiteY11166" fmla="*/ 1154418 h 2053176"/>
              <a:gd name="connsiteX11167" fmla="*/ 2789686 w 12188965"/>
              <a:gd name="connsiteY11167" fmla="*/ 1180077 h 2053176"/>
              <a:gd name="connsiteX11168" fmla="*/ 2764027 w 12188965"/>
              <a:gd name="connsiteY11168" fmla="*/ 1154418 h 2053176"/>
              <a:gd name="connsiteX11169" fmla="*/ 2789686 w 12188965"/>
              <a:gd name="connsiteY11169" fmla="*/ 1128760 h 2053176"/>
              <a:gd name="connsiteX11170" fmla="*/ 2340249 w 12188965"/>
              <a:gd name="connsiteY11170" fmla="*/ 1128760 h 2053176"/>
              <a:gd name="connsiteX11171" fmla="*/ 2365908 w 12188965"/>
              <a:gd name="connsiteY11171" fmla="*/ 1154418 h 2053176"/>
              <a:gd name="connsiteX11172" fmla="*/ 2340249 w 12188965"/>
              <a:gd name="connsiteY11172" fmla="*/ 1180077 h 2053176"/>
              <a:gd name="connsiteX11173" fmla="*/ 2314590 w 12188965"/>
              <a:gd name="connsiteY11173" fmla="*/ 1154418 h 2053176"/>
              <a:gd name="connsiteX11174" fmla="*/ 2340249 w 12188965"/>
              <a:gd name="connsiteY11174" fmla="*/ 1128760 h 2053176"/>
              <a:gd name="connsiteX11175" fmla="*/ 2276044 w 12188965"/>
              <a:gd name="connsiteY11175" fmla="*/ 1128760 h 2053176"/>
              <a:gd name="connsiteX11176" fmla="*/ 2301702 w 12188965"/>
              <a:gd name="connsiteY11176" fmla="*/ 1154418 h 2053176"/>
              <a:gd name="connsiteX11177" fmla="*/ 2276044 w 12188965"/>
              <a:gd name="connsiteY11177" fmla="*/ 1180077 h 2053176"/>
              <a:gd name="connsiteX11178" fmla="*/ 2250385 w 12188965"/>
              <a:gd name="connsiteY11178" fmla="*/ 1154418 h 2053176"/>
              <a:gd name="connsiteX11179" fmla="*/ 2276044 w 12188965"/>
              <a:gd name="connsiteY11179" fmla="*/ 1128760 h 2053176"/>
              <a:gd name="connsiteX11180" fmla="*/ 2147633 w 12188965"/>
              <a:gd name="connsiteY11180" fmla="*/ 1128760 h 2053176"/>
              <a:gd name="connsiteX11181" fmla="*/ 2173293 w 12188965"/>
              <a:gd name="connsiteY11181" fmla="*/ 1154418 h 2053176"/>
              <a:gd name="connsiteX11182" fmla="*/ 2147633 w 12188965"/>
              <a:gd name="connsiteY11182" fmla="*/ 1180077 h 2053176"/>
              <a:gd name="connsiteX11183" fmla="*/ 2121975 w 12188965"/>
              <a:gd name="connsiteY11183" fmla="*/ 1154418 h 2053176"/>
              <a:gd name="connsiteX11184" fmla="*/ 2147633 w 12188965"/>
              <a:gd name="connsiteY11184" fmla="*/ 1128760 h 2053176"/>
              <a:gd name="connsiteX11185" fmla="*/ 2083427 w 12188965"/>
              <a:gd name="connsiteY11185" fmla="*/ 1128760 h 2053176"/>
              <a:gd name="connsiteX11186" fmla="*/ 2109087 w 12188965"/>
              <a:gd name="connsiteY11186" fmla="*/ 1154418 h 2053176"/>
              <a:gd name="connsiteX11187" fmla="*/ 2083427 w 12188965"/>
              <a:gd name="connsiteY11187" fmla="*/ 1180077 h 2053176"/>
              <a:gd name="connsiteX11188" fmla="*/ 2057768 w 12188965"/>
              <a:gd name="connsiteY11188" fmla="*/ 1154418 h 2053176"/>
              <a:gd name="connsiteX11189" fmla="*/ 2083427 w 12188965"/>
              <a:gd name="connsiteY11189" fmla="*/ 1128760 h 2053176"/>
              <a:gd name="connsiteX11190" fmla="*/ 2019222 w 12188965"/>
              <a:gd name="connsiteY11190" fmla="*/ 1128760 h 2053176"/>
              <a:gd name="connsiteX11191" fmla="*/ 2044880 w 12188965"/>
              <a:gd name="connsiteY11191" fmla="*/ 1154418 h 2053176"/>
              <a:gd name="connsiteX11192" fmla="*/ 2019222 w 12188965"/>
              <a:gd name="connsiteY11192" fmla="*/ 1180077 h 2053176"/>
              <a:gd name="connsiteX11193" fmla="*/ 1993563 w 12188965"/>
              <a:gd name="connsiteY11193" fmla="*/ 1154418 h 2053176"/>
              <a:gd name="connsiteX11194" fmla="*/ 2019222 w 12188965"/>
              <a:gd name="connsiteY11194" fmla="*/ 1128760 h 2053176"/>
              <a:gd name="connsiteX11195" fmla="*/ 1955016 w 12188965"/>
              <a:gd name="connsiteY11195" fmla="*/ 1128760 h 2053176"/>
              <a:gd name="connsiteX11196" fmla="*/ 1980676 w 12188965"/>
              <a:gd name="connsiteY11196" fmla="*/ 1154418 h 2053176"/>
              <a:gd name="connsiteX11197" fmla="*/ 1955016 w 12188965"/>
              <a:gd name="connsiteY11197" fmla="*/ 1180077 h 2053176"/>
              <a:gd name="connsiteX11198" fmla="*/ 1929358 w 12188965"/>
              <a:gd name="connsiteY11198" fmla="*/ 1154418 h 2053176"/>
              <a:gd name="connsiteX11199" fmla="*/ 1955016 w 12188965"/>
              <a:gd name="connsiteY11199" fmla="*/ 1128760 h 2053176"/>
              <a:gd name="connsiteX11200" fmla="*/ 1890696 w 12188965"/>
              <a:gd name="connsiteY11200" fmla="*/ 1128760 h 2053176"/>
              <a:gd name="connsiteX11201" fmla="*/ 1916355 w 12188965"/>
              <a:gd name="connsiteY11201" fmla="*/ 1154418 h 2053176"/>
              <a:gd name="connsiteX11202" fmla="*/ 1890696 w 12188965"/>
              <a:gd name="connsiteY11202" fmla="*/ 1180077 h 2053176"/>
              <a:gd name="connsiteX11203" fmla="*/ 1865037 w 12188965"/>
              <a:gd name="connsiteY11203" fmla="*/ 1154418 h 2053176"/>
              <a:gd name="connsiteX11204" fmla="*/ 1890696 w 12188965"/>
              <a:gd name="connsiteY11204" fmla="*/ 1128760 h 2053176"/>
              <a:gd name="connsiteX11205" fmla="*/ 1826490 w 12188965"/>
              <a:gd name="connsiteY11205" fmla="*/ 1128760 h 2053176"/>
              <a:gd name="connsiteX11206" fmla="*/ 1852149 w 12188965"/>
              <a:gd name="connsiteY11206" fmla="*/ 1154418 h 2053176"/>
              <a:gd name="connsiteX11207" fmla="*/ 1826490 w 12188965"/>
              <a:gd name="connsiteY11207" fmla="*/ 1180077 h 2053176"/>
              <a:gd name="connsiteX11208" fmla="*/ 1800830 w 12188965"/>
              <a:gd name="connsiteY11208" fmla="*/ 1154418 h 2053176"/>
              <a:gd name="connsiteX11209" fmla="*/ 1826490 w 12188965"/>
              <a:gd name="connsiteY11209" fmla="*/ 1128760 h 2053176"/>
              <a:gd name="connsiteX11210" fmla="*/ 1762285 w 12188965"/>
              <a:gd name="connsiteY11210" fmla="*/ 1128760 h 2053176"/>
              <a:gd name="connsiteX11211" fmla="*/ 1787944 w 12188965"/>
              <a:gd name="connsiteY11211" fmla="*/ 1154418 h 2053176"/>
              <a:gd name="connsiteX11212" fmla="*/ 1762285 w 12188965"/>
              <a:gd name="connsiteY11212" fmla="*/ 1180077 h 2053176"/>
              <a:gd name="connsiteX11213" fmla="*/ 1736626 w 12188965"/>
              <a:gd name="connsiteY11213" fmla="*/ 1154418 h 2053176"/>
              <a:gd name="connsiteX11214" fmla="*/ 1762285 w 12188965"/>
              <a:gd name="connsiteY11214" fmla="*/ 1128760 h 2053176"/>
              <a:gd name="connsiteX11215" fmla="*/ 1505464 w 12188965"/>
              <a:gd name="connsiteY11215" fmla="*/ 1128760 h 2053176"/>
              <a:gd name="connsiteX11216" fmla="*/ 1531123 w 12188965"/>
              <a:gd name="connsiteY11216" fmla="*/ 1154418 h 2053176"/>
              <a:gd name="connsiteX11217" fmla="*/ 1505464 w 12188965"/>
              <a:gd name="connsiteY11217" fmla="*/ 1180077 h 2053176"/>
              <a:gd name="connsiteX11218" fmla="*/ 1479806 w 12188965"/>
              <a:gd name="connsiteY11218" fmla="*/ 1154418 h 2053176"/>
              <a:gd name="connsiteX11219" fmla="*/ 1505464 w 12188965"/>
              <a:gd name="connsiteY11219" fmla="*/ 1128760 h 2053176"/>
              <a:gd name="connsiteX11220" fmla="*/ 1441258 w 12188965"/>
              <a:gd name="connsiteY11220" fmla="*/ 1128760 h 2053176"/>
              <a:gd name="connsiteX11221" fmla="*/ 1466917 w 12188965"/>
              <a:gd name="connsiteY11221" fmla="*/ 1154418 h 2053176"/>
              <a:gd name="connsiteX11222" fmla="*/ 1441258 w 12188965"/>
              <a:gd name="connsiteY11222" fmla="*/ 1180077 h 2053176"/>
              <a:gd name="connsiteX11223" fmla="*/ 1415599 w 12188965"/>
              <a:gd name="connsiteY11223" fmla="*/ 1154418 h 2053176"/>
              <a:gd name="connsiteX11224" fmla="*/ 1441258 w 12188965"/>
              <a:gd name="connsiteY11224" fmla="*/ 1128760 h 2053176"/>
              <a:gd name="connsiteX11225" fmla="*/ 1184437 w 12188965"/>
              <a:gd name="connsiteY11225" fmla="*/ 1128760 h 2053176"/>
              <a:gd name="connsiteX11226" fmla="*/ 1210096 w 12188965"/>
              <a:gd name="connsiteY11226" fmla="*/ 1154418 h 2053176"/>
              <a:gd name="connsiteX11227" fmla="*/ 1184437 w 12188965"/>
              <a:gd name="connsiteY11227" fmla="*/ 1180077 h 2053176"/>
              <a:gd name="connsiteX11228" fmla="*/ 1158780 w 12188965"/>
              <a:gd name="connsiteY11228" fmla="*/ 1154418 h 2053176"/>
              <a:gd name="connsiteX11229" fmla="*/ 1184437 w 12188965"/>
              <a:gd name="connsiteY11229" fmla="*/ 1128760 h 2053176"/>
              <a:gd name="connsiteX11230" fmla="*/ 927616 w 12188965"/>
              <a:gd name="connsiteY11230" fmla="*/ 1128760 h 2053176"/>
              <a:gd name="connsiteX11231" fmla="*/ 953275 w 12188965"/>
              <a:gd name="connsiteY11231" fmla="*/ 1154418 h 2053176"/>
              <a:gd name="connsiteX11232" fmla="*/ 927616 w 12188965"/>
              <a:gd name="connsiteY11232" fmla="*/ 1180077 h 2053176"/>
              <a:gd name="connsiteX11233" fmla="*/ 901957 w 12188965"/>
              <a:gd name="connsiteY11233" fmla="*/ 1154418 h 2053176"/>
              <a:gd name="connsiteX11234" fmla="*/ 927616 w 12188965"/>
              <a:gd name="connsiteY11234" fmla="*/ 1128760 h 2053176"/>
              <a:gd name="connsiteX11235" fmla="*/ 606475 w 12188965"/>
              <a:gd name="connsiteY11235" fmla="*/ 1128760 h 2053176"/>
              <a:gd name="connsiteX11236" fmla="*/ 632134 w 12188965"/>
              <a:gd name="connsiteY11236" fmla="*/ 1154418 h 2053176"/>
              <a:gd name="connsiteX11237" fmla="*/ 606475 w 12188965"/>
              <a:gd name="connsiteY11237" fmla="*/ 1180077 h 2053176"/>
              <a:gd name="connsiteX11238" fmla="*/ 580815 w 12188965"/>
              <a:gd name="connsiteY11238" fmla="*/ 1154418 h 2053176"/>
              <a:gd name="connsiteX11239" fmla="*/ 606475 w 12188965"/>
              <a:gd name="connsiteY11239" fmla="*/ 1128760 h 2053176"/>
              <a:gd name="connsiteX11240" fmla="*/ 542268 w 12188965"/>
              <a:gd name="connsiteY11240" fmla="*/ 1128760 h 2053176"/>
              <a:gd name="connsiteX11241" fmla="*/ 567927 w 12188965"/>
              <a:gd name="connsiteY11241" fmla="*/ 1154418 h 2053176"/>
              <a:gd name="connsiteX11242" fmla="*/ 542268 w 12188965"/>
              <a:gd name="connsiteY11242" fmla="*/ 1180077 h 2053176"/>
              <a:gd name="connsiteX11243" fmla="*/ 516610 w 12188965"/>
              <a:gd name="connsiteY11243" fmla="*/ 1154418 h 2053176"/>
              <a:gd name="connsiteX11244" fmla="*/ 542268 w 12188965"/>
              <a:gd name="connsiteY11244" fmla="*/ 1128760 h 2053176"/>
              <a:gd name="connsiteX11245" fmla="*/ 413858 w 12188965"/>
              <a:gd name="connsiteY11245" fmla="*/ 1128760 h 2053176"/>
              <a:gd name="connsiteX11246" fmla="*/ 439517 w 12188965"/>
              <a:gd name="connsiteY11246" fmla="*/ 1154418 h 2053176"/>
              <a:gd name="connsiteX11247" fmla="*/ 413858 w 12188965"/>
              <a:gd name="connsiteY11247" fmla="*/ 1180077 h 2053176"/>
              <a:gd name="connsiteX11248" fmla="*/ 388200 w 12188965"/>
              <a:gd name="connsiteY11248" fmla="*/ 1154418 h 2053176"/>
              <a:gd name="connsiteX11249" fmla="*/ 413858 w 12188965"/>
              <a:gd name="connsiteY11249" fmla="*/ 1128760 h 2053176"/>
              <a:gd name="connsiteX11250" fmla="*/ 25659 w 12188965"/>
              <a:gd name="connsiteY11250" fmla="*/ 1128760 h 2053176"/>
              <a:gd name="connsiteX11251" fmla="*/ 51317 w 12188965"/>
              <a:gd name="connsiteY11251" fmla="*/ 1154418 h 2053176"/>
              <a:gd name="connsiteX11252" fmla="*/ 25659 w 12188965"/>
              <a:gd name="connsiteY11252" fmla="*/ 1180077 h 2053176"/>
              <a:gd name="connsiteX11253" fmla="*/ 0 w 12188965"/>
              <a:gd name="connsiteY11253" fmla="*/ 1154418 h 2053176"/>
              <a:gd name="connsiteX11254" fmla="*/ 25659 w 12188965"/>
              <a:gd name="connsiteY11254" fmla="*/ 1128760 h 2053176"/>
              <a:gd name="connsiteX11255" fmla="*/ 11775107 w 12188965"/>
              <a:gd name="connsiteY11255" fmla="*/ 1074423 h 2053176"/>
              <a:gd name="connsiteX11256" fmla="*/ 11787995 w 12188965"/>
              <a:gd name="connsiteY11256" fmla="*/ 1087310 h 2053176"/>
              <a:gd name="connsiteX11257" fmla="*/ 11775107 w 12188965"/>
              <a:gd name="connsiteY11257" fmla="*/ 1100198 h 2053176"/>
              <a:gd name="connsiteX11258" fmla="*/ 11762221 w 12188965"/>
              <a:gd name="connsiteY11258" fmla="*/ 1087310 h 2053176"/>
              <a:gd name="connsiteX11259" fmla="*/ 11775107 w 12188965"/>
              <a:gd name="connsiteY11259" fmla="*/ 1074423 h 2053176"/>
              <a:gd name="connsiteX11260" fmla="*/ 11646697 w 12188965"/>
              <a:gd name="connsiteY11260" fmla="*/ 1074423 h 2053176"/>
              <a:gd name="connsiteX11261" fmla="*/ 11659583 w 12188965"/>
              <a:gd name="connsiteY11261" fmla="*/ 1087310 h 2053176"/>
              <a:gd name="connsiteX11262" fmla="*/ 11646697 w 12188965"/>
              <a:gd name="connsiteY11262" fmla="*/ 1100198 h 2053176"/>
              <a:gd name="connsiteX11263" fmla="*/ 11633809 w 12188965"/>
              <a:gd name="connsiteY11263" fmla="*/ 1087310 h 2053176"/>
              <a:gd name="connsiteX11264" fmla="*/ 11646697 w 12188965"/>
              <a:gd name="connsiteY11264" fmla="*/ 1074423 h 2053176"/>
              <a:gd name="connsiteX11265" fmla="*/ 11389875 w 12188965"/>
              <a:gd name="connsiteY11265" fmla="*/ 1074423 h 2053176"/>
              <a:gd name="connsiteX11266" fmla="*/ 11402763 w 12188965"/>
              <a:gd name="connsiteY11266" fmla="*/ 1087310 h 2053176"/>
              <a:gd name="connsiteX11267" fmla="*/ 11389875 w 12188965"/>
              <a:gd name="connsiteY11267" fmla="*/ 1100198 h 2053176"/>
              <a:gd name="connsiteX11268" fmla="*/ 11376989 w 12188965"/>
              <a:gd name="connsiteY11268" fmla="*/ 1087310 h 2053176"/>
              <a:gd name="connsiteX11269" fmla="*/ 11389875 w 12188965"/>
              <a:gd name="connsiteY11269" fmla="*/ 1074423 h 2053176"/>
              <a:gd name="connsiteX11270" fmla="*/ 11068848 w 12188965"/>
              <a:gd name="connsiteY11270" fmla="*/ 1074423 h 2053176"/>
              <a:gd name="connsiteX11271" fmla="*/ 11081736 w 12188965"/>
              <a:gd name="connsiteY11271" fmla="*/ 1087310 h 2053176"/>
              <a:gd name="connsiteX11272" fmla="*/ 11068848 w 12188965"/>
              <a:gd name="connsiteY11272" fmla="*/ 1100198 h 2053176"/>
              <a:gd name="connsiteX11273" fmla="*/ 11055962 w 12188965"/>
              <a:gd name="connsiteY11273" fmla="*/ 1087310 h 2053176"/>
              <a:gd name="connsiteX11274" fmla="*/ 11068848 w 12188965"/>
              <a:gd name="connsiteY11274" fmla="*/ 1074423 h 2053176"/>
              <a:gd name="connsiteX11275" fmla="*/ 10811912 w 12188965"/>
              <a:gd name="connsiteY11275" fmla="*/ 1074423 h 2053176"/>
              <a:gd name="connsiteX11276" fmla="*/ 10824798 w 12188965"/>
              <a:gd name="connsiteY11276" fmla="*/ 1087310 h 2053176"/>
              <a:gd name="connsiteX11277" fmla="*/ 10811912 w 12188965"/>
              <a:gd name="connsiteY11277" fmla="*/ 1100198 h 2053176"/>
              <a:gd name="connsiteX11278" fmla="*/ 10799024 w 12188965"/>
              <a:gd name="connsiteY11278" fmla="*/ 1087310 h 2053176"/>
              <a:gd name="connsiteX11279" fmla="*/ 10811912 w 12188965"/>
              <a:gd name="connsiteY11279" fmla="*/ 1074423 h 2053176"/>
              <a:gd name="connsiteX11280" fmla="*/ 10747708 w 12188965"/>
              <a:gd name="connsiteY11280" fmla="*/ 1074423 h 2053176"/>
              <a:gd name="connsiteX11281" fmla="*/ 10760593 w 12188965"/>
              <a:gd name="connsiteY11281" fmla="*/ 1087310 h 2053176"/>
              <a:gd name="connsiteX11282" fmla="*/ 10747708 w 12188965"/>
              <a:gd name="connsiteY11282" fmla="*/ 1100198 h 2053176"/>
              <a:gd name="connsiteX11283" fmla="*/ 10734820 w 12188965"/>
              <a:gd name="connsiteY11283" fmla="*/ 1087310 h 2053176"/>
              <a:gd name="connsiteX11284" fmla="*/ 10747708 w 12188965"/>
              <a:gd name="connsiteY11284" fmla="*/ 1074423 h 2053176"/>
              <a:gd name="connsiteX11285" fmla="*/ 10490885 w 12188965"/>
              <a:gd name="connsiteY11285" fmla="*/ 1074423 h 2053176"/>
              <a:gd name="connsiteX11286" fmla="*/ 10503773 w 12188965"/>
              <a:gd name="connsiteY11286" fmla="*/ 1087310 h 2053176"/>
              <a:gd name="connsiteX11287" fmla="*/ 10490885 w 12188965"/>
              <a:gd name="connsiteY11287" fmla="*/ 1100198 h 2053176"/>
              <a:gd name="connsiteX11288" fmla="*/ 10477997 w 12188965"/>
              <a:gd name="connsiteY11288" fmla="*/ 1087310 h 2053176"/>
              <a:gd name="connsiteX11289" fmla="*/ 10490885 w 12188965"/>
              <a:gd name="connsiteY11289" fmla="*/ 1074423 h 2053176"/>
              <a:gd name="connsiteX11290" fmla="*/ 9527689 w 12188965"/>
              <a:gd name="connsiteY11290" fmla="*/ 1074423 h 2053176"/>
              <a:gd name="connsiteX11291" fmla="*/ 9540577 w 12188965"/>
              <a:gd name="connsiteY11291" fmla="*/ 1087310 h 2053176"/>
              <a:gd name="connsiteX11292" fmla="*/ 9527689 w 12188965"/>
              <a:gd name="connsiteY11292" fmla="*/ 1100198 h 2053176"/>
              <a:gd name="connsiteX11293" fmla="*/ 9514804 w 12188965"/>
              <a:gd name="connsiteY11293" fmla="*/ 1087310 h 2053176"/>
              <a:gd name="connsiteX11294" fmla="*/ 9527689 w 12188965"/>
              <a:gd name="connsiteY11294" fmla="*/ 1074423 h 2053176"/>
              <a:gd name="connsiteX11295" fmla="*/ 8821315 w 12188965"/>
              <a:gd name="connsiteY11295" fmla="*/ 1074423 h 2053176"/>
              <a:gd name="connsiteX11296" fmla="*/ 8834203 w 12188965"/>
              <a:gd name="connsiteY11296" fmla="*/ 1087310 h 2053176"/>
              <a:gd name="connsiteX11297" fmla="*/ 8821315 w 12188965"/>
              <a:gd name="connsiteY11297" fmla="*/ 1100198 h 2053176"/>
              <a:gd name="connsiteX11298" fmla="*/ 8808427 w 12188965"/>
              <a:gd name="connsiteY11298" fmla="*/ 1087310 h 2053176"/>
              <a:gd name="connsiteX11299" fmla="*/ 8821315 w 12188965"/>
              <a:gd name="connsiteY11299" fmla="*/ 1074423 h 2053176"/>
              <a:gd name="connsiteX11300" fmla="*/ 8692906 w 12188965"/>
              <a:gd name="connsiteY11300" fmla="*/ 1074423 h 2053176"/>
              <a:gd name="connsiteX11301" fmla="*/ 8705792 w 12188965"/>
              <a:gd name="connsiteY11301" fmla="*/ 1087310 h 2053176"/>
              <a:gd name="connsiteX11302" fmla="*/ 8692906 w 12188965"/>
              <a:gd name="connsiteY11302" fmla="*/ 1100198 h 2053176"/>
              <a:gd name="connsiteX11303" fmla="*/ 8680018 w 12188965"/>
              <a:gd name="connsiteY11303" fmla="*/ 1087310 h 2053176"/>
              <a:gd name="connsiteX11304" fmla="*/ 8692906 w 12188965"/>
              <a:gd name="connsiteY11304" fmla="*/ 1074423 h 2053176"/>
              <a:gd name="connsiteX11305" fmla="*/ 7087658 w 12188965"/>
              <a:gd name="connsiteY11305" fmla="*/ 1074423 h 2053176"/>
              <a:gd name="connsiteX11306" fmla="*/ 7100544 w 12188965"/>
              <a:gd name="connsiteY11306" fmla="*/ 1087310 h 2053176"/>
              <a:gd name="connsiteX11307" fmla="*/ 7087658 w 12188965"/>
              <a:gd name="connsiteY11307" fmla="*/ 1100198 h 2053176"/>
              <a:gd name="connsiteX11308" fmla="*/ 7074770 w 12188965"/>
              <a:gd name="connsiteY11308" fmla="*/ 1087310 h 2053176"/>
              <a:gd name="connsiteX11309" fmla="*/ 7087658 w 12188965"/>
              <a:gd name="connsiteY11309" fmla="*/ 1074423 h 2053176"/>
              <a:gd name="connsiteX11310" fmla="*/ 6766631 w 12188965"/>
              <a:gd name="connsiteY11310" fmla="*/ 1074423 h 2053176"/>
              <a:gd name="connsiteX11311" fmla="*/ 6779519 w 12188965"/>
              <a:gd name="connsiteY11311" fmla="*/ 1087310 h 2053176"/>
              <a:gd name="connsiteX11312" fmla="*/ 6766631 w 12188965"/>
              <a:gd name="connsiteY11312" fmla="*/ 1100198 h 2053176"/>
              <a:gd name="connsiteX11313" fmla="*/ 6753743 w 12188965"/>
              <a:gd name="connsiteY11313" fmla="*/ 1087310 h 2053176"/>
              <a:gd name="connsiteX11314" fmla="*/ 6766631 w 12188965"/>
              <a:gd name="connsiteY11314" fmla="*/ 1074423 h 2053176"/>
              <a:gd name="connsiteX11315" fmla="*/ 6702427 w 12188965"/>
              <a:gd name="connsiteY11315" fmla="*/ 1074423 h 2053176"/>
              <a:gd name="connsiteX11316" fmla="*/ 6715312 w 12188965"/>
              <a:gd name="connsiteY11316" fmla="*/ 1087310 h 2053176"/>
              <a:gd name="connsiteX11317" fmla="*/ 6702427 w 12188965"/>
              <a:gd name="connsiteY11317" fmla="*/ 1100198 h 2053176"/>
              <a:gd name="connsiteX11318" fmla="*/ 6689539 w 12188965"/>
              <a:gd name="connsiteY11318" fmla="*/ 1087310 h 2053176"/>
              <a:gd name="connsiteX11319" fmla="*/ 6702427 w 12188965"/>
              <a:gd name="connsiteY11319" fmla="*/ 1074423 h 2053176"/>
              <a:gd name="connsiteX11320" fmla="*/ 6573900 w 12188965"/>
              <a:gd name="connsiteY11320" fmla="*/ 1074423 h 2053176"/>
              <a:gd name="connsiteX11321" fmla="*/ 6586788 w 12188965"/>
              <a:gd name="connsiteY11321" fmla="*/ 1087310 h 2053176"/>
              <a:gd name="connsiteX11322" fmla="*/ 6573900 w 12188965"/>
              <a:gd name="connsiteY11322" fmla="*/ 1100198 h 2053176"/>
              <a:gd name="connsiteX11323" fmla="*/ 6561013 w 12188965"/>
              <a:gd name="connsiteY11323" fmla="*/ 1087310 h 2053176"/>
              <a:gd name="connsiteX11324" fmla="*/ 6573900 w 12188965"/>
              <a:gd name="connsiteY11324" fmla="*/ 1074423 h 2053176"/>
              <a:gd name="connsiteX11325" fmla="*/ 6064505 w 12188965"/>
              <a:gd name="connsiteY11325" fmla="*/ 1074423 h 2053176"/>
              <a:gd name="connsiteX11326" fmla="*/ 6077390 w 12188965"/>
              <a:gd name="connsiteY11326" fmla="*/ 1087310 h 2053176"/>
              <a:gd name="connsiteX11327" fmla="*/ 6064505 w 12188965"/>
              <a:gd name="connsiteY11327" fmla="*/ 1100198 h 2053176"/>
              <a:gd name="connsiteX11328" fmla="*/ 6051617 w 12188965"/>
              <a:gd name="connsiteY11328" fmla="*/ 1087310 h 2053176"/>
              <a:gd name="connsiteX11329" fmla="*/ 6064505 w 12188965"/>
              <a:gd name="connsiteY11329" fmla="*/ 1074423 h 2053176"/>
              <a:gd name="connsiteX11330" fmla="*/ 5936092 w 12188965"/>
              <a:gd name="connsiteY11330" fmla="*/ 1074423 h 2053176"/>
              <a:gd name="connsiteX11331" fmla="*/ 5948981 w 12188965"/>
              <a:gd name="connsiteY11331" fmla="*/ 1087310 h 2053176"/>
              <a:gd name="connsiteX11332" fmla="*/ 5936092 w 12188965"/>
              <a:gd name="connsiteY11332" fmla="*/ 1100198 h 2053176"/>
              <a:gd name="connsiteX11333" fmla="*/ 5923204 w 12188965"/>
              <a:gd name="connsiteY11333" fmla="*/ 1087310 h 2053176"/>
              <a:gd name="connsiteX11334" fmla="*/ 5936092 w 12188965"/>
              <a:gd name="connsiteY11334" fmla="*/ 1074423 h 2053176"/>
              <a:gd name="connsiteX11335" fmla="*/ 5679272 w 12188965"/>
              <a:gd name="connsiteY11335" fmla="*/ 1074423 h 2053176"/>
              <a:gd name="connsiteX11336" fmla="*/ 5692160 w 12188965"/>
              <a:gd name="connsiteY11336" fmla="*/ 1087310 h 2053176"/>
              <a:gd name="connsiteX11337" fmla="*/ 5679272 w 12188965"/>
              <a:gd name="connsiteY11337" fmla="*/ 1100198 h 2053176"/>
              <a:gd name="connsiteX11338" fmla="*/ 5666385 w 12188965"/>
              <a:gd name="connsiteY11338" fmla="*/ 1087310 h 2053176"/>
              <a:gd name="connsiteX11339" fmla="*/ 5679272 w 12188965"/>
              <a:gd name="connsiteY11339" fmla="*/ 1074423 h 2053176"/>
              <a:gd name="connsiteX11340" fmla="*/ 5358245 w 12188965"/>
              <a:gd name="connsiteY11340" fmla="*/ 1074423 h 2053176"/>
              <a:gd name="connsiteX11341" fmla="*/ 5371133 w 12188965"/>
              <a:gd name="connsiteY11341" fmla="*/ 1087310 h 2053176"/>
              <a:gd name="connsiteX11342" fmla="*/ 5358245 w 12188965"/>
              <a:gd name="connsiteY11342" fmla="*/ 1100198 h 2053176"/>
              <a:gd name="connsiteX11343" fmla="*/ 5345357 w 12188965"/>
              <a:gd name="connsiteY11343" fmla="*/ 1087310 h 2053176"/>
              <a:gd name="connsiteX11344" fmla="*/ 5358245 w 12188965"/>
              <a:gd name="connsiteY11344" fmla="*/ 1074423 h 2053176"/>
              <a:gd name="connsiteX11345" fmla="*/ 5101308 w 12188965"/>
              <a:gd name="connsiteY11345" fmla="*/ 1074423 h 2053176"/>
              <a:gd name="connsiteX11346" fmla="*/ 5114194 w 12188965"/>
              <a:gd name="connsiteY11346" fmla="*/ 1087310 h 2053176"/>
              <a:gd name="connsiteX11347" fmla="*/ 5101308 w 12188965"/>
              <a:gd name="connsiteY11347" fmla="*/ 1100198 h 2053176"/>
              <a:gd name="connsiteX11348" fmla="*/ 5088421 w 12188965"/>
              <a:gd name="connsiteY11348" fmla="*/ 1087310 h 2053176"/>
              <a:gd name="connsiteX11349" fmla="*/ 5101308 w 12188965"/>
              <a:gd name="connsiteY11349" fmla="*/ 1074423 h 2053176"/>
              <a:gd name="connsiteX11350" fmla="*/ 5037104 w 12188965"/>
              <a:gd name="connsiteY11350" fmla="*/ 1074423 h 2053176"/>
              <a:gd name="connsiteX11351" fmla="*/ 5049991 w 12188965"/>
              <a:gd name="connsiteY11351" fmla="*/ 1087310 h 2053176"/>
              <a:gd name="connsiteX11352" fmla="*/ 5037104 w 12188965"/>
              <a:gd name="connsiteY11352" fmla="*/ 1100198 h 2053176"/>
              <a:gd name="connsiteX11353" fmla="*/ 5024216 w 12188965"/>
              <a:gd name="connsiteY11353" fmla="*/ 1087310 h 2053176"/>
              <a:gd name="connsiteX11354" fmla="*/ 5037104 w 12188965"/>
              <a:gd name="connsiteY11354" fmla="*/ 1074423 h 2053176"/>
              <a:gd name="connsiteX11355" fmla="*/ 4780282 w 12188965"/>
              <a:gd name="connsiteY11355" fmla="*/ 1074423 h 2053176"/>
              <a:gd name="connsiteX11356" fmla="*/ 4793170 w 12188965"/>
              <a:gd name="connsiteY11356" fmla="*/ 1087310 h 2053176"/>
              <a:gd name="connsiteX11357" fmla="*/ 4780282 w 12188965"/>
              <a:gd name="connsiteY11357" fmla="*/ 1100198 h 2053176"/>
              <a:gd name="connsiteX11358" fmla="*/ 4767394 w 12188965"/>
              <a:gd name="connsiteY11358" fmla="*/ 1087310 h 2053176"/>
              <a:gd name="connsiteX11359" fmla="*/ 4780282 w 12188965"/>
              <a:gd name="connsiteY11359" fmla="*/ 1074423 h 2053176"/>
              <a:gd name="connsiteX11360" fmla="*/ 3817086 w 12188965"/>
              <a:gd name="connsiteY11360" fmla="*/ 1074423 h 2053176"/>
              <a:gd name="connsiteX11361" fmla="*/ 3829973 w 12188965"/>
              <a:gd name="connsiteY11361" fmla="*/ 1087310 h 2053176"/>
              <a:gd name="connsiteX11362" fmla="*/ 3817086 w 12188965"/>
              <a:gd name="connsiteY11362" fmla="*/ 1100198 h 2053176"/>
              <a:gd name="connsiteX11363" fmla="*/ 3804199 w 12188965"/>
              <a:gd name="connsiteY11363" fmla="*/ 1087310 h 2053176"/>
              <a:gd name="connsiteX11364" fmla="*/ 3817086 w 12188965"/>
              <a:gd name="connsiteY11364" fmla="*/ 1074423 h 2053176"/>
              <a:gd name="connsiteX11365" fmla="*/ 3110712 w 12188965"/>
              <a:gd name="connsiteY11365" fmla="*/ 1074423 h 2053176"/>
              <a:gd name="connsiteX11366" fmla="*/ 3123600 w 12188965"/>
              <a:gd name="connsiteY11366" fmla="*/ 1087310 h 2053176"/>
              <a:gd name="connsiteX11367" fmla="*/ 3110712 w 12188965"/>
              <a:gd name="connsiteY11367" fmla="*/ 1100198 h 2053176"/>
              <a:gd name="connsiteX11368" fmla="*/ 3097824 w 12188965"/>
              <a:gd name="connsiteY11368" fmla="*/ 1087310 h 2053176"/>
              <a:gd name="connsiteX11369" fmla="*/ 3110712 w 12188965"/>
              <a:gd name="connsiteY11369" fmla="*/ 1074423 h 2053176"/>
              <a:gd name="connsiteX11370" fmla="*/ 2982301 w 12188965"/>
              <a:gd name="connsiteY11370" fmla="*/ 1074423 h 2053176"/>
              <a:gd name="connsiteX11371" fmla="*/ 2995190 w 12188965"/>
              <a:gd name="connsiteY11371" fmla="*/ 1087310 h 2053176"/>
              <a:gd name="connsiteX11372" fmla="*/ 2982301 w 12188965"/>
              <a:gd name="connsiteY11372" fmla="*/ 1100198 h 2053176"/>
              <a:gd name="connsiteX11373" fmla="*/ 2969414 w 12188965"/>
              <a:gd name="connsiteY11373" fmla="*/ 1087310 h 2053176"/>
              <a:gd name="connsiteX11374" fmla="*/ 2982301 w 12188965"/>
              <a:gd name="connsiteY11374" fmla="*/ 1074423 h 2053176"/>
              <a:gd name="connsiteX11375" fmla="*/ 1377055 w 12188965"/>
              <a:gd name="connsiteY11375" fmla="*/ 1074423 h 2053176"/>
              <a:gd name="connsiteX11376" fmla="*/ 1389941 w 12188965"/>
              <a:gd name="connsiteY11376" fmla="*/ 1087310 h 2053176"/>
              <a:gd name="connsiteX11377" fmla="*/ 1377055 w 12188965"/>
              <a:gd name="connsiteY11377" fmla="*/ 1100198 h 2053176"/>
              <a:gd name="connsiteX11378" fmla="*/ 1364167 w 12188965"/>
              <a:gd name="connsiteY11378" fmla="*/ 1087310 h 2053176"/>
              <a:gd name="connsiteX11379" fmla="*/ 1377055 w 12188965"/>
              <a:gd name="connsiteY11379" fmla="*/ 1074423 h 2053176"/>
              <a:gd name="connsiteX11380" fmla="*/ 1056027 w 12188965"/>
              <a:gd name="connsiteY11380" fmla="*/ 1074423 h 2053176"/>
              <a:gd name="connsiteX11381" fmla="*/ 1068914 w 12188965"/>
              <a:gd name="connsiteY11381" fmla="*/ 1087310 h 2053176"/>
              <a:gd name="connsiteX11382" fmla="*/ 1056027 w 12188965"/>
              <a:gd name="connsiteY11382" fmla="*/ 1100198 h 2053176"/>
              <a:gd name="connsiteX11383" fmla="*/ 1043139 w 12188965"/>
              <a:gd name="connsiteY11383" fmla="*/ 1087310 h 2053176"/>
              <a:gd name="connsiteX11384" fmla="*/ 1056027 w 12188965"/>
              <a:gd name="connsiteY11384" fmla="*/ 1074423 h 2053176"/>
              <a:gd name="connsiteX11385" fmla="*/ 991824 w 12188965"/>
              <a:gd name="connsiteY11385" fmla="*/ 1074423 h 2053176"/>
              <a:gd name="connsiteX11386" fmla="*/ 1004709 w 12188965"/>
              <a:gd name="connsiteY11386" fmla="*/ 1087310 h 2053176"/>
              <a:gd name="connsiteX11387" fmla="*/ 991824 w 12188965"/>
              <a:gd name="connsiteY11387" fmla="*/ 1100198 h 2053176"/>
              <a:gd name="connsiteX11388" fmla="*/ 978935 w 12188965"/>
              <a:gd name="connsiteY11388" fmla="*/ 1087310 h 2053176"/>
              <a:gd name="connsiteX11389" fmla="*/ 991824 w 12188965"/>
              <a:gd name="connsiteY11389" fmla="*/ 1074423 h 2053176"/>
              <a:gd name="connsiteX11390" fmla="*/ 863296 w 12188965"/>
              <a:gd name="connsiteY11390" fmla="*/ 1074423 h 2053176"/>
              <a:gd name="connsiteX11391" fmla="*/ 876184 w 12188965"/>
              <a:gd name="connsiteY11391" fmla="*/ 1087310 h 2053176"/>
              <a:gd name="connsiteX11392" fmla="*/ 863296 w 12188965"/>
              <a:gd name="connsiteY11392" fmla="*/ 1100198 h 2053176"/>
              <a:gd name="connsiteX11393" fmla="*/ 850407 w 12188965"/>
              <a:gd name="connsiteY11393" fmla="*/ 1087310 h 2053176"/>
              <a:gd name="connsiteX11394" fmla="*/ 863296 w 12188965"/>
              <a:gd name="connsiteY11394" fmla="*/ 1074423 h 2053176"/>
              <a:gd name="connsiteX11395" fmla="*/ 346686 w 12188965"/>
              <a:gd name="connsiteY11395" fmla="*/ 1074423 h 2053176"/>
              <a:gd name="connsiteX11396" fmla="*/ 359572 w 12188965"/>
              <a:gd name="connsiteY11396" fmla="*/ 1087310 h 2053176"/>
              <a:gd name="connsiteX11397" fmla="*/ 346686 w 12188965"/>
              <a:gd name="connsiteY11397" fmla="*/ 1100198 h 2053176"/>
              <a:gd name="connsiteX11398" fmla="*/ 333799 w 12188965"/>
              <a:gd name="connsiteY11398" fmla="*/ 1087310 h 2053176"/>
              <a:gd name="connsiteX11399" fmla="*/ 346686 w 12188965"/>
              <a:gd name="connsiteY11399" fmla="*/ 1074423 h 2053176"/>
              <a:gd name="connsiteX11400" fmla="*/ 218274 w 12188965"/>
              <a:gd name="connsiteY11400" fmla="*/ 1074423 h 2053176"/>
              <a:gd name="connsiteX11401" fmla="*/ 231162 w 12188965"/>
              <a:gd name="connsiteY11401" fmla="*/ 1087310 h 2053176"/>
              <a:gd name="connsiteX11402" fmla="*/ 218274 w 12188965"/>
              <a:gd name="connsiteY11402" fmla="*/ 1100198 h 2053176"/>
              <a:gd name="connsiteX11403" fmla="*/ 205386 w 12188965"/>
              <a:gd name="connsiteY11403" fmla="*/ 1087310 h 2053176"/>
              <a:gd name="connsiteX11404" fmla="*/ 218274 w 12188965"/>
              <a:gd name="connsiteY11404" fmla="*/ 1074423 h 2053176"/>
              <a:gd name="connsiteX11405" fmla="*/ 12034897 w 12188965"/>
              <a:gd name="connsiteY11405" fmla="*/ 1061651 h 2053176"/>
              <a:gd name="connsiteX11406" fmla="*/ 12060557 w 12188965"/>
              <a:gd name="connsiteY11406" fmla="*/ 1087310 h 2053176"/>
              <a:gd name="connsiteX11407" fmla="*/ 12034897 w 12188965"/>
              <a:gd name="connsiteY11407" fmla="*/ 1112969 h 2053176"/>
              <a:gd name="connsiteX11408" fmla="*/ 12009237 w 12188965"/>
              <a:gd name="connsiteY11408" fmla="*/ 1087310 h 2053176"/>
              <a:gd name="connsiteX11409" fmla="*/ 12034897 w 12188965"/>
              <a:gd name="connsiteY11409" fmla="*/ 1061651 h 2053176"/>
              <a:gd name="connsiteX11410" fmla="*/ 11970691 w 12188965"/>
              <a:gd name="connsiteY11410" fmla="*/ 1061651 h 2053176"/>
              <a:gd name="connsiteX11411" fmla="*/ 11996349 w 12188965"/>
              <a:gd name="connsiteY11411" fmla="*/ 1087310 h 2053176"/>
              <a:gd name="connsiteX11412" fmla="*/ 11970691 w 12188965"/>
              <a:gd name="connsiteY11412" fmla="*/ 1112969 h 2053176"/>
              <a:gd name="connsiteX11413" fmla="*/ 11945033 w 12188965"/>
              <a:gd name="connsiteY11413" fmla="*/ 1087310 h 2053176"/>
              <a:gd name="connsiteX11414" fmla="*/ 11970691 w 12188965"/>
              <a:gd name="connsiteY11414" fmla="*/ 1061651 h 2053176"/>
              <a:gd name="connsiteX11415" fmla="*/ 11842279 w 12188965"/>
              <a:gd name="connsiteY11415" fmla="*/ 1061651 h 2053176"/>
              <a:gd name="connsiteX11416" fmla="*/ 11867941 w 12188965"/>
              <a:gd name="connsiteY11416" fmla="*/ 1087310 h 2053176"/>
              <a:gd name="connsiteX11417" fmla="*/ 11842279 w 12188965"/>
              <a:gd name="connsiteY11417" fmla="*/ 1112969 h 2053176"/>
              <a:gd name="connsiteX11418" fmla="*/ 11816621 w 12188965"/>
              <a:gd name="connsiteY11418" fmla="*/ 1087310 h 2053176"/>
              <a:gd name="connsiteX11419" fmla="*/ 11842279 w 12188965"/>
              <a:gd name="connsiteY11419" fmla="*/ 1061651 h 2053176"/>
              <a:gd name="connsiteX11420" fmla="*/ 11454081 w 12188965"/>
              <a:gd name="connsiteY11420" fmla="*/ 1061651 h 2053176"/>
              <a:gd name="connsiteX11421" fmla="*/ 11479739 w 12188965"/>
              <a:gd name="connsiteY11421" fmla="*/ 1087310 h 2053176"/>
              <a:gd name="connsiteX11422" fmla="*/ 11454081 w 12188965"/>
              <a:gd name="connsiteY11422" fmla="*/ 1112969 h 2053176"/>
              <a:gd name="connsiteX11423" fmla="*/ 11428421 w 12188965"/>
              <a:gd name="connsiteY11423" fmla="*/ 1087310 h 2053176"/>
              <a:gd name="connsiteX11424" fmla="*/ 11454081 w 12188965"/>
              <a:gd name="connsiteY11424" fmla="*/ 1061651 h 2053176"/>
              <a:gd name="connsiteX11425" fmla="*/ 11325670 w 12188965"/>
              <a:gd name="connsiteY11425" fmla="*/ 1061651 h 2053176"/>
              <a:gd name="connsiteX11426" fmla="*/ 11351329 w 12188965"/>
              <a:gd name="connsiteY11426" fmla="*/ 1087310 h 2053176"/>
              <a:gd name="connsiteX11427" fmla="*/ 11325670 w 12188965"/>
              <a:gd name="connsiteY11427" fmla="*/ 1112969 h 2053176"/>
              <a:gd name="connsiteX11428" fmla="*/ 11300012 w 12188965"/>
              <a:gd name="connsiteY11428" fmla="*/ 1087310 h 2053176"/>
              <a:gd name="connsiteX11429" fmla="*/ 11325670 w 12188965"/>
              <a:gd name="connsiteY11429" fmla="*/ 1061651 h 2053176"/>
              <a:gd name="connsiteX11430" fmla="*/ 11197259 w 12188965"/>
              <a:gd name="connsiteY11430" fmla="*/ 1061651 h 2053176"/>
              <a:gd name="connsiteX11431" fmla="*/ 11222917 w 12188965"/>
              <a:gd name="connsiteY11431" fmla="*/ 1087310 h 2053176"/>
              <a:gd name="connsiteX11432" fmla="*/ 11197259 w 12188965"/>
              <a:gd name="connsiteY11432" fmla="*/ 1112969 h 2053176"/>
              <a:gd name="connsiteX11433" fmla="*/ 11171601 w 12188965"/>
              <a:gd name="connsiteY11433" fmla="*/ 1087310 h 2053176"/>
              <a:gd name="connsiteX11434" fmla="*/ 11197259 w 12188965"/>
              <a:gd name="connsiteY11434" fmla="*/ 1061651 h 2053176"/>
              <a:gd name="connsiteX11435" fmla="*/ 11133055 w 12188965"/>
              <a:gd name="connsiteY11435" fmla="*/ 1061651 h 2053176"/>
              <a:gd name="connsiteX11436" fmla="*/ 11158713 w 12188965"/>
              <a:gd name="connsiteY11436" fmla="*/ 1087310 h 2053176"/>
              <a:gd name="connsiteX11437" fmla="*/ 11133055 w 12188965"/>
              <a:gd name="connsiteY11437" fmla="*/ 1112969 h 2053176"/>
              <a:gd name="connsiteX11438" fmla="*/ 11107396 w 12188965"/>
              <a:gd name="connsiteY11438" fmla="*/ 1087310 h 2053176"/>
              <a:gd name="connsiteX11439" fmla="*/ 11133055 w 12188965"/>
              <a:gd name="connsiteY11439" fmla="*/ 1061651 h 2053176"/>
              <a:gd name="connsiteX11440" fmla="*/ 10940321 w 12188965"/>
              <a:gd name="connsiteY11440" fmla="*/ 1061651 h 2053176"/>
              <a:gd name="connsiteX11441" fmla="*/ 10965982 w 12188965"/>
              <a:gd name="connsiteY11441" fmla="*/ 1087310 h 2053176"/>
              <a:gd name="connsiteX11442" fmla="*/ 10940321 w 12188965"/>
              <a:gd name="connsiteY11442" fmla="*/ 1112969 h 2053176"/>
              <a:gd name="connsiteX11443" fmla="*/ 10914663 w 12188965"/>
              <a:gd name="connsiteY11443" fmla="*/ 1087310 h 2053176"/>
              <a:gd name="connsiteX11444" fmla="*/ 10940321 w 12188965"/>
              <a:gd name="connsiteY11444" fmla="*/ 1061651 h 2053176"/>
              <a:gd name="connsiteX11445" fmla="*/ 10683501 w 12188965"/>
              <a:gd name="connsiteY11445" fmla="*/ 1061651 h 2053176"/>
              <a:gd name="connsiteX11446" fmla="*/ 10709159 w 12188965"/>
              <a:gd name="connsiteY11446" fmla="*/ 1087310 h 2053176"/>
              <a:gd name="connsiteX11447" fmla="*/ 10683501 w 12188965"/>
              <a:gd name="connsiteY11447" fmla="*/ 1112969 h 2053176"/>
              <a:gd name="connsiteX11448" fmla="*/ 10657843 w 12188965"/>
              <a:gd name="connsiteY11448" fmla="*/ 1087310 h 2053176"/>
              <a:gd name="connsiteX11449" fmla="*/ 10683501 w 12188965"/>
              <a:gd name="connsiteY11449" fmla="*/ 1061651 h 2053176"/>
              <a:gd name="connsiteX11450" fmla="*/ 10619297 w 12188965"/>
              <a:gd name="connsiteY11450" fmla="*/ 1061651 h 2053176"/>
              <a:gd name="connsiteX11451" fmla="*/ 10644955 w 12188965"/>
              <a:gd name="connsiteY11451" fmla="*/ 1087310 h 2053176"/>
              <a:gd name="connsiteX11452" fmla="*/ 10619297 w 12188965"/>
              <a:gd name="connsiteY11452" fmla="*/ 1112969 h 2053176"/>
              <a:gd name="connsiteX11453" fmla="*/ 10593639 w 12188965"/>
              <a:gd name="connsiteY11453" fmla="*/ 1087310 h 2053176"/>
              <a:gd name="connsiteX11454" fmla="*/ 10619297 w 12188965"/>
              <a:gd name="connsiteY11454" fmla="*/ 1061651 h 2053176"/>
              <a:gd name="connsiteX11455" fmla="*/ 10555092 w 12188965"/>
              <a:gd name="connsiteY11455" fmla="*/ 1061651 h 2053176"/>
              <a:gd name="connsiteX11456" fmla="*/ 10580751 w 12188965"/>
              <a:gd name="connsiteY11456" fmla="*/ 1087310 h 2053176"/>
              <a:gd name="connsiteX11457" fmla="*/ 10555092 w 12188965"/>
              <a:gd name="connsiteY11457" fmla="*/ 1112969 h 2053176"/>
              <a:gd name="connsiteX11458" fmla="*/ 10529432 w 12188965"/>
              <a:gd name="connsiteY11458" fmla="*/ 1087310 h 2053176"/>
              <a:gd name="connsiteX11459" fmla="*/ 10555092 w 12188965"/>
              <a:gd name="connsiteY11459" fmla="*/ 1061651 h 2053176"/>
              <a:gd name="connsiteX11460" fmla="*/ 10362474 w 12188965"/>
              <a:gd name="connsiteY11460" fmla="*/ 1061651 h 2053176"/>
              <a:gd name="connsiteX11461" fmla="*/ 10388135 w 12188965"/>
              <a:gd name="connsiteY11461" fmla="*/ 1087310 h 2053176"/>
              <a:gd name="connsiteX11462" fmla="*/ 10362474 w 12188965"/>
              <a:gd name="connsiteY11462" fmla="*/ 1112969 h 2053176"/>
              <a:gd name="connsiteX11463" fmla="*/ 10336816 w 12188965"/>
              <a:gd name="connsiteY11463" fmla="*/ 1087310 h 2053176"/>
              <a:gd name="connsiteX11464" fmla="*/ 10362474 w 12188965"/>
              <a:gd name="connsiteY11464" fmla="*/ 1061651 h 2053176"/>
              <a:gd name="connsiteX11465" fmla="*/ 10298270 w 12188965"/>
              <a:gd name="connsiteY11465" fmla="*/ 1061651 h 2053176"/>
              <a:gd name="connsiteX11466" fmla="*/ 10323928 w 12188965"/>
              <a:gd name="connsiteY11466" fmla="*/ 1087310 h 2053176"/>
              <a:gd name="connsiteX11467" fmla="*/ 10298270 w 12188965"/>
              <a:gd name="connsiteY11467" fmla="*/ 1112969 h 2053176"/>
              <a:gd name="connsiteX11468" fmla="*/ 10272611 w 12188965"/>
              <a:gd name="connsiteY11468" fmla="*/ 1087310 h 2053176"/>
              <a:gd name="connsiteX11469" fmla="*/ 10298270 w 12188965"/>
              <a:gd name="connsiteY11469" fmla="*/ 1061651 h 2053176"/>
              <a:gd name="connsiteX11470" fmla="*/ 10234065 w 12188965"/>
              <a:gd name="connsiteY11470" fmla="*/ 1061651 h 2053176"/>
              <a:gd name="connsiteX11471" fmla="*/ 10259723 w 12188965"/>
              <a:gd name="connsiteY11471" fmla="*/ 1087310 h 2053176"/>
              <a:gd name="connsiteX11472" fmla="*/ 10234065 w 12188965"/>
              <a:gd name="connsiteY11472" fmla="*/ 1112969 h 2053176"/>
              <a:gd name="connsiteX11473" fmla="*/ 10208404 w 12188965"/>
              <a:gd name="connsiteY11473" fmla="*/ 1087310 h 2053176"/>
              <a:gd name="connsiteX11474" fmla="*/ 10234065 w 12188965"/>
              <a:gd name="connsiteY11474" fmla="*/ 1061651 h 2053176"/>
              <a:gd name="connsiteX11475" fmla="*/ 10105654 w 12188965"/>
              <a:gd name="connsiteY11475" fmla="*/ 1061651 h 2053176"/>
              <a:gd name="connsiteX11476" fmla="*/ 10131312 w 12188965"/>
              <a:gd name="connsiteY11476" fmla="*/ 1087310 h 2053176"/>
              <a:gd name="connsiteX11477" fmla="*/ 10105654 w 12188965"/>
              <a:gd name="connsiteY11477" fmla="*/ 1112969 h 2053176"/>
              <a:gd name="connsiteX11478" fmla="*/ 10079996 w 12188965"/>
              <a:gd name="connsiteY11478" fmla="*/ 1087310 h 2053176"/>
              <a:gd name="connsiteX11479" fmla="*/ 10105654 w 12188965"/>
              <a:gd name="connsiteY11479" fmla="*/ 1061651 h 2053176"/>
              <a:gd name="connsiteX11480" fmla="*/ 9720307 w 12188965"/>
              <a:gd name="connsiteY11480" fmla="*/ 1061651 h 2053176"/>
              <a:gd name="connsiteX11481" fmla="*/ 9745965 w 12188965"/>
              <a:gd name="connsiteY11481" fmla="*/ 1087310 h 2053176"/>
              <a:gd name="connsiteX11482" fmla="*/ 9720307 w 12188965"/>
              <a:gd name="connsiteY11482" fmla="*/ 1112969 h 2053176"/>
              <a:gd name="connsiteX11483" fmla="*/ 9694646 w 12188965"/>
              <a:gd name="connsiteY11483" fmla="*/ 1087310 h 2053176"/>
              <a:gd name="connsiteX11484" fmla="*/ 9720307 w 12188965"/>
              <a:gd name="connsiteY11484" fmla="*/ 1061651 h 2053176"/>
              <a:gd name="connsiteX11485" fmla="*/ 9463485 w 12188965"/>
              <a:gd name="connsiteY11485" fmla="*/ 1061651 h 2053176"/>
              <a:gd name="connsiteX11486" fmla="*/ 9489143 w 12188965"/>
              <a:gd name="connsiteY11486" fmla="*/ 1087310 h 2053176"/>
              <a:gd name="connsiteX11487" fmla="*/ 9463485 w 12188965"/>
              <a:gd name="connsiteY11487" fmla="*/ 1112969 h 2053176"/>
              <a:gd name="connsiteX11488" fmla="*/ 9437826 w 12188965"/>
              <a:gd name="connsiteY11488" fmla="*/ 1087310 h 2053176"/>
              <a:gd name="connsiteX11489" fmla="*/ 9463485 w 12188965"/>
              <a:gd name="connsiteY11489" fmla="*/ 1061651 h 2053176"/>
              <a:gd name="connsiteX11490" fmla="*/ 9078253 w 12188965"/>
              <a:gd name="connsiteY11490" fmla="*/ 1061651 h 2053176"/>
              <a:gd name="connsiteX11491" fmla="*/ 9103911 w 12188965"/>
              <a:gd name="connsiteY11491" fmla="*/ 1087310 h 2053176"/>
              <a:gd name="connsiteX11492" fmla="*/ 9078253 w 12188965"/>
              <a:gd name="connsiteY11492" fmla="*/ 1112969 h 2053176"/>
              <a:gd name="connsiteX11493" fmla="*/ 9052595 w 12188965"/>
              <a:gd name="connsiteY11493" fmla="*/ 1087310 h 2053176"/>
              <a:gd name="connsiteX11494" fmla="*/ 9078253 w 12188965"/>
              <a:gd name="connsiteY11494" fmla="*/ 1061651 h 2053176"/>
              <a:gd name="connsiteX11495" fmla="*/ 8564495 w 12188965"/>
              <a:gd name="connsiteY11495" fmla="*/ 1061651 h 2053176"/>
              <a:gd name="connsiteX11496" fmla="*/ 8590153 w 12188965"/>
              <a:gd name="connsiteY11496" fmla="*/ 1087310 h 2053176"/>
              <a:gd name="connsiteX11497" fmla="*/ 8564495 w 12188965"/>
              <a:gd name="connsiteY11497" fmla="*/ 1112969 h 2053176"/>
              <a:gd name="connsiteX11498" fmla="*/ 8538837 w 12188965"/>
              <a:gd name="connsiteY11498" fmla="*/ 1087310 h 2053176"/>
              <a:gd name="connsiteX11499" fmla="*/ 8564495 w 12188965"/>
              <a:gd name="connsiteY11499" fmla="*/ 1061651 h 2053176"/>
              <a:gd name="connsiteX11500" fmla="*/ 8050852 w 12188965"/>
              <a:gd name="connsiteY11500" fmla="*/ 1061651 h 2053176"/>
              <a:gd name="connsiteX11501" fmla="*/ 8076510 w 12188965"/>
              <a:gd name="connsiteY11501" fmla="*/ 1087310 h 2053176"/>
              <a:gd name="connsiteX11502" fmla="*/ 8050852 w 12188965"/>
              <a:gd name="connsiteY11502" fmla="*/ 1112969 h 2053176"/>
              <a:gd name="connsiteX11503" fmla="*/ 8025194 w 12188965"/>
              <a:gd name="connsiteY11503" fmla="*/ 1087310 h 2053176"/>
              <a:gd name="connsiteX11504" fmla="*/ 8050852 w 12188965"/>
              <a:gd name="connsiteY11504" fmla="*/ 1061651 h 2053176"/>
              <a:gd name="connsiteX11505" fmla="*/ 7986648 w 12188965"/>
              <a:gd name="connsiteY11505" fmla="*/ 1061651 h 2053176"/>
              <a:gd name="connsiteX11506" fmla="*/ 8012306 w 12188965"/>
              <a:gd name="connsiteY11506" fmla="*/ 1087310 h 2053176"/>
              <a:gd name="connsiteX11507" fmla="*/ 7986648 w 12188965"/>
              <a:gd name="connsiteY11507" fmla="*/ 1112969 h 2053176"/>
              <a:gd name="connsiteX11508" fmla="*/ 7960990 w 12188965"/>
              <a:gd name="connsiteY11508" fmla="*/ 1087310 h 2053176"/>
              <a:gd name="connsiteX11509" fmla="*/ 7986648 w 12188965"/>
              <a:gd name="connsiteY11509" fmla="*/ 1061651 h 2053176"/>
              <a:gd name="connsiteX11510" fmla="*/ 7858237 w 12188965"/>
              <a:gd name="connsiteY11510" fmla="*/ 1061651 h 2053176"/>
              <a:gd name="connsiteX11511" fmla="*/ 7883895 w 12188965"/>
              <a:gd name="connsiteY11511" fmla="*/ 1087310 h 2053176"/>
              <a:gd name="connsiteX11512" fmla="*/ 7858237 w 12188965"/>
              <a:gd name="connsiteY11512" fmla="*/ 1112969 h 2053176"/>
              <a:gd name="connsiteX11513" fmla="*/ 7832578 w 12188965"/>
              <a:gd name="connsiteY11513" fmla="*/ 1087310 h 2053176"/>
              <a:gd name="connsiteX11514" fmla="*/ 7858237 w 12188965"/>
              <a:gd name="connsiteY11514" fmla="*/ 1061651 h 2053176"/>
              <a:gd name="connsiteX11515" fmla="*/ 7794032 w 12188965"/>
              <a:gd name="connsiteY11515" fmla="*/ 1061651 h 2053176"/>
              <a:gd name="connsiteX11516" fmla="*/ 7819690 w 12188965"/>
              <a:gd name="connsiteY11516" fmla="*/ 1087310 h 2053176"/>
              <a:gd name="connsiteX11517" fmla="*/ 7794032 w 12188965"/>
              <a:gd name="connsiteY11517" fmla="*/ 1112969 h 2053176"/>
              <a:gd name="connsiteX11518" fmla="*/ 7768371 w 12188965"/>
              <a:gd name="connsiteY11518" fmla="*/ 1087310 h 2053176"/>
              <a:gd name="connsiteX11519" fmla="*/ 7794032 w 12188965"/>
              <a:gd name="connsiteY11519" fmla="*/ 1061651 h 2053176"/>
              <a:gd name="connsiteX11520" fmla="*/ 7729825 w 12188965"/>
              <a:gd name="connsiteY11520" fmla="*/ 1061651 h 2053176"/>
              <a:gd name="connsiteX11521" fmla="*/ 7755486 w 12188965"/>
              <a:gd name="connsiteY11521" fmla="*/ 1087310 h 2053176"/>
              <a:gd name="connsiteX11522" fmla="*/ 7729825 w 12188965"/>
              <a:gd name="connsiteY11522" fmla="*/ 1112969 h 2053176"/>
              <a:gd name="connsiteX11523" fmla="*/ 7704167 w 12188965"/>
              <a:gd name="connsiteY11523" fmla="*/ 1087310 h 2053176"/>
              <a:gd name="connsiteX11524" fmla="*/ 7729825 w 12188965"/>
              <a:gd name="connsiteY11524" fmla="*/ 1061651 h 2053176"/>
              <a:gd name="connsiteX11525" fmla="*/ 7665621 w 12188965"/>
              <a:gd name="connsiteY11525" fmla="*/ 1061651 h 2053176"/>
              <a:gd name="connsiteX11526" fmla="*/ 7691279 w 12188965"/>
              <a:gd name="connsiteY11526" fmla="*/ 1087310 h 2053176"/>
              <a:gd name="connsiteX11527" fmla="*/ 7665621 w 12188965"/>
              <a:gd name="connsiteY11527" fmla="*/ 1112969 h 2053176"/>
              <a:gd name="connsiteX11528" fmla="*/ 7639963 w 12188965"/>
              <a:gd name="connsiteY11528" fmla="*/ 1087310 h 2053176"/>
              <a:gd name="connsiteX11529" fmla="*/ 7665621 w 12188965"/>
              <a:gd name="connsiteY11529" fmla="*/ 1061651 h 2053176"/>
              <a:gd name="connsiteX11530" fmla="*/ 7601299 w 12188965"/>
              <a:gd name="connsiteY11530" fmla="*/ 1061651 h 2053176"/>
              <a:gd name="connsiteX11531" fmla="*/ 7626959 w 12188965"/>
              <a:gd name="connsiteY11531" fmla="*/ 1087310 h 2053176"/>
              <a:gd name="connsiteX11532" fmla="*/ 7601299 w 12188965"/>
              <a:gd name="connsiteY11532" fmla="*/ 1112969 h 2053176"/>
              <a:gd name="connsiteX11533" fmla="*/ 7575640 w 12188965"/>
              <a:gd name="connsiteY11533" fmla="*/ 1087310 h 2053176"/>
              <a:gd name="connsiteX11534" fmla="*/ 7601299 w 12188965"/>
              <a:gd name="connsiteY11534" fmla="*/ 1061651 h 2053176"/>
              <a:gd name="connsiteX11535" fmla="*/ 7537094 w 12188965"/>
              <a:gd name="connsiteY11535" fmla="*/ 1061651 h 2053176"/>
              <a:gd name="connsiteX11536" fmla="*/ 7562752 w 12188965"/>
              <a:gd name="connsiteY11536" fmla="*/ 1087310 h 2053176"/>
              <a:gd name="connsiteX11537" fmla="*/ 7537094 w 12188965"/>
              <a:gd name="connsiteY11537" fmla="*/ 1112969 h 2053176"/>
              <a:gd name="connsiteX11538" fmla="*/ 7511436 w 12188965"/>
              <a:gd name="connsiteY11538" fmla="*/ 1087310 h 2053176"/>
              <a:gd name="connsiteX11539" fmla="*/ 7537094 w 12188965"/>
              <a:gd name="connsiteY11539" fmla="*/ 1061651 h 2053176"/>
              <a:gd name="connsiteX11540" fmla="*/ 7472890 w 12188965"/>
              <a:gd name="connsiteY11540" fmla="*/ 1061651 h 2053176"/>
              <a:gd name="connsiteX11541" fmla="*/ 7498548 w 12188965"/>
              <a:gd name="connsiteY11541" fmla="*/ 1087310 h 2053176"/>
              <a:gd name="connsiteX11542" fmla="*/ 7472890 w 12188965"/>
              <a:gd name="connsiteY11542" fmla="*/ 1112969 h 2053176"/>
              <a:gd name="connsiteX11543" fmla="*/ 7447229 w 12188965"/>
              <a:gd name="connsiteY11543" fmla="*/ 1087310 h 2053176"/>
              <a:gd name="connsiteX11544" fmla="*/ 7472890 w 12188965"/>
              <a:gd name="connsiteY11544" fmla="*/ 1061651 h 2053176"/>
              <a:gd name="connsiteX11545" fmla="*/ 7216067 w 12188965"/>
              <a:gd name="connsiteY11545" fmla="*/ 1061651 h 2053176"/>
              <a:gd name="connsiteX11546" fmla="*/ 7241725 w 12188965"/>
              <a:gd name="connsiteY11546" fmla="*/ 1087310 h 2053176"/>
              <a:gd name="connsiteX11547" fmla="*/ 7216067 w 12188965"/>
              <a:gd name="connsiteY11547" fmla="*/ 1112969 h 2053176"/>
              <a:gd name="connsiteX11548" fmla="*/ 7190409 w 12188965"/>
              <a:gd name="connsiteY11548" fmla="*/ 1087310 h 2053176"/>
              <a:gd name="connsiteX11549" fmla="*/ 7216067 w 12188965"/>
              <a:gd name="connsiteY11549" fmla="*/ 1061651 h 2053176"/>
              <a:gd name="connsiteX11550" fmla="*/ 7151863 w 12188965"/>
              <a:gd name="connsiteY11550" fmla="*/ 1061651 h 2053176"/>
              <a:gd name="connsiteX11551" fmla="*/ 7177521 w 12188965"/>
              <a:gd name="connsiteY11551" fmla="*/ 1087310 h 2053176"/>
              <a:gd name="connsiteX11552" fmla="*/ 7151863 w 12188965"/>
              <a:gd name="connsiteY11552" fmla="*/ 1112969 h 2053176"/>
              <a:gd name="connsiteX11553" fmla="*/ 7126205 w 12188965"/>
              <a:gd name="connsiteY11553" fmla="*/ 1087310 h 2053176"/>
              <a:gd name="connsiteX11554" fmla="*/ 7151863 w 12188965"/>
              <a:gd name="connsiteY11554" fmla="*/ 1061651 h 2053176"/>
              <a:gd name="connsiteX11555" fmla="*/ 6895043 w 12188965"/>
              <a:gd name="connsiteY11555" fmla="*/ 1061651 h 2053176"/>
              <a:gd name="connsiteX11556" fmla="*/ 6920701 w 12188965"/>
              <a:gd name="connsiteY11556" fmla="*/ 1087310 h 2053176"/>
              <a:gd name="connsiteX11557" fmla="*/ 6895043 w 12188965"/>
              <a:gd name="connsiteY11557" fmla="*/ 1112969 h 2053176"/>
              <a:gd name="connsiteX11558" fmla="*/ 6869382 w 12188965"/>
              <a:gd name="connsiteY11558" fmla="*/ 1087310 h 2053176"/>
              <a:gd name="connsiteX11559" fmla="*/ 6895043 w 12188965"/>
              <a:gd name="connsiteY11559" fmla="*/ 1061651 h 2053176"/>
              <a:gd name="connsiteX11560" fmla="*/ 6638220 w 12188965"/>
              <a:gd name="connsiteY11560" fmla="*/ 1061651 h 2053176"/>
              <a:gd name="connsiteX11561" fmla="*/ 6663881 w 12188965"/>
              <a:gd name="connsiteY11561" fmla="*/ 1087310 h 2053176"/>
              <a:gd name="connsiteX11562" fmla="*/ 6638220 w 12188965"/>
              <a:gd name="connsiteY11562" fmla="*/ 1112969 h 2053176"/>
              <a:gd name="connsiteX11563" fmla="*/ 6612562 w 12188965"/>
              <a:gd name="connsiteY11563" fmla="*/ 1087310 h 2053176"/>
              <a:gd name="connsiteX11564" fmla="*/ 6638220 w 12188965"/>
              <a:gd name="connsiteY11564" fmla="*/ 1061651 h 2053176"/>
              <a:gd name="connsiteX11565" fmla="*/ 6317078 w 12188965"/>
              <a:gd name="connsiteY11565" fmla="*/ 1061651 h 2053176"/>
              <a:gd name="connsiteX11566" fmla="*/ 6342736 w 12188965"/>
              <a:gd name="connsiteY11566" fmla="*/ 1087310 h 2053176"/>
              <a:gd name="connsiteX11567" fmla="*/ 6317078 w 12188965"/>
              <a:gd name="connsiteY11567" fmla="*/ 1112969 h 2053176"/>
              <a:gd name="connsiteX11568" fmla="*/ 6291420 w 12188965"/>
              <a:gd name="connsiteY11568" fmla="*/ 1087310 h 2053176"/>
              <a:gd name="connsiteX11569" fmla="*/ 6317078 w 12188965"/>
              <a:gd name="connsiteY11569" fmla="*/ 1061651 h 2053176"/>
              <a:gd name="connsiteX11570" fmla="*/ 6252873 w 12188965"/>
              <a:gd name="connsiteY11570" fmla="*/ 1061651 h 2053176"/>
              <a:gd name="connsiteX11571" fmla="*/ 6278532 w 12188965"/>
              <a:gd name="connsiteY11571" fmla="*/ 1087310 h 2053176"/>
              <a:gd name="connsiteX11572" fmla="*/ 6252873 w 12188965"/>
              <a:gd name="connsiteY11572" fmla="*/ 1112969 h 2053176"/>
              <a:gd name="connsiteX11573" fmla="*/ 6227213 w 12188965"/>
              <a:gd name="connsiteY11573" fmla="*/ 1087310 h 2053176"/>
              <a:gd name="connsiteX11574" fmla="*/ 6252873 w 12188965"/>
              <a:gd name="connsiteY11574" fmla="*/ 1061651 h 2053176"/>
              <a:gd name="connsiteX11575" fmla="*/ 6124462 w 12188965"/>
              <a:gd name="connsiteY11575" fmla="*/ 1061651 h 2053176"/>
              <a:gd name="connsiteX11576" fmla="*/ 6150123 w 12188965"/>
              <a:gd name="connsiteY11576" fmla="*/ 1087310 h 2053176"/>
              <a:gd name="connsiteX11577" fmla="*/ 6124462 w 12188965"/>
              <a:gd name="connsiteY11577" fmla="*/ 1112969 h 2053176"/>
              <a:gd name="connsiteX11578" fmla="*/ 6098804 w 12188965"/>
              <a:gd name="connsiteY11578" fmla="*/ 1087310 h 2053176"/>
              <a:gd name="connsiteX11579" fmla="*/ 6124462 w 12188965"/>
              <a:gd name="connsiteY11579" fmla="*/ 1061651 h 2053176"/>
              <a:gd name="connsiteX11580" fmla="*/ 5743477 w 12188965"/>
              <a:gd name="connsiteY11580" fmla="*/ 1061651 h 2053176"/>
              <a:gd name="connsiteX11581" fmla="*/ 5769136 w 12188965"/>
              <a:gd name="connsiteY11581" fmla="*/ 1087310 h 2053176"/>
              <a:gd name="connsiteX11582" fmla="*/ 5743477 w 12188965"/>
              <a:gd name="connsiteY11582" fmla="*/ 1112969 h 2053176"/>
              <a:gd name="connsiteX11583" fmla="*/ 5717818 w 12188965"/>
              <a:gd name="connsiteY11583" fmla="*/ 1087310 h 2053176"/>
              <a:gd name="connsiteX11584" fmla="*/ 5743477 w 12188965"/>
              <a:gd name="connsiteY11584" fmla="*/ 1061651 h 2053176"/>
              <a:gd name="connsiteX11585" fmla="*/ 5615066 w 12188965"/>
              <a:gd name="connsiteY11585" fmla="*/ 1061651 h 2053176"/>
              <a:gd name="connsiteX11586" fmla="*/ 5640726 w 12188965"/>
              <a:gd name="connsiteY11586" fmla="*/ 1087310 h 2053176"/>
              <a:gd name="connsiteX11587" fmla="*/ 5615066 w 12188965"/>
              <a:gd name="connsiteY11587" fmla="*/ 1112969 h 2053176"/>
              <a:gd name="connsiteX11588" fmla="*/ 5589407 w 12188965"/>
              <a:gd name="connsiteY11588" fmla="*/ 1087310 h 2053176"/>
              <a:gd name="connsiteX11589" fmla="*/ 5615066 w 12188965"/>
              <a:gd name="connsiteY11589" fmla="*/ 1061651 h 2053176"/>
              <a:gd name="connsiteX11590" fmla="*/ 5486655 w 12188965"/>
              <a:gd name="connsiteY11590" fmla="*/ 1061651 h 2053176"/>
              <a:gd name="connsiteX11591" fmla="*/ 5512316 w 12188965"/>
              <a:gd name="connsiteY11591" fmla="*/ 1087310 h 2053176"/>
              <a:gd name="connsiteX11592" fmla="*/ 5486655 w 12188965"/>
              <a:gd name="connsiteY11592" fmla="*/ 1112969 h 2053176"/>
              <a:gd name="connsiteX11593" fmla="*/ 5460997 w 12188965"/>
              <a:gd name="connsiteY11593" fmla="*/ 1087310 h 2053176"/>
              <a:gd name="connsiteX11594" fmla="*/ 5486655 w 12188965"/>
              <a:gd name="connsiteY11594" fmla="*/ 1061651 h 2053176"/>
              <a:gd name="connsiteX11595" fmla="*/ 5422451 w 12188965"/>
              <a:gd name="connsiteY11595" fmla="*/ 1061651 h 2053176"/>
              <a:gd name="connsiteX11596" fmla="*/ 5448109 w 12188965"/>
              <a:gd name="connsiteY11596" fmla="*/ 1087310 h 2053176"/>
              <a:gd name="connsiteX11597" fmla="*/ 5422451 w 12188965"/>
              <a:gd name="connsiteY11597" fmla="*/ 1112969 h 2053176"/>
              <a:gd name="connsiteX11598" fmla="*/ 5396791 w 12188965"/>
              <a:gd name="connsiteY11598" fmla="*/ 1087310 h 2053176"/>
              <a:gd name="connsiteX11599" fmla="*/ 5422451 w 12188965"/>
              <a:gd name="connsiteY11599" fmla="*/ 1061651 h 2053176"/>
              <a:gd name="connsiteX11600" fmla="*/ 5229719 w 12188965"/>
              <a:gd name="connsiteY11600" fmla="*/ 1061651 h 2053176"/>
              <a:gd name="connsiteX11601" fmla="*/ 5255377 w 12188965"/>
              <a:gd name="connsiteY11601" fmla="*/ 1087310 h 2053176"/>
              <a:gd name="connsiteX11602" fmla="*/ 5229719 w 12188965"/>
              <a:gd name="connsiteY11602" fmla="*/ 1112969 h 2053176"/>
              <a:gd name="connsiteX11603" fmla="*/ 5204058 w 12188965"/>
              <a:gd name="connsiteY11603" fmla="*/ 1087310 h 2053176"/>
              <a:gd name="connsiteX11604" fmla="*/ 5229719 w 12188965"/>
              <a:gd name="connsiteY11604" fmla="*/ 1061651 h 2053176"/>
              <a:gd name="connsiteX11605" fmla="*/ 4972896 w 12188965"/>
              <a:gd name="connsiteY11605" fmla="*/ 1061651 h 2053176"/>
              <a:gd name="connsiteX11606" fmla="*/ 4998557 w 12188965"/>
              <a:gd name="connsiteY11606" fmla="*/ 1087310 h 2053176"/>
              <a:gd name="connsiteX11607" fmla="*/ 4972896 w 12188965"/>
              <a:gd name="connsiteY11607" fmla="*/ 1112969 h 2053176"/>
              <a:gd name="connsiteX11608" fmla="*/ 4947240 w 12188965"/>
              <a:gd name="connsiteY11608" fmla="*/ 1087310 h 2053176"/>
              <a:gd name="connsiteX11609" fmla="*/ 4972896 w 12188965"/>
              <a:gd name="connsiteY11609" fmla="*/ 1061651 h 2053176"/>
              <a:gd name="connsiteX11610" fmla="*/ 4908693 w 12188965"/>
              <a:gd name="connsiteY11610" fmla="*/ 1061651 h 2053176"/>
              <a:gd name="connsiteX11611" fmla="*/ 4934352 w 12188965"/>
              <a:gd name="connsiteY11611" fmla="*/ 1087310 h 2053176"/>
              <a:gd name="connsiteX11612" fmla="*/ 4908693 w 12188965"/>
              <a:gd name="connsiteY11612" fmla="*/ 1112969 h 2053176"/>
              <a:gd name="connsiteX11613" fmla="*/ 4883033 w 12188965"/>
              <a:gd name="connsiteY11613" fmla="*/ 1087310 h 2053176"/>
              <a:gd name="connsiteX11614" fmla="*/ 4908693 w 12188965"/>
              <a:gd name="connsiteY11614" fmla="*/ 1061651 h 2053176"/>
              <a:gd name="connsiteX11615" fmla="*/ 4844487 w 12188965"/>
              <a:gd name="connsiteY11615" fmla="*/ 1061651 h 2053176"/>
              <a:gd name="connsiteX11616" fmla="*/ 4870146 w 12188965"/>
              <a:gd name="connsiteY11616" fmla="*/ 1087310 h 2053176"/>
              <a:gd name="connsiteX11617" fmla="*/ 4844487 w 12188965"/>
              <a:gd name="connsiteY11617" fmla="*/ 1112969 h 2053176"/>
              <a:gd name="connsiteX11618" fmla="*/ 4818828 w 12188965"/>
              <a:gd name="connsiteY11618" fmla="*/ 1087310 h 2053176"/>
              <a:gd name="connsiteX11619" fmla="*/ 4844487 w 12188965"/>
              <a:gd name="connsiteY11619" fmla="*/ 1061651 h 2053176"/>
              <a:gd name="connsiteX11620" fmla="*/ 4651872 w 12188965"/>
              <a:gd name="connsiteY11620" fmla="*/ 1061651 h 2053176"/>
              <a:gd name="connsiteX11621" fmla="*/ 4677531 w 12188965"/>
              <a:gd name="connsiteY11621" fmla="*/ 1087310 h 2053176"/>
              <a:gd name="connsiteX11622" fmla="*/ 4651872 w 12188965"/>
              <a:gd name="connsiteY11622" fmla="*/ 1112969 h 2053176"/>
              <a:gd name="connsiteX11623" fmla="*/ 4626213 w 12188965"/>
              <a:gd name="connsiteY11623" fmla="*/ 1087310 h 2053176"/>
              <a:gd name="connsiteX11624" fmla="*/ 4651872 w 12188965"/>
              <a:gd name="connsiteY11624" fmla="*/ 1061651 h 2053176"/>
              <a:gd name="connsiteX11625" fmla="*/ 4587666 w 12188965"/>
              <a:gd name="connsiteY11625" fmla="*/ 1061651 h 2053176"/>
              <a:gd name="connsiteX11626" fmla="*/ 4613324 w 12188965"/>
              <a:gd name="connsiteY11626" fmla="*/ 1087310 h 2053176"/>
              <a:gd name="connsiteX11627" fmla="*/ 4587666 w 12188965"/>
              <a:gd name="connsiteY11627" fmla="*/ 1112969 h 2053176"/>
              <a:gd name="connsiteX11628" fmla="*/ 4562007 w 12188965"/>
              <a:gd name="connsiteY11628" fmla="*/ 1087310 h 2053176"/>
              <a:gd name="connsiteX11629" fmla="*/ 4587666 w 12188965"/>
              <a:gd name="connsiteY11629" fmla="*/ 1061651 h 2053176"/>
              <a:gd name="connsiteX11630" fmla="*/ 4523461 w 12188965"/>
              <a:gd name="connsiteY11630" fmla="*/ 1061651 h 2053176"/>
              <a:gd name="connsiteX11631" fmla="*/ 4549121 w 12188965"/>
              <a:gd name="connsiteY11631" fmla="*/ 1087310 h 2053176"/>
              <a:gd name="connsiteX11632" fmla="*/ 4523461 w 12188965"/>
              <a:gd name="connsiteY11632" fmla="*/ 1112969 h 2053176"/>
              <a:gd name="connsiteX11633" fmla="*/ 4497802 w 12188965"/>
              <a:gd name="connsiteY11633" fmla="*/ 1087310 h 2053176"/>
              <a:gd name="connsiteX11634" fmla="*/ 4523461 w 12188965"/>
              <a:gd name="connsiteY11634" fmla="*/ 1061651 h 2053176"/>
              <a:gd name="connsiteX11635" fmla="*/ 4395050 w 12188965"/>
              <a:gd name="connsiteY11635" fmla="*/ 1061651 h 2053176"/>
              <a:gd name="connsiteX11636" fmla="*/ 4420710 w 12188965"/>
              <a:gd name="connsiteY11636" fmla="*/ 1087310 h 2053176"/>
              <a:gd name="connsiteX11637" fmla="*/ 4395050 w 12188965"/>
              <a:gd name="connsiteY11637" fmla="*/ 1112969 h 2053176"/>
              <a:gd name="connsiteX11638" fmla="*/ 4369391 w 12188965"/>
              <a:gd name="connsiteY11638" fmla="*/ 1087310 h 2053176"/>
              <a:gd name="connsiteX11639" fmla="*/ 4395050 w 12188965"/>
              <a:gd name="connsiteY11639" fmla="*/ 1061651 h 2053176"/>
              <a:gd name="connsiteX11640" fmla="*/ 4009702 w 12188965"/>
              <a:gd name="connsiteY11640" fmla="*/ 1061651 h 2053176"/>
              <a:gd name="connsiteX11641" fmla="*/ 4035362 w 12188965"/>
              <a:gd name="connsiteY11641" fmla="*/ 1087310 h 2053176"/>
              <a:gd name="connsiteX11642" fmla="*/ 4009702 w 12188965"/>
              <a:gd name="connsiteY11642" fmla="*/ 1112969 h 2053176"/>
              <a:gd name="connsiteX11643" fmla="*/ 3984043 w 12188965"/>
              <a:gd name="connsiteY11643" fmla="*/ 1087310 h 2053176"/>
              <a:gd name="connsiteX11644" fmla="*/ 4009702 w 12188965"/>
              <a:gd name="connsiteY11644" fmla="*/ 1061651 h 2053176"/>
              <a:gd name="connsiteX11645" fmla="*/ 3752882 w 12188965"/>
              <a:gd name="connsiteY11645" fmla="*/ 1061651 h 2053176"/>
              <a:gd name="connsiteX11646" fmla="*/ 3778539 w 12188965"/>
              <a:gd name="connsiteY11646" fmla="*/ 1087310 h 2053176"/>
              <a:gd name="connsiteX11647" fmla="*/ 3752882 w 12188965"/>
              <a:gd name="connsiteY11647" fmla="*/ 1112969 h 2053176"/>
              <a:gd name="connsiteX11648" fmla="*/ 3727221 w 12188965"/>
              <a:gd name="connsiteY11648" fmla="*/ 1087310 h 2053176"/>
              <a:gd name="connsiteX11649" fmla="*/ 3752882 w 12188965"/>
              <a:gd name="connsiteY11649" fmla="*/ 1061651 h 2053176"/>
              <a:gd name="connsiteX11650" fmla="*/ 3367649 w 12188965"/>
              <a:gd name="connsiteY11650" fmla="*/ 1061651 h 2053176"/>
              <a:gd name="connsiteX11651" fmla="*/ 3393308 w 12188965"/>
              <a:gd name="connsiteY11651" fmla="*/ 1087310 h 2053176"/>
              <a:gd name="connsiteX11652" fmla="*/ 3367649 w 12188965"/>
              <a:gd name="connsiteY11652" fmla="*/ 1112969 h 2053176"/>
              <a:gd name="connsiteX11653" fmla="*/ 3341990 w 12188965"/>
              <a:gd name="connsiteY11653" fmla="*/ 1087310 h 2053176"/>
              <a:gd name="connsiteX11654" fmla="*/ 3367649 w 12188965"/>
              <a:gd name="connsiteY11654" fmla="*/ 1061651 h 2053176"/>
              <a:gd name="connsiteX11655" fmla="*/ 2853890 w 12188965"/>
              <a:gd name="connsiteY11655" fmla="*/ 1061651 h 2053176"/>
              <a:gd name="connsiteX11656" fmla="*/ 2879550 w 12188965"/>
              <a:gd name="connsiteY11656" fmla="*/ 1087310 h 2053176"/>
              <a:gd name="connsiteX11657" fmla="*/ 2853890 w 12188965"/>
              <a:gd name="connsiteY11657" fmla="*/ 1112969 h 2053176"/>
              <a:gd name="connsiteX11658" fmla="*/ 2828231 w 12188965"/>
              <a:gd name="connsiteY11658" fmla="*/ 1087310 h 2053176"/>
              <a:gd name="connsiteX11659" fmla="*/ 2853890 w 12188965"/>
              <a:gd name="connsiteY11659" fmla="*/ 1061651 h 2053176"/>
              <a:gd name="connsiteX11660" fmla="*/ 2340249 w 12188965"/>
              <a:gd name="connsiteY11660" fmla="*/ 1061651 h 2053176"/>
              <a:gd name="connsiteX11661" fmla="*/ 2365908 w 12188965"/>
              <a:gd name="connsiteY11661" fmla="*/ 1087310 h 2053176"/>
              <a:gd name="connsiteX11662" fmla="*/ 2340249 w 12188965"/>
              <a:gd name="connsiteY11662" fmla="*/ 1112969 h 2053176"/>
              <a:gd name="connsiteX11663" fmla="*/ 2314590 w 12188965"/>
              <a:gd name="connsiteY11663" fmla="*/ 1087310 h 2053176"/>
              <a:gd name="connsiteX11664" fmla="*/ 2340249 w 12188965"/>
              <a:gd name="connsiteY11664" fmla="*/ 1061651 h 2053176"/>
              <a:gd name="connsiteX11665" fmla="*/ 2276044 w 12188965"/>
              <a:gd name="connsiteY11665" fmla="*/ 1061651 h 2053176"/>
              <a:gd name="connsiteX11666" fmla="*/ 2301702 w 12188965"/>
              <a:gd name="connsiteY11666" fmla="*/ 1087310 h 2053176"/>
              <a:gd name="connsiteX11667" fmla="*/ 2276044 w 12188965"/>
              <a:gd name="connsiteY11667" fmla="*/ 1112969 h 2053176"/>
              <a:gd name="connsiteX11668" fmla="*/ 2250385 w 12188965"/>
              <a:gd name="connsiteY11668" fmla="*/ 1087310 h 2053176"/>
              <a:gd name="connsiteX11669" fmla="*/ 2276044 w 12188965"/>
              <a:gd name="connsiteY11669" fmla="*/ 1061651 h 2053176"/>
              <a:gd name="connsiteX11670" fmla="*/ 2147633 w 12188965"/>
              <a:gd name="connsiteY11670" fmla="*/ 1061651 h 2053176"/>
              <a:gd name="connsiteX11671" fmla="*/ 2173293 w 12188965"/>
              <a:gd name="connsiteY11671" fmla="*/ 1087310 h 2053176"/>
              <a:gd name="connsiteX11672" fmla="*/ 2147633 w 12188965"/>
              <a:gd name="connsiteY11672" fmla="*/ 1112969 h 2053176"/>
              <a:gd name="connsiteX11673" fmla="*/ 2121975 w 12188965"/>
              <a:gd name="connsiteY11673" fmla="*/ 1087310 h 2053176"/>
              <a:gd name="connsiteX11674" fmla="*/ 2147633 w 12188965"/>
              <a:gd name="connsiteY11674" fmla="*/ 1061651 h 2053176"/>
              <a:gd name="connsiteX11675" fmla="*/ 2083427 w 12188965"/>
              <a:gd name="connsiteY11675" fmla="*/ 1061651 h 2053176"/>
              <a:gd name="connsiteX11676" fmla="*/ 2109087 w 12188965"/>
              <a:gd name="connsiteY11676" fmla="*/ 1087310 h 2053176"/>
              <a:gd name="connsiteX11677" fmla="*/ 2083427 w 12188965"/>
              <a:gd name="connsiteY11677" fmla="*/ 1112969 h 2053176"/>
              <a:gd name="connsiteX11678" fmla="*/ 2057768 w 12188965"/>
              <a:gd name="connsiteY11678" fmla="*/ 1087310 h 2053176"/>
              <a:gd name="connsiteX11679" fmla="*/ 2083427 w 12188965"/>
              <a:gd name="connsiteY11679" fmla="*/ 1061651 h 2053176"/>
              <a:gd name="connsiteX11680" fmla="*/ 2019222 w 12188965"/>
              <a:gd name="connsiteY11680" fmla="*/ 1061651 h 2053176"/>
              <a:gd name="connsiteX11681" fmla="*/ 2044880 w 12188965"/>
              <a:gd name="connsiteY11681" fmla="*/ 1087310 h 2053176"/>
              <a:gd name="connsiteX11682" fmla="*/ 2019222 w 12188965"/>
              <a:gd name="connsiteY11682" fmla="*/ 1112969 h 2053176"/>
              <a:gd name="connsiteX11683" fmla="*/ 1993563 w 12188965"/>
              <a:gd name="connsiteY11683" fmla="*/ 1087310 h 2053176"/>
              <a:gd name="connsiteX11684" fmla="*/ 2019222 w 12188965"/>
              <a:gd name="connsiteY11684" fmla="*/ 1061651 h 2053176"/>
              <a:gd name="connsiteX11685" fmla="*/ 1955016 w 12188965"/>
              <a:gd name="connsiteY11685" fmla="*/ 1061651 h 2053176"/>
              <a:gd name="connsiteX11686" fmla="*/ 1980676 w 12188965"/>
              <a:gd name="connsiteY11686" fmla="*/ 1087310 h 2053176"/>
              <a:gd name="connsiteX11687" fmla="*/ 1955016 w 12188965"/>
              <a:gd name="connsiteY11687" fmla="*/ 1112969 h 2053176"/>
              <a:gd name="connsiteX11688" fmla="*/ 1929358 w 12188965"/>
              <a:gd name="connsiteY11688" fmla="*/ 1087310 h 2053176"/>
              <a:gd name="connsiteX11689" fmla="*/ 1955016 w 12188965"/>
              <a:gd name="connsiteY11689" fmla="*/ 1061651 h 2053176"/>
              <a:gd name="connsiteX11690" fmla="*/ 1890696 w 12188965"/>
              <a:gd name="connsiteY11690" fmla="*/ 1061651 h 2053176"/>
              <a:gd name="connsiteX11691" fmla="*/ 1916355 w 12188965"/>
              <a:gd name="connsiteY11691" fmla="*/ 1087310 h 2053176"/>
              <a:gd name="connsiteX11692" fmla="*/ 1890696 w 12188965"/>
              <a:gd name="connsiteY11692" fmla="*/ 1112969 h 2053176"/>
              <a:gd name="connsiteX11693" fmla="*/ 1865037 w 12188965"/>
              <a:gd name="connsiteY11693" fmla="*/ 1087310 h 2053176"/>
              <a:gd name="connsiteX11694" fmla="*/ 1890696 w 12188965"/>
              <a:gd name="connsiteY11694" fmla="*/ 1061651 h 2053176"/>
              <a:gd name="connsiteX11695" fmla="*/ 1826490 w 12188965"/>
              <a:gd name="connsiteY11695" fmla="*/ 1061651 h 2053176"/>
              <a:gd name="connsiteX11696" fmla="*/ 1852149 w 12188965"/>
              <a:gd name="connsiteY11696" fmla="*/ 1087310 h 2053176"/>
              <a:gd name="connsiteX11697" fmla="*/ 1826490 w 12188965"/>
              <a:gd name="connsiteY11697" fmla="*/ 1112969 h 2053176"/>
              <a:gd name="connsiteX11698" fmla="*/ 1800830 w 12188965"/>
              <a:gd name="connsiteY11698" fmla="*/ 1087310 h 2053176"/>
              <a:gd name="connsiteX11699" fmla="*/ 1826490 w 12188965"/>
              <a:gd name="connsiteY11699" fmla="*/ 1061651 h 2053176"/>
              <a:gd name="connsiteX11700" fmla="*/ 1762285 w 12188965"/>
              <a:gd name="connsiteY11700" fmla="*/ 1061651 h 2053176"/>
              <a:gd name="connsiteX11701" fmla="*/ 1787944 w 12188965"/>
              <a:gd name="connsiteY11701" fmla="*/ 1087310 h 2053176"/>
              <a:gd name="connsiteX11702" fmla="*/ 1762285 w 12188965"/>
              <a:gd name="connsiteY11702" fmla="*/ 1112969 h 2053176"/>
              <a:gd name="connsiteX11703" fmla="*/ 1736626 w 12188965"/>
              <a:gd name="connsiteY11703" fmla="*/ 1087310 h 2053176"/>
              <a:gd name="connsiteX11704" fmla="*/ 1762285 w 12188965"/>
              <a:gd name="connsiteY11704" fmla="*/ 1061651 h 2053176"/>
              <a:gd name="connsiteX11705" fmla="*/ 1505464 w 12188965"/>
              <a:gd name="connsiteY11705" fmla="*/ 1061651 h 2053176"/>
              <a:gd name="connsiteX11706" fmla="*/ 1531123 w 12188965"/>
              <a:gd name="connsiteY11706" fmla="*/ 1087310 h 2053176"/>
              <a:gd name="connsiteX11707" fmla="*/ 1505464 w 12188965"/>
              <a:gd name="connsiteY11707" fmla="*/ 1112969 h 2053176"/>
              <a:gd name="connsiteX11708" fmla="*/ 1479806 w 12188965"/>
              <a:gd name="connsiteY11708" fmla="*/ 1087310 h 2053176"/>
              <a:gd name="connsiteX11709" fmla="*/ 1505464 w 12188965"/>
              <a:gd name="connsiteY11709" fmla="*/ 1061651 h 2053176"/>
              <a:gd name="connsiteX11710" fmla="*/ 1441258 w 12188965"/>
              <a:gd name="connsiteY11710" fmla="*/ 1061651 h 2053176"/>
              <a:gd name="connsiteX11711" fmla="*/ 1466917 w 12188965"/>
              <a:gd name="connsiteY11711" fmla="*/ 1087310 h 2053176"/>
              <a:gd name="connsiteX11712" fmla="*/ 1441258 w 12188965"/>
              <a:gd name="connsiteY11712" fmla="*/ 1112969 h 2053176"/>
              <a:gd name="connsiteX11713" fmla="*/ 1415599 w 12188965"/>
              <a:gd name="connsiteY11713" fmla="*/ 1087310 h 2053176"/>
              <a:gd name="connsiteX11714" fmla="*/ 1441258 w 12188965"/>
              <a:gd name="connsiteY11714" fmla="*/ 1061651 h 2053176"/>
              <a:gd name="connsiteX11715" fmla="*/ 1184437 w 12188965"/>
              <a:gd name="connsiteY11715" fmla="*/ 1061651 h 2053176"/>
              <a:gd name="connsiteX11716" fmla="*/ 1210096 w 12188965"/>
              <a:gd name="connsiteY11716" fmla="*/ 1087310 h 2053176"/>
              <a:gd name="connsiteX11717" fmla="*/ 1184437 w 12188965"/>
              <a:gd name="connsiteY11717" fmla="*/ 1112969 h 2053176"/>
              <a:gd name="connsiteX11718" fmla="*/ 1158780 w 12188965"/>
              <a:gd name="connsiteY11718" fmla="*/ 1087310 h 2053176"/>
              <a:gd name="connsiteX11719" fmla="*/ 1184437 w 12188965"/>
              <a:gd name="connsiteY11719" fmla="*/ 1061651 h 2053176"/>
              <a:gd name="connsiteX11720" fmla="*/ 927616 w 12188965"/>
              <a:gd name="connsiteY11720" fmla="*/ 1061651 h 2053176"/>
              <a:gd name="connsiteX11721" fmla="*/ 953275 w 12188965"/>
              <a:gd name="connsiteY11721" fmla="*/ 1087310 h 2053176"/>
              <a:gd name="connsiteX11722" fmla="*/ 927616 w 12188965"/>
              <a:gd name="connsiteY11722" fmla="*/ 1112969 h 2053176"/>
              <a:gd name="connsiteX11723" fmla="*/ 901957 w 12188965"/>
              <a:gd name="connsiteY11723" fmla="*/ 1087310 h 2053176"/>
              <a:gd name="connsiteX11724" fmla="*/ 927616 w 12188965"/>
              <a:gd name="connsiteY11724" fmla="*/ 1061651 h 2053176"/>
              <a:gd name="connsiteX11725" fmla="*/ 606475 w 12188965"/>
              <a:gd name="connsiteY11725" fmla="*/ 1061651 h 2053176"/>
              <a:gd name="connsiteX11726" fmla="*/ 632134 w 12188965"/>
              <a:gd name="connsiteY11726" fmla="*/ 1087310 h 2053176"/>
              <a:gd name="connsiteX11727" fmla="*/ 606475 w 12188965"/>
              <a:gd name="connsiteY11727" fmla="*/ 1112969 h 2053176"/>
              <a:gd name="connsiteX11728" fmla="*/ 580815 w 12188965"/>
              <a:gd name="connsiteY11728" fmla="*/ 1087310 h 2053176"/>
              <a:gd name="connsiteX11729" fmla="*/ 606475 w 12188965"/>
              <a:gd name="connsiteY11729" fmla="*/ 1061651 h 2053176"/>
              <a:gd name="connsiteX11730" fmla="*/ 542268 w 12188965"/>
              <a:gd name="connsiteY11730" fmla="*/ 1061651 h 2053176"/>
              <a:gd name="connsiteX11731" fmla="*/ 567927 w 12188965"/>
              <a:gd name="connsiteY11731" fmla="*/ 1087310 h 2053176"/>
              <a:gd name="connsiteX11732" fmla="*/ 542268 w 12188965"/>
              <a:gd name="connsiteY11732" fmla="*/ 1112969 h 2053176"/>
              <a:gd name="connsiteX11733" fmla="*/ 516610 w 12188965"/>
              <a:gd name="connsiteY11733" fmla="*/ 1087310 h 2053176"/>
              <a:gd name="connsiteX11734" fmla="*/ 542268 w 12188965"/>
              <a:gd name="connsiteY11734" fmla="*/ 1061651 h 2053176"/>
              <a:gd name="connsiteX11735" fmla="*/ 413858 w 12188965"/>
              <a:gd name="connsiteY11735" fmla="*/ 1061651 h 2053176"/>
              <a:gd name="connsiteX11736" fmla="*/ 439517 w 12188965"/>
              <a:gd name="connsiteY11736" fmla="*/ 1087310 h 2053176"/>
              <a:gd name="connsiteX11737" fmla="*/ 413858 w 12188965"/>
              <a:gd name="connsiteY11737" fmla="*/ 1112969 h 2053176"/>
              <a:gd name="connsiteX11738" fmla="*/ 388200 w 12188965"/>
              <a:gd name="connsiteY11738" fmla="*/ 1087310 h 2053176"/>
              <a:gd name="connsiteX11739" fmla="*/ 413858 w 12188965"/>
              <a:gd name="connsiteY11739" fmla="*/ 1061651 h 2053176"/>
              <a:gd name="connsiteX11740" fmla="*/ 25659 w 12188965"/>
              <a:gd name="connsiteY11740" fmla="*/ 1061651 h 2053176"/>
              <a:gd name="connsiteX11741" fmla="*/ 51317 w 12188965"/>
              <a:gd name="connsiteY11741" fmla="*/ 1087310 h 2053176"/>
              <a:gd name="connsiteX11742" fmla="*/ 25659 w 12188965"/>
              <a:gd name="connsiteY11742" fmla="*/ 1112969 h 2053176"/>
              <a:gd name="connsiteX11743" fmla="*/ 0 w 12188965"/>
              <a:gd name="connsiteY11743" fmla="*/ 1087310 h 2053176"/>
              <a:gd name="connsiteX11744" fmla="*/ 25659 w 12188965"/>
              <a:gd name="connsiteY11744" fmla="*/ 1061651 h 2053176"/>
              <a:gd name="connsiteX11745" fmla="*/ 11775107 w 12188965"/>
              <a:gd name="connsiteY11745" fmla="*/ 1007315 h 2053176"/>
              <a:gd name="connsiteX11746" fmla="*/ 11787995 w 12188965"/>
              <a:gd name="connsiteY11746" fmla="*/ 1020202 h 2053176"/>
              <a:gd name="connsiteX11747" fmla="*/ 11775107 w 12188965"/>
              <a:gd name="connsiteY11747" fmla="*/ 1033089 h 2053176"/>
              <a:gd name="connsiteX11748" fmla="*/ 11762221 w 12188965"/>
              <a:gd name="connsiteY11748" fmla="*/ 1020202 h 2053176"/>
              <a:gd name="connsiteX11749" fmla="*/ 11775107 w 12188965"/>
              <a:gd name="connsiteY11749" fmla="*/ 1007315 h 2053176"/>
              <a:gd name="connsiteX11750" fmla="*/ 11646697 w 12188965"/>
              <a:gd name="connsiteY11750" fmla="*/ 1007315 h 2053176"/>
              <a:gd name="connsiteX11751" fmla="*/ 11659583 w 12188965"/>
              <a:gd name="connsiteY11751" fmla="*/ 1020202 h 2053176"/>
              <a:gd name="connsiteX11752" fmla="*/ 11646697 w 12188965"/>
              <a:gd name="connsiteY11752" fmla="*/ 1033089 h 2053176"/>
              <a:gd name="connsiteX11753" fmla="*/ 11633809 w 12188965"/>
              <a:gd name="connsiteY11753" fmla="*/ 1020202 h 2053176"/>
              <a:gd name="connsiteX11754" fmla="*/ 11646697 w 12188965"/>
              <a:gd name="connsiteY11754" fmla="*/ 1007315 h 2053176"/>
              <a:gd name="connsiteX11755" fmla="*/ 11454081 w 12188965"/>
              <a:gd name="connsiteY11755" fmla="*/ 1007315 h 2053176"/>
              <a:gd name="connsiteX11756" fmla="*/ 11466969 w 12188965"/>
              <a:gd name="connsiteY11756" fmla="*/ 1020202 h 2053176"/>
              <a:gd name="connsiteX11757" fmla="*/ 11454081 w 12188965"/>
              <a:gd name="connsiteY11757" fmla="*/ 1033089 h 2053176"/>
              <a:gd name="connsiteX11758" fmla="*/ 11441194 w 12188965"/>
              <a:gd name="connsiteY11758" fmla="*/ 1020202 h 2053176"/>
              <a:gd name="connsiteX11759" fmla="*/ 11454081 w 12188965"/>
              <a:gd name="connsiteY11759" fmla="*/ 1007315 h 2053176"/>
              <a:gd name="connsiteX11760" fmla="*/ 11389875 w 12188965"/>
              <a:gd name="connsiteY11760" fmla="*/ 1007315 h 2053176"/>
              <a:gd name="connsiteX11761" fmla="*/ 11402763 w 12188965"/>
              <a:gd name="connsiteY11761" fmla="*/ 1020202 h 2053176"/>
              <a:gd name="connsiteX11762" fmla="*/ 11389875 w 12188965"/>
              <a:gd name="connsiteY11762" fmla="*/ 1033089 h 2053176"/>
              <a:gd name="connsiteX11763" fmla="*/ 11376989 w 12188965"/>
              <a:gd name="connsiteY11763" fmla="*/ 1020202 h 2053176"/>
              <a:gd name="connsiteX11764" fmla="*/ 11389875 w 12188965"/>
              <a:gd name="connsiteY11764" fmla="*/ 1007315 h 2053176"/>
              <a:gd name="connsiteX11765" fmla="*/ 10747708 w 12188965"/>
              <a:gd name="connsiteY11765" fmla="*/ 1007315 h 2053176"/>
              <a:gd name="connsiteX11766" fmla="*/ 10760593 w 12188965"/>
              <a:gd name="connsiteY11766" fmla="*/ 1020202 h 2053176"/>
              <a:gd name="connsiteX11767" fmla="*/ 10747708 w 12188965"/>
              <a:gd name="connsiteY11767" fmla="*/ 1033089 h 2053176"/>
              <a:gd name="connsiteX11768" fmla="*/ 10734820 w 12188965"/>
              <a:gd name="connsiteY11768" fmla="*/ 1020202 h 2053176"/>
              <a:gd name="connsiteX11769" fmla="*/ 10747708 w 12188965"/>
              <a:gd name="connsiteY11769" fmla="*/ 1007315 h 2053176"/>
              <a:gd name="connsiteX11770" fmla="*/ 10490885 w 12188965"/>
              <a:gd name="connsiteY11770" fmla="*/ 1007315 h 2053176"/>
              <a:gd name="connsiteX11771" fmla="*/ 10503773 w 12188965"/>
              <a:gd name="connsiteY11771" fmla="*/ 1020202 h 2053176"/>
              <a:gd name="connsiteX11772" fmla="*/ 10490885 w 12188965"/>
              <a:gd name="connsiteY11772" fmla="*/ 1033089 h 2053176"/>
              <a:gd name="connsiteX11773" fmla="*/ 10477997 w 12188965"/>
              <a:gd name="connsiteY11773" fmla="*/ 1020202 h 2053176"/>
              <a:gd name="connsiteX11774" fmla="*/ 10490885 w 12188965"/>
              <a:gd name="connsiteY11774" fmla="*/ 1007315 h 2053176"/>
              <a:gd name="connsiteX11775" fmla="*/ 10298270 w 12188965"/>
              <a:gd name="connsiteY11775" fmla="*/ 1007315 h 2053176"/>
              <a:gd name="connsiteX11776" fmla="*/ 10311158 w 12188965"/>
              <a:gd name="connsiteY11776" fmla="*/ 1020202 h 2053176"/>
              <a:gd name="connsiteX11777" fmla="*/ 10298270 w 12188965"/>
              <a:gd name="connsiteY11777" fmla="*/ 1033089 h 2053176"/>
              <a:gd name="connsiteX11778" fmla="*/ 10285382 w 12188965"/>
              <a:gd name="connsiteY11778" fmla="*/ 1020202 h 2053176"/>
              <a:gd name="connsiteX11779" fmla="*/ 10298270 w 12188965"/>
              <a:gd name="connsiteY11779" fmla="*/ 1007315 h 2053176"/>
              <a:gd name="connsiteX11780" fmla="*/ 9527689 w 12188965"/>
              <a:gd name="connsiteY11780" fmla="*/ 1007315 h 2053176"/>
              <a:gd name="connsiteX11781" fmla="*/ 9540577 w 12188965"/>
              <a:gd name="connsiteY11781" fmla="*/ 1020202 h 2053176"/>
              <a:gd name="connsiteX11782" fmla="*/ 9527689 w 12188965"/>
              <a:gd name="connsiteY11782" fmla="*/ 1033089 h 2053176"/>
              <a:gd name="connsiteX11783" fmla="*/ 9514804 w 12188965"/>
              <a:gd name="connsiteY11783" fmla="*/ 1020202 h 2053176"/>
              <a:gd name="connsiteX11784" fmla="*/ 9527689 w 12188965"/>
              <a:gd name="connsiteY11784" fmla="*/ 1007315 h 2053176"/>
              <a:gd name="connsiteX11785" fmla="*/ 8692906 w 12188965"/>
              <a:gd name="connsiteY11785" fmla="*/ 1007315 h 2053176"/>
              <a:gd name="connsiteX11786" fmla="*/ 8705792 w 12188965"/>
              <a:gd name="connsiteY11786" fmla="*/ 1020202 h 2053176"/>
              <a:gd name="connsiteX11787" fmla="*/ 8692906 w 12188965"/>
              <a:gd name="connsiteY11787" fmla="*/ 1033089 h 2053176"/>
              <a:gd name="connsiteX11788" fmla="*/ 8680018 w 12188965"/>
              <a:gd name="connsiteY11788" fmla="*/ 1020202 h 2053176"/>
              <a:gd name="connsiteX11789" fmla="*/ 8692906 w 12188965"/>
              <a:gd name="connsiteY11789" fmla="*/ 1007315 h 2053176"/>
              <a:gd name="connsiteX11790" fmla="*/ 7087658 w 12188965"/>
              <a:gd name="connsiteY11790" fmla="*/ 1007315 h 2053176"/>
              <a:gd name="connsiteX11791" fmla="*/ 7100544 w 12188965"/>
              <a:gd name="connsiteY11791" fmla="*/ 1020202 h 2053176"/>
              <a:gd name="connsiteX11792" fmla="*/ 7087658 w 12188965"/>
              <a:gd name="connsiteY11792" fmla="*/ 1033089 h 2053176"/>
              <a:gd name="connsiteX11793" fmla="*/ 7074770 w 12188965"/>
              <a:gd name="connsiteY11793" fmla="*/ 1020202 h 2053176"/>
              <a:gd name="connsiteX11794" fmla="*/ 7087658 w 12188965"/>
              <a:gd name="connsiteY11794" fmla="*/ 1007315 h 2053176"/>
              <a:gd name="connsiteX11795" fmla="*/ 6702427 w 12188965"/>
              <a:gd name="connsiteY11795" fmla="*/ 1007315 h 2053176"/>
              <a:gd name="connsiteX11796" fmla="*/ 6715312 w 12188965"/>
              <a:gd name="connsiteY11796" fmla="*/ 1020202 h 2053176"/>
              <a:gd name="connsiteX11797" fmla="*/ 6702427 w 12188965"/>
              <a:gd name="connsiteY11797" fmla="*/ 1033089 h 2053176"/>
              <a:gd name="connsiteX11798" fmla="*/ 6689539 w 12188965"/>
              <a:gd name="connsiteY11798" fmla="*/ 1020202 h 2053176"/>
              <a:gd name="connsiteX11799" fmla="*/ 6702427 w 12188965"/>
              <a:gd name="connsiteY11799" fmla="*/ 1007315 h 2053176"/>
              <a:gd name="connsiteX11800" fmla="*/ 6638220 w 12188965"/>
              <a:gd name="connsiteY11800" fmla="*/ 1007315 h 2053176"/>
              <a:gd name="connsiteX11801" fmla="*/ 6651108 w 12188965"/>
              <a:gd name="connsiteY11801" fmla="*/ 1020202 h 2053176"/>
              <a:gd name="connsiteX11802" fmla="*/ 6638220 w 12188965"/>
              <a:gd name="connsiteY11802" fmla="*/ 1033089 h 2053176"/>
              <a:gd name="connsiteX11803" fmla="*/ 6625335 w 12188965"/>
              <a:gd name="connsiteY11803" fmla="*/ 1020202 h 2053176"/>
              <a:gd name="connsiteX11804" fmla="*/ 6638220 w 12188965"/>
              <a:gd name="connsiteY11804" fmla="*/ 1007315 h 2053176"/>
              <a:gd name="connsiteX11805" fmla="*/ 6064505 w 12188965"/>
              <a:gd name="connsiteY11805" fmla="*/ 1007315 h 2053176"/>
              <a:gd name="connsiteX11806" fmla="*/ 6077390 w 12188965"/>
              <a:gd name="connsiteY11806" fmla="*/ 1020202 h 2053176"/>
              <a:gd name="connsiteX11807" fmla="*/ 6064505 w 12188965"/>
              <a:gd name="connsiteY11807" fmla="*/ 1033089 h 2053176"/>
              <a:gd name="connsiteX11808" fmla="*/ 6051617 w 12188965"/>
              <a:gd name="connsiteY11808" fmla="*/ 1020202 h 2053176"/>
              <a:gd name="connsiteX11809" fmla="*/ 6064505 w 12188965"/>
              <a:gd name="connsiteY11809" fmla="*/ 1007315 h 2053176"/>
              <a:gd name="connsiteX11810" fmla="*/ 5936092 w 12188965"/>
              <a:gd name="connsiteY11810" fmla="*/ 1007315 h 2053176"/>
              <a:gd name="connsiteX11811" fmla="*/ 5948981 w 12188965"/>
              <a:gd name="connsiteY11811" fmla="*/ 1020202 h 2053176"/>
              <a:gd name="connsiteX11812" fmla="*/ 5936092 w 12188965"/>
              <a:gd name="connsiteY11812" fmla="*/ 1033089 h 2053176"/>
              <a:gd name="connsiteX11813" fmla="*/ 5923204 w 12188965"/>
              <a:gd name="connsiteY11813" fmla="*/ 1020202 h 2053176"/>
              <a:gd name="connsiteX11814" fmla="*/ 5936092 w 12188965"/>
              <a:gd name="connsiteY11814" fmla="*/ 1007315 h 2053176"/>
              <a:gd name="connsiteX11815" fmla="*/ 5743477 w 12188965"/>
              <a:gd name="connsiteY11815" fmla="*/ 1007315 h 2053176"/>
              <a:gd name="connsiteX11816" fmla="*/ 5756364 w 12188965"/>
              <a:gd name="connsiteY11816" fmla="*/ 1020202 h 2053176"/>
              <a:gd name="connsiteX11817" fmla="*/ 5743477 w 12188965"/>
              <a:gd name="connsiteY11817" fmla="*/ 1033089 h 2053176"/>
              <a:gd name="connsiteX11818" fmla="*/ 5730590 w 12188965"/>
              <a:gd name="connsiteY11818" fmla="*/ 1020202 h 2053176"/>
              <a:gd name="connsiteX11819" fmla="*/ 5743477 w 12188965"/>
              <a:gd name="connsiteY11819" fmla="*/ 1007315 h 2053176"/>
              <a:gd name="connsiteX11820" fmla="*/ 5679272 w 12188965"/>
              <a:gd name="connsiteY11820" fmla="*/ 1007315 h 2053176"/>
              <a:gd name="connsiteX11821" fmla="*/ 5692160 w 12188965"/>
              <a:gd name="connsiteY11821" fmla="*/ 1020202 h 2053176"/>
              <a:gd name="connsiteX11822" fmla="*/ 5679272 w 12188965"/>
              <a:gd name="connsiteY11822" fmla="*/ 1033089 h 2053176"/>
              <a:gd name="connsiteX11823" fmla="*/ 5666385 w 12188965"/>
              <a:gd name="connsiteY11823" fmla="*/ 1020202 h 2053176"/>
              <a:gd name="connsiteX11824" fmla="*/ 5679272 w 12188965"/>
              <a:gd name="connsiteY11824" fmla="*/ 1007315 h 2053176"/>
              <a:gd name="connsiteX11825" fmla="*/ 5037104 w 12188965"/>
              <a:gd name="connsiteY11825" fmla="*/ 1007315 h 2053176"/>
              <a:gd name="connsiteX11826" fmla="*/ 5049991 w 12188965"/>
              <a:gd name="connsiteY11826" fmla="*/ 1020202 h 2053176"/>
              <a:gd name="connsiteX11827" fmla="*/ 5037104 w 12188965"/>
              <a:gd name="connsiteY11827" fmla="*/ 1033089 h 2053176"/>
              <a:gd name="connsiteX11828" fmla="*/ 5024216 w 12188965"/>
              <a:gd name="connsiteY11828" fmla="*/ 1020202 h 2053176"/>
              <a:gd name="connsiteX11829" fmla="*/ 5037104 w 12188965"/>
              <a:gd name="connsiteY11829" fmla="*/ 1007315 h 2053176"/>
              <a:gd name="connsiteX11830" fmla="*/ 4780282 w 12188965"/>
              <a:gd name="connsiteY11830" fmla="*/ 1007315 h 2053176"/>
              <a:gd name="connsiteX11831" fmla="*/ 4793170 w 12188965"/>
              <a:gd name="connsiteY11831" fmla="*/ 1020202 h 2053176"/>
              <a:gd name="connsiteX11832" fmla="*/ 4780282 w 12188965"/>
              <a:gd name="connsiteY11832" fmla="*/ 1033089 h 2053176"/>
              <a:gd name="connsiteX11833" fmla="*/ 4767394 w 12188965"/>
              <a:gd name="connsiteY11833" fmla="*/ 1020202 h 2053176"/>
              <a:gd name="connsiteX11834" fmla="*/ 4780282 w 12188965"/>
              <a:gd name="connsiteY11834" fmla="*/ 1007315 h 2053176"/>
              <a:gd name="connsiteX11835" fmla="*/ 4587666 w 12188965"/>
              <a:gd name="connsiteY11835" fmla="*/ 1007315 h 2053176"/>
              <a:gd name="connsiteX11836" fmla="*/ 4600553 w 12188965"/>
              <a:gd name="connsiteY11836" fmla="*/ 1020202 h 2053176"/>
              <a:gd name="connsiteX11837" fmla="*/ 4587666 w 12188965"/>
              <a:gd name="connsiteY11837" fmla="*/ 1033089 h 2053176"/>
              <a:gd name="connsiteX11838" fmla="*/ 4574778 w 12188965"/>
              <a:gd name="connsiteY11838" fmla="*/ 1020202 h 2053176"/>
              <a:gd name="connsiteX11839" fmla="*/ 4587666 w 12188965"/>
              <a:gd name="connsiteY11839" fmla="*/ 1007315 h 2053176"/>
              <a:gd name="connsiteX11840" fmla="*/ 3817086 w 12188965"/>
              <a:gd name="connsiteY11840" fmla="*/ 1007315 h 2053176"/>
              <a:gd name="connsiteX11841" fmla="*/ 3829973 w 12188965"/>
              <a:gd name="connsiteY11841" fmla="*/ 1020202 h 2053176"/>
              <a:gd name="connsiteX11842" fmla="*/ 3817086 w 12188965"/>
              <a:gd name="connsiteY11842" fmla="*/ 1033089 h 2053176"/>
              <a:gd name="connsiteX11843" fmla="*/ 3804199 w 12188965"/>
              <a:gd name="connsiteY11843" fmla="*/ 1020202 h 2053176"/>
              <a:gd name="connsiteX11844" fmla="*/ 3817086 w 12188965"/>
              <a:gd name="connsiteY11844" fmla="*/ 1007315 h 2053176"/>
              <a:gd name="connsiteX11845" fmla="*/ 2982301 w 12188965"/>
              <a:gd name="connsiteY11845" fmla="*/ 1007315 h 2053176"/>
              <a:gd name="connsiteX11846" fmla="*/ 2995190 w 12188965"/>
              <a:gd name="connsiteY11846" fmla="*/ 1020202 h 2053176"/>
              <a:gd name="connsiteX11847" fmla="*/ 2982301 w 12188965"/>
              <a:gd name="connsiteY11847" fmla="*/ 1033089 h 2053176"/>
              <a:gd name="connsiteX11848" fmla="*/ 2969414 w 12188965"/>
              <a:gd name="connsiteY11848" fmla="*/ 1020202 h 2053176"/>
              <a:gd name="connsiteX11849" fmla="*/ 2982301 w 12188965"/>
              <a:gd name="connsiteY11849" fmla="*/ 1007315 h 2053176"/>
              <a:gd name="connsiteX11850" fmla="*/ 1377055 w 12188965"/>
              <a:gd name="connsiteY11850" fmla="*/ 1007315 h 2053176"/>
              <a:gd name="connsiteX11851" fmla="*/ 1389941 w 12188965"/>
              <a:gd name="connsiteY11851" fmla="*/ 1020202 h 2053176"/>
              <a:gd name="connsiteX11852" fmla="*/ 1377055 w 12188965"/>
              <a:gd name="connsiteY11852" fmla="*/ 1033089 h 2053176"/>
              <a:gd name="connsiteX11853" fmla="*/ 1364167 w 12188965"/>
              <a:gd name="connsiteY11853" fmla="*/ 1020202 h 2053176"/>
              <a:gd name="connsiteX11854" fmla="*/ 1377055 w 12188965"/>
              <a:gd name="connsiteY11854" fmla="*/ 1007315 h 2053176"/>
              <a:gd name="connsiteX11855" fmla="*/ 991824 w 12188965"/>
              <a:gd name="connsiteY11855" fmla="*/ 1007315 h 2053176"/>
              <a:gd name="connsiteX11856" fmla="*/ 1004709 w 12188965"/>
              <a:gd name="connsiteY11856" fmla="*/ 1020202 h 2053176"/>
              <a:gd name="connsiteX11857" fmla="*/ 991824 w 12188965"/>
              <a:gd name="connsiteY11857" fmla="*/ 1033089 h 2053176"/>
              <a:gd name="connsiteX11858" fmla="*/ 978935 w 12188965"/>
              <a:gd name="connsiteY11858" fmla="*/ 1020202 h 2053176"/>
              <a:gd name="connsiteX11859" fmla="*/ 991824 w 12188965"/>
              <a:gd name="connsiteY11859" fmla="*/ 1007315 h 2053176"/>
              <a:gd name="connsiteX11860" fmla="*/ 927616 w 12188965"/>
              <a:gd name="connsiteY11860" fmla="*/ 1007315 h 2053176"/>
              <a:gd name="connsiteX11861" fmla="*/ 940503 w 12188965"/>
              <a:gd name="connsiteY11861" fmla="*/ 1020202 h 2053176"/>
              <a:gd name="connsiteX11862" fmla="*/ 927616 w 12188965"/>
              <a:gd name="connsiteY11862" fmla="*/ 1033089 h 2053176"/>
              <a:gd name="connsiteX11863" fmla="*/ 914731 w 12188965"/>
              <a:gd name="connsiteY11863" fmla="*/ 1020202 h 2053176"/>
              <a:gd name="connsiteX11864" fmla="*/ 927616 w 12188965"/>
              <a:gd name="connsiteY11864" fmla="*/ 1007315 h 2053176"/>
              <a:gd name="connsiteX11865" fmla="*/ 346686 w 12188965"/>
              <a:gd name="connsiteY11865" fmla="*/ 1007315 h 2053176"/>
              <a:gd name="connsiteX11866" fmla="*/ 359572 w 12188965"/>
              <a:gd name="connsiteY11866" fmla="*/ 1020202 h 2053176"/>
              <a:gd name="connsiteX11867" fmla="*/ 346686 w 12188965"/>
              <a:gd name="connsiteY11867" fmla="*/ 1033089 h 2053176"/>
              <a:gd name="connsiteX11868" fmla="*/ 333799 w 12188965"/>
              <a:gd name="connsiteY11868" fmla="*/ 1020202 h 2053176"/>
              <a:gd name="connsiteX11869" fmla="*/ 346686 w 12188965"/>
              <a:gd name="connsiteY11869" fmla="*/ 1007315 h 2053176"/>
              <a:gd name="connsiteX11870" fmla="*/ 218274 w 12188965"/>
              <a:gd name="connsiteY11870" fmla="*/ 1007315 h 2053176"/>
              <a:gd name="connsiteX11871" fmla="*/ 231162 w 12188965"/>
              <a:gd name="connsiteY11871" fmla="*/ 1020202 h 2053176"/>
              <a:gd name="connsiteX11872" fmla="*/ 218274 w 12188965"/>
              <a:gd name="connsiteY11872" fmla="*/ 1033089 h 2053176"/>
              <a:gd name="connsiteX11873" fmla="*/ 205386 w 12188965"/>
              <a:gd name="connsiteY11873" fmla="*/ 1020202 h 2053176"/>
              <a:gd name="connsiteX11874" fmla="*/ 218274 w 12188965"/>
              <a:gd name="connsiteY11874" fmla="*/ 1007315 h 2053176"/>
              <a:gd name="connsiteX11875" fmla="*/ 25659 w 12188965"/>
              <a:gd name="connsiteY11875" fmla="*/ 1007315 h 2053176"/>
              <a:gd name="connsiteX11876" fmla="*/ 38547 w 12188965"/>
              <a:gd name="connsiteY11876" fmla="*/ 1020202 h 2053176"/>
              <a:gd name="connsiteX11877" fmla="*/ 25659 w 12188965"/>
              <a:gd name="connsiteY11877" fmla="*/ 1033089 h 2053176"/>
              <a:gd name="connsiteX11878" fmla="*/ 12771 w 12188965"/>
              <a:gd name="connsiteY11878" fmla="*/ 1020202 h 2053176"/>
              <a:gd name="connsiteX11879" fmla="*/ 25659 w 12188965"/>
              <a:gd name="connsiteY11879" fmla="*/ 1007315 h 2053176"/>
              <a:gd name="connsiteX11880" fmla="*/ 11970691 w 12188965"/>
              <a:gd name="connsiteY11880" fmla="*/ 994543 h 2053176"/>
              <a:gd name="connsiteX11881" fmla="*/ 11996349 w 12188965"/>
              <a:gd name="connsiteY11881" fmla="*/ 1020202 h 2053176"/>
              <a:gd name="connsiteX11882" fmla="*/ 11970691 w 12188965"/>
              <a:gd name="connsiteY11882" fmla="*/ 1045862 h 2053176"/>
              <a:gd name="connsiteX11883" fmla="*/ 11945033 w 12188965"/>
              <a:gd name="connsiteY11883" fmla="*/ 1020202 h 2053176"/>
              <a:gd name="connsiteX11884" fmla="*/ 11970691 w 12188965"/>
              <a:gd name="connsiteY11884" fmla="*/ 994543 h 2053176"/>
              <a:gd name="connsiteX11885" fmla="*/ 11842279 w 12188965"/>
              <a:gd name="connsiteY11885" fmla="*/ 994543 h 2053176"/>
              <a:gd name="connsiteX11886" fmla="*/ 11867941 w 12188965"/>
              <a:gd name="connsiteY11886" fmla="*/ 1020202 h 2053176"/>
              <a:gd name="connsiteX11887" fmla="*/ 11842279 w 12188965"/>
              <a:gd name="connsiteY11887" fmla="*/ 1045862 h 2053176"/>
              <a:gd name="connsiteX11888" fmla="*/ 11816621 w 12188965"/>
              <a:gd name="connsiteY11888" fmla="*/ 1020202 h 2053176"/>
              <a:gd name="connsiteX11889" fmla="*/ 11842279 w 12188965"/>
              <a:gd name="connsiteY11889" fmla="*/ 994543 h 2053176"/>
              <a:gd name="connsiteX11890" fmla="*/ 11325670 w 12188965"/>
              <a:gd name="connsiteY11890" fmla="*/ 994543 h 2053176"/>
              <a:gd name="connsiteX11891" fmla="*/ 11351329 w 12188965"/>
              <a:gd name="connsiteY11891" fmla="*/ 1020202 h 2053176"/>
              <a:gd name="connsiteX11892" fmla="*/ 11325670 w 12188965"/>
              <a:gd name="connsiteY11892" fmla="*/ 1045862 h 2053176"/>
              <a:gd name="connsiteX11893" fmla="*/ 11300012 w 12188965"/>
              <a:gd name="connsiteY11893" fmla="*/ 1020202 h 2053176"/>
              <a:gd name="connsiteX11894" fmla="*/ 11325670 w 12188965"/>
              <a:gd name="connsiteY11894" fmla="*/ 994543 h 2053176"/>
              <a:gd name="connsiteX11895" fmla="*/ 11197259 w 12188965"/>
              <a:gd name="connsiteY11895" fmla="*/ 994543 h 2053176"/>
              <a:gd name="connsiteX11896" fmla="*/ 11222917 w 12188965"/>
              <a:gd name="connsiteY11896" fmla="*/ 1020202 h 2053176"/>
              <a:gd name="connsiteX11897" fmla="*/ 11197259 w 12188965"/>
              <a:gd name="connsiteY11897" fmla="*/ 1045862 h 2053176"/>
              <a:gd name="connsiteX11898" fmla="*/ 11171601 w 12188965"/>
              <a:gd name="connsiteY11898" fmla="*/ 1020202 h 2053176"/>
              <a:gd name="connsiteX11899" fmla="*/ 11197259 w 12188965"/>
              <a:gd name="connsiteY11899" fmla="*/ 994543 h 2053176"/>
              <a:gd name="connsiteX11900" fmla="*/ 11133055 w 12188965"/>
              <a:gd name="connsiteY11900" fmla="*/ 994543 h 2053176"/>
              <a:gd name="connsiteX11901" fmla="*/ 11158713 w 12188965"/>
              <a:gd name="connsiteY11901" fmla="*/ 1020202 h 2053176"/>
              <a:gd name="connsiteX11902" fmla="*/ 11133055 w 12188965"/>
              <a:gd name="connsiteY11902" fmla="*/ 1045862 h 2053176"/>
              <a:gd name="connsiteX11903" fmla="*/ 11107396 w 12188965"/>
              <a:gd name="connsiteY11903" fmla="*/ 1020202 h 2053176"/>
              <a:gd name="connsiteX11904" fmla="*/ 11133055 w 12188965"/>
              <a:gd name="connsiteY11904" fmla="*/ 994543 h 2053176"/>
              <a:gd name="connsiteX11905" fmla="*/ 10940321 w 12188965"/>
              <a:gd name="connsiteY11905" fmla="*/ 994543 h 2053176"/>
              <a:gd name="connsiteX11906" fmla="*/ 10965982 w 12188965"/>
              <a:gd name="connsiteY11906" fmla="*/ 1020202 h 2053176"/>
              <a:gd name="connsiteX11907" fmla="*/ 10940321 w 12188965"/>
              <a:gd name="connsiteY11907" fmla="*/ 1045862 h 2053176"/>
              <a:gd name="connsiteX11908" fmla="*/ 10914663 w 12188965"/>
              <a:gd name="connsiteY11908" fmla="*/ 1020202 h 2053176"/>
              <a:gd name="connsiteX11909" fmla="*/ 10940321 w 12188965"/>
              <a:gd name="connsiteY11909" fmla="*/ 994543 h 2053176"/>
              <a:gd name="connsiteX11910" fmla="*/ 10683501 w 12188965"/>
              <a:gd name="connsiteY11910" fmla="*/ 994543 h 2053176"/>
              <a:gd name="connsiteX11911" fmla="*/ 10709159 w 12188965"/>
              <a:gd name="connsiteY11911" fmla="*/ 1020202 h 2053176"/>
              <a:gd name="connsiteX11912" fmla="*/ 10683501 w 12188965"/>
              <a:gd name="connsiteY11912" fmla="*/ 1045862 h 2053176"/>
              <a:gd name="connsiteX11913" fmla="*/ 10657843 w 12188965"/>
              <a:gd name="connsiteY11913" fmla="*/ 1020202 h 2053176"/>
              <a:gd name="connsiteX11914" fmla="*/ 10683501 w 12188965"/>
              <a:gd name="connsiteY11914" fmla="*/ 994543 h 2053176"/>
              <a:gd name="connsiteX11915" fmla="*/ 10619297 w 12188965"/>
              <a:gd name="connsiteY11915" fmla="*/ 994543 h 2053176"/>
              <a:gd name="connsiteX11916" fmla="*/ 10644955 w 12188965"/>
              <a:gd name="connsiteY11916" fmla="*/ 1020202 h 2053176"/>
              <a:gd name="connsiteX11917" fmla="*/ 10619297 w 12188965"/>
              <a:gd name="connsiteY11917" fmla="*/ 1045862 h 2053176"/>
              <a:gd name="connsiteX11918" fmla="*/ 10593639 w 12188965"/>
              <a:gd name="connsiteY11918" fmla="*/ 1020202 h 2053176"/>
              <a:gd name="connsiteX11919" fmla="*/ 10619297 w 12188965"/>
              <a:gd name="connsiteY11919" fmla="*/ 994543 h 2053176"/>
              <a:gd name="connsiteX11920" fmla="*/ 10555092 w 12188965"/>
              <a:gd name="connsiteY11920" fmla="*/ 994543 h 2053176"/>
              <a:gd name="connsiteX11921" fmla="*/ 10580751 w 12188965"/>
              <a:gd name="connsiteY11921" fmla="*/ 1020202 h 2053176"/>
              <a:gd name="connsiteX11922" fmla="*/ 10555092 w 12188965"/>
              <a:gd name="connsiteY11922" fmla="*/ 1045862 h 2053176"/>
              <a:gd name="connsiteX11923" fmla="*/ 10529432 w 12188965"/>
              <a:gd name="connsiteY11923" fmla="*/ 1020202 h 2053176"/>
              <a:gd name="connsiteX11924" fmla="*/ 10555092 w 12188965"/>
              <a:gd name="connsiteY11924" fmla="*/ 994543 h 2053176"/>
              <a:gd name="connsiteX11925" fmla="*/ 10362474 w 12188965"/>
              <a:gd name="connsiteY11925" fmla="*/ 994543 h 2053176"/>
              <a:gd name="connsiteX11926" fmla="*/ 10388135 w 12188965"/>
              <a:gd name="connsiteY11926" fmla="*/ 1020202 h 2053176"/>
              <a:gd name="connsiteX11927" fmla="*/ 10362474 w 12188965"/>
              <a:gd name="connsiteY11927" fmla="*/ 1045862 h 2053176"/>
              <a:gd name="connsiteX11928" fmla="*/ 10336816 w 12188965"/>
              <a:gd name="connsiteY11928" fmla="*/ 1020202 h 2053176"/>
              <a:gd name="connsiteX11929" fmla="*/ 10362474 w 12188965"/>
              <a:gd name="connsiteY11929" fmla="*/ 994543 h 2053176"/>
              <a:gd name="connsiteX11930" fmla="*/ 10234065 w 12188965"/>
              <a:gd name="connsiteY11930" fmla="*/ 994543 h 2053176"/>
              <a:gd name="connsiteX11931" fmla="*/ 10259723 w 12188965"/>
              <a:gd name="connsiteY11931" fmla="*/ 1020202 h 2053176"/>
              <a:gd name="connsiteX11932" fmla="*/ 10234065 w 12188965"/>
              <a:gd name="connsiteY11932" fmla="*/ 1045862 h 2053176"/>
              <a:gd name="connsiteX11933" fmla="*/ 10208404 w 12188965"/>
              <a:gd name="connsiteY11933" fmla="*/ 1020202 h 2053176"/>
              <a:gd name="connsiteX11934" fmla="*/ 10234065 w 12188965"/>
              <a:gd name="connsiteY11934" fmla="*/ 994543 h 2053176"/>
              <a:gd name="connsiteX11935" fmla="*/ 10105654 w 12188965"/>
              <a:gd name="connsiteY11935" fmla="*/ 994543 h 2053176"/>
              <a:gd name="connsiteX11936" fmla="*/ 10131312 w 12188965"/>
              <a:gd name="connsiteY11936" fmla="*/ 1020202 h 2053176"/>
              <a:gd name="connsiteX11937" fmla="*/ 10105654 w 12188965"/>
              <a:gd name="connsiteY11937" fmla="*/ 1045862 h 2053176"/>
              <a:gd name="connsiteX11938" fmla="*/ 10079996 w 12188965"/>
              <a:gd name="connsiteY11938" fmla="*/ 1020202 h 2053176"/>
              <a:gd name="connsiteX11939" fmla="*/ 10105654 w 12188965"/>
              <a:gd name="connsiteY11939" fmla="*/ 994543 h 2053176"/>
              <a:gd name="connsiteX11940" fmla="*/ 9720307 w 12188965"/>
              <a:gd name="connsiteY11940" fmla="*/ 994543 h 2053176"/>
              <a:gd name="connsiteX11941" fmla="*/ 9745965 w 12188965"/>
              <a:gd name="connsiteY11941" fmla="*/ 1020202 h 2053176"/>
              <a:gd name="connsiteX11942" fmla="*/ 9720307 w 12188965"/>
              <a:gd name="connsiteY11942" fmla="*/ 1045862 h 2053176"/>
              <a:gd name="connsiteX11943" fmla="*/ 9694646 w 12188965"/>
              <a:gd name="connsiteY11943" fmla="*/ 1020202 h 2053176"/>
              <a:gd name="connsiteX11944" fmla="*/ 9720307 w 12188965"/>
              <a:gd name="connsiteY11944" fmla="*/ 994543 h 2053176"/>
              <a:gd name="connsiteX11945" fmla="*/ 9463485 w 12188965"/>
              <a:gd name="connsiteY11945" fmla="*/ 994543 h 2053176"/>
              <a:gd name="connsiteX11946" fmla="*/ 9489143 w 12188965"/>
              <a:gd name="connsiteY11946" fmla="*/ 1020202 h 2053176"/>
              <a:gd name="connsiteX11947" fmla="*/ 9463485 w 12188965"/>
              <a:gd name="connsiteY11947" fmla="*/ 1045862 h 2053176"/>
              <a:gd name="connsiteX11948" fmla="*/ 9437826 w 12188965"/>
              <a:gd name="connsiteY11948" fmla="*/ 1020202 h 2053176"/>
              <a:gd name="connsiteX11949" fmla="*/ 9463485 w 12188965"/>
              <a:gd name="connsiteY11949" fmla="*/ 994543 h 2053176"/>
              <a:gd name="connsiteX11950" fmla="*/ 9078253 w 12188965"/>
              <a:gd name="connsiteY11950" fmla="*/ 994543 h 2053176"/>
              <a:gd name="connsiteX11951" fmla="*/ 9103911 w 12188965"/>
              <a:gd name="connsiteY11951" fmla="*/ 1020202 h 2053176"/>
              <a:gd name="connsiteX11952" fmla="*/ 9078253 w 12188965"/>
              <a:gd name="connsiteY11952" fmla="*/ 1045862 h 2053176"/>
              <a:gd name="connsiteX11953" fmla="*/ 9052595 w 12188965"/>
              <a:gd name="connsiteY11953" fmla="*/ 1020202 h 2053176"/>
              <a:gd name="connsiteX11954" fmla="*/ 9078253 w 12188965"/>
              <a:gd name="connsiteY11954" fmla="*/ 994543 h 2053176"/>
              <a:gd name="connsiteX11955" fmla="*/ 8564495 w 12188965"/>
              <a:gd name="connsiteY11955" fmla="*/ 994543 h 2053176"/>
              <a:gd name="connsiteX11956" fmla="*/ 8590153 w 12188965"/>
              <a:gd name="connsiteY11956" fmla="*/ 1020202 h 2053176"/>
              <a:gd name="connsiteX11957" fmla="*/ 8564495 w 12188965"/>
              <a:gd name="connsiteY11957" fmla="*/ 1045862 h 2053176"/>
              <a:gd name="connsiteX11958" fmla="*/ 8538837 w 12188965"/>
              <a:gd name="connsiteY11958" fmla="*/ 1020202 h 2053176"/>
              <a:gd name="connsiteX11959" fmla="*/ 8564495 w 12188965"/>
              <a:gd name="connsiteY11959" fmla="*/ 994543 h 2053176"/>
              <a:gd name="connsiteX11960" fmla="*/ 8050852 w 12188965"/>
              <a:gd name="connsiteY11960" fmla="*/ 994543 h 2053176"/>
              <a:gd name="connsiteX11961" fmla="*/ 8076510 w 12188965"/>
              <a:gd name="connsiteY11961" fmla="*/ 1020202 h 2053176"/>
              <a:gd name="connsiteX11962" fmla="*/ 8050852 w 12188965"/>
              <a:gd name="connsiteY11962" fmla="*/ 1045862 h 2053176"/>
              <a:gd name="connsiteX11963" fmla="*/ 8025194 w 12188965"/>
              <a:gd name="connsiteY11963" fmla="*/ 1020202 h 2053176"/>
              <a:gd name="connsiteX11964" fmla="*/ 8050852 w 12188965"/>
              <a:gd name="connsiteY11964" fmla="*/ 994543 h 2053176"/>
              <a:gd name="connsiteX11965" fmla="*/ 7986648 w 12188965"/>
              <a:gd name="connsiteY11965" fmla="*/ 994543 h 2053176"/>
              <a:gd name="connsiteX11966" fmla="*/ 8012306 w 12188965"/>
              <a:gd name="connsiteY11966" fmla="*/ 1020202 h 2053176"/>
              <a:gd name="connsiteX11967" fmla="*/ 7986648 w 12188965"/>
              <a:gd name="connsiteY11967" fmla="*/ 1045862 h 2053176"/>
              <a:gd name="connsiteX11968" fmla="*/ 7960990 w 12188965"/>
              <a:gd name="connsiteY11968" fmla="*/ 1020202 h 2053176"/>
              <a:gd name="connsiteX11969" fmla="*/ 7986648 w 12188965"/>
              <a:gd name="connsiteY11969" fmla="*/ 994543 h 2053176"/>
              <a:gd name="connsiteX11970" fmla="*/ 7858237 w 12188965"/>
              <a:gd name="connsiteY11970" fmla="*/ 994543 h 2053176"/>
              <a:gd name="connsiteX11971" fmla="*/ 7883895 w 12188965"/>
              <a:gd name="connsiteY11971" fmla="*/ 1020202 h 2053176"/>
              <a:gd name="connsiteX11972" fmla="*/ 7858237 w 12188965"/>
              <a:gd name="connsiteY11972" fmla="*/ 1045862 h 2053176"/>
              <a:gd name="connsiteX11973" fmla="*/ 7832578 w 12188965"/>
              <a:gd name="connsiteY11973" fmla="*/ 1020202 h 2053176"/>
              <a:gd name="connsiteX11974" fmla="*/ 7858237 w 12188965"/>
              <a:gd name="connsiteY11974" fmla="*/ 994543 h 2053176"/>
              <a:gd name="connsiteX11975" fmla="*/ 7794032 w 12188965"/>
              <a:gd name="connsiteY11975" fmla="*/ 994543 h 2053176"/>
              <a:gd name="connsiteX11976" fmla="*/ 7819690 w 12188965"/>
              <a:gd name="connsiteY11976" fmla="*/ 1020202 h 2053176"/>
              <a:gd name="connsiteX11977" fmla="*/ 7794032 w 12188965"/>
              <a:gd name="connsiteY11977" fmla="*/ 1045862 h 2053176"/>
              <a:gd name="connsiteX11978" fmla="*/ 7768371 w 12188965"/>
              <a:gd name="connsiteY11978" fmla="*/ 1020202 h 2053176"/>
              <a:gd name="connsiteX11979" fmla="*/ 7794032 w 12188965"/>
              <a:gd name="connsiteY11979" fmla="*/ 994543 h 2053176"/>
              <a:gd name="connsiteX11980" fmla="*/ 7729825 w 12188965"/>
              <a:gd name="connsiteY11980" fmla="*/ 994543 h 2053176"/>
              <a:gd name="connsiteX11981" fmla="*/ 7755486 w 12188965"/>
              <a:gd name="connsiteY11981" fmla="*/ 1020202 h 2053176"/>
              <a:gd name="connsiteX11982" fmla="*/ 7729825 w 12188965"/>
              <a:gd name="connsiteY11982" fmla="*/ 1045862 h 2053176"/>
              <a:gd name="connsiteX11983" fmla="*/ 7704167 w 12188965"/>
              <a:gd name="connsiteY11983" fmla="*/ 1020202 h 2053176"/>
              <a:gd name="connsiteX11984" fmla="*/ 7729825 w 12188965"/>
              <a:gd name="connsiteY11984" fmla="*/ 994543 h 2053176"/>
              <a:gd name="connsiteX11985" fmla="*/ 7665621 w 12188965"/>
              <a:gd name="connsiteY11985" fmla="*/ 994543 h 2053176"/>
              <a:gd name="connsiteX11986" fmla="*/ 7691279 w 12188965"/>
              <a:gd name="connsiteY11986" fmla="*/ 1020202 h 2053176"/>
              <a:gd name="connsiteX11987" fmla="*/ 7665621 w 12188965"/>
              <a:gd name="connsiteY11987" fmla="*/ 1045862 h 2053176"/>
              <a:gd name="connsiteX11988" fmla="*/ 7639963 w 12188965"/>
              <a:gd name="connsiteY11988" fmla="*/ 1020202 h 2053176"/>
              <a:gd name="connsiteX11989" fmla="*/ 7665621 w 12188965"/>
              <a:gd name="connsiteY11989" fmla="*/ 994543 h 2053176"/>
              <a:gd name="connsiteX11990" fmla="*/ 7601299 w 12188965"/>
              <a:gd name="connsiteY11990" fmla="*/ 994543 h 2053176"/>
              <a:gd name="connsiteX11991" fmla="*/ 7626959 w 12188965"/>
              <a:gd name="connsiteY11991" fmla="*/ 1020202 h 2053176"/>
              <a:gd name="connsiteX11992" fmla="*/ 7601299 w 12188965"/>
              <a:gd name="connsiteY11992" fmla="*/ 1045862 h 2053176"/>
              <a:gd name="connsiteX11993" fmla="*/ 7575640 w 12188965"/>
              <a:gd name="connsiteY11993" fmla="*/ 1020202 h 2053176"/>
              <a:gd name="connsiteX11994" fmla="*/ 7601299 w 12188965"/>
              <a:gd name="connsiteY11994" fmla="*/ 994543 h 2053176"/>
              <a:gd name="connsiteX11995" fmla="*/ 7537094 w 12188965"/>
              <a:gd name="connsiteY11995" fmla="*/ 994543 h 2053176"/>
              <a:gd name="connsiteX11996" fmla="*/ 7562752 w 12188965"/>
              <a:gd name="connsiteY11996" fmla="*/ 1020202 h 2053176"/>
              <a:gd name="connsiteX11997" fmla="*/ 7537094 w 12188965"/>
              <a:gd name="connsiteY11997" fmla="*/ 1045862 h 2053176"/>
              <a:gd name="connsiteX11998" fmla="*/ 7511436 w 12188965"/>
              <a:gd name="connsiteY11998" fmla="*/ 1020202 h 2053176"/>
              <a:gd name="connsiteX11999" fmla="*/ 7537094 w 12188965"/>
              <a:gd name="connsiteY11999" fmla="*/ 994543 h 2053176"/>
              <a:gd name="connsiteX12000" fmla="*/ 7472890 w 12188965"/>
              <a:gd name="connsiteY12000" fmla="*/ 994543 h 2053176"/>
              <a:gd name="connsiteX12001" fmla="*/ 7498548 w 12188965"/>
              <a:gd name="connsiteY12001" fmla="*/ 1020202 h 2053176"/>
              <a:gd name="connsiteX12002" fmla="*/ 7472890 w 12188965"/>
              <a:gd name="connsiteY12002" fmla="*/ 1045862 h 2053176"/>
              <a:gd name="connsiteX12003" fmla="*/ 7447229 w 12188965"/>
              <a:gd name="connsiteY12003" fmla="*/ 1020202 h 2053176"/>
              <a:gd name="connsiteX12004" fmla="*/ 7472890 w 12188965"/>
              <a:gd name="connsiteY12004" fmla="*/ 994543 h 2053176"/>
              <a:gd name="connsiteX12005" fmla="*/ 7216067 w 12188965"/>
              <a:gd name="connsiteY12005" fmla="*/ 994543 h 2053176"/>
              <a:gd name="connsiteX12006" fmla="*/ 7241725 w 12188965"/>
              <a:gd name="connsiteY12006" fmla="*/ 1020202 h 2053176"/>
              <a:gd name="connsiteX12007" fmla="*/ 7216067 w 12188965"/>
              <a:gd name="connsiteY12007" fmla="*/ 1045862 h 2053176"/>
              <a:gd name="connsiteX12008" fmla="*/ 7190409 w 12188965"/>
              <a:gd name="connsiteY12008" fmla="*/ 1020202 h 2053176"/>
              <a:gd name="connsiteX12009" fmla="*/ 7216067 w 12188965"/>
              <a:gd name="connsiteY12009" fmla="*/ 994543 h 2053176"/>
              <a:gd name="connsiteX12010" fmla="*/ 7151863 w 12188965"/>
              <a:gd name="connsiteY12010" fmla="*/ 994543 h 2053176"/>
              <a:gd name="connsiteX12011" fmla="*/ 7177521 w 12188965"/>
              <a:gd name="connsiteY12011" fmla="*/ 1020202 h 2053176"/>
              <a:gd name="connsiteX12012" fmla="*/ 7151863 w 12188965"/>
              <a:gd name="connsiteY12012" fmla="*/ 1045862 h 2053176"/>
              <a:gd name="connsiteX12013" fmla="*/ 7126205 w 12188965"/>
              <a:gd name="connsiteY12013" fmla="*/ 1020202 h 2053176"/>
              <a:gd name="connsiteX12014" fmla="*/ 7151863 w 12188965"/>
              <a:gd name="connsiteY12014" fmla="*/ 994543 h 2053176"/>
              <a:gd name="connsiteX12015" fmla="*/ 6895043 w 12188965"/>
              <a:gd name="connsiteY12015" fmla="*/ 994543 h 2053176"/>
              <a:gd name="connsiteX12016" fmla="*/ 6920701 w 12188965"/>
              <a:gd name="connsiteY12016" fmla="*/ 1020202 h 2053176"/>
              <a:gd name="connsiteX12017" fmla="*/ 6895043 w 12188965"/>
              <a:gd name="connsiteY12017" fmla="*/ 1045862 h 2053176"/>
              <a:gd name="connsiteX12018" fmla="*/ 6869382 w 12188965"/>
              <a:gd name="connsiteY12018" fmla="*/ 1020202 h 2053176"/>
              <a:gd name="connsiteX12019" fmla="*/ 6895043 w 12188965"/>
              <a:gd name="connsiteY12019" fmla="*/ 994543 h 2053176"/>
              <a:gd name="connsiteX12020" fmla="*/ 6252873 w 12188965"/>
              <a:gd name="connsiteY12020" fmla="*/ 994543 h 2053176"/>
              <a:gd name="connsiteX12021" fmla="*/ 6278532 w 12188965"/>
              <a:gd name="connsiteY12021" fmla="*/ 1020202 h 2053176"/>
              <a:gd name="connsiteX12022" fmla="*/ 6252873 w 12188965"/>
              <a:gd name="connsiteY12022" fmla="*/ 1045862 h 2053176"/>
              <a:gd name="connsiteX12023" fmla="*/ 6227213 w 12188965"/>
              <a:gd name="connsiteY12023" fmla="*/ 1020202 h 2053176"/>
              <a:gd name="connsiteX12024" fmla="*/ 6252873 w 12188965"/>
              <a:gd name="connsiteY12024" fmla="*/ 994543 h 2053176"/>
              <a:gd name="connsiteX12025" fmla="*/ 6124462 w 12188965"/>
              <a:gd name="connsiteY12025" fmla="*/ 994543 h 2053176"/>
              <a:gd name="connsiteX12026" fmla="*/ 6150123 w 12188965"/>
              <a:gd name="connsiteY12026" fmla="*/ 1020202 h 2053176"/>
              <a:gd name="connsiteX12027" fmla="*/ 6124462 w 12188965"/>
              <a:gd name="connsiteY12027" fmla="*/ 1045862 h 2053176"/>
              <a:gd name="connsiteX12028" fmla="*/ 6098804 w 12188965"/>
              <a:gd name="connsiteY12028" fmla="*/ 1020202 h 2053176"/>
              <a:gd name="connsiteX12029" fmla="*/ 6124462 w 12188965"/>
              <a:gd name="connsiteY12029" fmla="*/ 994543 h 2053176"/>
              <a:gd name="connsiteX12030" fmla="*/ 5615066 w 12188965"/>
              <a:gd name="connsiteY12030" fmla="*/ 994543 h 2053176"/>
              <a:gd name="connsiteX12031" fmla="*/ 5640726 w 12188965"/>
              <a:gd name="connsiteY12031" fmla="*/ 1020202 h 2053176"/>
              <a:gd name="connsiteX12032" fmla="*/ 5615066 w 12188965"/>
              <a:gd name="connsiteY12032" fmla="*/ 1045862 h 2053176"/>
              <a:gd name="connsiteX12033" fmla="*/ 5589407 w 12188965"/>
              <a:gd name="connsiteY12033" fmla="*/ 1020202 h 2053176"/>
              <a:gd name="connsiteX12034" fmla="*/ 5615066 w 12188965"/>
              <a:gd name="connsiteY12034" fmla="*/ 994543 h 2053176"/>
              <a:gd name="connsiteX12035" fmla="*/ 5486655 w 12188965"/>
              <a:gd name="connsiteY12035" fmla="*/ 994543 h 2053176"/>
              <a:gd name="connsiteX12036" fmla="*/ 5512316 w 12188965"/>
              <a:gd name="connsiteY12036" fmla="*/ 1020202 h 2053176"/>
              <a:gd name="connsiteX12037" fmla="*/ 5486655 w 12188965"/>
              <a:gd name="connsiteY12037" fmla="*/ 1045862 h 2053176"/>
              <a:gd name="connsiteX12038" fmla="*/ 5460997 w 12188965"/>
              <a:gd name="connsiteY12038" fmla="*/ 1020202 h 2053176"/>
              <a:gd name="connsiteX12039" fmla="*/ 5486655 w 12188965"/>
              <a:gd name="connsiteY12039" fmla="*/ 994543 h 2053176"/>
              <a:gd name="connsiteX12040" fmla="*/ 5422451 w 12188965"/>
              <a:gd name="connsiteY12040" fmla="*/ 994543 h 2053176"/>
              <a:gd name="connsiteX12041" fmla="*/ 5448109 w 12188965"/>
              <a:gd name="connsiteY12041" fmla="*/ 1020202 h 2053176"/>
              <a:gd name="connsiteX12042" fmla="*/ 5422451 w 12188965"/>
              <a:gd name="connsiteY12042" fmla="*/ 1045862 h 2053176"/>
              <a:gd name="connsiteX12043" fmla="*/ 5396791 w 12188965"/>
              <a:gd name="connsiteY12043" fmla="*/ 1020202 h 2053176"/>
              <a:gd name="connsiteX12044" fmla="*/ 5422451 w 12188965"/>
              <a:gd name="connsiteY12044" fmla="*/ 994543 h 2053176"/>
              <a:gd name="connsiteX12045" fmla="*/ 5229719 w 12188965"/>
              <a:gd name="connsiteY12045" fmla="*/ 994543 h 2053176"/>
              <a:gd name="connsiteX12046" fmla="*/ 5255377 w 12188965"/>
              <a:gd name="connsiteY12046" fmla="*/ 1020202 h 2053176"/>
              <a:gd name="connsiteX12047" fmla="*/ 5229719 w 12188965"/>
              <a:gd name="connsiteY12047" fmla="*/ 1045862 h 2053176"/>
              <a:gd name="connsiteX12048" fmla="*/ 5204058 w 12188965"/>
              <a:gd name="connsiteY12048" fmla="*/ 1020202 h 2053176"/>
              <a:gd name="connsiteX12049" fmla="*/ 5229719 w 12188965"/>
              <a:gd name="connsiteY12049" fmla="*/ 994543 h 2053176"/>
              <a:gd name="connsiteX12050" fmla="*/ 4972896 w 12188965"/>
              <a:gd name="connsiteY12050" fmla="*/ 994543 h 2053176"/>
              <a:gd name="connsiteX12051" fmla="*/ 4998557 w 12188965"/>
              <a:gd name="connsiteY12051" fmla="*/ 1020202 h 2053176"/>
              <a:gd name="connsiteX12052" fmla="*/ 4972896 w 12188965"/>
              <a:gd name="connsiteY12052" fmla="*/ 1045862 h 2053176"/>
              <a:gd name="connsiteX12053" fmla="*/ 4947240 w 12188965"/>
              <a:gd name="connsiteY12053" fmla="*/ 1020202 h 2053176"/>
              <a:gd name="connsiteX12054" fmla="*/ 4972896 w 12188965"/>
              <a:gd name="connsiteY12054" fmla="*/ 994543 h 2053176"/>
              <a:gd name="connsiteX12055" fmla="*/ 4908693 w 12188965"/>
              <a:gd name="connsiteY12055" fmla="*/ 994543 h 2053176"/>
              <a:gd name="connsiteX12056" fmla="*/ 4934352 w 12188965"/>
              <a:gd name="connsiteY12056" fmla="*/ 1020202 h 2053176"/>
              <a:gd name="connsiteX12057" fmla="*/ 4908693 w 12188965"/>
              <a:gd name="connsiteY12057" fmla="*/ 1045862 h 2053176"/>
              <a:gd name="connsiteX12058" fmla="*/ 4883033 w 12188965"/>
              <a:gd name="connsiteY12058" fmla="*/ 1020202 h 2053176"/>
              <a:gd name="connsiteX12059" fmla="*/ 4908693 w 12188965"/>
              <a:gd name="connsiteY12059" fmla="*/ 994543 h 2053176"/>
              <a:gd name="connsiteX12060" fmla="*/ 4844487 w 12188965"/>
              <a:gd name="connsiteY12060" fmla="*/ 994543 h 2053176"/>
              <a:gd name="connsiteX12061" fmla="*/ 4870146 w 12188965"/>
              <a:gd name="connsiteY12061" fmla="*/ 1020202 h 2053176"/>
              <a:gd name="connsiteX12062" fmla="*/ 4844487 w 12188965"/>
              <a:gd name="connsiteY12062" fmla="*/ 1045862 h 2053176"/>
              <a:gd name="connsiteX12063" fmla="*/ 4818828 w 12188965"/>
              <a:gd name="connsiteY12063" fmla="*/ 1020202 h 2053176"/>
              <a:gd name="connsiteX12064" fmla="*/ 4844487 w 12188965"/>
              <a:gd name="connsiteY12064" fmla="*/ 994543 h 2053176"/>
              <a:gd name="connsiteX12065" fmla="*/ 4651872 w 12188965"/>
              <a:gd name="connsiteY12065" fmla="*/ 994543 h 2053176"/>
              <a:gd name="connsiteX12066" fmla="*/ 4677531 w 12188965"/>
              <a:gd name="connsiteY12066" fmla="*/ 1020202 h 2053176"/>
              <a:gd name="connsiteX12067" fmla="*/ 4651872 w 12188965"/>
              <a:gd name="connsiteY12067" fmla="*/ 1045862 h 2053176"/>
              <a:gd name="connsiteX12068" fmla="*/ 4626213 w 12188965"/>
              <a:gd name="connsiteY12068" fmla="*/ 1020202 h 2053176"/>
              <a:gd name="connsiteX12069" fmla="*/ 4651872 w 12188965"/>
              <a:gd name="connsiteY12069" fmla="*/ 994543 h 2053176"/>
              <a:gd name="connsiteX12070" fmla="*/ 4523461 w 12188965"/>
              <a:gd name="connsiteY12070" fmla="*/ 994543 h 2053176"/>
              <a:gd name="connsiteX12071" fmla="*/ 4549121 w 12188965"/>
              <a:gd name="connsiteY12071" fmla="*/ 1020202 h 2053176"/>
              <a:gd name="connsiteX12072" fmla="*/ 4523461 w 12188965"/>
              <a:gd name="connsiteY12072" fmla="*/ 1045862 h 2053176"/>
              <a:gd name="connsiteX12073" fmla="*/ 4497802 w 12188965"/>
              <a:gd name="connsiteY12073" fmla="*/ 1020202 h 2053176"/>
              <a:gd name="connsiteX12074" fmla="*/ 4523461 w 12188965"/>
              <a:gd name="connsiteY12074" fmla="*/ 994543 h 2053176"/>
              <a:gd name="connsiteX12075" fmla="*/ 4395050 w 12188965"/>
              <a:gd name="connsiteY12075" fmla="*/ 994543 h 2053176"/>
              <a:gd name="connsiteX12076" fmla="*/ 4420710 w 12188965"/>
              <a:gd name="connsiteY12076" fmla="*/ 1020202 h 2053176"/>
              <a:gd name="connsiteX12077" fmla="*/ 4395050 w 12188965"/>
              <a:gd name="connsiteY12077" fmla="*/ 1045862 h 2053176"/>
              <a:gd name="connsiteX12078" fmla="*/ 4369391 w 12188965"/>
              <a:gd name="connsiteY12078" fmla="*/ 1020202 h 2053176"/>
              <a:gd name="connsiteX12079" fmla="*/ 4395050 w 12188965"/>
              <a:gd name="connsiteY12079" fmla="*/ 994543 h 2053176"/>
              <a:gd name="connsiteX12080" fmla="*/ 4009702 w 12188965"/>
              <a:gd name="connsiteY12080" fmla="*/ 994543 h 2053176"/>
              <a:gd name="connsiteX12081" fmla="*/ 4035362 w 12188965"/>
              <a:gd name="connsiteY12081" fmla="*/ 1020202 h 2053176"/>
              <a:gd name="connsiteX12082" fmla="*/ 4009702 w 12188965"/>
              <a:gd name="connsiteY12082" fmla="*/ 1045862 h 2053176"/>
              <a:gd name="connsiteX12083" fmla="*/ 3984043 w 12188965"/>
              <a:gd name="connsiteY12083" fmla="*/ 1020202 h 2053176"/>
              <a:gd name="connsiteX12084" fmla="*/ 4009702 w 12188965"/>
              <a:gd name="connsiteY12084" fmla="*/ 994543 h 2053176"/>
              <a:gd name="connsiteX12085" fmla="*/ 3752882 w 12188965"/>
              <a:gd name="connsiteY12085" fmla="*/ 994543 h 2053176"/>
              <a:gd name="connsiteX12086" fmla="*/ 3778539 w 12188965"/>
              <a:gd name="connsiteY12086" fmla="*/ 1020202 h 2053176"/>
              <a:gd name="connsiteX12087" fmla="*/ 3752882 w 12188965"/>
              <a:gd name="connsiteY12087" fmla="*/ 1045862 h 2053176"/>
              <a:gd name="connsiteX12088" fmla="*/ 3727221 w 12188965"/>
              <a:gd name="connsiteY12088" fmla="*/ 1020202 h 2053176"/>
              <a:gd name="connsiteX12089" fmla="*/ 3752882 w 12188965"/>
              <a:gd name="connsiteY12089" fmla="*/ 994543 h 2053176"/>
              <a:gd name="connsiteX12090" fmla="*/ 3367649 w 12188965"/>
              <a:gd name="connsiteY12090" fmla="*/ 994543 h 2053176"/>
              <a:gd name="connsiteX12091" fmla="*/ 3393308 w 12188965"/>
              <a:gd name="connsiteY12091" fmla="*/ 1020202 h 2053176"/>
              <a:gd name="connsiteX12092" fmla="*/ 3367649 w 12188965"/>
              <a:gd name="connsiteY12092" fmla="*/ 1045862 h 2053176"/>
              <a:gd name="connsiteX12093" fmla="*/ 3341990 w 12188965"/>
              <a:gd name="connsiteY12093" fmla="*/ 1020202 h 2053176"/>
              <a:gd name="connsiteX12094" fmla="*/ 3367649 w 12188965"/>
              <a:gd name="connsiteY12094" fmla="*/ 994543 h 2053176"/>
              <a:gd name="connsiteX12095" fmla="*/ 2853890 w 12188965"/>
              <a:gd name="connsiteY12095" fmla="*/ 994543 h 2053176"/>
              <a:gd name="connsiteX12096" fmla="*/ 2879550 w 12188965"/>
              <a:gd name="connsiteY12096" fmla="*/ 1020202 h 2053176"/>
              <a:gd name="connsiteX12097" fmla="*/ 2853890 w 12188965"/>
              <a:gd name="connsiteY12097" fmla="*/ 1045862 h 2053176"/>
              <a:gd name="connsiteX12098" fmla="*/ 2828231 w 12188965"/>
              <a:gd name="connsiteY12098" fmla="*/ 1020202 h 2053176"/>
              <a:gd name="connsiteX12099" fmla="*/ 2853890 w 12188965"/>
              <a:gd name="connsiteY12099" fmla="*/ 994543 h 2053176"/>
              <a:gd name="connsiteX12100" fmla="*/ 2340249 w 12188965"/>
              <a:gd name="connsiteY12100" fmla="*/ 994543 h 2053176"/>
              <a:gd name="connsiteX12101" fmla="*/ 2365908 w 12188965"/>
              <a:gd name="connsiteY12101" fmla="*/ 1020202 h 2053176"/>
              <a:gd name="connsiteX12102" fmla="*/ 2340249 w 12188965"/>
              <a:gd name="connsiteY12102" fmla="*/ 1045862 h 2053176"/>
              <a:gd name="connsiteX12103" fmla="*/ 2314590 w 12188965"/>
              <a:gd name="connsiteY12103" fmla="*/ 1020202 h 2053176"/>
              <a:gd name="connsiteX12104" fmla="*/ 2340249 w 12188965"/>
              <a:gd name="connsiteY12104" fmla="*/ 994543 h 2053176"/>
              <a:gd name="connsiteX12105" fmla="*/ 2276044 w 12188965"/>
              <a:gd name="connsiteY12105" fmla="*/ 994543 h 2053176"/>
              <a:gd name="connsiteX12106" fmla="*/ 2301702 w 12188965"/>
              <a:gd name="connsiteY12106" fmla="*/ 1020202 h 2053176"/>
              <a:gd name="connsiteX12107" fmla="*/ 2276044 w 12188965"/>
              <a:gd name="connsiteY12107" fmla="*/ 1045862 h 2053176"/>
              <a:gd name="connsiteX12108" fmla="*/ 2250385 w 12188965"/>
              <a:gd name="connsiteY12108" fmla="*/ 1020202 h 2053176"/>
              <a:gd name="connsiteX12109" fmla="*/ 2276044 w 12188965"/>
              <a:gd name="connsiteY12109" fmla="*/ 994543 h 2053176"/>
              <a:gd name="connsiteX12110" fmla="*/ 2147633 w 12188965"/>
              <a:gd name="connsiteY12110" fmla="*/ 994543 h 2053176"/>
              <a:gd name="connsiteX12111" fmla="*/ 2173293 w 12188965"/>
              <a:gd name="connsiteY12111" fmla="*/ 1020202 h 2053176"/>
              <a:gd name="connsiteX12112" fmla="*/ 2147633 w 12188965"/>
              <a:gd name="connsiteY12112" fmla="*/ 1045862 h 2053176"/>
              <a:gd name="connsiteX12113" fmla="*/ 2121975 w 12188965"/>
              <a:gd name="connsiteY12113" fmla="*/ 1020202 h 2053176"/>
              <a:gd name="connsiteX12114" fmla="*/ 2147633 w 12188965"/>
              <a:gd name="connsiteY12114" fmla="*/ 994543 h 2053176"/>
              <a:gd name="connsiteX12115" fmla="*/ 2083427 w 12188965"/>
              <a:gd name="connsiteY12115" fmla="*/ 994543 h 2053176"/>
              <a:gd name="connsiteX12116" fmla="*/ 2109087 w 12188965"/>
              <a:gd name="connsiteY12116" fmla="*/ 1020202 h 2053176"/>
              <a:gd name="connsiteX12117" fmla="*/ 2083427 w 12188965"/>
              <a:gd name="connsiteY12117" fmla="*/ 1045862 h 2053176"/>
              <a:gd name="connsiteX12118" fmla="*/ 2057768 w 12188965"/>
              <a:gd name="connsiteY12118" fmla="*/ 1020202 h 2053176"/>
              <a:gd name="connsiteX12119" fmla="*/ 2083427 w 12188965"/>
              <a:gd name="connsiteY12119" fmla="*/ 994543 h 2053176"/>
              <a:gd name="connsiteX12120" fmla="*/ 2019222 w 12188965"/>
              <a:gd name="connsiteY12120" fmla="*/ 994543 h 2053176"/>
              <a:gd name="connsiteX12121" fmla="*/ 2044880 w 12188965"/>
              <a:gd name="connsiteY12121" fmla="*/ 1020202 h 2053176"/>
              <a:gd name="connsiteX12122" fmla="*/ 2019222 w 12188965"/>
              <a:gd name="connsiteY12122" fmla="*/ 1045862 h 2053176"/>
              <a:gd name="connsiteX12123" fmla="*/ 1993563 w 12188965"/>
              <a:gd name="connsiteY12123" fmla="*/ 1020202 h 2053176"/>
              <a:gd name="connsiteX12124" fmla="*/ 2019222 w 12188965"/>
              <a:gd name="connsiteY12124" fmla="*/ 994543 h 2053176"/>
              <a:gd name="connsiteX12125" fmla="*/ 1955016 w 12188965"/>
              <a:gd name="connsiteY12125" fmla="*/ 994543 h 2053176"/>
              <a:gd name="connsiteX12126" fmla="*/ 1980676 w 12188965"/>
              <a:gd name="connsiteY12126" fmla="*/ 1020202 h 2053176"/>
              <a:gd name="connsiteX12127" fmla="*/ 1955016 w 12188965"/>
              <a:gd name="connsiteY12127" fmla="*/ 1045862 h 2053176"/>
              <a:gd name="connsiteX12128" fmla="*/ 1929358 w 12188965"/>
              <a:gd name="connsiteY12128" fmla="*/ 1020202 h 2053176"/>
              <a:gd name="connsiteX12129" fmla="*/ 1955016 w 12188965"/>
              <a:gd name="connsiteY12129" fmla="*/ 994543 h 2053176"/>
              <a:gd name="connsiteX12130" fmla="*/ 1890696 w 12188965"/>
              <a:gd name="connsiteY12130" fmla="*/ 994543 h 2053176"/>
              <a:gd name="connsiteX12131" fmla="*/ 1916355 w 12188965"/>
              <a:gd name="connsiteY12131" fmla="*/ 1020202 h 2053176"/>
              <a:gd name="connsiteX12132" fmla="*/ 1890696 w 12188965"/>
              <a:gd name="connsiteY12132" fmla="*/ 1045862 h 2053176"/>
              <a:gd name="connsiteX12133" fmla="*/ 1865037 w 12188965"/>
              <a:gd name="connsiteY12133" fmla="*/ 1020202 h 2053176"/>
              <a:gd name="connsiteX12134" fmla="*/ 1890696 w 12188965"/>
              <a:gd name="connsiteY12134" fmla="*/ 994543 h 2053176"/>
              <a:gd name="connsiteX12135" fmla="*/ 1826490 w 12188965"/>
              <a:gd name="connsiteY12135" fmla="*/ 994543 h 2053176"/>
              <a:gd name="connsiteX12136" fmla="*/ 1852149 w 12188965"/>
              <a:gd name="connsiteY12136" fmla="*/ 1020202 h 2053176"/>
              <a:gd name="connsiteX12137" fmla="*/ 1826490 w 12188965"/>
              <a:gd name="connsiteY12137" fmla="*/ 1045862 h 2053176"/>
              <a:gd name="connsiteX12138" fmla="*/ 1800830 w 12188965"/>
              <a:gd name="connsiteY12138" fmla="*/ 1020202 h 2053176"/>
              <a:gd name="connsiteX12139" fmla="*/ 1826490 w 12188965"/>
              <a:gd name="connsiteY12139" fmla="*/ 994543 h 2053176"/>
              <a:gd name="connsiteX12140" fmla="*/ 1762285 w 12188965"/>
              <a:gd name="connsiteY12140" fmla="*/ 994543 h 2053176"/>
              <a:gd name="connsiteX12141" fmla="*/ 1787944 w 12188965"/>
              <a:gd name="connsiteY12141" fmla="*/ 1020202 h 2053176"/>
              <a:gd name="connsiteX12142" fmla="*/ 1762285 w 12188965"/>
              <a:gd name="connsiteY12142" fmla="*/ 1045862 h 2053176"/>
              <a:gd name="connsiteX12143" fmla="*/ 1736626 w 12188965"/>
              <a:gd name="connsiteY12143" fmla="*/ 1020202 h 2053176"/>
              <a:gd name="connsiteX12144" fmla="*/ 1762285 w 12188965"/>
              <a:gd name="connsiteY12144" fmla="*/ 994543 h 2053176"/>
              <a:gd name="connsiteX12145" fmla="*/ 1505464 w 12188965"/>
              <a:gd name="connsiteY12145" fmla="*/ 994543 h 2053176"/>
              <a:gd name="connsiteX12146" fmla="*/ 1531123 w 12188965"/>
              <a:gd name="connsiteY12146" fmla="*/ 1020202 h 2053176"/>
              <a:gd name="connsiteX12147" fmla="*/ 1505464 w 12188965"/>
              <a:gd name="connsiteY12147" fmla="*/ 1045862 h 2053176"/>
              <a:gd name="connsiteX12148" fmla="*/ 1479806 w 12188965"/>
              <a:gd name="connsiteY12148" fmla="*/ 1020202 h 2053176"/>
              <a:gd name="connsiteX12149" fmla="*/ 1505464 w 12188965"/>
              <a:gd name="connsiteY12149" fmla="*/ 994543 h 2053176"/>
              <a:gd name="connsiteX12150" fmla="*/ 1441258 w 12188965"/>
              <a:gd name="connsiteY12150" fmla="*/ 994543 h 2053176"/>
              <a:gd name="connsiteX12151" fmla="*/ 1466917 w 12188965"/>
              <a:gd name="connsiteY12151" fmla="*/ 1020202 h 2053176"/>
              <a:gd name="connsiteX12152" fmla="*/ 1441258 w 12188965"/>
              <a:gd name="connsiteY12152" fmla="*/ 1045862 h 2053176"/>
              <a:gd name="connsiteX12153" fmla="*/ 1415599 w 12188965"/>
              <a:gd name="connsiteY12153" fmla="*/ 1020202 h 2053176"/>
              <a:gd name="connsiteX12154" fmla="*/ 1441258 w 12188965"/>
              <a:gd name="connsiteY12154" fmla="*/ 994543 h 2053176"/>
              <a:gd name="connsiteX12155" fmla="*/ 1184437 w 12188965"/>
              <a:gd name="connsiteY12155" fmla="*/ 994543 h 2053176"/>
              <a:gd name="connsiteX12156" fmla="*/ 1210096 w 12188965"/>
              <a:gd name="connsiteY12156" fmla="*/ 1020202 h 2053176"/>
              <a:gd name="connsiteX12157" fmla="*/ 1184437 w 12188965"/>
              <a:gd name="connsiteY12157" fmla="*/ 1045862 h 2053176"/>
              <a:gd name="connsiteX12158" fmla="*/ 1158780 w 12188965"/>
              <a:gd name="connsiteY12158" fmla="*/ 1020202 h 2053176"/>
              <a:gd name="connsiteX12159" fmla="*/ 1184437 w 12188965"/>
              <a:gd name="connsiteY12159" fmla="*/ 994543 h 2053176"/>
              <a:gd name="connsiteX12160" fmla="*/ 542268 w 12188965"/>
              <a:gd name="connsiteY12160" fmla="*/ 994543 h 2053176"/>
              <a:gd name="connsiteX12161" fmla="*/ 567927 w 12188965"/>
              <a:gd name="connsiteY12161" fmla="*/ 1020202 h 2053176"/>
              <a:gd name="connsiteX12162" fmla="*/ 542268 w 12188965"/>
              <a:gd name="connsiteY12162" fmla="*/ 1045862 h 2053176"/>
              <a:gd name="connsiteX12163" fmla="*/ 516610 w 12188965"/>
              <a:gd name="connsiteY12163" fmla="*/ 1020202 h 2053176"/>
              <a:gd name="connsiteX12164" fmla="*/ 542268 w 12188965"/>
              <a:gd name="connsiteY12164" fmla="*/ 994543 h 2053176"/>
              <a:gd name="connsiteX12165" fmla="*/ 413858 w 12188965"/>
              <a:gd name="connsiteY12165" fmla="*/ 994543 h 2053176"/>
              <a:gd name="connsiteX12166" fmla="*/ 439517 w 12188965"/>
              <a:gd name="connsiteY12166" fmla="*/ 1020202 h 2053176"/>
              <a:gd name="connsiteX12167" fmla="*/ 413858 w 12188965"/>
              <a:gd name="connsiteY12167" fmla="*/ 1045862 h 2053176"/>
              <a:gd name="connsiteX12168" fmla="*/ 388200 w 12188965"/>
              <a:gd name="connsiteY12168" fmla="*/ 1020202 h 2053176"/>
              <a:gd name="connsiteX12169" fmla="*/ 413858 w 12188965"/>
              <a:gd name="connsiteY12169" fmla="*/ 994543 h 2053176"/>
              <a:gd name="connsiteX12170" fmla="*/ 11775107 w 12188965"/>
              <a:gd name="connsiteY12170" fmla="*/ 940091 h 2053176"/>
              <a:gd name="connsiteX12171" fmla="*/ 11787995 w 12188965"/>
              <a:gd name="connsiteY12171" fmla="*/ 952979 h 2053176"/>
              <a:gd name="connsiteX12172" fmla="*/ 11775107 w 12188965"/>
              <a:gd name="connsiteY12172" fmla="*/ 965866 h 2053176"/>
              <a:gd name="connsiteX12173" fmla="*/ 11762221 w 12188965"/>
              <a:gd name="connsiteY12173" fmla="*/ 952979 h 2053176"/>
              <a:gd name="connsiteX12174" fmla="*/ 11775107 w 12188965"/>
              <a:gd name="connsiteY12174" fmla="*/ 940091 h 2053176"/>
              <a:gd name="connsiteX12175" fmla="*/ 11454081 w 12188965"/>
              <a:gd name="connsiteY12175" fmla="*/ 940091 h 2053176"/>
              <a:gd name="connsiteX12176" fmla="*/ 11466969 w 12188965"/>
              <a:gd name="connsiteY12176" fmla="*/ 952979 h 2053176"/>
              <a:gd name="connsiteX12177" fmla="*/ 11454081 w 12188965"/>
              <a:gd name="connsiteY12177" fmla="*/ 965866 h 2053176"/>
              <a:gd name="connsiteX12178" fmla="*/ 11441194 w 12188965"/>
              <a:gd name="connsiteY12178" fmla="*/ 952979 h 2053176"/>
              <a:gd name="connsiteX12179" fmla="*/ 11454081 w 12188965"/>
              <a:gd name="connsiteY12179" fmla="*/ 940091 h 2053176"/>
              <a:gd name="connsiteX12180" fmla="*/ 11133055 w 12188965"/>
              <a:gd name="connsiteY12180" fmla="*/ 940091 h 2053176"/>
              <a:gd name="connsiteX12181" fmla="*/ 11145943 w 12188965"/>
              <a:gd name="connsiteY12181" fmla="*/ 952979 h 2053176"/>
              <a:gd name="connsiteX12182" fmla="*/ 11133055 w 12188965"/>
              <a:gd name="connsiteY12182" fmla="*/ 965866 h 2053176"/>
              <a:gd name="connsiteX12183" fmla="*/ 11120167 w 12188965"/>
              <a:gd name="connsiteY12183" fmla="*/ 952979 h 2053176"/>
              <a:gd name="connsiteX12184" fmla="*/ 11133055 w 12188965"/>
              <a:gd name="connsiteY12184" fmla="*/ 940091 h 2053176"/>
              <a:gd name="connsiteX12185" fmla="*/ 10940324 w 12188965"/>
              <a:gd name="connsiteY12185" fmla="*/ 940091 h 2053176"/>
              <a:gd name="connsiteX12186" fmla="*/ 10953209 w 12188965"/>
              <a:gd name="connsiteY12186" fmla="*/ 952979 h 2053176"/>
              <a:gd name="connsiteX12187" fmla="*/ 10940324 w 12188965"/>
              <a:gd name="connsiteY12187" fmla="*/ 965866 h 2053176"/>
              <a:gd name="connsiteX12188" fmla="*/ 10927436 w 12188965"/>
              <a:gd name="connsiteY12188" fmla="*/ 952979 h 2053176"/>
              <a:gd name="connsiteX12189" fmla="*/ 10940324 w 12188965"/>
              <a:gd name="connsiteY12189" fmla="*/ 940091 h 2053176"/>
              <a:gd name="connsiteX12190" fmla="*/ 10747708 w 12188965"/>
              <a:gd name="connsiteY12190" fmla="*/ 940091 h 2053176"/>
              <a:gd name="connsiteX12191" fmla="*/ 10760593 w 12188965"/>
              <a:gd name="connsiteY12191" fmla="*/ 952979 h 2053176"/>
              <a:gd name="connsiteX12192" fmla="*/ 10747708 w 12188965"/>
              <a:gd name="connsiteY12192" fmla="*/ 965866 h 2053176"/>
              <a:gd name="connsiteX12193" fmla="*/ 10734820 w 12188965"/>
              <a:gd name="connsiteY12193" fmla="*/ 952979 h 2053176"/>
              <a:gd name="connsiteX12194" fmla="*/ 10747708 w 12188965"/>
              <a:gd name="connsiteY12194" fmla="*/ 940091 h 2053176"/>
              <a:gd name="connsiteX12195" fmla="*/ 10298270 w 12188965"/>
              <a:gd name="connsiteY12195" fmla="*/ 940091 h 2053176"/>
              <a:gd name="connsiteX12196" fmla="*/ 10311158 w 12188965"/>
              <a:gd name="connsiteY12196" fmla="*/ 952979 h 2053176"/>
              <a:gd name="connsiteX12197" fmla="*/ 10298270 w 12188965"/>
              <a:gd name="connsiteY12197" fmla="*/ 965866 h 2053176"/>
              <a:gd name="connsiteX12198" fmla="*/ 10285382 w 12188965"/>
              <a:gd name="connsiteY12198" fmla="*/ 952979 h 2053176"/>
              <a:gd name="connsiteX12199" fmla="*/ 10298270 w 12188965"/>
              <a:gd name="connsiteY12199" fmla="*/ 940091 h 2053176"/>
              <a:gd name="connsiteX12200" fmla="*/ 9720307 w 12188965"/>
              <a:gd name="connsiteY12200" fmla="*/ 940091 h 2053176"/>
              <a:gd name="connsiteX12201" fmla="*/ 9733193 w 12188965"/>
              <a:gd name="connsiteY12201" fmla="*/ 952979 h 2053176"/>
              <a:gd name="connsiteX12202" fmla="*/ 9720307 w 12188965"/>
              <a:gd name="connsiteY12202" fmla="*/ 965866 h 2053176"/>
              <a:gd name="connsiteX12203" fmla="*/ 9707419 w 12188965"/>
              <a:gd name="connsiteY12203" fmla="*/ 952979 h 2053176"/>
              <a:gd name="connsiteX12204" fmla="*/ 9720307 w 12188965"/>
              <a:gd name="connsiteY12204" fmla="*/ 940091 h 2053176"/>
              <a:gd name="connsiteX12205" fmla="*/ 9527689 w 12188965"/>
              <a:gd name="connsiteY12205" fmla="*/ 940091 h 2053176"/>
              <a:gd name="connsiteX12206" fmla="*/ 9540577 w 12188965"/>
              <a:gd name="connsiteY12206" fmla="*/ 952979 h 2053176"/>
              <a:gd name="connsiteX12207" fmla="*/ 9527689 w 12188965"/>
              <a:gd name="connsiteY12207" fmla="*/ 965866 h 2053176"/>
              <a:gd name="connsiteX12208" fmla="*/ 9514804 w 12188965"/>
              <a:gd name="connsiteY12208" fmla="*/ 952979 h 2053176"/>
              <a:gd name="connsiteX12209" fmla="*/ 9527689 w 12188965"/>
              <a:gd name="connsiteY12209" fmla="*/ 940091 h 2053176"/>
              <a:gd name="connsiteX12210" fmla="*/ 9463485 w 12188965"/>
              <a:gd name="connsiteY12210" fmla="*/ 940091 h 2053176"/>
              <a:gd name="connsiteX12211" fmla="*/ 9476373 w 12188965"/>
              <a:gd name="connsiteY12211" fmla="*/ 952979 h 2053176"/>
              <a:gd name="connsiteX12212" fmla="*/ 9463485 w 12188965"/>
              <a:gd name="connsiteY12212" fmla="*/ 965866 h 2053176"/>
              <a:gd name="connsiteX12213" fmla="*/ 9450597 w 12188965"/>
              <a:gd name="connsiteY12213" fmla="*/ 952979 h 2053176"/>
              <a:gd name="connsiteX12214" fmla="*/ 9463485 w 12188965"/>
              <a:gd name="connsiteY12214" fmla="*/ 940091 h 2053176"/>
              <a:gd name="connsiteX12215" fmla="*/ 8692906 w 12188965"/>
              <a:gd name="connsiteY12215" fmla="*/ 940091 h 2053176"/>
              <a:gd name="connsiteX12216" fmla="*/ 8705792 w 12188965"/>
              <a:gd name="connsiteY12216" fmla="*/ 952979 h 2053176"/>
              <a:gd name="connsiteX12217" fmla="*/ 8692906 w 12188965"/>
              <a:gd name="connsiteY12217" fmla="*/ 965866 h 2053176"/>
              <a:gd name="connsiteX12218" fmla="*/ 8680018 w 12188965"/>
              <a:gd name="connsiteY12218" fmla="*/ 952979 h 2053176"/>
              <a:gd name="connsiteX12219" fmla="*/ 8692906 w 12188965"/>
              <a:gd name="connsiteY12219" fmla="*/ 940091 h 2053176"/>
              <a:gd name="connsiteX12220" fmla="*/ 7216067 w 12188965"/>
              <a:gd name="connsiteY12220" fmla="*/ 940091 h 2053176"/>
              <a:gd name="connsiteX12221" fmla="*/ 7228955 w 12188965"/>
              <a:gd name="connsiteY12221" fmla="*/ 952979 h 2053176"/>
              <a:gd name="connsiteX12222" fmla="*/ 7216067 w 12188965"/>
              <a:gd name="connsiteY12222" fmla="*/ 965866 h 2053176"/>
              <a:gd name="connsiteX12223" fmla="*/ 7203179 w 12188965"/>
              <a:gd name="connsiteY12223" fmla="*/ 952979 h 2053176"/>
              <a:gd name="connsiteX12224" fmla="*/ 7216067 w 12188965"/>
              <a:gd name="connsiteY12224" fmla="*/ 940091 h 2053176"/>
              <a:gd name="connsiteX12225" fmla="*/ 7087658 w 12188965"/>
              <a:gd name="connsiteY12225" fmla="*/ 940091 h 2053176"/>
              <a:gd name="connsiteX12226" fmla="*/ 7100544 w 12188965"/>
              <a:gd name="connsiteY12226" fmla="*/ 952979 h 2053176"/>
              <a:gd name="connsiteX12227" fmla="*/ 7087658 w 12188965"/>
              <a:gd name="connsiteY12227" fmla="*/ 965866 h 2053176"/>
              <a:gd name="connsiteX12228" fmla="*/ 7074770 w 12188965"/>
              <a:gd name="connsiteY12228" fmla="*/ 952979 h 2053176"/>
              <a:gd name="connsiteX12229" fmla="*/ 7087658 w 12188965"/>
              <a:gd name="connsiteY12229" fmla="*/ 940091 h 2053176"/>
              <a:gd name="connsiteX12230" fmla="*/ 6638220 w 12188965"/>
              <a:gd name="connsiteY12230" fmla="*/ 940091 h 2053176"/>
              <a:gd name="connsiteX12231" fmla="*/ 6651108 w 12188965"/>
              <a:gd name="connsiteY12231" fmla="*/ 952979 h 2053176"/>
              <a:gd name="connsiteX12232" fmla="*/ 6638220 w 12188965"/>
              <a:gd name="connsiteY12232" fmla="*/ 965866 h 2053176"/>
              <a:gd name="connsiteX12233" fmla="*/ 6625335 w 12188965"/>
              <a:gd name="connsiteY12233" fmla="*/ 952979 h 2053176"/>
              <a:gd name="connsiteX12234" fmla="*/ 6638220 w 12188965"/>
              <a:gd name="connsiteY12234" fmla="*/ 940091 h 2053176"/>
              <a:gd name="connsiteX12235" fmla="*/ 6064505 w 12188965"/>
              <a:gd name="connsiteY12235" fmla="*/ 940091 h 2053176"/>
              <a:gd name="connsiteX12236" fmla="*/ 6077390 w 12188965"/>
              <a:gd name="connsiteY12236" fmla="*/ 952979 h 2053176"/>
              <a:gd name="connsiteX12237" fmla="*/ 6064505 w 12188965"/>
              <a:gd name="connsiteY12237" fmla="*/ 965866 h 2053176"/>
              <a:gd name="connsiteX12238" fmla="*/ 6051617 w 12188965"/>
              <a:gd name="connsiteY12238" fmla="*/ 952979 h 2053176"/>
              <a:gd name="connsiteX12239" fmla="*/ 6064505 w 12188965"/>
              <a:gd name="connsiteY12239" fmla="*/ 940091 h 2053176"/>
              <a:gd name="connsiteX12240" fmla="*/ 5743477 w 12188965"/>
              <a:gd name="connsiteY12240" fmla="*/ 940091 h 2053176"/>
              <a:gd name="connsiteX12241" fmla="*/ 5756364 w 12188965"/>
              <a:gd name="connsiteY12241" fmla="*/ 952979 h 2053176"/>
              <a:gd name="connsiteX12242" fmla="*/ 5743477 w 12188965"/>
              <a:gd name="connsiteY12242" fmla="*/ 965866 h 2053176"/>
              <a:gd name="connsiteX12243" fmla="*/ 5730590 w 12188965"/>
              <a:gd name="connsiteY12243" fmla="*/ 952979 h 2053176"/>
              <a:gd name="connsiteX12244" fmla="*/ 5743477 w 12188965"/>
              <a:gd name="connsiteY12244" fmla="*/ 940091 h 2053176"/>
              <a:gd name="connsiteX12245" fmla="*/ 5422451 w 12188965"/>
              <a:gd name="connsiteY12245" fmla="*/ 940091 h 2053176"/>
              <a:gd name="connsiteX12246" fmla="*/ 5435339 w 12188965"/>
              <a:gd name="connsiteY12246" fmla="*/ 952979 h 2053176"/>
              <a:gd name="connsiteX12247" fmla="*/ 5422451 w 12188965"/>
              <a:gd name="connsiteY12247" fmla="*/ 965866 h 2053176"/>
              <a:gd name="connsiteX12248" fmla="*/ 5409564 w 12188965"/>
              <a:gd name="connsiteY12248" fmla="*/ 952979 h 2053176"/>
              <a:gd name="connsiteX12249" fmla="*/ 5422451 w 12188965"/>
              <a:gd name="connsiteY12249" fmla="*/ 940091 h 2053176"/>
              <a:gd name="connsiteX12250" fmla="*/ 5229719 w 12188965"/>
              <a:gd name="connsiteY12250" fmla="*/ 940091 h 2053176"/>
              <a:gd name="connsiteX12251" fmla="*/ 5242606 w 12188965"/>
              <a:gd name="connsiteY12251" fmla="*/ 952979 h 2053176"/>
              <a:gd name="connsiteX12252" fmla="*/ 5229719 w 12188965"/>
              <a:gd name="connsiteY12252" fmla="*/ 965866 h 2053176"/>
              <a:gd name="connsiteX12253" fmla="*/ 5216831 w 12188965"/>
              <a:gd name="connsiteY12253" fmla="*/ 952979 h 2053176"/>
              <a:gd name="connsiteX12254" fmla="*/ 5229719 w 12188965"/>
              <a:gd name="connsiteY12254" fmla="*/ 940091 h 2053176"/>
              <a:gd name="connsiteX12255" fmla="*/ 5037104 w 12188965"/>
              <a:gd name="connsiteY12255" fmla="*/ 940091 h 2053176"/>
              <a:gd name="connsiteX12256" fmla="*/ 5049991 w 12188965"/>
              <a:gd name="connsiteY12256" fmla="*/ 952979 h 2053176"/>
              <a:gd name="connsiteX12257" fmla="*/ 5037104 w 12188965"/>
              <a:gd name="connsiteY12257" fmla="*/ 965866 h 2053176"/>
              <a:gd name="connsiteX12258" fmla="*/ 5024216 w 12188965"/>
              <a:gd name="connsiteY12258" fmla="*/ 952979 h 2053176"/>
              <a:gd name="connsiteX12259" fmla="*/ 5037104 w 12188965"/>
              <a:gd name="connsiteY12259" fmla="*/ 940091 h 2053176"/>
              <a:gd name="connsiteX12260" fmla="*/ 4587666 w 12188965"/>
              <a:gd name="connsiteY12260" fmla="*/ 940091 h 2053176"/>
              <a:gd name="connsiteX12261" fmla="*/ 4600553 w 12188965"/>
              <a:gd name="connsiteY12261" fmla="*/ 952979 h 2053176"/>
              <a:gd name="connsiteX12262" fmla="*/ 4587666 w 12188965"/>
              <a:gd name="connsiteY12262" fmla="*/ 965866 h 2053176"/>
              <a:gd name="connsiteX12263" fmla="*/ 4574778 w 12188965"/>
              <a:gd name="connsiteY12263" fmla="*/ 952979 h 2053176"/>
              <a:gd name="connsiteX12264" fmla="*/ 4587666 w 12188965"/>
              <a:gd name="connsiteY12264" fmla="*/ 940091 h 2053176"/>
              <a:gd name="connsiteX12265" fmla="*/ 4009702 w 12188965"/>
              <a:gd name="connsiteY12265" fmla="*/ 940091 h 2053176"/>
              <a:gd name="connsiteX12266" fmla="*/ 4022589 w 12188965"/>
              <a:gd name="connsiteY12266" fmla="*/ 952979 h 2053176"/>
              <a:gd name="connsiteX12267" fmla="*/ 4009702 w 12188965"/>
              <a:gd name="connsiteY12267" fmla="*/ 965866 h 2053176"/>
              <a:gd name="connsiteX12268" fmla="*/ 3996814 w 12188965"/>
              <a:gd name="connsiteY12268" fmla="*/ 952979 h 2053176"/>
              <a:gd name="connsiteX12269" fmla="*/ 4009702 w 12188965"/>
              <a:gd name="connsiteY12269" fmla="*/ 940091 h 2053176"/>
              <a:gd name="connsiteX12270" fmla="*/ 3817086 w 12188965"/>
              <a:gd name="connsiteY12270" fmla="*/ 940091 h 2053176"/>
              <a:gd name="connsiteX12271" fmla="*/ 3829973 w 12188965"/>
              <a:gd name="connsiteY12271" fmla="*/ 952979 h 2053176"/>
              <a:gd name="connsiteX12272" fmla="*/ 3817086 w 12188965"/>
              <a:gd name="connsiteY12272" fmla="*/ 965866 h 2053176"/>
              <a:gd name="connsiteX12273" fmla="*/ 3804199 w 12188965"/>
              <a:gd name="connsiteY12273" fmla="*/ 952979 h 2053176"/>
              <a:gd name="connsiteX12274" fmla="*/ 3817086 w 12188965"/>
              <a:gd name="connsiteY12274" fmla="*/ 940091 h 2053176"/>
              <a:gd name="connsiteX12275" fmla="*/ 3752882 w 12188965"/>
              <a:gd name="connsiteY12275" fmla="*/ 940091 h 2053176"/>
              <a:gd name="connsiteX12276" fmla="*/ 3765770 w 12188965"/>
              <a:gd name="connsiteY12276" fmla="*/ 952979 h 2053176"/>
              <a:gd name="connsiteX12277" fmla="*/ 3752882 w 12188965"/>
              <a:gd name="connsiteY12277" fmla="*/ 965866 h 2053176"/>
              <a:gd name="connsiteX12278" fmla="*/ 3739993 w 12188965"/>
              <a:gd name="connsiteY12278" fmla="*/ 952979 h 2053176"/>
              <a:gd name="connsiteX12279" fmla="*/ 3752882 w 12188965"/>
              <a:gd name="connsiteY12279" fmla="*/ 940091 h 2053176"/>
              <a:gd name="connsiteX12280" fmla="*/ 2982301 w 12188965"/>
              <a:gd name="connsiteY12280" fmla="*/ 940091 h 2053176"/>
              <a:gd name="connsiteX12281" fmla="*/ 2995190 w 12188965"/>
              <a:gd name="connsiteY12281" fmla="*/ 952979 h 2053176"/>
              <a:gd name="connsiteX12282" fmla="*/ 2982301 w 12188965"/>
              <a:gd name="connsiteY12282" fmla="*/ 965866 h 2053176"/>
              <a:gd name="connsiteX12283" fmla="*/ 2969414 w 12188965"/>
              <a:gd name="connsiteY12283" fmla="*/ 952979 h 2053176"/>
              <a:gd name="connsiteX12284" fmla="*/ 2982301 w 12188965"/>
              <a:gd name="connsiteY12284" fmla="*/ 940091 h 2053176"/>
              <a:gd name="connsiteX12285" fmla="*/ 1505464 w 12188965"/>
              <a:gd name="connsiteY12285" fmla="*/ 940091 h 2053176"/>
              <a:gd name="connsiteX12286" fmla="*/ 1518352 w 12188965"/>
              <a:gd name="connsiteY12286" fmla="*/ 952979 h 2053176"/>
              <a:gd name="connsiteX12287" fmla="*/ 1505464 w 12188965"/>
              <a:gd name="connsiteY12287" fmla="*/ 965866 h 2053176"/>
              <a:gd name="connsiteX12288" fmla="*/ 1492577 w 12188965"/>
              <a:gd name="connsiteY12288" fmla="*/ 952979 h 2053176"/>
              <a:gd name="connsiteX12289" fmla="*/ 1505464 w 12188965"/>
              <a:gd name="connsiteY12289" fmla="*/ 940091 h 2053176"/>
              <a:gd name="connsiteX12290" fmla="*/ 1377055 w 12188965"/>
              <a:gd name="connsiteY12290" fmla="*/ 940091 h 2053176"/>
              <a:gd name="connsiteX12291" fmla="*/ 1389941 w 12188965"/>
              <a:gd name="connsiteY12291" fmla="*/ 952979 h 2053176"/>
              <a:gd name="connsiteX12292" fmla="*/ 1377055 w 12188965"/>
              <a:gd name="connsiteY12292" fmla="*/ 965866 h 2053176"/>
              <a:gd name="connsiteX12293" fmla="*/ 1364167 w 12188965"/>
              <a:gd name="connsiteY12293" fmla="*/ 952979 h 2053176"/>
              <a:gd name="connsiteX12294" fmla="*/ 1377055 w 12188965"/>
              <a:gd name="connsiteY12294" fmla="*/ 940091 h 2053176"/>
              <a:gd name="connsiteX12295" fmla="*/ 927616 w 12188965"/>
              <a:gd name="connsiteY12295" fmla="*/ 940091 h 2053176"/>
              <a:gd name="connsiteX12296" fmla="*/ 940503 w 12188965"/>
              <a:gd name="connsiteY12296" fmla="*/ 952979 h 2053176"/>
              <a:gd name="connsiteX12297" fmla="*/ 927616 w 12188965"/>
              <a:gd name="connsiteY12297" fmla="*/ 965866 h 2053176"/>
              <a:gd name="connsiteX12298" fmla="*/ 914731 w 12188965"/>
              <a:gd name="connsiteY12298" fmla="*/ 952979 h 2053176"/>
              <a:gd name="connsiteX12299" fmla="*/ 927616 w 12188965"/>
              <a:gd name="connsiteY12299" fmla="*/ 940091 h 2053176"/>
              <a:gd name="connsiteX12300" fmla="*/ 346686 w 12188965"/>
              <a:gd name="connsiteY12300" fmla="*/ 940091 h 2053176"/>
              <a:gd name="connsiteX12301" fmla="*/ 359572 w 12188965"/>
              <a:gd name="connsiteY12301" fmla="*/ 952979 h 2053176"/>
              <a:gd name="connsiteX12302" fmla="*/ 346686 w 12188965"/>
              <a:gd name="connsiteY12302" fmla="*/ 965866 h 2053176"/>
              <a:gd name="connsiteX12303" fmla="*/ 333799 w 12188965"/>
              <a:gd name="connsiteY12303" fmla="*/ 952979 h 2053176"/>
              <a:gd name="connsiteX12304" fmla="*/ 346686 w 12188965"/>
              <a:gd name="connsiteY12304" fmla="*/ 940091 h 2053176"/>
              <a:gd name="connsiteX12305" fmla="*/ 25659 w 12188965"/>
              <a:gd name="connsiteY12305" fmla="*/ 940091 h 2053176"/>
              <a:gd name="connsiteX12306" fmla="*/ 38547 w 12188965"/>
              <a:gd name="connsiteY12306" fmla="*/ 952979 h 2053176"/>
              <a:gd name="connsiteX12307" fmla="*/ 25659 w 12188965"/>
              <a:gd name="connsiteY12307" fmla="*/ 965866 h 2053176"/>
              <a:gd name="connsiteX12308" fmla="*/ 12771 w 12188965"/>
              <a:gd name="connsiteY12308" fmla="*/ 952979 h 2053176"/>
              <a:gd name="connsiteX12309" fmla="*/ 25659 w 12188965"/>
              <a:gd name="connsiteY12309" fmla="*/ 940091 h 2053176"/>
              <a:gd name="connsiteX12310" fmla="*/ 11970691 w 12188965"/>
              <a:gd name="connsiteY12310" fmla="*/ 927320 h 2053176"/>
              <a:gd name="connsiteX12311" fmla="*/ 11996349 w 12188965"/>
              <a:gd name="connsiteY12311" fmla="*/ 952979 h 2053176"/>
              <a:gd name="connsiteX12312" fmla="*/ 11970691 w 12188965"/>
              <a:gd name="connsiteY12312" fmla="*/ 978637 h 2053176"/>
              <a:gd name="connsiteX12313" fmla="*/ 11945033 w 12188965"/>
              <a:gd name="connsiteY12313" fmla="*/ 952979 h 2053176"/>
              <a:gd name="connsiteX12314" fmla="*/ 11970691 w 12188965"/>
              <a:gd name="connsiteY12314" fmla="*/ 927320 h 2053176"/>
              <a:gd name="connsiteX12315" fmla="*/ 11325670 w 12188965"/>
              <a:gd name="connsiteY12315" fmla="*/ 927320 h 2053176"/>
              <a:gd name="connsiteX12316" fmla="*/ 11351329 w 12188965"/>
              <a:gd name="connsiteY12316" fmla="*/ 952979 h 2053176"/>
              <a:gd name="connsiteX12317" fmla="*/ 11325670 w 12188965"/>
              <a:gd name="connsiteY12317" fmla="*/ 978637 h 2053176"/>
              <a:gd name="connsiteX12318" fmla="*/ 11300012 w 12188965"/>
              <a:gd name="connsiteY12318" fmla="*/ 952979 h 2053176"/>
              <a:gd name="connsiteX12319" fmla="*/ 11325670 w 12188965"/>
              <a:gd name="connsiteY12319" fmla="*/ 927320 h 2053176"/>
              <a:gd name="connsiteX12320" fmla="*/ 11197259 w 12188965"/>
              <a:gd name="connsiteY12320" fmla="*/ 927320 h 2053176"/>
              <a:gd name="connsiteX12321" fmla="*/ 11222917 w 12188965"/>
              <a:gd name="connsiteY12321" fmla="*/ 952979 h 2053176"/>
              <a:gd name="connsiteX12322" fmla="*/ 11197259 w 12188965"/>
              <a:gd name="connsiteY12322" fmla="*/ 978637 h 2053176"/>
              <a:gd name="connsiteX12323" fmla="*/ 11171601 w 12188965"/>
              <a:gd name="connsiteY12323" fmla="*/ 952979 h 2053176"/>
              <a:gd name="connsiteX12324" fmla="*/ 11197259 w 12188965"/>
              <a:gd name="connsiteY12324" fmla="*/ 927320 h 2053176"/>
              <a:gd name="connsiteX12325" fmla="*/ 10683501 w 12188965"/>
              <a:gd name="connsiteY12325" fmla="*/ 927320 h 2053176"/>
              <a:gd name="connsiteX12326" fmla="*/ 10709159 w 12188965"/>
              <a:gd name="connsiteY12326" fmla="*/ 952979 h 2053176"/>
              <a:gd name="connsiteX12327" fmla="*/ 10683501 w 12188965"/>
              <a:gd name="connsiteY12327" fmla="*/ 978637 h 2053176"/>
              <a:gd name="connsiteX12328" fmla="*/ 10657843 w 12188965"/>
              <a:gd name="connsiteY12328" fmla="*/ 952979 h 2053176"/>
              <a:gd name="connsiteX12329" fmla="*/ 10683501 w 12188965"/>
              <a:gd name="connsiteY12329" fmla="*/ 927320 h 2053176"/>
              <a:gd name="connsiteX12330" fmla="*/ 10619297 w 12188965"/>
              <a:gd name="connsiteY12330" fmla="*/ 927320 h 2053176"/>
              <a:gd name="connsiteX12331" fmla="*/ 10644955 w 12188965"/>
              <a:gd name="connsiteY12331" fmla="*/ 952979 h 2053176"/>
              <a:gd name="connsiteX12332" fmla="*/ 10619297 w 12188965"/>
              <a:gd name="connsiteY12332" fmla="*/ 978637 h 2053176"/>
              <a:gd name="connsiteX12333" fmla="*/ 10593639 w 12188965"/>
              <a:gd name="connsiteY12333" fmla="*/ 952979 h 2053176"/>
              <a:gd name="connsiteX12334" fmla="*/ 10619297 w 12188965"/>
              <a:gd name="connsiteY12334" fmla="*/ 927320 h 2053176"/>
              <a:gd name="connsiteX12335" fmla="*/ 10555092 w 12188965"/>
              <a:gd name="connsiteY12335" fmla="*/ 927320 h 2053176"/>
              <a:gd name="connsiteX12336" fmla="*/ 10580751 w 12188965"/>
              <a:gd name="connsiteY12336" fmla="*/ 952979 h 2053176"/>
              <a:gd name="connsiteX12337" fmla="*/ 10555092 w 12188965"/>
              <a:gd name="connsiteY12337" fmla="*/ 978637 h 2053176"/>
              <a:gd name="connsiteX12338" fmla="*/ 10529432 w 12188965"/>
              <a:gd name="connsiteY12338" fmla="*/ 952979 h 2053176"/>
              <a:gd name="connsiteX12339" fmla="*/ 10555092 w 12188965"/>
              <a:gd name="connsiteY12339" fmla="*/ 927320 h 2053176"/>
              <a:gd name="connsiteX12340" fmla="*/ 10362474 w 12188965"/>
              <a:gd name="connsiteY12340" fmla="*/ 927320 h 2053176"/>
              <a:gd name="connsiteX12341" fmla="*/ 10388135 w 12188965"/>
              <a:gd name="connsiteY12341" fmla="*/ 952979 h 2053176"/>
              <a:gd name="connsiteX12342" fmla="*/ 10362474 w 12188965"/>
              <a:gd name="connsiteY12342" fmla="*/ 978637 h 2053176"/>
              <a:gd name="connsiteX12343" fmla="*/ 10336816 w 12188965"/>
              <a:gd name="connsiteY12343" fmla="*/ 952979 h 2053176"/>
              <a:gd name="connsiteX12344" fmla="*/ 10362474 w 12188965"/>
              <a:gd name="connsiteY12344" fmla="*/ 927320 h 2053176"/>
              <a:gd name="connsiteX12345" fmla="*/ 10234065 w 12188965"/>
              <a:gd name="connsiteY12345" fmla="*/ 927320 h 2053176"/>
              <a:gd name="connsiteX12346" fmla="*/ 10259723 w 12188965"/>
              <a:gd name="connsiteY12346" fmla="*/ 952979 h 2053176"/>
              <a:gd name="connsiteX12347" fmla="*/ 10234065 w 12188965"/>
              <a:gd name="connsiteY12347" fmla="*/ 978637 h 2053176"/>
              <a:gd name="connsiteX12348" fmla="*/ 10208404 w 12188965"/>
              <a:gd name="connsiteY12348" fmla="*/ 952979 h 2053176"/>
              <a:gd name="connsiteX12349" fmla="*/ 10234065 w 12188965"/>
              <a:gd name="connsiteY12349" fmla="*/ 927320 h 2053176"/>
              <a:gd name="connsiteX12350" fmla="*/ 10105654 w 12188965"/>
              <a:gd name="connsiteY12350" fmla="*/ 927320 h 2053176"/>
              <a:gd name="connsiteX12351" fmla="*/ 10131312 w 12188965"/>
              <a:gd name="connsiteY12351" fmla="*/ 952979 h 2053176"/>
              <a:gd name="connsiteX12352" fmla="*/ 10105654 w 12188965"/>
              <a:gd name="connsiteY12352" fmla="*/ 978637 h 2053176"/>
              <a:gd name="connsiteX12353" fmla="*/ 10079996 w 12188965"/>
              <a:gd name="connsiteY12353" fmla="*/ 952979 h 2053176"/>
              <a:gd name="connsiteX12354" fmla="*/ 10105654 w 12188965"/>
              <a:gd name="connsiteY12354" fmla="*/ 927320 h 2053176"/>
              <a:gd name="connsiteX12355" fmla="*/ 9078253 w 12188965"/>
              <a:gd name="connsiteY12355" fmla="*/ 927320 h 2053176"/>
              <a:gd name="connsiteX12356" fmla="*/ 9103911 w 12188965"/>
              <a:gd name="connsiteY12356" fmla="*/ 952979 h 2053176"/>
              <a:gd name="connsiteX12357" fmla="*/ 9078253 w 12188965"/>
              <a:gd name="connsiteY12357" fmla="*/ 978637 h 2053176"/>
              <a:gd name="connsiteX12358" fmla="*/ 9052595 w 12188965"/>
              <a:gd name="connsiteY12358" fmla="*/ 952979 h 2053176"/>
              <a:gd name="connsiteX12359" fmla="*/ 9078253 w 12188965"/>
              <a:gd name="connsiteY12359" fmla="*/ 927320 h 2053176"/>
              <a:gd name="connsiteX12360" fmla="*/ 8564495 w 12188965"/>
              <a:gd name="connsiteY12360" fmla="*/ 927320 h 2053176"/>
              <a:gd name="connsiteX12361" fmla="*/ 8590153 w 12188965"/>
              <a:gd name="connsiteY12361" fmla="*/ 952979 h 2053176"/>
              <a:gd name="connsiteX12362" fmla="*/ 8564495 w 12188965"/>
              <a:gd name="connsiteY12362" fmla="*/ 978637 h 2053176"/>
              <a:gd name="connsiteX12363" fmla="*/ 8538837 w 12188965"/>
              <a:gd name="connsiteY12363" fmla="*/ 952979 h 2053176"/>
              <a:gd name="connsiteX12364" fmla="*/ 8564495 w 12188965"/>
              <a:gd name="connsiteY12364" fmla="*/ 927320 h 2053176"/>
              <a:gd name="connsiteX12365" fmla="*/ 8050852 w 12188965"/>
              <a:gd name="connsiteY12365" fmla="*/ 927320 h 2053176"/>
              <a:gd name="connsiteX12366" fmla="*/ 8076510 w 12188965"/>
              <a:gd name="connsiteY12366" fmla="*/ 952979 h 2053176"/>
              <a:gd name="connsiteX12367" fmla="*/ 8050852 w 12188965"/>
              <a:gd name="connsiteY12367" fmla="*/ 978637 h 2053176"/>
              <a:gd name="connsiteX12368" fmla="*/ 8025194 w 12188965"/>
              <a:gd name="connsiteY12368" fmla="*/ 952979 h 2053176"/>
              <a:gd name="connsiteX12369" fmla="*/ 8050852 w 12188965"/>
              <a:gd name="connsiteY12369" fmla="*/ 927320 h 2053176"/>
              <a:gd name="connsiteX12370" fmla="*/ 7986648 w 12188965"/>
              <a:gd name="connsiteY12370" fmla="*/ 927320 h 2053176"/>
              <a:gd name="connsiteX12371" fmla="*/ 8012306 w 12188965"/>
              <a:gd name="connsiteY12371" fmla="*/ 952979 h 2053176"/>
              <a:gd name="connsiteX12372" fmla="*/ 7986648 w 12188965"/>
              <a:gd name="connsiteY12372" fmla="*/ 978637 h 2053176"/>
              <a:gd name="connsiteX12373" fmla="*/ 7960990 w 12188965"/>
              <a:gd name="connsiteY12373" fmla="*/ 952979 h 2053176"/>
              <a:gd name="connsiteX12374" fmla="*/ 7986648 w 12188965"/>
              <a:gd name="connsiteY12374" fmla="*/ 927320 h 2053176"/>
              <a:gd name="connsiteX12375" fmla="*/ 7858237 w 12188965"/>
              <a:gd name="connsiteY12375" fmla="*/ 927320 h 2053176"/>
              <a:gd name="connsiteX12376" fmla="*/ 7883895 w 12188965"/>
              <a:gd name="connsiteY12376" fmla="*/ 952979 h 2053176"/>
              <a:gd name="connsiteX12377" fmla="*/ 7858237 w 12188965"/>
              <a:gd name="connsiteY12377" fmla="*/ 978637 h 2053176"/>
              <a:gd name="connsiteX12378" fmla="*/ 7832578 w 12188965"/>
              <a:gd name="connsiteY12378" fmla="*/ 952979 h 2053176"/>
              <a:gd name="connsiteX12379" fmla="*/ 7858237 w 12188965"/>
              <a:gd name="connsiteY12379" fmla="*/ 927320 h 2053176"/>
              <a:gd name="connsiteX12380" fmla="*/ 7794032 w 12188965"/>
              <a:gd name="connsiteY12380" fmla="*/ 927320 h 2053176"/>
              <a:gd name="connsiteX12381" fmla="*/ 7819690 w 12188965"/>
              <a:gd name="connsiteY12381" fmla="*/ 952979 h 2053176"/>
              <a:gd name="connsiteX12382" fmla="*/ 7794032 w 12188965"/>
              <a:gd name="connsiteY12382" fmla="*/ 978637 h 2053176"/>
              <a:gd name="connsiteX12383" fmla="*/ 7768371 w 12188965"/>
              <a:gd name="connsiteY12383" fmla="*/ 952979 h 2053176"/>
              <a:gd name="connsiteX12384" fmla="*/ 7794032 w 12188965"/>
              <a:gd name="connsiteY12384" fmla="*/ 927320 h 2053176"/>
              <a:gd name="connsiteX12385" fmla="*/ 7665621 w 12188965"/>
              <a:gd name="connsiteY12385" fmla="*/ 927320 h 2053176"/>
              <a:gd name="connsiteX12386" fmla="*/ 7691279 w 12188965"/>
              <a:gd name="connsiteY12386" fmla="*/ 952979 h 2053176"/>
              <a:gd name="connsiteX12387" fmla="*/ 7665621 w 12188965"/>
              <a:gd name="connsiteY12387" fmla="*/ 978637 h 2053176"/>
              <a:gd name="connsiteX12388" fmla="*/ 7639963 w 12188965"/>
              <a:gd name="connsiteY12388" fmla="*/ 952979 h 2053176"/>
              <a:gd name="connsiteX12389" fmla="*/ 7665621 w 12188965"/>
              <a:gd name="connsiteY12389" fmla="*/ 927320 h 2053176"/>
              <a:gd name="connsiteX12390" fmla="*/ 7601299 w 12188965"/>
              <a:gd name="connsiteY12390" fmla="*/ 927320 h 2053176"/>
              <a:gd name="connsiteX12391" fmla="*/ 7626959 w 12188965"/>
              <a:gd name="connsiteY12391" fmla="*/ 952979 h 2053176"/>
              <a:gd name="connsiteX12392" fmla="*/ 7601299 w 12188965"/>
              <a:gd name="connsiteY12392" fmla="*/ 978637 h 2053176"/>
              <a:gd name="connsiteX12393" fmla="*/ 7575640 w 12188965"/>
              <a:gd name="connsiteY12393" fmla="*/ 952979 h 2053176"/>
              <a:gd name="connsiteX12394" fmla="*/ 7601299 w 12188965"/>
              <a:gd name="connsiteY12394" fmla="*/ 927320 h 2053176"/>
              <a:gd name="connsiteX12395" fmla="*/ 7537094 w 12188965"/>
              <a:gd name="connsiteY12395" fmla="*/ 927320 h 2053176"/>
              <a:gd name="connsiteX12396" fmla="*/ 7562752 w 12188965"/>
              <a:gd name="connsiteY12396" fmla="*/ 952979 h 2053176"/>
              <a:gd name="connsiteX12397" fmla="*/ 7537094 w 12188965"/>
              <a:gd name="connsiteY12397" fmla="*/ 978637 h 2053176"/>
              <a:gd name="connsiteX12398" fmla="*/ 7511436 w 12188965"/>
              <a:gd name="connsiteY12398" fmla="*/ 952979 h 2053176"/>
              <a:gd name="connsiteX12399" fmla="*/ 7537094 w 12188965"/>
              <a:gd name="connsiteY12399" fmla="*/ 927320 h 2053176"/>
              <a:gd name="connsiteX12400" fmla="*/ 7151863 w 12188965"/>
              <a:gd name="connsiteY12400" fmla="*/ 927320 h 2053176"/>
              <a:gd name="connsiteX12401" fmla="*/ 7177521 w 12188965"/>
              <a:gd name="connsiteY12401" fmla="*/ 952979 h 2053176"/>
              <a:gd name="connsiteX12402" fmla="*/ 7151863 w 12188965"/>
              <a:gd name="connsiteY12402" fmla="*/ 978637 h 2053176"/>
              <a:gd name="connsiteX12403" fmla="*/ 7126205 w 12188965"/>
              <a:gd name="connsiteY12403" fmla="*/ 952979 h 2053176"/>
              <a:gd name="connsiteX12404" fmla="*/ 7151863 w 12188965"/>
              <a:gd name="connsiteY12404" fmla="*/ 927320 h 2053176"/>
              <a:gd name="connsiteX12405" fmla="*/ 6895043 w 12188965"/>
              <a:gd name="connsiteY12405" fmla="*/ 927320 h 2053176"/>
              <a:gd name="connsiteX12406" fmla="*/ 6920701 w 12188965"/>
              <a:gd name="connsiteY12406" fmla="*/ 952979 h 2053176"/>
              <a:gd name="connsiteX12407" fmla="*/ 6895043 w 12188965"/>
              <a:gd name="connsiteY12407" fmla="*/ 978637 h 2053176"/>
              <a:gd name="connsiteX12408" fmla="*/ 6869382 w 12188965"/>
              <a:gd name="connsiteY12408" fmla="*/ 952979 h 2053176"/>
              <a:gd name="connsiteX12409" fmla="*/ 6895043 w 12188965"/>
              <a:gd name="connsiteY12409" fmla="*/ 927320 h 2053176"/>
              <a:gd name="connsiteX12410" fmla="*/ 6252873 w 12188965"/>
              <a:gd name="connsiteY12410" fmla="*/ 927320 h 2053176"/>
              <a:gd name="connsiteX12411" fmla="*/ 6278532 w 12188965"/>
              <a:gd name="connsiteY12411" fmla="*/ 952979 h 2053176"/>
              <a:gd name="connsiteX12412" fmla="*/ 6252873 w 12188965"/>
              <a:gd name="connsiteY12412" fmla="*/ 978637 h 2053176"/>
              <a:gd name="connsiteX12413" fmla="*/ 6227213 w 12188965"/>
              <a:gd name="connsiteY12413" fmla="*/ 952979 h 2053176"/>
              <a:gd name="connsiteX12414" fmla="*/ 6252873 w 12188965"/>
              <a:gd name="connsiteY12414" fmla="*/ 927320 h 2053176"/>
              <a:gd name="connsiteX12415" fmla="*/ 5615066 w 12188965"/>
              <a:gd name="connsiteY12415" fmla="*/ 927320 h 2053176"/>
              <a:gd name="connsiteX12416" fmla="*/ 5640726 w 12188965"/>
              <a:gd name="connsiteY12416" fmla="*/ 952979 h 2053176"/>
              <a:gd name="connsiteX12417" fmla="*/ 5615066 w 12188965"/>
              <a:gd name="connsiteY12417" fmla="*/ 978637 h 2053176"/>
              <a:gd name="connsiteX12418" fmla="*/ 5589407 w 12188965"/>
              <a:gd name="connsiteY12418" fmla="*/ 952979 h 2053176"/>
              <a:gd name="connsiteX12419" fmla="*/ 5615066 w 12188965"/>
              <a:gd name="connsiteY12419" fmla="*/ 927320 h 2053176"/>
              <a:gd name="connsiteX12420" fmla="*/ 5486655 w 12188965"/>
              <a:gd name="connsiteY12420" fmla="*/ 927320 h 2053176"/>
              <a:gd name="connsiteX12421" fmla="*/ 5512316 w 12188965"/>
              <a:gd name="connsiteY12421" fmla="*/ 952979 h 2053176"/>
              <a:gd name="connsiteX12422" fmla="*/ 5486655 w 12188965"/>
              <a:gd name="connsiteY12422" fmla="*/ 978637 h 2053176"/>
              <a:gd name="connsiteX12423" fmla="*/ 5460997 w 12188965"/>
              <a:gd name="connsiteY12423" fmla="*/ 952979 h 2053176"/>
              <a:gd name="connsiteX12424" fmla="*/ 5486655 w 12188965"/>
              <a:gd name="connsiteY12424" fmla="*/ 927320 h 2053176"/>
              <a:gd name="connsiteX12425" fmla="*/ 4972896 w 12188965"/>
              <a:gd name="connsiteY12425" fmla="*/ 927320 h 2053176"/>
              <a:gd name="connsiteX12426" fmla="*/ 4998557 w 12188965"/>
              <a:gd name="connsiteY12426" fmla="*/ 952979 h 2053176"/>
              <a:gd name="connsiteX12427" fmla="*/ 4972896 w 12188965"/>
              <a:gd name="connsiteY12427" fmla="*/ 978637 h 2053176"/>
              <a:gd name="connsiteX12428" fmla="*/ 4947240 w 12188965"/>
              <a:gd name="connsiteY12428" fmla="*/ 952979 h 2053176"/>
              <a:gd name="connsiteX12429" fmla="*/ 4972896 w 12188965"/>
              <a:gd name="connsiteY12429" fmla="*/ 927320 h 2053176"/>
              <a:gd name="connsiteX12430" fmla="*/ 4908693 w 12188965"/>
              <a:gd name="connsiteY12430" fmla="*/ 927320 h 2053176"/>
              <a:gd name="connsiteX12431" fmla="*/ 4934352 w 12188965"/>
              <a:gd name="connsiteY12431" fmla="*/ 952979 h 2053176"/>
              <a:gd name="connsiteX12432" fmla="*/ 4908693 w 12188965"/>
              <a:gd name="connsiteY12432" fmla="*/ 978637 h 2053176"/>
              <a:gd name="connsiteX12433" fmla="*/ 4883033 w 12188965"/>
              <a:gd name="connsiteY12433" fmla="*/ 952979 h 2053176"/>
              <a:gd name="connsiteX12434" fmla="*/ 4908693 w 12188965"/>
              <a:gd name="connsiteY12434" fmla="*/ 927320 h 2053176"/>
              <a:gd name="connsiteX12435" fmla="*/ 4844487 w 12188965"/>
              <a:gd name="connsiteY12435" fmla="*/ 927320 h 2053176"/>
              <a:gd name="connsiteX12436" fmla="*/ 4870146 w 12188965"/>
              <a:gd name="connsiteY12436" fmla="*/ 952979 h 2053176"/>
              <a:gd name="connsiteX12437" fmla="*/ 4844487 w 12188965"/>
              <a:gd name="connsiteY12437" fmla="*/ 978637 h 2053176"/>
              <a:gd name="connsiteX12438" fmla="*/ 4818828 w 12188965"/>
              <a:gd name="connsiteY12438" fmla="*/ 952979 h 2053176"/>
              <a:gd name="connsiteX12439" fmla="*/ 4844487 w 12188965"/>
              <a:gd name="connsiteY12439" fmla="*/ 927320 h 2053176"/>
              <a:gd name="connsiteX12440" fmla="*/ 4651872 w 12188965"/>
              <a:gd name="connsiteY12440" fmla="*/ 927320 h 2053176"/>
              <a:gd name="connsiteX12441" fmla="*/ 4677531 w 12188965"/>
              <a:gd name="connsiteY12441" fmla="*/ 952979 h 2053176"/>
              <a:gd name="connsiteX12442" fmla="*/ 4651872 w 12188965"/>
              <a:gd name="connsiteY12442" fmla="*/ 978637 h 2053176"/>
              <a:gd name="connsiteX12443" fmla="*/ 4626213 w 12188965"/>
              <a:gd name="connsiteY12443" fmla="*/ 952979 h 2053176"/>
              <a:gd name="connsiteX12444" fmla="*/ 4651872 w 12188965"/>
              <a:gd name="connsiteY12444" fmla="*/ 927320 h 2053176"/>
              <a:gd name="connsiteX12445" fmla="*/ 4523461 w 12188965"/>
              <a:gd name="connsiteY12445" fmla="*/ 927320 h 2053176"/>
              <a:gd name="connsiteX12446" fmla="*/ 4549121 w 12188965"/>
              <a:gd name="connsiteY12446" fmla="*/ 952979 h 2053176"/>
              <a:gd name="connsiteX12447" fmla="*/ 4523461 w 12188965"/>
              <a:gd name="connsiteY12447" fmla="*/ 978637 h 2053176"/>
              <a:gd name="connsiteX12448" fmla="*/ 4497802 w 12188965"/>
              <a:gd name="connsiteY12448" fmla="*/ 952979 h 2053176"/>
              <a:gd name="connsiteX12449" fmla="*/ 4523461 w 12188965"/>
              <a:gd name="connsiteY12449" fmla="*/ 927320 h 2053176"/>
              <a:gd name="connsiteX12450" fmla="*/ 4395050 w 12188965"/>
              <a:gd name="connsiteY12450" fmla="*/ 927320 h 2053176"/>
              <a:gd name="connsiteX12451" fmla="*/ 4420710 w 12188965"/>
              <a:gd name="connsiteY12451" fmla="*/ 952979 h 2053176"/>
              <a:gd name="connsiteX12452" fmla="*/ 4395050 w 12188965"/>
              <a:gd name="connsiteY12452" fmla="*/ 978637 h 2053176"/>
              <a:gd name="connsiteX12453" fmla="*/ 4369391 w 12188965"/>
              <a:gd name="connsiteY12453" fmla="*/ 952979 h 2053176"/>
              <a:gd name="connsiteX12454" fmla="*/ 4395050 w 12188965"/>
              <a:gd name="connsiteY12454" fmla="*/ 927320 h 2053176"/>
              <a:gd name="connsiteX12455" fmla="*/ 3367649 w 12188965"/>
              <a:gd name="connsiteY12455" fmla="*/ 927320 h 2053176"/>
              <a:gd name="connsiteX12456" fmla="*/ 3393308 w 12188965"/>
              <a:gd name="connsiteY12456" fmla="*/ 952979 h 2053176"/>
              <a:gd name="connsiteX12457" fmla="*/ 3367649 w 12188965"/>
              <a:gd name="connsiteY12457" fmla="*/ 978637 h 2053176"/>
              <a:gd name="connsiteX12458" fmla="*/ 3341990 w 12188965"/>
              <a:gd name="connsiteY12458" fmla="*/ 952979 h 2053176"/>
              <a:gd name="connsiteX12459" fmla="*/ 3367649 w 12188965"/>
              <a:gd name="connsiteY12459" fmla="*/ 927320 h 2053176"/>
              <a:gd name="connsiteX12460" fmla="*/ 2853890 w 12188965"/>
              <a:gd name="connsiteY12460" fmla="*/ 927320 h 2053176"/>
              <a:gd name="connsiteX12461" fmla="*/ 2879550 w 12188965"/>
              <a:gd name="connsiteY12461" fmla="*/ 952979 h 2053176"/>
              <a:gd name="connsiteX12462" fmla="*/ 2853890 w 12188965"/>
              <a:gd name="connsiteY12462" fmla="*/ 978637 h 2053176"/>
              <a:gd name="connsiteX12463" fmla="*/ 2828231 w 12188965"/>
              <a:gd name="connsiteY12463" fmla="*/ 952979 h 2053176"/>
              <a:gd name="connsiteX12464" fmla="*/ 2853890 w 12188965"/>
              <a:gd name="connsiteY12464" fmla="*/ 927320 h 2053176"/>
              <a:gd name="connsiteX12465" fmla="*/ 2340249 w 12188965"/>
              <a:gd name="connsiteY12465" fmla="*/ 927320 h 2053176"/>
              <a:gd name="connsiteX12466" fmla="*/ 2365908 w 12188965"/>
              <a:gd name="connsiteY12466" fmla="*/ 952979 h 2053176"/>
              <a:gd name="connsiteX12467" fmla="*/ 2340249 w 12188965"/>
              <a:gd name="connsiteY12467" fmla="*/ 978637 h 2053176"/>
              <a:gd name="connsiteX12468" fmla="*/ 2314590 w 12188965"/>
              <a:gd name="connsiteY12468" fmla="*/ 952979 h 2053176"/>
              <a:gd name="connsiteX12469" fmla="*/ 2340249 w 12188965"/>
              <a:gd name="connsiteY12469" fmla="*/ 927320 h 2053176"/>
              <a:gd name="connsiteX12470" fmla="*/ 2276044 w 12188965"/>
              <a:gd name="connsiteY12470" fmla="*/ 927320 h 2053176"/>
              <a:gd name="connsiteX12471" fmla="*/ 2301702 w 12188965"/>
              <a:gd name="connsiteY12471" fmla="*/ 952979 h 2053176"/>
              <a:gd name="connsiteX12472" fmla="*/ 2276044 w 12188965"/>
              <a:gd name="connsiteY12472" fmla="*/ 978637 h 2053176"/>
              <a:gd name="connsiteX12473" fmla="*/ 2250385 w 12188965"/>
              <a:gd name="connsiteY12473" fmla="*/ 952979 h 2053176"/>
              <a:gd name="connsiteX12474" fmla="*/ 2276044 w 12188965"/>
              <a:gd name="connsiteY12474" fmla="*/ 927320 h 2053176"/>
              <a:gd name="connsiteX12475" fmla="*/ 2147633 w 12188965"/>
              <a:gd name="connsiteY12475" fmla="*/ 927320 h 2053176"/>
              <a:gd name="connsiteX12476" fmla="*/ 2173293 w 12188965"/>
              <a:gd name="connsiteY12476" fmla="*/ 952979 h 2053176"/>
              <a:gd name="connsiteX12477" fmla="*/ 2147633 w 12188965"/>
              <a:gd name="connsiteY12477" fmla="*/ 978637 h 2053176"/>
              <a:gd name="connsiteX12478" fmla="*/ 2121975 w 12188965"/>
              <a:gd name="connsiteY12478" fmla="*/ 952979 h 2053176"/>
              <a:gd name="connsiteX12479" fmla="*/ 2147633 w 12188965"/>
              <a:gd name="connsiteY12479" fmla="*/ 927320 h 2053176"/>
              <a:gd name="connsiteX12480" fmla="*/ 2083427 w 12188965"/>
              <a:gd name="connsiteY12480" fmla="*/ 927320 h 2053176"/>
              <a:gd name="connsiteX12481" fmla="*/ 2109087 w 12188965"/>
              <a:gd name="connsiteY12481" fmla="*/ 952979 h 2053176"/>
              <a:gd name="connsiteX12482" fmla="*/ 2083427 w 12188965"/>
              <a:gd name="connsiteY12482" fmla="*/ 978637 h 2053176"/>
              <a:gd name="connsiteX12483" fmla="*/ 2057768 w 12188965"/>
              <a:gd name="connsiteY12483" fmla="*/ 952979 h 2053176"/>
              <a:gd name="connsiteX12484" fmla="*/ 2083427 w 12188965"/>
              <a:gd name="connsiteY12484" fmla="*/ 927320 h 2053176"/>
              <a:gd name="connsiteX12485" fmla="*/ 1955016 w 12188965"/>
              <a:gd name="connsiteY12485" fmla="*/ 927320 h 2053176"/>
              <a:gd name="connsiteX12486" fmla="*/ 1980676 w 12188965"/>
              <a:gd name="connsiteY12486" fmla="*/ 952979 h 2053176"/>
              <a:gd name="connsiteX12487" fmla="*/ 1955016 w 12188965"/>
              <a:gd name="connsiteY12487" fmla="*/ 978637 h 2053176"/>
              <a:gd name="connsiteX12488" fmla="*/ 1929358 w 12188965"/>
              <a:gd name="connsiteY12488" fmla="*/ 952979 h 2053176"/>
              <a:gd name="connsiteX12489" fmla="*/ 1955016 w 12188965"/>
              <a:gd name="connsiteY12489" fmla="*/ 927320 h 2053176"/>
              <a:gd name="connsiteX12490" fmla="*/ 1890696 w 12188965"/>
              <a:gd name="connsiteY12490" fmla="*/ 927320 h 2053176"/>
              <a:gd name="connsiteX12491" fmla="*/ 1916355 w 12188965"/>
              <a:gd name="connsiteY12491" fmla="*/ 952979 h 2053176"/>
              <a:gd name="connsiteX12492" fmla="*/ 1890696 w 12188965"/>
              <a:gd name="connsiteY12492" fmla="*/ 978637 h 2053176"/>
              <a:gd name="connsiteX12493" fmla="*/ 1865037 w 12188965"/>
              <a:gd name="connsiteY12493" fmla="*/ 952979 h 2053176"/>
              <a:gd name="connsiteX12494" fmla="*/ 1890696 w 12188965"/>
              <a:gd name="connsiteY12494" fmla="*/ 927320 h 2053176"/>
              <a:gd name="connsiteX12495" fmla="*/ 1826490 w 12188965"/>
              <a:gd name="connsiteY12495" fmla="*/ 927320 h 2053176"/>
              <a:gd name="connsiteX12496" fmla="*/ 1852149 w 12188965"/>
              <a:gd name="connsiteY12496" fmla="*/ 952979 h 2053176"/>
              <a:gd name="connsiteX12497" fmla="*/ 1826490 w 12188965"/>
              <a:gd name="connsiteY12497" fmla="*/ 978637 h 2053176"/>
              <a:gd name="connsiteX12498" fmla="*/ 1800830 w 12188965"/>
              <a:gd name="connsiteY12498" fmla="*/ 952979 h 2053176"/>
              <a:gd name="connsiteX12499" fmla="*/ 1826490 w 12188965"/>
              <a:gd name="connsiteY12499" fmla="*/ 927320 h 2053176"/>
              <a:gd name="connsiteX12500" fmla="*/ 1441258 w 12188965"/>
              <a:gd name="connsiteY12500" fmla="*/ 927320 h 2053176"/>
              <a:gd name="connsiteX12501" fmla="*/ 1466917 w 12188965"/>
              <a:gd name="connsiteY12501" fmla="*/ 952979 h 2053176"/>
              <a:gd name="connsiteX12502" fmla="*/ 1441258 w 12188965"/>
              <a:gd name="connsiteY12502" fmla="*/ 978637 h 2053176"/>
              <a:gd name="connsiteX12503" fmla="*/ 1415599 w 12188965"/>
              <a:gd name="connsiteY12503" fmla="*/ 952979 h 2053176"/>
              <a:gd name="connsiteX12504" fmla="*/ 1441258 w 12188965"/>
              <a:gd name="connsiteY12504" fmla="*/ 927320 h 2053176"/>
              <a:gd name="connsiteX12505" fmla="*/ 1184437 w 12188965"/>
              <a:gd name="connsiteY12505" fmla="*/ 927320 h 2053176"/>
              <a:gd name="connsiteX12506" fmla="*/ 1210096 w 12188965"/>
              <a:gd name="connsiteY12506" fmla="*/ 952979 h 2053176"/>
              <a:gd name="connsiteX12507" fmla="*/ 1184437 w 12188965"/>
              <a:gd name="connsiteY12507" fmla="*/ 978637 h 2053176"/>
              <a:gd name="connsiteX12508" fmla="*/ 1158780 w 12188965"/>
              <a:gd name="connsiteY12508" fmla="*/ 952979 h 2053176"/>
              <a:gd name="connsiteX12509" fmla="*/ 1184437 w 12188965"/>
              <a:gd name="connsiteY12509" fmla="*/ 927320 h 2053176"/>
              <a:gd name="connsiteX12510" fmla="*/ 542268 w 12188965"/>
              <a:gd name="connsiteY12510" fmla="*/ 927320 h 2053176"/>
              <a:gd name="connsiteX12511" fmla="*/ 567927 w 12188965"/>
              <a:gd name="connsiteY12511" fmla="*/ 952979 h 2053176"/>
              <a:gd name="connsiteX12512" fmla="*/ 542268 w 12188965"/>
              <a:gd name="connsiteY12512" fmla="*/ 978637 h 2053176"/>
              <a:gd name="connsiteX12513" fmla="*/ 516610 w 12188965"/>
              <a:gd name="connsiteY12513" fmla="*/ 952979 h 2053176"/>
              <a:gd name="connsiteX12514" fmla="*/ 542268 w 12188965"/>
              <a:gd name="connsiteY12514" fmla="*/ 927320 h 2053176"/>
              <a:gd name="connsiteX12515" fmla="*/ 11775107 w 12188965"/>
              <a:gd name="connsiteY12515" fmla="*/ 872983 h 2053176"/>
              <a:gd name="connsiteX12516" fmla="*/ 11787995 w 12188965"/>
              <a:gd name="connsiteY12516" fmla="*/ 885871 h 2053176"/>
              <a:gd name="connsiteX12517" fmla="*/ 11775107 w 12188965"/>
              <a:gd name="connsiteY12517" fmla="*/ 898758 h 2053176"/>
              <a:gd name="connsiteX12518" fmla="*/ 11762221 w 12188965"/>
              <a:gd name="connsiteY12518" fmla="*/ 885871 h 2053176"/>
              <a:gd name="connsiteX12519" fmla="*/ 11775107 w 12188965"/>
              <a:gd name="connsiteY12519" fmla="*/ 872983 h 2053176"/>
              <a:gd name="connsiteX12520" fmla="*/ 11454081 w 12188965"/>
              <a:gd name="connsiteY12520" fmla="*/ 872983 h 2053176"/>
              <a:gd name="connsiteX12521" fmla="*/ 11466969 w 12188965"/>
              <a:gd name="connsiteY12521" fmla="*/ 885871 h 2053176"/>
              <a:gd name="connsiteX12522" fmla="*/ 11454081 w 12188965"/>
              <a:gd name="connsiteY12522" fmla="*/ 898758 h 2053176"/>
              <a:gd name="connsiteX12523" fmla="*/ 11441194 w 12188965"/>
              <a:gd name="connsiteY12523" fmla="*/ 885871 h 2053176"/>
              <a:gd name="connsiteX12524" fmla="*/ 11454081 w 12188965"/>
              <a:gd name="connsiteY12524" fmla="*/ 872983 h 2053176"/>
              <a:gd name="connsiteX12525" fmla="*/ 11133055 w 12188965"/>
              <a:gd name="connsiteY12525" fmla="*/ 872983 h 2053176"/>
              <a:gd name="connsiteX12526" fmla="*/ 11145943 w 12188965"/>
              <a:gd name="connsiteY12526" fmla="*/ 885871 h 2053176"/>
              <a:gd name="connsiteX12527" fmla="*/ 11133055 w 12188965"/>
              <a:gd name="connsiteY12527" fmla="*/ 898758 h 2053176"/>
              <a:gd name="connsiteX12528" fmla="*/ 11120167 w 12188965"/>
              <a:gd name="connsiteY12528" fmla="*/ 885871 h 2053176"/>
              <a:gd name="connsiteX12529" fmla="*/ 11133055 w 12188965"/>
              <a:gd name="connsiteY12529" fmla="*/ 872983 h 2053176"/>
              <a:gd name="connsiteX12530" fmla="*/ 10940324 w 12188965"/>
              <a:gd name="connsiteY12530" fmla="*/ 872983 h 2053176"/>
              <a:gd name="connsiteX12531" fmla="*/ 10953209 w 12188965"/>
              <a:gd name="connsiteY12531" fmla="*/ 885871 h 2053176"/>
              <a:gd name="connsiteX12532" fmla="*/ 10940324 w 12188965"/>
              <a:gd name="connsiteY12532" fmla="*/ 898758 h 2053176"/>
              <a:gd name="connsiteX12533" fmla="*/ 10927436 w 12188965"/>
              <a:gd name="connsiteY12533" fmla="*/ 885871 h 2053176"/>
              <a:gd name="connsiteX12534" fmla="*/ 10940324 w 12188965"/>
              <a:gd name="connsiteY12534" fmla="*/ 872983 h 2053176"/>
              <a:gd name="connsiteX12535" fmla="*/ 10298270 w 12188965"/>
              <a:gd name="connsiteY12535" fmla="*/ 872983 h 2053176"/>
              <a:gd name="connsiteX12536" fmla="*/ 10311158 w 12188965"/>
              <a:gd name="connsiteY12536" fmla="*/ 885871 h 2053176"/>
              <a:gd name="connsiteX12537" fmla="*/ 10298270 w 12188965"/>
              <a:gd name="connsiteY12537" fmla="*/ 898758 h 2053176"/>
              <a:gd name="connsiteX12538" fmla="*/ 10285382 w 12188965"/>
              <a:gd name="connsiteY12538" fmla="*/ 885871 h 2053176"/>
              <a:gd name="connsiteX12539" fmla="*/ 10298270 w 12188965"/>
              <a:gd name="connsiteY12539" fmla="*/ 872983 h 2053176"/>
              <a:gd name="connsiteX12540" fmla="*/ 9720307 w 12188965"/>
              <a:gd name="connsiteY12540" fmla="*/ 872983 h 2053176"/>
              <a:gd name="connsiteX12541" fmla="*/ 9733193 w 12188965"/>
              <a:gd name="connsiteY12541" fmla="*/ 885871 h 2053176"/>
              <a:gd name="connsiteX12542" fmla="*/ 9720307 w 12188965"/>
              <a:gd name="connsiteY12542" fmla="*/ 898758 h 2053176"/>
              <a:gd name="connsiteX12543" fmla="*/ 9707419 w 12188965"/>
              <a:gd name="connsiteY12543" fmla="*/ 885871 h 2053176"/>
              <a:gd name="connsiteX12544" fmla="*/ 9720307 w 12188965"/>
              <a:gd name="connsiteY12544" fmla="*/ 872983 h 2053176"/>
              <a:gd name="connsiteX12545" fmla="*/ 9463485 w 12188965"/>
              <a:gd name="connsiteY12545" fmla="*/ 872983 h 2053176"/>
              <a:gd name="connsiteX12546" fmla="*/ 9476373 w 12188965"/>
              <a:gd name="connsiteY12546" fmla="*/ 885871 h 2053176"/>
              <a:gd name="connsiteX12547" fmla="*/ 9463485 w 12188965"/>
              <a:gd name="connsiteY12547" fmla="*/ 898758 h 2053176"/>
              <a:gd name="connsiteX12548" fmla="*/ 9450597 w 12188965"/>
              <a:gd name="connsiteY12548" fmla="*/ 885871 h 2053176"/>
              <a:gd name="connsiteX12549" fmla="*/ 9463485 w 12188965"/>
              <a:gd name="connsiteY12549" fmla="*/ 872983 h 2053176"/>
              <a:gd name="connsiteX12550" fmla="*/ 9078138 w 12188965"/>
              <a:gd name="connsiteY12550" fmla="*/ 872983 h 2053176"/>
              <a:gd name="connsiteX12551" fmla="*/ 9091023 w 12188965"/>
              <a:gd name="connsiteY12551" fmla="*/ 885871 h 2053176"/>
              <a:gd name="connsiteX12552" fmla="*/ 9078138 w 12188965"/>
              <a:gd name="connsiteY12552" fmla="*/ 898758 h 2053176"/>
              <a:gd name="connsiteX12553" fmla="*/ 9065250 w 12188965"/>
              <a:gd name="connsiteY12553" fmla="*/ 885871 h 2053176"/>
              <a:gd name="connsiteX12554" fmla="*/ 9078138 w 12188965"/>
              <a:gd name="connsiteY12554" fmla="*/ 872983 h 2053176"/>
              <a:gd name="connsiteX12555" fmla="*/ 7216067 w 12188965"/>
              <a:gd name="connsiteY12555" fmla="*/ 872983 h 2053176"/>
              <a:gd name="connsiteX12556" fmla="*/ 7228955 w 12188965"/>
              <a:gd name="connsiteY12556" fmla="*/ 885871 h 2053176"/>
              <a:gd name="connsiteX12557" fmla="*/ 7216067 w 12188965"/>
              <a:gd name="connsiteY12557" fmla="*/ 898758 h 2053176"/>
              <a:gd name="connsiteX12558" fmla="*/ 7203179 w 12188965"/>
              <a:gd name="connsiteY12558" fmla="*/ 885871 h 2053176"/>
              <a:gd name="connsiteX12559" fmla="*/ 7216067 w 12188965"/>
              <a:gd name="connsiteY12559" fmla="*/ 872983 h 2053176"/>
              <a:gd name="connsiteX12560" fmla="*/ 6638220 w 12188965"/>
              <a:gd name="connsiteY12560" fmla="*/ 872983 h 2053176"/>
              <a:gd name="connsiteX12561" fmla="*/ 6651108 w 12188965"/>
              <a:gd name="connsiteY12561" fmla="*/ 885871 h 2053176"/>
              <a:gd name="connsiteX12562" fmla="*/ 6638220 w 12188965"/>
              <a:gd name="connsiteY12562" fmla="*/ 898758 h 2053176"/>
              <a:gd name="connsiteX12563" fmla="*/ 6625335 w 12188965"/>
              <a:gd name="connsiteY12563" fmla="*/ 885871 h 2053176"/>
              <a:gd name="connsiteX12564" fmla="*/ 6638220 w 12188965"/>
              <a:gd name="connsiteY12564" fmla="*/ 872983 h 2053176"/>
              <a:gd name="connsiteX12565" fmla="*/ 6064505 w 12188965"/>
              <a:gd name="connsiteY12565" fmla="*/ 872983 h 2053176"/>
              <a:gd name="connsiteX12566" fmla="*/ 6077390 w 12188965"/>
              <a:gd name="connsiteY12566" fmla="*/ 885871 h 2053176"/>
              <a:gd name="connsiteX12567" fmla="*/ 6064505 w 12188965"/>
              <a:gd name="connsiteY12567" fmla="*/ 898758 h 2053176"/>
              <a:gd name="connsiteX12568" fmla="*/ 6051617 w 12188965"/>
              <a:gd name="connsiteY12568" fmla="*/ 885871 h 2053176"/>
              <a:gd name="connsiteX12569" fmla="*/ 6064505 w 12188965"/>
              <a:gd name="connsiteY12569" fmla="*/ 872983 h 2053176"/>
              <a:gd name="connsiteX12570" fmla="*/ 5743477 w 12188965"/>
              <a:gd name="connsiteY12570" fmla="*/ 872983 h 2053176"/>
              <a:gd name="connsiteX12571" fmla="*/ 5756364 w 12188965"/>
              <a:gd name="connsiteY12571" fmla="*/ 885871 h 2053176"/>
              <a:gd name="connsiteX12572" fmla="*/ 5743477 w 12188965"/>
              <a:gd name="connsiteY12572" fmla="*/ 898758 h 2053176"/>
              <a:gd name="connsiteX12573" fmla="*/ 5730590 w 12188965"/>
              <a:gd name="connsiteY12573" fmla="*/ 885871 h 2053176"/>
              <a:gd name="connsiteX12574" fmla="*/ 5743477 w 12188965"/>
              <a:gd name="connsiteY12574" fmla="*/ 872983 h 2053176"/>
              <a:gd name="connsiteX12575" fmla="*/ 5422451 w 12188965"/>
              <a:gd name="connsiteY12575" fmla="*/ 872983 h 2053176"/>
              <a:gd name="connsiteX12576" fmla="*/ 5435339 w 12188965"/>
              <a:gd name="connsiteY12576" fmla="*/ 885871 h 2053176"/>
              <a:gd name="connsiteX12577" fmla="*/ 5422451 w 12188965"/>
              <a:gd name="connsiteY12577" fmla="*/ 898758 h 2053176"/>
              <a:gd name="connsiteX12578" fmla="*/ 5409564 w 12188965"/>
              <a:gd name="connsiteY12578" fmla="*/ 885871 h 2053176"/>
              <a:gd name="connsiteX12579" fmla="*/ 5422451 w 12188965"/>
              <a:gd name="connsiteY12579" fmla="*/ 872983 h 2053176"/>
              <a:gd name="connsiteX12580" fmla="*/ 5229719 w 12188965"/>
              <a:gd name="connsiteY12580" fmla="*/ 872983 h 2053176"/>
              <a:gd name="connsiteX12581" fmla="*/ 5242606 w 12188965"/>
              <a:gd name="connsiteY12581" fmla="*/ 885871 h 2053176"/>
              <a:gd name="connsiteX12582" fmla="*/ 5229719 w 12188965"/>
              <a:gd name="connsiteY12582" fmla="*/ 898758 h 2053176"/>
              <a:gd name="connsiteX12583" fmla="*/ 5216831 w 12188965"/>
              <a:gd name="connsiteY12583" fmla="*/ 885871 h 2053176"/>
              <a:gd name="connsiteX12584" fmla="*/ 5229719 w 12188965"/>
              <a:gd name="connsiteY12584" fmla="*/ 872983 h 2053176"/>
              <a:gd name="connsiteX12585" fmla="*/ 4587666 w 12188965"/>
              <a:gd name="connsiteY12585" fmla="*/ 872983 h 2053176"/>
              <a:gd name="connsiteX12586" fmla="*/ 4600553 w 12188965"/>
              <a:gd name="connsiteY12586" fmla="*/ 885871 h 2053176"/>
              <a:gd name="connsiteX12587" fmla="*/ 4587666 w 12188965"/>
              <a:gd name="connsiteY12587" fmla="*/ 898758 h 2053176"/>
              <a:gd name="connsiteX12588" fmla="*/ 4574778 w 12188965"/>
              <a:gd name="connsiteY12588" fmla="*/ 885871 h 2053176"/>
              <a:gd name="connsiteX12589" fmla="*/ 4587666 w 12188965"/>
              <a:gd name="connsiteY12589" fmla="*/ 872983 h 2053176"/>
              <a:gd name="connsiteX12590" fmla="*/ 4009702 w 12188965"/>
              <a:gd name="connsiteY12590" fmla="*/ 872983 h 2053176"/>
              <a:gd name="connsiteX12591" fmla="*/ 4022589 w 12188965"/>
              <a:gd name="connsiteY12591" fmla="*/ 885871 h 2053176"/>
              <a:gd name="connsiteX12592" fmla="*/ 4009702 w 12188965"/>
              <a:gd name="connsiteY12592" fmla="*/ 898758 h 2053176"/>
              <a:gd name="connsiteX12593" fmla="*/ 3996814 w 12188965"/>
              <a:gd name="connsiteY12593" fmla="*/ 885871 h 2053176"/>
              <a:gd name="connsiteX12594" fmla="*/ 4009702 w 12188965"/>
              <a:gd name="connsiteY12594" fmla="*/ 872983 h 2053176"/>
              <a:gd name="connsiteX12595" fmla="*/ 3752882 w 12188965"/>
              <a:gd name="connsiteY12595" fmla="*/ 872983 h 2053176"/>
              <a:gd name="connsiteX12596" fmla="*/ 3765770 w 12188965"/>
              <a:gd name="connsiteY12596" fmla="*/ 885871 h 2053176"/>
              <a:gd name="connsiteX12597" fmla="*/ 3752882 w 12188965"/>
              <a:gd name="connsiteY12597" fmla="*/ 898758 h 2053176"/>
              <a:gd name="connsiteX12598" fmla="*/ 3739993 w 12188965"/>
              <a:gd name="connsiteY12598" fmla="*/ 885871 h 2053176"/>
              <a:gd name="connsiteX12599" fmla="*/ 3752882 w 12188965"/>
              <a:gd name="connsiteY12599" fmla="*/ 872983 h 2053176"/>
              <a:gd name="connsiteX12600" fmla="*/ 3367532 w 12188965"/>
              <a:gd name="connsiteY12600" fmla="*/ 872983 h 2053176"/>
              <a:gd name="connsiteX12601" fmla="*/ 3380421 w 12188965"/>
              <a:gd name="connsiteY12601" fmla="*/ 885871 h 2053176"/>
              <a:gd name="connsiteX12602" fmla="*/ 3367532 w 12188965"/>
              <a:gd name="connsiteY12602" fmla="*/ 898758 h 2053176"/>
              <a:gd name="connsiteX12603" fmla="*/ 3354645 w 12188965"/>
              <a:gd name="connsiteY12603" fmla="*/ 885871 h 2053176"/>
              <a:gd name="connsiteX12604" fmla="*/ 3367532 w 12188965"/>
              <a:gd name="connsiteY12604" fmla="*/ 872983 h 2053176"/>
              <a:gd name="connsiteX12605" fmla="*/ 1505464 w 12188965"/>
              <a:gd name="connsiteY12605" fmla="*/ 872983 h 2053176"/>
              <a:gd name="connsiteX12606" fmla="*/ 1518352 w 12188965"/>
              <a:gd name="connsiteY12606" fmla="*/ 885871 h 2053176"/>
              <a:gd name="connsiteX12607" fmla="*/ 1505464 w 12188965"/>
              <a:gd name="connsiteY12607" fmla="*/ 898758 h 2053176"/>
              <a:gd name="connsiteX12608" fmla="*/ 1492577 w 12188965"/>
              <a:gd name="connsiteY12608" fmla="*/ 885871 h 2053176"/>
              <a:gd name="connsiteX12609" fmla="*/ 1505464 w 12188965"/>
              <a:gd name="connsiteY12609" fmla="*/ 872983 h 2053176"/>
              <a:gd name="connsiteX12610" fmla="*/ 927616 w 12188965"/>
              <a:gd name="connsiteY12610" fmla="*/ 872983 h 2053176"/>
              <a:gd name="connsiteX12611" fmla="*/ 940503 w 12188965"/>
              <a:gd name="connsiteY12611" fmla="*/ 885871 h 2053176"/>
              <a:gd name="connsiteX12612" fmla="*/ 927616 w 12188965"/>
              <a:gd name="connsiteY12612" fmla="*/ 898758 h 2053176"/>
              <a:gd name="connsiteX12613" fmla="*/ 914731 w 12188965"/>
              <a:gd name="connsiteY12613" fmla="*/ 885871 h 2053176"/>
              <a:gd name="connsiteX12614" fmla="*/ 927616 w 12188965"/>
              <a:gd name="connsiteY12614" fmla="*/ 872983 h 2053176"/>
              <a:gd name="connsiteX12615" fmla="*/ 346686 w 12188965"/>
              <a:gd name="connsiteY12615" fmla="*/ 872983 h 2053176"/>
              <a:gd name="connsiteX12616" fmla="*/ 359572 w 12188965"/>
              <a:gd name="connsiteY12616" fmla="*/ 885871 h 2053176"/>
              <a:gd name="connsiteX12617" fmla="*/ 346686 w 12188965"/>
              <a:gd name="connsiteY12617" fmla="*/ 898758 h 2053176"/>
              <a:gd name="connsiteX12618" fmla="*/ 333799 w 12188965"/>
              <a:gd name="connsiteY12618" fmla="*/ 885871 h 2053176"/>
              <a:gd name="connsiteX12619" fmla="*/ 346686 w 12188965"/>
              <a:gd name="connsiteY12619" fmla="*/ 872983 h 2053176"/>
              <a:gd name="connsiteX12620" fmla="*/ 25659 w 12188965"/>
              <a:gd name="connsiteY12620" fmla="*/ 872983 h 2053176"/>
              <a:gd name="connsiteX12621" fmla="*/ 38547 w 12188965"/>
              <a:gd name="connsiteY12621" fmla="*/ 885871 h 2053176"/>
              <a:gd name="connsiteX12622" fmla="*/ 25659 w 12188965"/>
              <a:gd name="connsiteY12622" fmla="*/ 898758 h 2053176"/>
              <a:gd name="connsiteX12623" fmla="*/ 12771 w 12188965"/>
              <a:gd name="connsiteY12623" fmla="*/ 885871 h 2053176"/>
              <a:gd name="connsiteX12624" fmla="*/ 25659 w 12188965"/>
              <a:gd name="connsiteY12624" fmla="*/ 872983 h 2053176"/>
              <a:gd name="connsiteX12625" fmla="*/ 11970691 w 12188965"/>
              <a:gd name="connsiteY12625" fmla="*/ 860211 h 2053176"/>
              <a:gd name="connsiteX12626" fmla="*/ 11996349 w 12188965"/>
              <a:gd name="connsiteY12626" fmla="*/ 885871 h 2053176"/>
              <a:gd name="connsiteX12627" fmla="*/ 11970691 w 12188965"/>
              <a:gd name="connsiteY12627" fmla="*/ 911530 h 2053176"/>
              <a:gd name="connsiteX12628" fmla="*/ 11945033 w 12188965"/>
              <a:gd name="connsiteY12628" fmla="*/ 885871 h 2053176"/>
              <a:gd name="connsiteX12629" fmla="*/ 11970691 w 12188965"/>
              <a:gd name="connsiteY12629" fmla="*/ 860211 h 2053176"/>
              <a:gd name="connsiteX12630" fmla="*/ 11325670 w 12188965"/>
              <a:gd name="connsiteY12630" fmla="*/ 860211 h 2053176"/>
              <a:gd name="connsiteX12631" fmla="*/ 11351329 w 12188965"/>
              <a:gd name="connsiteY12631" fmla="*/ 885871 h 2053176"/>
              <a:gd name="connsiteX12632" fmla="*/ 11325670 w 12188965"/>
              <a:gd name="connsiteY12632" fmla="*/ 911530 h 2053176"/>
              <a:gd name="connsiteX12633" fmla="*/ 11300012 w 12188965"/>
              <a:gd name="connsiteY12633" fmla="*/ 885871 h 2053176"/>
              <a:gd name="connsiteX12634" fmla="*/ 11325670 w 12188965"/>
              <a:gd name="connsiteY12634" fmla="*/ 860211 h 2053176"/>
              <a:gd name="connsiteX12635" fmla="*/ 11197259 w 12188965"/>
              <a:gd name="connsiteY12635" fmla="*/ 860211 h 2053176"/>
              <a:gd name="connsiteX12636" fmla="*/ 11222917 w 12188965"/>
              <a:gd name="connsiteY12636" fmla="*/ 885871 h 2053176"/>
              <a:gd name="connsiteX12637" fmla="*/ 11197259 w 12188965"/>
              <a:gd name="connsiteY12637" fmla="*/ 911530 h 2053176"/>
              <a:gd name="connsiteX12638" fmla="*/ 11171601 w 12188965"/>
              <a:gd name="connsiteY12638" fmla="*/ 885871 h 2053176"/>
              <a:gd name="connsiteX12639" fmla="*/ 11197259 w 12188965"/>
              <a:gd name="connsiteY12639" fmla="*/ 860211 h 2053176"/>
              <a:gd name="connsiteX12640" fmla="*/ 10683501 w 12188965"/>
              <a:gd name="connsiteY12640" fmla="*/ 860211 h 2053176"/>
              <a:gd name="connsiteX12641" fmla="*/ 10709159 w 12188965"/>
              <a:gd name="connsiteY12641" fmla="*/ 885871 h 2053176"/>
              <a:gd name="connsiteX12642" fmla="*/ 10683501 w 12188965"/>
              <a:gd name="connsiteY12642" fmla="*/ 911530 h 2053176"/>
              <a:gd name="connsiteX12643" fmla="*/ 10657843 w 12188965"/>
              <a:gd name="connsiteY12643" fmla="*/ 885871 h 2053176"/>
              <a:gd name="connsiteX12644" fmla="*/ 10683501 w 12188965"/>
              <a:gd name="connsiteY12644" fmla="*/ 860211 h 2053176"/>
              <a:gd name="connsiteX12645" fmla="*/ 10619297 w 12188965"/>
              <a:gd name="connsiteY12645" fmla="*/ 860211 h 2053176"/>
              <a:gd name="connsiteX12646" fmla="*/ 10644955 w 12188965"/>
              <a:gd name="connsiteY12646" fmla="*/ 885871 h 2053176"/>
              <a:gd name="connsiteX12647" fmla="*/ 10619297 w 12188965"/>
              <a:gd name="connsiteY12647" fmla="*/ 911530 h 2053176"/>
              <a:gd name="connsiteX12648" fmla="*/ 10593639 w 12188965"/>
              <a:gd name="connsiteY12648" fmla="*/ 885871 h 2053176"/>
              <a:gd name="connsiteX12649" fmla="*/ 10619297 w 12188965"/>
              <a:gd name="connsiteY12649" fmla="*/ 860211 h 2053176"/>
              <a:gd name="connsiteX12650" fmla="*/ 10555092 w 12188965"/>
              <a:gd name="connsiteY12650" fmla="*/ 860211 h 2053176"/>
              <a:gd name="connsiteX12651" fmla="*/ 10580751 w 12188965"/>
              <a:gd name="connsiteY12651" fmla="*/ 885871 h 2053176"/>
              <a:gd name="connsiteX12652" fmla="*/ 10555092 w 12188965"/>
              <a:gd name="connsiteY12652" fmla="*/ 911530 h 2053176"/>
              <a:gd name="connsiteX12653" fmla="*/ 10529432 w 12188965"/>
              <a:gd name="connsiteY12653" fmla="*/ 885871 h 2053176"/>
              <a:gd name="connsiteX12654" fmla="*/ 10555092 w 12188965"/>
              <a:gd name="connsiteY12654" fmla="*/ 860211 h 2053176"/>
              <a:gd name="connsiteX12655" fmla="*/ 10362474 w 12188965"/>
              <a:gd name="connsiteY12655" fmla="*/ 860211 h 2053176"/>
              <a:gd name="connsiteX12656" fmla="*/ 10388135 w 12188965"/>
              <a:gd name="connsiteY12656" fmla="*/ 885870 h 2053176"/>
              <a:gd name="connsiteX12657" fmla="*/ 10362474 w 12188965"/>
              <a:gd name="connsiteY12657" fmla="*/ 911530 h 2053176"/>
              <a:gd name="connsiteX12658" fmla="*/ 10336816 w 12188965"/>
              <a:gd name="connsiteY12658" fmla="*/ 885870 h 2053176"/>
              <a:gd name="connsiteX12659" fmla="*/ 10362474 w 12188965"/>
              <a:gd name="connsiteY12659" fmla="*/ 860211 h 2053176"/>
              <a:gd name="connsiteX12660" fmla="*/ 10234065 w 12188965"/>
              <a:gd name="connsiteY12660" fmla="*/ 860211 h 2053176"/>
              <a:gd name="connsiteX12661" fmla="*/ 10259723 w 12188965"/>
              <a:gd name="connsiteY12661" fmla="*/ 885871 h 2053176"/>
              <a:gd name="connsiteX12662" fmla="*/ 10234065 w 12188965"/>
              <a:gd name="connsiteY12662" fmla="*/ 911530 h 2053176"/>
              <a:gd name="connsiteX12663" fmla="*/ 10208404 w 12188965"/>
              <a:gd name="connsiteY12663" fmla="*/ 885871 h 2053176"/>
              <a:gd name="connsiteX12664" fmla="*/ 10234065 w 12188965"/>
              <a:gd name="connsiteY12664" fmla="*/ 860211 h 2053176"/>
              <a:gd name="connsiteX12665" fmla="*/ 10105654 w 12188965"/>
              <a:gd name="connsiteY12665" fmla="*/ 860211 h 2053176"/>
              <a:gd name="connsiteX12666" fmla="*/ 10131312 w 12188965"/>
              <a:gd name="connsiteY12666" fmla="*/ 885871 h 2053176"/>
              <a:gd name="connsiteX12667" fmla="*/ 10105654 w 12188965"/>
              <a:gd name="connsiteY12667" fmla="*/ 911530 h 2053176"/>
              <a:gd name="connsiteX12668" fmla="*/ 10079996 w 12188965"/>
              <a:gd name="connsiteY12668" fmla="*/ 885871 h 2053176"/>
              <a:gd name="connsiteX12669" fmla="*/ 10105654 w 12188965"/>
              <a:gd name="connsiteY12669" fmla="*/ 860211 h 2053176"/>
              <a:gd name="connsiteX12670" fmla="*/ 8564495 w 12188965"/>
              <a:gd name="connsiteY12670" fmla="*/ 860211 h 2053176"/>
              <a:gd name="connsiteX12671" fmla="*/ 8590153 w 12188965"/>
              <a:gd name="connsiteY12671" fmla="*/ 885870 h 2053176"/>
              <a:gd name="connsiteX12672" fmla="*/ 8564495 w 12188965"/>
              <a:gd name="connsiteY12672" fmla="*/ 911530 h 2053176"/>
              <a:gd name="connsiteX12673" fmla="*/ 8538837 w 12188965"/>
              <a:gd name="connsiteY12673" fmla="*/ 885870 h 2053176"/>
              <a:gd name="connsiteX12674" fmla="*/ 8564495 w 12188965"/>
              <a:gd name="connsiteY12674" fmla="*/ 860211 h 2053176"/>
              <a:gd name="connsiteX12675" fmla="*/ 8050852 w 12188965"/>
              <a:gd name="connsiteY12675" fmla="*/ 860211 h 2053176"/>
              <a:gd name="connsiteX12676" fmla="*/ 8076510 w 12188965"/>
              <a:gd name="connsiteY12676" fmla="*/ 885871 h 2053176"/>
              <a:gd name="connsiteX12677" fmla="*/ 8050852 w 12188965"/>
              <a:gd name="connsiteY12677" fmla="*/ 911530 h 2053176"/>
              <a:gd name="connsiteX12678" fmla="*/ 8025194 w 12188965"/>
              <a:gd name="connsiteY12678" fmla="*/ 885871 h 2053176"/>
              <a:gd name="connsiteX12679" fmla="*/ 8050852 w 12188965"/>
              <a:gd name="connsiteY12679" fmla="*/ 860211 h 2053176"/>
              <a:gd name="connsiteX12680" fmla="*/ 7986648 w 12188965"/>
              <a:gd name="connsiteY12680" fmla="*/ 860211 h 2053176"/>
              <a:gd name="connsiteX12681" fmla="*/ 8012306 w 12188965"/>
              <a:gd name="connsiteY12681" fmla="*/ 885871 h 2053176"/>
              <a:gd name="connsiteX12682" fmla="*/ 7986648 w 12188965"/>
              <a:gd name="connsiteY12682" fmla="*/ 911530 h 2053176"/>
              <a:gd name="connsiteX12683" fmla="*/ 7960990 w 12188965"/>
              <a:gd name="connsiteY12683" fmla="*/ 885871 h 2053176"/>
              <a:gd name="connsiteX12684" fmla="*/ 7986648 w 12188965"/>
              <a:gd name="connsiteY12684" fmla="*/ 860211 h 2053176"/>
              <a:gd name="connsiteX12685" fmla="*/ 7858237 w 12188965"/>
              <a:gd name="connsiteY12685" fmla="*/ 860211 h 2053176"/>
              <a:gd name="connsiteX12686" fmla="*/ 7883895 w 12188965"/>
              <a:gd name="connsiteY12686" fmla="*/ 885870 h 2053176"/>
              <a:gd name="connsiteX12687" fmla="*/ 7858237 w 12188965"/>
              <a:gd name="connsiteY12687" fmla="*/ 911530 h 2053176"/>
              <a:gd name="connsiteX12688" fmla="*/ 7832578 w 12188965"/>
              <a:gd name="connsiteY12688" fmla="*/ 885870 h 2053176"/>
              <a:gd name="connsiteX12689" fmla="*/ 7858237 w 12188965"/>
              <a:gd name="connsiteY12689" fmla="*/ 860211 h 2053176"/>
              <a:gd name="connsiteX12690" fmla="*/ 7794032 w 12188965"/>
              <a:gd name="connsiteY12690" fmla="*/ 860211 h 2053176"/>
              <a:gd name="connsiteX12691" fmla="*/ 7819690 w 12188965"/>
              <a:gd name="connsiteY12691" fmla="*/ 885870 h 2053176"/>
              <a:gd name="connsiteX12692" fmla="*/ 7794032 w 12188965"/>
              <a:gd name="connsiteY12692" fmla="*/ 911530 h 2053176"/>
              <a:gd name="connsiteX12693" fmla="*/ 7768371 w 12188965"/>
              <a:gd name="connsiteY12693" fmla="*/ 885870 h 2053176"/>
              <a:gd name="connsiteX12694" fmla="*/ 7794032 w 12188965"/>
              <a:gd name="connsiteY12694" fmla="*/ 860211 h 2053176"/>
              <a:gd name="connsiteX12695" fmla="*/ 7665621 w 12188965"/>
              <a:gd name="connsiteY12695" fmla="*/ 860211 h 2053176"/>
              <a:gd name="connsiteX12696" fmla="*/ 7691279 w 12188965"/>
              <a:gd name="connsiteY12696" fmla="*/ 885871 h 2053176"/>
              <a:gd name="connsiteX12697" fmla="*/ 7665621 w 12188965"/>
              <a:gd name="connsiteY12697" fmla="*/ 911530 h 2053176"/>
              <a:gd name="connsiteX12698" fmla="*/ 7639963 w 12188965"/>
              <a:gd name="connsiteY12698" fmla="*/ 885871 h 2053176"/>
              <a:gd name="connsiteX12699" fmla="*/ 7665621 w 12188965"/>
              <a:gd name="connsiteY12699" fmla="*/ 860211 h 2053176"/>
              <a:gd name="connsiteX12700" fmla="*/ 7601299 w 12188965"/>
              <a:gd name="connsiteY12700" fmla="*/ 860211 h 2053176"/>
              <a:gd name="connsiteX12701" fmla="*/ 7626959 w 12188965"/>
              <a:gd name="connsiteY12701" fmla="*/ 885871 h 2053176"/>
              <a:gd name="connsiteX12702" fmla="*/ 7601299 w 12188965"/>
              <a:gd name="connsiteY12702" fmla="*/ 911530 h 2053176"/>
              <a:gd name="connsiteX12703" fmla="*/ 7575640 w 12188965"/>
              <a:gd name="connsiteY12703" fmla="*/ 885871 h 2053176"/>
              <a:gd name="connsiteX12704" fmla="*/ 7601299 w 12188965"/>
              <a:gd name="connsiteY12704" fmla="*/ 860211 h 2053176"/>
              <a:gd name="connsiteX12705" fmla="*/ 7537094 w 12188965"/>
              <a:gd name="connsiteY12705" fmla="*/ 860211 h 2053176"/>
              <a:gd name="connsiteX12706" fmla="*/ 7562752 w 12188965"/>
              <a:gd name="connsiteY12706" fmla="*/ 885871 h 2053176"/>
              <a:gd name="connsiteX12707" fmla="*/ 7537094 w 12188965"/>
              <a:gd name="connsiteY12707" fmla="*/ 911530 h 2053176"/>
              <a:gd name="connsiteX12708" fmla="*/ 7511436 w 12188965"/>
              <a:gd name="connsiteY12708" fmla="*/ 885871 h 2053176"/>
              <a:gd name="connsiteX12709" fmla="*/ 7537094 w 12188965"/>
              <a:gd name="connsiteY12709" fmla="*/ 860211 h 2053176"/>
              <a:gd name="connsiteX12710" fmla="*/ 7151863 w 12188965"/>
              <a:gd name="connsiteY12710" fmla="*/ 860211 h 2053176"/>
              <a:gd name="connsiteX12711" fmla="*/ 7177521 w 12188965"/>
              <a:gd name="connsiteY12711" fmla="*/ 885870 h 2053176"/>
              <a:gd name="connsiteX12712" fmla="*/ 7151863 w 12188965"/>
              <a:gd name="connsiteY12712" fmla="*/ 911530 h 2053176"/>
              <a:gd name="connsiteX12713" fmla="*/ 7126205 w 12188965"/>
              <a:gd name="connsiteY12713" fmla="*/ 885870 h 2053176"/>
              <a:gd name="connsiteX12714" fmla="*/ 7151863 w 12188965"/>
              <a:gd name="connsiteY12714" fmla="*/ 860211 h 2053176"/>
              <a:gd name="connsiteX12715" fmla="*/ 6895043 w 12188965"/>
              <a:gd name="connsiteY12715" fmla="*/ 860211 h 2053176"/>
              <a:gd name="connsiteX12716" fmla="*/ 6920701 w 12188965"/>
              <a:gd name="connsiteY12716" fmla="*/ 885871 h 2053176"/>
              <a:gd name="connsiteX12717" fmla="*/ 6895043 w 12188965"/>
              <a:gd name="connsiteY12717" fmla="*/ 911530 h 2053176"/>
              <a:gd name="connsiteX12718" fmla="*/ 6869382 w 12188965"/>
              <a:gd name="connsiteY12718" fmla="*/ 885871 h 2053176"/>
              <a:gd name="connsiteX12719" fmla="*/ 6895043 w 12188965"/>
              <a:gd name="connsiteY12719" fmla="*/ 860211 h 2053176"/>
              <a:gd name="connsiteX12720" fmla="*/ 6252873 w 12188965"/>
              <a:gd name="connsiteY12720" fmla="*/ 860211 h 2053176"/>
              <a:gd name="connsiteX12721" fmla="*/ 6278532 w 12188965"/>
              <a:gd name="connsiteY12721" fmla="*/ 885871 h 2053176"/>
              <a:gd name="connsiteX12722" fmla="*/ 6252873 w 12188965"/>
              <a:gd name="connsiteY12722" fmla="*/ 911530 h 2053176"/>
              <a:gd name="connsiteX12723" fmla="*/ 6227213 w 12188965"/>
              <a:gd name="connsiteY12723" fmla="*/ 885871 h 2053176"/>
              <a:gd name="connsiteX12724" fmla="*/ 6252873 w 12188965"/>
              <a:gd name="connsiteY12724" fmla="*/ 860211 h 2053176"/>
              <a:gd name="connsiteX12725" fmla="*/ 5615066 w 12188965"/>
              <a:gd name="connsiteY12725" fmla="*/ 860211 h 2053176"/>
              <a:gd name="connsiteX12726" fmla="*/ 5640726 w 12188965"/>
              <a:gd name="connsiteY12726" fmla="*/ 885871 h 2053176"/>
              <a:gd name="connsiteX12727" fmla="*/ 5615066 w 12188965"/>
              <a:gd name="connsiteY12727" fmla="*/ 911530 h 2053176"/>
              <a:gd name="connsiteX12728" fmla="*/ 5589407 w 12188965"/>
              <a:gd name="connsiteY12728" fmla="*/ 885871 h 2053176"/>
              <a:gd name="connsiteX12729" fmla="*/ 5615066 w 12188965"/>
              <a:gd name="connsiteY12729" fmla="*/ 860211 h 2053176"/>
              <a:gd name="connsiteX12730" fmla="*/ 5486655 w 12188965"/>
              <a:gd name="connsiteY12730" fmla="*/ 860211 h 2053176"/>
              <a:gd name="connsiteX12731" fmla="*/ 5512316 w 12188965"/>
              <a:gd name="connsiteY12731" fmla="*/ 885871 h 2053176"/>
              <a:gd name="connsiteX12732" fmla="*/ 5486655 w 12188965"/>
              <a:gd name="connsiteY12732" fmla="*/ 911530 h 2053176"/>
              <a:gd name="connsiteX12733" fmla="*/ 5460997 w 12188965"/>
              <a:gd name="connsiteY12733" fmla="*/ 885871 h 2053176"/>
              <a:gd name="connsiteX12734" fmla="*/ 5486655 w 12188965"/>
              <a:gd name="connsiteY12734" fmla="*/ 860211 h 2053176"/>
              <a:gd name="connsiteX12735" fmla="*/ 4972896 w 12188965"/>
              <a:gd name="connsiteY12735" fmla="*/ 860211 h 2053176"/>
              <a:gd name="connsiteX12736" fmla="*/ 4998557 w 12188965"/>
              <a:gd name="connsiteY12736" fmla="*/ 885871 h 2053176"/>
              <a:gd name="connsiteX12737" fmla="*/ 4972896 w 12188965"/>
              <a:gd name="connsiteY12737" fmla="*/ 911530 h 2053176"/>
              <a:gd name="connsiteX12738" fmla="*/ 4947240 w 12188965"/>
              <a:gd name="connsiteY12738" fmla="*/ 885871 h 2053176"/>
              <a:gd name="connsiteX12739" fmla="*/ 4972896 w 12188965"/>
              <a:gd name="connsiteY12739" fmla="*/ 860211 h 2053176"/>
              <a:gd name="connsiteX12740" fmla="*/ 4908693 w 12188965"/>
              <a:gd name="connsiteY12740" fmla="*/ 860211 h 2053176"/>
              <a:gd name="connsiteX12741" fmla="*/ 4934352 w 12188965"/>
              <a:gd name="connsiteY12741" fmla="*/ 885871 h 2053176"/>
              <a:gd name="connsiteX12742" fmla="*/ 4908693 w 12188965"/>
              <a:gd name="connsiteY12742" fmla="*/ 911530 h 2053176"/>
              <a:gd name="connsiteX12743" fmla="*/ 4883033 w 12188965"/>
              <a:gd name="connsiteY12743" fmla="*/ 885871 h 2053176"/>
              <a:gd name="connsiteX12744" fmla="*/ 4908693 w 12188965"/>
              <a:gd name="connsiteY12744" fmla="*/ 860211 h 2053176"/>
              <a:gd name="connsiteX12745" fmla="*/ 4844487 w 12188965"/>
              <a:gd name="connsiteY12745" fmla="*/ 860211 h 2053176"/>
              <a:gd name="connsiteX12746" fmla="*/ 4870146 w 12188965"/>
              <a:gd name="connsiteY12746" fmla="*/ 885871 h 2053176"/>
              <a:gd name="connsiteX12747" fmla="*/ 4844487 w 12188965"/>
              <a:gd name="connsiteY12747" fmla="*/ 911530 h 2053176"/>
              <a:gd name="connsiteX12748" fmla="*/ 4818828 w 12188965"/>
              <a:gd name="connsiteY12748" fmla="*/ 885871 h 2053176"/>
              <a:gd name="connsiteX12749" fmla="*/ 4844487 w 12188965"/>
              <a:gd name="connsiteY12749" fmla="*/ 860211 h 2053176"/>
              <a:gd name="connsiteX12750" fmla="*/ 4651872 w 12188965"/>
              <a:gd name="connsiteY12750" fmla="*/ 860211 h 2053176"/>
              <a:gd name="connsiteX12751" fmla="*/ 4677531 w 12188965"/>
              <a:gd name="connsiteY12751" fmla="*/ 885870 h 2053176"/>
              <a:gd name="connsiteX12752" fmla="*/ 4651872 w 12188965"/>
              <a:gd name="connsiteY12752" fmla="*/ 911530 h 2053176"/>
              <a:gd name="connsiteX12753" fmla="*/ 4626213 w 12188965"/>
              <a:gd name="connsiteY12753" fmla="*/ 885870 h 2053176"/>
              <a:gd name="connsiteX12754" fmla="*/ 4651872 w 12188965"/>
              <a:gd name="connsiteY12754" fmla="*/ 860211 h 2053176"/>
              <a:gd name="connsiteX12755" fmla="*/ 4523461 w 12188965"/>
              <a:gd name="connsiteY12755" fmla="*/ 860211 h 2053176"/>
              <a:gd name="connsiteX12756" fmla="*/ 4549121 w 12188965"/>
              <a:gd name="connsiteY12756" fmla="*/ 885871 h 2053176"/>
              <a:gd name="connsiteX12757" fmla="*/ 4523461 w 12188965"/>
              <a:gd name="connsiteY12757" fmla="*/ 911530 h 2053176"/>
              <a:gd name="connsiteX12758" fmla="*/ 4497802 w 12188965"/>
              <a:gd name="connsiteY12758" fmla="*/ 885871 h 2053176"/>
              <a:gd name="connsiteX12759" fmla="*/ 4523461 w 12188965"/>
              <a:gd name="connsiteY12759" fmla="*/ 860211 h 2053176"/>
              <a:gd name="connsiteX12760" fmla="*/ 4395050 w 12188965"/>
              <a:gd name="connsiteY12760" fmla="*/ 860211 h 2053176"/>
              <a:gd name="connsiteX12761" fmla="*/ 4420710 w 12188965"/>
              <a:gd name="connsiteY12761" fmla="*/ 885871 h 2053176"/>
              <a:gd name="connsiteX12762" fmla="*/ 4395050 w 12188965"/>
              <a:gd name="connsiteY12762" fmla="*/ 911530 h 2053176"/>
              <a:gd name="connsiteX12763" fmla="*/ 4369391 w 12188965"/>
              <a:gd name="connsiteY12763" fmla="*/ 885871 h 2053176"/>
              <a:gd name="connsiteX12764" fmla="*/ 4395050 w 12188965"/>
              <a:gd name="connsiteY12764" fmla="*/ 860211 h 2053176"/>
              <a:gd name="connsiteX12765" fmla="*/ 2853890 w 12188965"/>
              <a:gd name="connsiteY12765" fmla="*/ 860211 h 2053176"/>
              <a:gd name="connsiteX12766" fmla="*/ 2879550 w 12188965"/>
              <a:gd name="connsiteY12766" fmla="*/ 885870 h 2053176"/>
              <a:gd name="connsiteX12767" fmla="*/ 2853890 w 12188965"/>
              <a:gd name="connsiteY12767" fmla="*/ 911530 h 2053176"/>
              <a:gd name="connsiteX12768" fmla="*/ 2828231 w 12188965"/>
              <a:gd name="connsiteY12768" fmla="*/ 885870 h 2053176"/>
              <a:gd name="connsiteX12769" fmla="*/ 2853890 w 12188965"/>
              <a:gd name="connsiteY12769" fmla="*/ 860211 h 2053176"/>
              <a:gd name="connsiteX12770" fmla="*/ 2340249 w 12188965"/>
              <a:gd name="connsiteY12770" fmla="*/ 860211 h 2053176"/>
              <a:gd name="connsiteX12771" fmla="*/ 2365908 w 12188965"/>
              <a:gd name="connsiteY12771" fmla="*/ 885871 h 2053176"/>
              <a:gd name="connsiteX12772" fmla="*/ 2340249 w 12188965"/>
              <a:gd name="connsiteY12772" fmla="*/ 911530 h 2053176"/>
              <a:gd name="connsiteX12773" fmla="*/ 2314590 w 12188965"/>
              <a:gd name="connsiteY12773" fmla="*/ 885871 h 2053176"/>
              <a:gd name="connsiteX12774" fmla="*/ 2340249 w 12188965"/>
              <a:gd name="connsiteY12774" fmla="*/ 860211 h 2053176"/>
              <a:gd name="connsiteX12775" fmla="*/ 2276044 w 12188965"/>
              <a:gd name="connsiteY12775" fmla="*/ 860211 h 2053176"/>
              <a:gd name="connsiteX12776" fmla="*/ 2301702 w 12188965"/>
              <a:gd name="connsiteY12776" fmla="*/ 885871 h 2053176"/>
              <a:gd name="connsiteX12777" fmla="*/ 2276044 w 12188965"/>
              <a:gd name="connsiteY12777" fmla="*/ 911530 h 2053176"/>
              <a:gd name="connsiteX12778" fmla="*/ 2250385 w 12188965"/>
              <a:gd name="connsiteY12778" fmla="*/ 885871 h 2053176"/>
              <a:gd name="connsiteX12779" fmla="*/ 2276044 w 12188965"/>
              <a:gd name="connsiteY12779" fmla="*/ 860211 h 2053176"/>
              <a:gd name="connsiteX12780" fmla="*/ 2147633 w 12188965"/>
              <a:gd name="connsiteY12780" fmla="*/ 860211 h 2053176"/>
              <a:gd name="connsiteX12781" fmla="*/ 2173293 w 12188965"/>
              <a:gd name="connsiteY12781" fmla="*/ 885870 h 2053176"/>
              <a:gd name="connsiteX12782" fmla="*/ 2147633 w 12188965"/>
              <a:gd name="connsiteY12782" fmla="*/ 911530 h 2053176"/>
              <a:gd name="connsiteX12783" fmla="*/ 2121975 w 12188965"/>
              <a:gd name="connsiteY12783" fmla="*/ 885870 h 2053176"/>
              <a:gd name="connsiteX12784" fmla="*/ 2147633 w 12188965"/>
              <a:gd name="connsiteY12784" fmla="*/ 860211 h 2053176"/>
              <a:gd name="connsiteX12785" fmla="*/ 2083427 w 12188965"/>
              <a:gd name="connsiteY12785" fmla="*/ 860211 h 2053176"/>
              <a:gd name="connsiteX12786" fmla="*/ 2109087 w 12188965"/>
              <a:gd name="connsiteY12786" fmla="*/ 885870 h 2053176"/>
              <a:gd name="connsiteX12787" fmla="*/ 2083427 w 12188965"/>
              <a:gd name="connsiteY12787" fmla="*/ 911530 h 2053176"/>
              <a:gd name="connsiteX12788" fmla="*/ 2057768 w 12188965"/>
              <a:gd name="connsiteY12788" fmla="*/ 885870 h 2053176"/>
              <a:gd name="connsiteX12789" fmla="*/ 2083427 w 12188965"/>
              <a:gd name="connsiteY12789" fmla="*/ 860211 h 2053176"/>
              <a:gd name="connsiteX12790" fmla="*/ 1955016 w 12188965"/>
              <a:gd name="connsiteY12790" fmla="*/ 860211 h 2053176"/>
              <a:gd name="connsiteX12791" fmla="*/ 1980676 w 12188965"/>
              <a:gd name="connsiteY12791" fmla="*/ 885871 h 2053176"/>
              <a:gd name="connsiteX12792" fmla="*/ 1955016 w 12188965"/>
              <a:gd name="connsiteY12792" fmla="*/ 911530 h 2053176"/>
              <a:gd name="connsiteX12793" fmla="*/ 1929358 w 12188965"/>
              <a:gd name="connsiteY12793" fmla="*/ 885871 h 2053176"/>
              <a:gd name="connsiteX12794" fmla="*/ 1955016 w 12188965"/>
              <a:gd name="connsiteY12794" fmla="*/ 860211 h 2053176"/>
              <a:gd name="connsiteX12795" fmla="*/ 1890696 w 12188965"/>
              <a:gd name="connsiteY12795" fmla="*/ 860211 h 2053176"/>
              <a:gd name="connsiteX12796" fmla="*/ 1916355 w 12188965"/>
              <a:gd name="connsiteY12796" fmla="*/ 885871 h 2053176"/>
              <a:gd name="connsiteX12797" fmla="*/ 1890696 w 12188965"/>
              <a:gd name="connsiteY12797" fmla="*/ 911530 h 2053176"/>
              <a:gd name="connsiteX12798" fmla="*/ 1865037 w 12188965"/>
              <a:gd name="connsiteY12798" fmla="*/ 885871 h 2053176"/>
              <a:gd name="connsiteX12799" fmla="*/ 1890696 w 12188965"/>
              <a:gd name="connsiteY12799" fmla="*/ 860211 h 2053176"/>
              <a:gd name="connsiteX12800" fmla="*/ 1826490 w 12188965"/>
              <a:gd name="connsiteY12800" fmla="*/ 860211 h 2053176"/>
              <a:gd name="connsiteX12801" fmla="*/ 1852149 w 12188965"/>
              <a:gd name="connsiteY12801" fmla="*/ 885871 h 2053176"/>
              <a:gd name="connsiteX12802" fmla="*/ 1826490 w 12188965"/>
              <a:gd name="connsiteY12802" fmla="*/ 911530 h 2053176"/>
              <a:gd name="connsiteX12803" fmla="*/ 1800830 w 12188965"/>
              <a:gd name="connsiteY12803" fmla="*/ 885871 h 2053176"/>
              <a:gd name="connsiteX12804" fmla="*/ 1826490 w 12188965"/>
              <a:gd name="connsiteY12804" fmla="*/ 860211 h 2053176"/>
              <a:gd name="connsiteX12805" fmla="*/ 1441258 w 12188965"/>
              <a:gd name="connsiteY12805" fmla="*/ 860211 h 2053176"/>
              <a:gd name="connsiteX12806" fmla="*/ 1466917 w 12188965"/>
              <a:gd name="connsiteY12806" fmla="*/ 885870 h 2053176"/>
              <a:gd name="connsiteX12807" fmla="*/ 1441258 w 12188965"/>
              <a:gd name="connsiteY12807" fmla="*/ 911530 h 2053176"/>
              <a:gd name="connsiteX12808" fmla="*/ 1415599 w 12188965"/>
              <a:gd name="connsiteY12808" fmla="*/ 885870 h 2053176"/>
              <a:gd name="connsiteX12809" fmla="*/ 1441258 w 12188965"/>
              <a:gd name="connsiteY12809" fmla="*/ 860211 h 2053176"/>
              <a:gd name="connsiteX12810" fmla="*/ 1184437 w 12188965"/>
              <a:gd name="connsiteY12810" fmla="*/ 860211 h 2053176"/>
              <a:gd name="connsiteX12811" fmla="*/ 1210096 w 12188965"/>
              <a:gd name="connsiteY12811" fmla="*/ 885871 h 2053176"/>
              <a:gd name="connsiteX12812" fmla="*/ 1184437 w 12188965"/>
              <a:gd name="connsiteY12812" fmla="*/ 911530 h 2053176"/>
              <a:gd name="connsiteX12813" fmla="*/ 1158780 w 12188965"/>
              <a:gd name="connsiteY12813" fmla="*/ 885871 h 2053176"/>
              <a:gd name="connsiteX12814" fmla="*/ 1184437 w 12188965"/>
              <a:gd name="connsiteY12814" fmla="*/ 860211 h 2053176"/>
              <a:gd name="connsiteX12815" fmla="*/ 542268 w 12188965"/>
              <a:gd name="connsiteY12815" fmla="*/ 860211 h 2053176"/>
              <a:gd name="connsiteX12816" fmla="*/ 567927 w 12188965"/>
              <a:gd name="connsiteY12816" fmla="*/ 885871 h 2053176"/>
              <a:gd name="connsiteX12817" fmla="*/ 542268 w 12188965"/>
              <a:gd name="connsiteY12817" fmla="*/ 911530 h 2053176"/>
              <a:gd name="connsiteX12818" fmla="*/ 516610 w 12188965"/>
              <a:gd name="connsiteY12818" fmla="*/ 885871 h 2053176"/>
              <a:gd name="connsiteX12819" fmla="*/ 542268 w 12188965"/>
              <a:gd name="connsiteY12819" fmla="*/ 860211 h 2053176"/>
              <a:gd name="connsiteX12820" fmla="*/ 11970691 w 12188965"/>
              <a:gd name="connsiteY12820" fmla="*/ 805759 h 2053176"/>
              <a:gd name="connsiteX12821" fmla="*/ 11983579 w 12188965"/>
              <a:gd name="connsiteY12821" fmla="*/ 818646 h 2053176"/>
              <a:gd name="connsiteX12822" fmla="*/ 11970691 w 12188965"/>
              <a:gd name="connsiteY12822" fmla="*/ 831534 h 2053176"/>
              <a:gd name="connsiteX12823" fmla="*/ 11957803 w 12188965"/>
              <a:gd name="connsiteY12823" fmla="*/ 818646 h 2053176"/>
              <a:gd name="connsiteX12824" fmla="*/ 11970691 w 12188965"/>
              <a:gd name="connsiteY12824" fmla="*/ 805759 h 2053176"/>
              <a:gd name="connsiteX12825" fmla="*/ 11454081 w 12188965"/>
              <a:gd name="connsiteY12825" fmla="*/ 805759 h 2053176"/>
              <a:gd name="connsiteX12826" fmla="*/ 11466969 w 12188965"/>
              <a:gd name="connsiteY12826" fmla="*/ 818646 h 2053176"/>
              <a:gd name="connsiteX12827" fmla="*/ 11454081 w 12188965"/>
              <a:gd name="connsiteY12827" fmla="*/ 831534 h 2053176"/>
              <a:gd name="connsiteX12828" fmla="*/ 11441194 w 12188965"/>
              <a:gd name="connsiteY12828" fmla="*/ 818646 h 2053176"/>
              <a:gd name="connsiteX12829" fmla="*/ 11454081 w 12188965"/>
              <a:gd name="connsiteY12829" fmla="*/ 805759 h 2053176"/>
              <a:gd name="connsiteX12830" fmla="*/ 11133055 w 12188965"/>
              <a:gd name="connsiteY12830" fmla="*/ 805759 h 2053176"/>
              <a:gd name="connsiteX12831" fmla="*/ 11145943 w 12188965"/>
              <a:gd name="connsiteY12831" fmla="*/ 818646 h 2053176"/>
              <a:gd name="connsiteX12832" fmla="*/ 11133055 w 12188965"/>
              <a:gd name="connsiteY12832" fmla="*/ 831534 h 2053176"/>
              <a:gd name="connsiteX12833" fmla="*/ 11120167 w 12188965"/>
              <a:gd name="connsiteY12833" fmla="*/ 818646 h 2053176"/>
              <a:gd name="connsiteX12834" fmla="*/ 11133055 w 12188965"/>
              <a:gd name="connsiteY12834" fmla="*/ 805759 h 2053176"/>
              <a:gd name="connsiteX12835" fmla="*/ 10940324 w 12188965"/>
              <a:gd name="connsiteY12835" fmla="*/ 805759 h 2053176"/>
              <a:gd name="connsiteX12836" fmla="*/ 10953209 w 12188965"/>
              <a:gd name="connsiteY12836" fmla="*/ 818646 h 2053176"/>
              <a:gd name="connsiteX12837" fmla="*/ 10940324 w 12188965"/>
              <a:gd name="connsiteY12837" fmla="*/ 831534 h 2053176"/>
              <a:gd name="connsiteX12838" fmla="*/ 10927436 w 12188965"/>
              <a:gd name="connsiteY12838" fmla="*/ 818646 h 2053176"/>
              <a:gd name="connsiteX12839" fmla="*/ 10940324 w 12188965"/>
              <a:gd name="connsiteY12839" fmla="*/ 805759 h 2053176"/>
              <a:gd name="connsiteX12840" fmla="*/ 10555092 w 12188965"/>
              <a:gd name="connsiteY12840" fmla="*/ 805759 h 2053176"/>
              <a:gd name="connsiteX12841" fmla="*/ 10567978 w 12188965"/>
              <a:gd name="connsiteY12841" fmla="*/ 818646 h 2053176"/>
              <a:gd name="connsiteX12842" fmla="*/ 10555092 w 12188965"/>
              <a:gd name="connsiteY12842" fmla="*/ 831534 h 2053176"/>
              <a:gd name="connsiteX12843" fmla="*/ 10542204 w 12188965"/>
              <a:gd name="connsiteY12843" fmla="*/ 818646 h 2053176"/>
              <a:gd name="connsiteX12844" fmla="*/ 10555092 w 12188965"/>
              <a:gd name="connsiteY12844" fmla="*/ 805759 h 2053176"/>
              <a:gd name="connsiteX12845" fmla="*/ 10298270 w 12188965"/>
              <a:gd name="connsiteY12845" fmla="*/ 805759 h 2053176"/>
              <a:gd name="connsiteX12846" fmla="*/ 10311158 w 12188965"/>
              <a:gd name="connsiteY12846" fmla="*/ 818646 h 2053176"/>
              <a:gd name="connsiteX12847" fmla="*/ 10298270 w 12188965"/>
              <a:gd name="connsiteY12847" fmla="*/ 831534 h 2053176"/>
              <a:gd name="connsiteX12848" fmla="*/ 10285382 w 12188965"/>
              <a:gd name="connsiteY12848" fmla="*/ 818646 h 2053176"/>
              <a:gd name="connsiteX12849" fmla="*/ 10298270 w 12188965"/>
              <a:gd name="connsiteY12849" fmla="*/ 805759 h 2053176"/>
              <a:gd name="connsiteX12850" fmla="*/ 10233947 w 12188965"/>
              <a:gd name="connsiteY12850" fmla="*/ 805759 h 2053176"/>
              <a:gd name="connsiteX12851" fmla="*/ 10246835 w 12188965"/>
              <a:gd name="connsiteY12851" fmla="*/ 818646 h 2053176"/>
              <a:gd name="connsiteX12852" fmla="*/ 10233947 w 12188965"/>
              <a:gd name="connsiteY12852" fmla="*/ 831534 h 2053176"/>
              <a:gd name="connsiteX12853" fmla="*/ 10221059 w 12188965"/>
              <a:gd name="connsiteY12853" fmla="*/ 818646 h 2053176"/>
              <a:gd name="connsiteX12854" fmla="*/ 10233947 w 12188965"/>
              <a:gd name="connsiteY12854" fmla="*/ 805759 h 2053176"/>
              <a:gd name="connsiteX12855" fmla="*/ 9720307 w 12188965"/>
              <a:gd name="connsiteY12855" fmla="*/ 805759 h 2053176"/>
              <a:gd name="connsiteX12856" fmla="*/ 9733193 w 12188965"/>
              <a:gd name="connsiteY12856" fmla="*/ 818646 h 2053176"/>
              <a:gd name="connsiteX12857" fmla="*/ 9720307 w 12188965"/>
              <a:gd name="connsiteY12857" fmla="*/ 831534 h 2053176"/>
              <a:gd name="connsiteX12858" fmla="*/ 9707419 w 12188965"/>
              <a:gd name="connsiteY12858" fmla="*/ 818646 h 2053176"/>
              <a:gd name="connsiteX12859" fmla="*/ 9720307 w 12188965"/>
              <a:gd name="connsiteY12859" fmla="*/ 805759 h 2053176"/>
              <a:gd name="connsiteX12860" fmla="*/ 9463485 w 12188965"/>
              <a:gd name="connsiteY12860" fmla="*/ 805759 h 2053176"/>
              <a:gd name="connsiteX12861" fmla="*/ 9476373 w 12188965"/>
              <a:gd name="connsiteY12861" fmla="*/ 818646 h 2053176"/>
              <a:gd name="connsiteX12862" fmla="*/ 9463485 w 12188965"/>
              <a:gd name="connsiteY12862" fmla="*/ 831534 h 2053176"/>
              <a:gd name="connsiteX12863" fmla="*/ 9450597 w 12188965"/>
              <a:gd name="connsiteY12863" fmla="*/ 818646 h 2053176"/>
              <a:gd name="connsiteX12864" fmla="*/ 9463485 w 12188965"/>
              <a:gd name="connsiteY12864" fmla="*/ 805759 h 2053176"/>
              <a:gd name="connsiteX12865" fmla="*/ 9078138 w 12188965"/>
              <a:gd name="connsiteY12865" fmla="*/ 805759 h 2053176"/>
              <a:gd name="connsiteX12866" fmla="*/ 9091023 w 12188965"/>
              <a:gd name="connsiteY12866" fmla="*/ 818646 h 2053176"/>
              <a:gd name="connsiteX12867" fmla="*/ 9078138 w 12188965"/>
              <a:gd name="connsiteY12867" fmla="*/ 831534 h 2053176"/>
              <a:gd name="connsiteX12868" fmla="*/ 9065250 w 12188965"/>
              <a:gd name="connsiteY12868" fmla="*/ 818646 h 2053176"/>
              <a:gd name="connsiteX12869" fmla="*/ 9078138 w 12188965"/>
              <a:gd name="connsiteY12869" fmla="*/ 805759 h 2053176"/>
              <a:gd name="connsiteX12870" fmla="*/ 7216067 w 12188965"/>
              <a:gd name="connsiteY12870" fmla="*/ 805759 h 2053176"/>
              <a:gd name="connsiteX12871" fmla="*/ 7228955 w 12188965"/>
              <a:gd name="connsiteY12871" fmla="*/ 818646 h 2053176"/>
              <a:gd name="connsiteX12872" fmla="*/ 7216067 w 12188965"/>
              <a:gd name="connsiteY12872" fmla="*/ 831534 h 2053176"/>
              <a:gd name="connsiteX12873" fmla="*/ 7203179 w 12188965"/>
              <a:gd name="connsiteY12873" fmla="*/ 818646 h 2053176"/>
              <a:gd name="connsiteX12874" fmla="*/ 7216067 w 12188965"/>
              <a:gd name="connsiteY12874" fmla="*/ 805759 h 2053176"/>
              <a:gd name="connsiteX12875" fmla="*/ 6638220 w 12188965"/>
              <a:gd name="connsiteY12875" fmla="*/ 805759 h 2053176"/>
              <a:gd name="connsiteX12876" fmla="*/ 6651108 w 12188965"/>
              <a:gd name="connsiteY12876" fmla="*/ 818646 h 2053176"/>
              <a:gd name="connsiteX12877" fmla="*/ 6638220 w 12188965"/>
              <a:gd name="connsiteY12877" fmla="*/ 831534 h 2053176"/>
              <a:gd name="connsiteX12878" fmla="*/ 6625335 w 12188965"/>
              <a:gd name="connsiteY12878" fmla="*/ 818646 h 2053176"/>
              <a:gd name="connsiteX12879" fmla="*/ 6638220 w 12188965"/>
              <a:gd name="connsiteY12879" fmla="*/ 805759 h 2053176"/>
              <a:gd name="connsiteX12880" fmla="*/ 6252873 w 12188965"/>
              <a:gd name="connsiteY12880" fmla="*/ 805759 h 2053176"/>
              <a:gd name="connsiteX12881" fmla="*/ 6265761 w 12188965"/>
              <a:gd name="connsiteY12881" fmla="*/ 818646 h 2053176"/>
              <a:gd name="connsiteX12882" fmla="*/ 6252873 w 12188965"/>
              <a:gd name="connsiteY12882" fmla="*/ 831534 h 2053176"/>
              <a:gd name="connsiteX12883" fmla="*/ 6239985 w 12188965"/>
              <a:gd name="connsiteY12883" fmla="*/ 818646 h 2053176"/>
              <a:gd name="connsiteX12884" fmla="*/ 6252873 w 12188965"/>
              <a:gd name="connsiteY12884" fmla="*/ 805759 h 2053176"/>
              <a:gd name="connsiteX12885" fmla="*/ 5743477 w 12188965"/>
              <a:gd name="connsiteY12885" fmla="*/ 805759 h 2053176"/>
              <a:gd name="connsiteX12886" fmla="*/ 5756364 w 12188965"/>
              <a:gd name="connsiteY12886" fmla="*/ 818646 h 2053176"/>
              <a:gd name="connsiteX12887" fmla="*/ 5743477 w 12188965"/>
              <a:gd name="connsiteY12887" fmla="*/ 831534 h 2053176"/>
              <a:gd name="connsiteX12888" fmla="*/ 5730590 w 12188965"/>
              <a:gd name="connsiteY12888" fmla="*/ 818646 h 2053176"/>
              <a:gd name="connsiteX12889" fmla="*/ 5743477 w 12188965"/>
              <a:gd name="connsiteY12889" fmla="*/ 805759 h 2053176"/>
              <a:gd name="connsiteX12890" fmla="*/ 5422451 w 12188965"/>
              <a:gd name="connsiteY12890" fmla="*/ 805759 h 2053176"/>
              <a:gd name="connsiteX12891" fmla="*/ 5435339 w 12188965"/>
              <a:gd name="connsiteY12891" fmla="*/ 818646 h 2053176"/>
              <a:gd name="connsiteX12892" fmla="*/ 5422451 w 12188965"/>
              <a:gd name="connsiteY12892" fmla="*/ 831534 h 2053176"/>
              <a:gd name="connsiteX12893" fmla="*/ 5409564 w 12188965"/>
              <a:gd name="connsiteY12893" fmla="*/ 818646 h 2053176"/>
              <a:gd name="connsiteX12894" fmla="*/ 5422451 w 12188965"/>
              <a:gd name="connsiteY12894" fmla="*/ 805759 h 2053176"/>
              <a:gd name="connsiteX12895" fmla="*/ 5229719 w 12188965"/>
              <a:gd name="connsiteY12895" fmla="*/ 805759 h 2053176"/>
              <a:gd name="connsiteX12896" fmla="*/ 5242606 w 12188965"/>
              <a:gd name="connsiteY12896" fmla="*/ 818646 h 2053176"/>
              <a:gd name="connsiteX12897" fmla="*/ 5229719 w 12188965"/>
              <a:gd name="connsiteY12897" fmla="*/ 831534 h 2053176"/>
              <a:gd name="connsiteX12898" fmla="*/ 5216831 w 12188965"/>
              <a:gd name="connsiteY12898" fmla="*/ 818646 h 2053176"/>
              <a:gd name="connsiteX12899" fmla="*/ 5229719 w 12188965"/>
              <a:gd name="connsiteY12899" fmla="*/ 805759 h 2053176"/>
              <a:gd name="connsiteX12900" fmla="*/ 4844487 w 12188965"/>
              <a:gd name="connsiteY12900" fmla="*/ 805759 h 2053176"/>
              <a:gd name="connsiteX12901" fmla="*/ 4857374 w 12188965"/>
              <a:gd name="connsiteY12901" fmla="*/ 818646 h 2053176"/>
              <a:gd name="connsiteX12902" fmla="*/ 4844487 w 12188965"/>
              <a:gd name="connsiteY12902" fmla="*/ 831534 h 2053176"/>
              <a:gd name="connsiteX12903" fmla="*/ 4831598 w 12188965"/>
              <a:gd name="connsiteY12903" fmla="*/ 818646 h 2053176"/>
              <a:gd name="connsiteX12904" fmla="*/ 4844487 w 12188965"/>
              <a:gd name="connsiteY12904" fmla="*/ 805759 h 2053176"/>
              <a:gd name="connsiteX12905" fmla="*/ 4587666 w 12188965"/>
              <a:gd name="connsiteY12905" fmla="*/ 805759 h 2053176"/>
              <a:gd name="connsiteX12906" fmla="*/ 4600553 w 12188965"/>
              <a:gd name="connsiteY12906" fmla="*/ 818646 h 2053176"/>
              <a:gd name="connsiteX12907" fmla="*/ 4587666 w 12188965"/>
              <a:gd name="connsiteY12907" fmla="*/ 831534 h 2053176"/>
              <a:gd name="connsiteX12908" fmla="*/ 4574778 w 12188965"/>
              <a:gd name="connsiteY12908" fmla="*/ 818646 h 2053176"/>
              <a:gd name="connsiteX12909" fmla="*/ 4587666 w 12188965"/>
              <a:gd name="connsiteY12909" fmla="*/ 805759 h 2053176"/>
              <a:gd name="connsiteX12910" fmla="*/ 4523345 w 12188965"/>
              <a:gd name="connsiteY12910" fmla="*/ 805759 h 2053176"/>
              <a:gd name="connsiteX12911" fmla="*/ 4536233 w 12188965"/>
              <a:gd name="connsiteY12911" fmla="*/ 818646 h 2053176"/>
              <a:gd name="connsiteX12912" fmla="*/ 4523345 w 12188965"/>
              <a:gd name="connsiteY12912" fmla="*/ 831534 h 2053176"/>
              <a:gd name="connsiteX12913" fmla="*/ 4510457 w 12188965"/>
              <a:gd name="connsiteY12913" fmla="*/ 818646 h 2053176"/>
              <a:gd name="connsiteX12914" fmla="*/ 4523345 w 12188965"/>
              <a:gd name="connsiteY12914" fmla="*/ 805759 h 2053176"/>
              <a:gd name="connsiteX12915" fmla="*/ 4009702 w 12188965"/>
              <a:gd name="connsiteY12915" fmla="*/ 805759 h 2053176"/>
              <a:gd name="connsiteX12916" fmla="*/ 4022589 w 12188965"/>
              <a:gd name="connsiteY12916" fmla="*/ 818646 h 2053176"/>
              <a:gd name="connsiteX12917" fmla="*/ 4009702 w 12188965"/>
              <a:gd name="connsiteY12917" fmla="*/ 831534 h 2053176"/>
              <a:gd name="connsiteX12918" fmla="*/ 3996814 w 12188965"/>
              <a:gd name="connsiteY12918" fmla="*/ 818646 h 2053176"/>
              <a:gd name="connsiteX12919" fmla="*/ 4009702 w 12188965"/>
              <a:gd name="connsiteY12919" fmla="*/ 805759 h 2053176"/>
              <a:gd name="connsiteX12920" fmla="*/ 3752882 w 12188965"/>
              <a:gd name="connsiteY12920" fmla="*/ 805759 h 2053176"/>
              <a:gd name="connsiteX12921" fmla="*/ 3765770 w 12188965"/>
              <a:gd name="connsiteY12921" fmla="*/ 818646 h 2053176"/>
              <a:gd name="connsiteX12922" fmla="*/ 3752882 w 12188965"/>
              <a:gd name="connsiteY12922" fmla="*/ 831534 h 2053176"/>
              <a:gd name="connsiteX12923" fmla="*/ 3739993 w 12188965"/>
              <a:gd name="connsiteY12923" fmla="*/ 818646 h 2053176"/>
              <a:gd name="connsiteX12924" fmla="*/ 3752882 w 12188965"/>
              <a:gd name="connsiteY12924" fmla="*/ 805759 h 2053176"/>
              <a:gd name="connsiteX12925" fmla="*/ 3367532 w 12188965"/>
              <a:gd name="connsiteY12925" fmla="*/ 805759 h 2053176"/>
              <a:gd name="connsiteX12926" fmla="*/ 3380421 w 12188965"/>
              <a:gd name="connsiteY12926" fmla="*/ 818646 h 2053176"/>
              <a:gd name="connsiteX12927" fmla="*/ 3367532 w 12188965"/>
              <a:gd name="connsiteY12927" fmla="*/ 831534 h 2053176"/>
              <a:gd name="connsiteX12928" fmla="*/ 3354645 w 12188965"/>
              <a:gd name="connsiteY12928" fmla="*/ 818646 h 2053176"/>
              <a:gd name="connsiteX12929" fmla="*/ 3367532 w 12188965"/>
              <a:gd name="connsiteY12929" fmla="*/ 805759 h 2053176"/>
              <a:gd name="connsiteX12930" fmla="*/ 1505464 w 12188965"/>
              <a:gd name="connsiteY12930" fmla="*/ 805759 h 2053176"/>
              <a:gd name="connsiteX12931" fmla="*/ 1518352 w 12188965"/>
              <a:gd name="connsiteY12931" fmla="*/ 818646 h 2053176"/>
              <a:gd name="connsiteX12932" fmla="*/ 1505464 w 12188965"/>
              <a:gd name="connsiteY12932" fmla="*/ 831534 h 2053176"/>
              <a:gd name="connsiteX12933" fmla="*/ 1492577 w 12188965"/>
              <a:gd name="connsiteY12933" fmla="*/ 818646 h 2053176"/>
              <a:gd name="connsiteX12934" fmla="*/ 1505464 w 12188965"/>
              <a:gd name="connsiteY12934" fmla="*/ 805759 h 2053176"/>
              <a:gd name="connsiteX12935" fmla="*/ 927616 w 12188965"/>
              <a:gd name="connsiteY12935" fmla="*/ 805759 h 2053176"/>
              <a:gd name="connsiteX12936" fmla="*/ 940503 w 12188965"/>
              <a:gd name="connsiteY12936" fmla="*/ 818646 h 2053176"/>
              <a:gd name="connsiteX12937" fmla="*/ 927616 w 12188965"/>
              <a:gd name="connsiteY12937" fmla="*/ 831534 h 2053176"/>
              <a:gd name="connsiteX12938" fmla="*/ 914731 w 12188965"/>
              <a:gd name="connsiteY12938" fmla="*/ 818646 h 2053176"/>
              <a:gd name="connsiteX12939" fmla="*/ 927616 w 12188965"/>
              <a:gd name="connsiteY12939" fmla="*/ 805759 h 2053176"/>
              <a:gd name="connsiteX12940" fmla="*/ 542270 w 12188965"/>
              <a:gd name="connsiteY12940" fmla="*/ 805759 h 2053176"/>
              <a:gd name="connsiteX12941" fmla="*/ 555157 w 12188965"/>
              <a:gd name="connsiteY12941" fmla="*/ 818646 h 2053176"/>
              <a:gd name="connsiteX12942" fmla="*/ 542270 w 12188965"/>
              <a:gd name="connsiteY12942" fmla="*/ 831534 h 2053176"/>
              <a:gd name="connsiteX12943" fmla="*/ 529382 w 12188965"/>
              <a:gd name="connsiteY12943" fmla="*/ 818646 h 2053176"/>
              <a:gd name="connsiteX12944" fmla="*/ 542270 w 12188965"/>
              <a:gd name="connsiteY12944" fmla="*/ 805759 h 2053176"/>
              <a:gd name="connsiteX12945" fmla="*/ 25659 w 12188965"/>
              <a:gd name="connsiteY12945" fmla="*/ 805759 h 2053176"/>
              <a:gd name="connsiteX12946" fmla="*/ 38547 w 12188965"/>
              <a:gd name="connsiteY12946" fmla="*/ 818646 h 2053176"/>
              <a:gd name="connsiteX12947" fmla="*/ 25659 w 12188965"/>
              <a:gd name="connsiteY12947" fmla="*/ 831534 h 2053176"/>
              <a:gd name="connsiteX12948" fmla="*/ 12771 w 12188965"/>
              <a:gd name="connsiteY12948" fmla="*/ 818646 h 2053176"/>
              <a:gd name="connsiteX12949" fmla="*/ 25659 w 12188965"/>
              <a:gd name="connsiteY12949" fmla="*/ 805759 h 2053176"/>
              <a:gd name="connsiteX12950" fmla="*/ 11325670 w 12188965"/>
              <a:gd name="connsiteY12950" fmla="*/ 792988 h 2053176"/>
              <a:gd name="connsiteX12951" fmla="*/ 11351329 w 12188965"/>
              <a:gd name="connsiteY12951" fmla="*/ 818646 h 2053176"/>
              <a:gd name="connsiteX12952" fmla="*/ 11325670 w 12188965"/>
              <a:gd name="connsiteY12952" fmla="*/ 844305 h 2053176"/>
              <a:gd name="connsiteX12953" fmla="*/ 11300012 w 12188965"/>
              <a:gd name="connsiteY12953" fmla="*/ 818646 h 2053176"/>
              <a:gd name="connsiteX12954" fmla="*/ 11325670 w 12188965"/>
              <a:gd name="connsiteY12954" fmla="*/ 792988 h 2053176"/>
              <a:gd name="connsiteX12955" fmla="*/ 11197259 w 12188965"/>
              <a:gd name="connsiteY12955" fmla="*/ 792988 h 2053176"/>
              <a:gd name="connsiteX12956" fmla="*/ 11222917 w 12188965"/>
              <a:gd name="connsiteY12956" fmla="*/ 818646 h 2053176"/>
              <a:gd name="connsiteX12957" fmla="*/ 11197259 w 12188965"/>
              <a:gd name="connsiteY12957" fmla="*/ 844305 h 2053176"/>
              <a:gd name="connsiteX12958" fmla="*/ 11171601 w 12188965"/>
              <a:gd name="connsiteY12958" fmla="*/ 818646 h 2053176"/>
              <a:gd name="connsiteX12959" fmla="*/ 11197259 w 12188965"/>
              <a:gd name="connsiteY12959" fmla="*/ 792988 h 2053176"/>
              <a:gd name="connsiteX12960" fmla="*/ 10683501 w 12188965"/>
              <a:gd name="connsiteY12960" fmla="*/ 792988 h 2053176"/>
              <a:gd name="connsiteX12961" fmla="*/ 10709159 w 12188965"/>
              <a:gd name="connsiteY12961" fmla="*/ 818646 h 2053176"/>
              <a:gd name="connsiteX12962" fmla="*/ 10683501 w 12188965"/>
              <a:gd name="connsiteY12962" fmla="*/ 844305 h 2053176"/>
              <a:gd name="connsiteX12963" fmla="*/ 10657843 w 12188965"/>
              <a:gd name="connsiteY12963" fmla="*/ 818646 h 2053176"/>
              <a:gd name="connsiteX12964" fmla="*/ 10683501 w 12188965"/>
              <a:gd name="connsiteY12964" fmla="*/ 792988 h 2053176"/>
              <a:gd name="connsiteX12965" fmla="*/ 10619297 w 12188965"/>
              <a:gd name="connsiteY12965" fmla="*/ 792988 h 2053176"/>
              <a:gd name="connsiteX12966" fmla="*/ 10644955 w 12188965"/>
              <a:gd name="connsiteY12966" fmla="*/ 818646 h 2053176"/>
              <a:gd name="connsiteX12967" fmla="*/ 10619297 w 12188965"/>
              <a:gd name="connsiteY12967" fmla="*/ 844305 h 2053176"/>
              <a:gd name="connsiteX12968" fmla="*/ 10593639 w 12188965"/>
              <a:gd name="connsiteY12968" fmla="*/ 818646 h 2053176"/>
              <a:gd name="connsiteX12969" fmla="*/ 10619297 w 12188965"/>
              <a:gd name="connsiteY12969" fmla="*/ 792988 h 2053176"/>
              <a:gd name="connsiteX12970" fmla="*/ 10362474 w 12188965"/>
              <a:gd name="connsiteY12970" fmla="*/ 792988 h 2053176"/>
              <a:gd name="connsiteX12971" fmla="*/ 10388135 w 12188965"/>
              <a:gd name="connsiteY12971" fmla="*/ 818646 h 2053176"/>
              <a:gd name="connsiteX12972" fmla="*/ 10362474 w 12188965"/>
              <a:gd name="connsiteY12972" fmla="*/ 844305 h 2053176"/>
              <a:gd name="connsiteX12973" fmla="*/ 10336816 w 12188965"/>
              <a:gd name="connsiteY12973" fmla="*/ 818646 h 2053176"/>
              <a:gd name="connsiteX12974" fmla="*/ 10362474 w 12188965"/>
              <a:gd name="connsiteY12974" fmla="*/ 792988 h 2053176"/>
              <a:gd name="connsiteX12975" fmla="*/ 10105654 w 12188965"/>
              <a:gd name="connsiteY12975" fmla="*/ 792988 h 2053176"/>
              <a:gd name="connsiteX12976" fmla="*/ 10131312 w 12188965"/>
              <a:gd name="connsiteY12976" fmla="*/ 818646 h 2053176"/>
              <a:gd name="connsiteX12977" fmla="*/ 10105654 w 12188965"/>
              <a:gd name="connsiteY12977" fmla="*/ 844305 h 2053176"/>
              <a:gd name="connsiteX12978" fmla="*/ 10079996 w 12188965"/>
              <a:gd name="connsiteY12978" fmla="*/ 818646 h 2053176"/>
              <a:gd name="connsiteX12979" fmla="*/ 10105654 w 12188965"/>
              <a:gd name="connsiteY12979" fmla="*/ 792988 h 2053176"/>
              <a:gd name="connsiteX12980" fmla="*/ 8564495 w 12188965"/>
              <a:gd name="connsiteY12980" fmla="*/ 792988 h 2053176"/>
              <a:gd name="connsiteX12981" fmla="*/ 8590153 w 12188965"/>
              <a:gd name="connsiteY12981" fmla="*/ 818646 h 2053176"/>
              <a:gd name="connsiteX12982" fmla="*/ 8564495 w 12188965"/>
              <a:gd name="connsiteY12982" fmla="*/ 844305 h 2053176"/>
              <a:gd name="connsiteX12983" fmla="*/ 8538837 w 12188965"/>
              <a:gd name="connsiteY12983" fmla="*/ 818646 h 2053176"/>
              <a:gd name="connsiteX12984" fmla="*/ 8564495 w 12188965"/>
              <a:gd name="connsiteY12984" fmla="*/ 792988 h 2053176"/>
              <a:gd name="connsiteX12985" fmla="*/ 8050852 w 12188965"/>
              <a:gd name="connsiteY12985" fmla="*/ 792988 h 2053176"/>
              <a:gd name="connsiteX12986" fmla="*/ 8076510 w 12188965"/>
              <a:gd name="connsiteY12986" fmla="*/ 818646 h 2053176"/>
              <a:gd name="connsiteX12987" fmla="*/ 8050852 w 12188965"/>
              <a:gd name="connsiteY12987" fmla="*/ 844305 h 2053176"/>
              <a:gd name="connsiteX12988" fmla="*/ 8025194 w 12188965"/>
              <a:gd name="connsiteY12988" fmla="*/ 818646 h 2053176"/>
              <a:gd name="connsiteX12989" fmla="*/ 8050852 w 12188965"/>
              <a:gd name="connsiteY12989" fmla="*/ 792988 h 2053176"/>
              <a:gd name="connsiteX12990" fmla="*/ 7986648 w 12188965"/>
              <a:gd name="connsiteY12990" fmla="*/ 792988 h 2053176"/>
              <a:gd name="connsiteX12991" fmla="*/ 8012306 w 12188965"/>
              <a:gd name="connsiteY12991" fmla="*/ 818646 h 2053176"/>
              <a:gd name="connsiteX12992" fmla="*/ 7986648 w 12188965"/>
              <a:gd name="connsiteY12992" fmla="*/ 844305 h 2053176"/>
              <a:gd name="connsiteX12993" fmla="*/ 7960990 w 12188965"/>
              <a:gd name="connsiteY12993" fmla="*/ 818646 h 2053176"/>
              <a:gd name="connsiteX12994" fmla="*/ 7986648 w 12188965"/>
              <a:gd name="connsiteY12994" fmla="*/ 792988 h 2053176"/>
              <a:gd name="connsiteX12995" fmla="*/ 7858237 w 12188965"/>
              <a:gd name="connsiteY12995" fmla="*/ 792988 h 2053176"/>
              <a:gd name="connsiteX12996" fmla="*/ 7883895 w 12188965"/>
              <a:gd name="connsiteY12996" fmla="*/ 818646 h 2053176"/>
              <a:gd name="connsiteX12997" fmla="*/ 7858237 w 12188965"/>
              <a:gd name="connsiteY12997" fmla="*/ 844305 h 2053176"/>
              <a:gd name="connsiteX12998" fmla="*/ 7832578 w 12188965"/>
              <a:gd name="connsiteY12998" fmla="*/ 818646 h 2053176"/>
              <a:gd name="connsiteX12999" fmla="*/ 7858237 w 12188965"/>
              <a:gd name="connsiteY12999" fmla="*/ 792988 h 2053176"/>
              <a:gd name="connsiteX13000" fmla="*/ 7794032 w 12188965"/>
              <a:gd name="connsiteY13000" fmla="*/ 792988 h 2053176"/>
              <a:gd name="connsiteX13001" fmla="*/ 7819690 w 12188965"/>
              <a:gd name="connsiteY13001" fmla="*/ 818646 h 2053176"/>
              <a:gd name="connsiteX13002" fmla="*/ 7794032 w 12188965"/>
              <a:gd name="connsiteY13002" fmla="*/ 844305 h 2053176"/>
              <a:gd name="connsiteX13003" fmla="*/ 7768371 w 12188965"/>
              <a:gd name="connsiteY13003" fmla="*/ 818646 h 2053176"/>
              <a:gd name="connsiteX13004" fmla="*/ 7794032 w 12188965"/>
              <a:gd name="connsiteY13004" fmla="*/ 792988 h 2053176"/>
              <a:gd name="connsiteX13005" fmla="*/ 7665621 w 12188965"/>
              <a:gd name="connsiteY13005" fmla="*/ 792988 h 2053176"/>
              <a:gd name="connsiteX13006" fmla="*/ 7691279 w 12188965"/>
              <a:gd name="connsiteY13006" fmla="*/ 818646 h 2053176"/>
              <a:gd name="connsiteX13007" fmla="*/ 7665621 w 12188965"/>
              <a:gd name="connsiteY13007" fmla="*/ 844305 h 2053176"/>
              <a:gd name="connsiteX13008" fmla="*/ 7639963 w 12188965"/>
              <a:gd name="connsiteY13008" fmla="*/ 818646 h 2053176"/>
              <a:gd name="connsiteX13009" fmla="*/ 7665621 w 12188965"/>
              <a:gd name="connsiteY13009" fmla="*/ 792988 h 2053176"/>
              <a:gd name="connsiteX13010" fmla="*/ 7601299 w 12188965"/>
              <a:gd name="connsiteY13010" fmla="*/ 792988 h 2053176"/>
              <a:gd name="connsiteX13011" fmla="*/ 7626959 w 12188965"/>
              <a:gd name="connsiteY13011" fmla="*/ 818646 h 2053176"/>
              <a:gd name="connsiteX13012" fmla="*/ 7601299 w 12188965"/>
              <a:gd name="connsiteY13012" fmla="*/ 844305 h 2053176"/>
              <a:gd name="connsiteX13013" fmla="*/ 7575640 w 12188965"/>
              <a:gd name="connsiteY13013" fmla="*/ 818646 h 2053176"/>
              <a:gd name="connsiteX13014" fmla="*/ 7601299 w 12188965"/>
              <a:gd name="connsiteY13014" fmla="*/ 792988 h 2053176"/>
              <a:gd name="connsiteX13015" fmla="*/ 7537094 w 12188965"/>
              <a:gd name="connsiteY13015" fmla="*/ 792988 h 2053176"/>
              <a:gd name="connsiteX13016" fmla="*/ 7562752 w 12188965"/>
              <a:gd name="connsiteY13016" fmla="*/ 818646 h 2053176"/>
              <a:gd name="connsiteX13017" fmla="*/ 7537094 w 12188965"/>
              <a:gd name="connsiteY13017" fmla="*/ 844305 h 2053176"/>
              <a:gd name="connsiteX13018" fmla="*/ 7511436 w 12188965"/>
              <a:gd name="connsiteY13018" fmla="*/ 818646 h 2053176"/>
              <a:gd name="connsiteX13019" fmla="*/ 7537094 w 12188965"/>
              <a:gd name="connsiteY13019" fmla="*/ 792988 h 2053176"/>
              <a:gd name="connsiteX13020" fmla="*/ 7151863 w 12188965"/>
              <a:gd name="connsiteY13020" fmla="*/ 792988 h 2053176"/>
              <a:gd name="connsiteX13021" fmla="*/ 7177521 w 12188965"/>
              <a:gd name="connsiteY13021" fmla="*/ 818646 h 2053176"/>
              <a:gd name="connsiteX13022" fmla="*/ 7151863 w 12188965"/>
              <a:gd name="connsiteY13022" fmla="*/ 844305 h 2053176"/>
              <a:gd name="connsiteX13023" fmla="*/ 7126205 w 12188965"/>
              <a:gd name="connsiteY13023" fmla="*/ 818646 h 2053176"/>
              <a:gd name="connsiteX13024" fmla="*/ 7151863 w 12188965"/>
              <a:gd name="connsiteY13024" fmla="*/ 792988 h 2053176"/>
              <a:gd name="connsiteX13025" fmla="*/ 6895043 w 12188965"/>
              <a:gd name="connsiteY13025" fmla="*/ 792988 h 2053176"/>
              <a:gd name="connsiteX13026" fmla="*/ 6920701 w 12188965"/>
              <a:gd name="connsiteY13026" fmla="*/ 818646 h 2053176"/>
              <a:gd name="connsiteX13027" fmla="*/ 6895043 w 12188965"/>
              <a:gd name="connsiteY13027" fmla="*/ 844305 h 2053176"/>
              <a:gd name="connsiteX13028" fmla="*/ 6869382 w 12188965"/>
              <a:gd name="connsiteY13028" fmla="*/ 818646 h 2053176"/>
              <a:gd name="connsiteX13029" fmla="*/ 6895043 w 12188965"/>
              <a:gd name="connsiteY13029" fmla="*/ 792988 h 2053176"/>
              <a:gd name="connsiteX13030" fmla="*/ 5615066 w 12188965"/>
              <a:gd name="connsiteY13030" fmla="*/ 792988 h 2053176"/>
              <a:gd name="connsiteX13031" fmla="*/ 5640726 w 12188965"/>
              <a:gd name="connsiteY13031" fmla="*/ 818646 h 2053176"/>
              <a:gd name="connsiteX13032" fmla="*/ 5615066 w 12188965"/>
              <a:gd name="connsiteY13032" fmla="*/ 844305 h 2053176"/>
              <a:gd name="connsiteX13033" fmla="*/ 5589407 w 12188965"/>
              <a:gd name="connsiteY13033" fmla="*/ 818646 h 2053176"/>
              <a:gd name="connsiteX13034" fmla="*/ 5615066 w 12188965"/>
              <a:gd name="connsiteY13034" fmla="*/ 792988 h 2053176"/>
              <a:gd name="connsiteX13035" fmla="*/ 5486655 w 12188965"/>
              <a:gd name="connsiteY13035" fmla="*/ 792988 h 2053176"/>
              <a:gd name="connsiteX13036" fmla="*/ 5512316 w 12188965"/>
              <a:gd name="connsiteY13036" fmla="*/ 818646 h 2053176"/>
              <a:gd name="connsiteX13037" fmla="*/ 5486655 w 12188965"/>
              <a:gd name="connsiteY13037" fmla="*/ 844305 h 2053176"/>
              <a:gd name="connsiteX13038" fmla="*/ 5460997 w 12188965"/>
              <a:gd name="connsiteY13038" fmla="*/ 818646 h 2053176"/>
              <a:gd name="connsiteX13039" fmla="*/ 5486655 w 12188965"/>
              <a:gd name="connsiteY13039" fmla="*/ 792988 h 2053176"/>
              <a:gd name="connsiteX13040" fmla="*/ 4972896 w 12188965"/>
              <a:gd name="connsiteY13040" fmla="*/ 792988 h 2053176"/>
              <a:gd name="connsiteX13041" fmla="*/ 4998557 w 12188965"/>
              <a:gd name="connsiteY13041" fmla="*/ 818646 h 2053176"/>
              <a:gd name="connsiteX13042" fmla="*/ 4972896 w 12188965"/>
              <a:gd name="connsiteY13042" fmla="*/ 844305 h 2053176"/>
              <a:gd name="connsiteX13043" fmla="*/ 4947240 w 12188965"/>
              <a:gd name="connsiteY13043" fmla="*/ 818646 h 2053176"/>
              <a:gd name="connsiteX13044" fmla="*/ 4972896 w 12188965"/>
              <a:gd name="connsiteY13044" fmla="*/ 792988 h 2053176"/>
              <a:gd name="connsiteX13045" fmla="*/ 4908693 w 12188965"/>
              <a:gd name="connsiteY13045" fmla="*/ 792988 h 2053176"/>
              <a:gd name="connsiteX13046" fmla="*/ 4934352 w 12188965"/>
              <a:gd name="connsiteY13046" fmla="*/ 818646 h 2053176"/>
              <a:gd name="connsiteX13047" fmla="*/ 4908693 w 12188965"/>
              <a:gd name="connsiteY13047" fmla="*/ 844305 h 2053176"/>
              <a:gd name="connsiteX13048" fmla="*/ 4883033 w 12188965"/>
              <a:gd name="connsiteY13048" fmla="*/ 818646 h 2053176"/>
              <a:gd name="connsiteX13049" fmla="*/ 4908693 w 12188965"/>
              <a:gd name="connsiteY13049" fmla="*/ 792988 h 2053176"/>
              <a:gd name="connsiteX13050" fmla="*/ 4651872 w 12188965"/>
              <a:gd name="connsiteY13050" fmla="*/ 792988 h 2053176"/>
              <a:gd name="connsiteX13051" fmla="*/ 4677531 w 12188965"/>
              <a:gd name="connsiteY13051" fmla="*/ 818646 h 2053176"/>
              <a:gd name="connsiteX13052" fmla="*/ 4651872 w 12188965"/>
              <a:gd name="connsiteY13052" fmla="*/ 844305 h 2053176"/>
              <a:gd name="connsiteX13053" fmla="*/ 4626213 w 12188965"/>
              <a:gd name="connsiteY13053" fmla="*/ 818646 h 2053176"/>
              <a:gd name="connsiteX13054" fmla="*/ 4651872 w 12188965"/>
              <a:gd name="connsiteY13054" fmla="*/ 792988 h 2053176"/>
              <a:gd name="connsiteX13055" fmla="*/ 4395050 w 12188965"/>
              <a:gd name="connsiteY13055" fmla="*/ 792988 h 2053176"/>
              <a:gd name="connsiteX13056" fmla="*/ 4420710 w 12188965"/>
              <a:gd name="connsiteY13056" fmla="*/ 818646 h 2053176"/>
              <a:gd name="connsiteX13057" fmla="*/ 4395050 w 12188965"/>
              <a:gd name="connsiteY13057" fmla="*/ 844305 h 2053176"/>
              <a:gd name="connsiteX13058" fmla="*/ 4369391 w 12188965"/>
              <a:gd name="connsiteY13058" fmla="*/ 818646 h 2053176"/>
              <a:gd name="connsiteX13059" fmla="*/ 4395050 w 12188965"/>
              <a:gd name="connsiteY13059" fmla="*/ 792988 h 2053176"/>
              <a:gd name="connsiteX13060" fmla="*/ 2853890 w 12188965"/>
              <a:gd name="connsiteY13060" fmla="*/ 792988 h 2053176"/>
              <a:gd name="connsiteX13061" fmla="*/ 2879550 w 12188965"/>
              <a:gd name="connsiteY13061" fmla="*/ 818646 h 2053176"/>
              <a:gd name="connsiteX13062" fmla="*/ 2853890 w 12188965"/>
              <a:gd name="connsiteY13062" fmla="*/ 844305 h 2053176"/>
              <a:gd name="connsiteX13063" fmla="*/ 2828231 w 12188965"/>
              <a:gd name="connsiteY13063" fmla="*/ 818646 h 2053176"/>
              <a:gd name="connsiteX13064" fmla="*/ 2853890 w 12188965"/>
              <a:gd name="connsiteY13064" fmla="*/ 792988 h 2053176"/>
              <a:gd name="connsiteX13065" fmla="*/ 2340249 w 12188965"/>
              <a:gd name="connsiteY13065" fmla="*/ 792988 h 2053176"/>
              <a:gd name="connsiteX13066" fmla="*/ 2365908 w 12188965"/>
              <a:gd name="connsiteY13066" fmla="*/ 818646 h 2053176"/>
              <a:gd name="connsiteX13067" fmla="*/ 2340249 w 12188965"/>
              <a:gd name="connsiteY13067" fmla="*/ 844305 h 2053176"/>
              <a:gd name="connsiteX13068" fmla="*/ 2314590 w 12188965"/>
              <a:gd name="connsiteY13068" fmla="*/ 818646 h 2053176"/>
              <a:gd name="connsiteX13069" fmla="*/ 2340249 w 12188965"/>
              <a:gd name="connsiteY13069" fmla="*/ 792988 h 2053176"/>
              <a:gd name="connsiteX13070" fmla="*/ 2276044 w 12188965"/>
              <a:gd name="connsiteY13070" fmla="*/ 792988 h 2053176"/>
              <a:gd name="connsiteX13071" fmla="*/ 2301702 w 12188965"/>
              <a:gd name="connsiteY13071" fmla="*/ 818646 h 2053176"/>
              <a:gd name="connsiteX13072" fmla="*/ 2276044 w 12188965"/>
              <a:gd name="connsiteY13072" fmla="*/ 844305 h 2053176"/>
              <a:gd name="connsiteX13073" fmla="*/ 2250385 w 12188965"/>
              <a:gd name="connsiteY13073" fmla="*/ 818646 h 2053176"/>
              <a:gd name="connsiteX13074" fmla="*/ 2276044 w 12188965"/>
              <a:gd name="connsiteY13074" fmla="*/ 792988 h 2053176"/>
              <a:gd name="connsiteX13075" fmla="*/ 2147633 w 12188965"/>
              <a:gd name="connsiteY13075" fmla="*/ 792988 h 2053176"/>
              <a:gd name="connsiteX13076" fmla="*/ 2173293 w 12188965"/>
              <a:gd name="connsiteY13076" fmla="*/ 818646 h 2053176"/>
              <a:gd name="connsiteX13077" fmla="*/ 2147633 w 12188965"/>
              <a:gd name="connsiteY13077" fmla="*/ 844305 h 2053176"/>
              <a:gd name="connsiteX13078" fmla="*/ 2121975 w 12188965"/>
              <a:gd name="connsiteY13078" fmla="*/ 818646 h 2053176"/>
              <a:gd name="connsiteX13079" fmla="*/ 2147633 w 12188965"/>
              <a:gd name="connsiteY13079" fmla="*/ 792988 h 2053176"/>
              <a:gd name="connsiteX13080" fmla="*/ 2083427 w 12188965"/>
              <a:gd name="connsiteY13080" fmla="*/ 792988 h 2053176"/>
              <a:gd name="connsiteX13081" fmla="*/ 2109087 w 12188965"/>
              <a:gd name="connsiteY13081" fmla="*/ 818646 h 2053176"/>
              <a:gd name="connsiteX13082" fmla="*/ 2083427 w 12188965"/>
              <a:gd name="connsiteY13082" fmla="*/ 844305 h 2053176"/>
              <a:gd name="connsiteX13083" fmla="*/ 2057768 w 12188965"/>
              <a:gd name="connsiteY13083" fmla="*/ 818646 h 2053176"/>
              <a:gd name="connsiteX13084" fmla="*/ 2083427 w 12188965"/>
              <a:gd name="connsiteY13084" fmla="*/ 792988 h 2053176"/>
              <a:gd name="connsiteX13085" fmla="*/ 1955016 w 12188965"/>
              <a:gd name="connsiteY13085" fmla="*/ 792988 h 2053176"/>
              <a:gd name="connsiteX13086" fmla="*/ 1980676 w 12188965"/>
              <a:gd name="connsiteY13086" fmla="*/ 818646 h 2053176"/>
              <a:gd name="connsiteX13087" fmla="*/ 1955016 w 12188965"/>
              <a:gd name="connsiteY13087" fmla="*/ 844305 h 2053176"/>
              <a:gd name="connsiteX13088" fmla="*/ 1929358 w 12188965"/>
              <a:gd name="connsiteY13088" fmla="*/ 818646 h 2053176"/>
              <a:gd name="connsiteX13089" fmla="*/ 1955016 w 12188965"/>
              <a:gd name="connsiteY13089" fmla="*/ 792988 h 2053176"/>
              <a:gd name="connsiteX13090" fmla="*/ 1890696 w 12188965"/>
              <a:gd name="connsiteY13090" fmla="*/ 792988 h 2053176"/>
              <a:gd name="connsiteX13091" fmla="*/ 1916355 w 12188965"/>
              <a:gd name="connsiteY13091" fmla="*/ 818646 h 2053176"/>
              <a:gd name="connsiteX13092" fmla="*/ 1890696 w 12188965"/>
              <a:gd name="connsiteY13092" fmla="*/ 844305 h 2053176"/>
              <a:gd name="connsiteX13093" fmla="*/ 1865037 w 12188965"/>
              <a:gd name="connsiteY13093" fmla="*/ 818646 h 2053176"/>
              <a:gd name="connsiteX13094" fmla="*/ 1890696 w 12188965"/>
              <a:gd name="connsiteY13094" fmla="*/ 792988 h 2053176"/>
              <a:gd name="connsiteX13095" fmla="*/ 1826490 w 12188965"/>
              <a:gd name="connsiteY13095" fmla="*/ 792988 h 2053176"/>
              <a:gd name="connsiteX13096" fmla="*/ 1852149 w 12188965"/>
              <a:gd name="connsiteY13096" fmla="*/ 818646 h 2053176"/>
              <a:gd name="connsiteX13097" fmla="*/ 1826490 w 12188965"/>
              <a:gd name="connsiteY13097" fmla="*/ 844305 h 2053176"/>
              <a:gd name="connsiteX13098" fmla="*/ 1800830 w 12188965"/>
              <a:gd name="connsiteY13098" fmla="*/ 818646 h 2053176"/>
              <a:gd name="connsiteX13099" fmla="*/ 1826490 w 12188965"/>
              <a:gd name="connsiteY13099" fmla="*/ 792988 h 2053176"/>
              <a:gd name="connsiteX13100" fmla="*/ 1441258 w 12188965"/>
              <a:gd name="connsiteY13100" fmla="*/ 792988 h 2053176"/>
              <a:gd name="connsiteX13101" fmla="*/ 1466917 w 12188965"/>
              <a:gd name="connsiteY13101" fmla="*/ 818646 h 2053176"/>
              <a:gd name="connsiteX13102" fmla="*/ 1441258 w 12188965"/>
              <a:gd name="connsiteY13102" fmla="*/ 844305 h 2053176"/>
              <a:gd name="connsiteX13103" fmla="*/ 1415599 w 12188965"/>
              <a:gd name="connsiteY13103" fmla="*/ 818646 h 2053176"/>
              <a:gd name="connsiteX13104" fmla="*/ 1441258 w 12188965"/>
              <a:gd name="connsiteY13104" fmla="*/ 792988 h 2053176"/>
              <a:gd name="connsiteX13105" fmla="*/ 1184437 w 12188965"/>
              <a:gd name="connsiteY13105" fmla="*/ 792988 h 2053176"/>
              <a:gd name="connsiteX13106" fmla="*/ 1210096 w 12188965"/>
              <a:gd name="connsiteY13106" fmla="*/ 818646 h 2053176"/>
              <a:gd name="connsiteX13107" fmla="*/ 1184437 w 12188965"/>
              <a:gd name="connsiteY13107" fmla="*/ 844305 h 2053176"/>
              <a:gd name="connsiteX13108" fmla="*/ 1158780 w 12188965"/>
              <a:gd name="connsiteY13108" fmla="*/ 818646 h 2053176"/>
              <a:gd name="connsiteX13109" fmla="*/ 1184437 w 12188965"/>
              <a:gd name="connsiteY13109" fmla="*/ 792988 h 2053176"/>
              <a:gd name="connsiteX13110" fmla="*/ 11970691 w 12188965"/>
              <a:gd name="connsiteY13110" fmla="*/ 738651 h 2053176"/>
              <a:gd name="connsiteX13111" fmla="*/ 11983579 w 12188965"/>
              <a:gd name="connsiteY13111" fmla="*/ 751539 h 2053176"/>
              <a:gd name="connsiteX13112" fmla="*/ 11970691 w 12188965"/>
              <a:gd name="connsiteY13112" fmla="*/ 764426 h 2053176"/>
              <a:gd name="connsiteX13113" fmla="*/ 11957803 w 12188965"/>
              <a:gd name="connsiteY13113" fmla="*/ 751539 h 2053176"/>
              <a:gd name="connsiteX13114" fmla="*/ 11970691 w 12188965"/>
              <a:gd name="connsiteY13114" fmla="*/ 738651 h 2053176"/>
              <a:gd name="connsiteX13115" fmla="*/ 11454081 w 12188965"/>
              <a:gd name="connsiteY13115" fmla="*/ 738651 h 2053176"/>
              <a:gd name="connsiteX13116" fmla="*/ 11466969 w 12188965"/>
              <a:gd name="connsiteY13116" fmla="*/ 751539 h 2053176"/>
              <a:gd name="connsiteX13117" fmla="*/ 11454081 w 12188965"/>
              <a:gd name="connsiteY13117" fmla="*/ 764426 h 2053176"/>
              <a:gd name="connsiteX13118" fmla="*/ 11441194 w 12188965"/>
              <a:gd name="connsiteY13118" fmla="*/ 751539 h 2053176"/>
              <a:gd name="connsiteX13119" fmla="*/ 11454081 w 12188965"/>
              <a:gd name="connsiteY13119" fmla="*/ 738651 h 2053176"/>
              <a:gd name="connsiteX13120" fmla="*/ 11325553 w 12188965"/>
              <a:gd name="connsiteY13120" fmla="*/ 738651 h 2053176"/>
              <a:gd name="connsiteX13121" fmla="*/ 11338441 w 12188965"/>
              <a:gd name="connsiteY13121" fmla="*/ 751539 h 2053176"/>
              <a:gd name="connsiteX13122" fmla="*/ 11325553 w 12188965"/>
              <a:gd name="connsiteY13122" fmla="*/ 764426 h 2053176"/>
              <a:gd name="connsiteX13123" fmla="*/ 11312667 w 12188965"/>
              <a:gd name="connsiteY13123" fmla="*/ 751539 h 2053176"/>
              <a:gd name="connsiteX13124" fmla="*/ 11325553 w 12188965"/>
              <a:gd name="connsiteY13124" fmla="*/ 738651 h 2053176"/>
              <a:gd name="connsiteX13125" fmla="*/ 11133055 w 12188965"/>
              <a:gd name="connsiteY13125" fmla="*/ 738651 h 2053176"/>
              <a:gd name="connsiteX13126" fmla="*/ 11145943 w 12188965"/>
              <a:gd name="connsiteY13126" fmla="*/ 751539 h 2053176"/>
              <a:gd name="connsiteX13127" fmla="*/ 11133055 w 12188965"/>
              <a:gd name="connsiteY13127" fmla="*/ 764426 h 2053176"/>
              <a:gd name="connsiteX13128" fmla="*/ 11120167 w 12188965"/>
              <a:gd name="connsiteY13128" fmla="*/ 751539 h 2053176"/>
              <a:gd name="connsiteX13129" fmla="*/ 11133055 w 12188965"/>
              <a:gd name="connsiteY13129" fmla="*/ 738651 h 2053176"/>
              <a:gd name="connsiteX13130" fmla="*/ 10940324 w 12188965"/>
              <a:gd name="connsiteY13130" fmla="*/ 738651 h 2053176"/>
              <a:gd name="connsiteX13131" fmla="*/ 10953209 w 12188965"/>
              <a:gd name="connsiteY13131" fmla="*/ 751539 h 2053176"/>
              <a:gd name="connsiteX13132" fmla="*/ 10940324 w 12188965"/>
              <a:gd name="connsiteY13132" fmla="*/ 764426 h 2053176"/>
              <a:gd name="connsiteX13133" fmla="*/ 10927436 w 12188965"/>
              <a:gd name="connsiteY13133" fmla="*/ 751539 h 2053176"/>
              <a:gd name="connsiteX13134" fmla="*/ 10940324 w 12188965"/>
              <a:gd name="connsiteY13134" fmla="*/ 738651 h 2053176"/>
              <a:gd name="connsiteX13135" fmla="*/ 10555092 w 12188965"/>
              <a:gd name="connsiteY13135" fmla="*/ 738651 h 2053176"/>
              <a:gd name="connsiteX13136" fmla="*/ 10567978 w 12188965"/>
              <a:gd name="connsiteY13136" fmla="*/ 751539 h 2053176"/>
              <a:gd name="connsiteX13137" fmla="*/ 10555092 w 12188965"/>
              <a:gd name="connsiteY13137" fmla="*/ 764426 h 2053176"/>
              <a:gd name="connsiteX13138" fmla="*/ 10542204 w 12188965"/>
              <a:gd name="connsiteY13138" fmla="*/ 751539 h 2053176"/>
              <a:gd name="connsiteX13139" fmla="*/ 10555092 w 12188965"/>
              <a:gd name="connsiteY13139" fmla="*/ 738651 h 2053176"/>
              <a:gd name="connsiteX13140" fmla="*/ 10233947 w 12188965"/>
              <a:gd name="connsiteY13140" fmla="*/ 738651 h 2053176"/>
              <a:gd name="connsiteX13141" fmla="*/ 10246835 w 12188965"/>
              <a:gd name="connsiteY13141" fmla="*/ 751539 h 2053176"/>
              <a:gd name="connsiteX13142" fmla="*/ 10233947 w 12188965"/>
              <a:gd name="connsiteY13142" fmla="*/ 764426 h 2053176"/>
              <a:gd name="connsiteX13143" fmla="*/ 10221059 w 12188965"/>
              <a:gd name="connsiteY13143" fmla="*/ 751539 h 2053176"/>
              <a:gd name="connsiteX13144" fmla="*/ 10233947 w 12188965"/>
              <a:gd name="connsiteY13144" fmla="*/ 738651 h 2053176"/>
              <a:gd name="connsiteX13145" fmla="*/ 10105654 w 12188965"/>
              <a:gd name="connsiteY13145" fmla="*/ 738651 h 2053176"/>
              <a:gd name="connsiteX13146" fmla="*/ 10118542 w 12188965"/>
              <a:gd name="connsiteY13146" fmla="*/ 751539 h 2053176"/>
              <a:gd name="connsiteX13147" fmla="*/ 10105654 w 12188965"/>
              <a:gd name="connsiteY13147" fmla="*/ 764426 h 2053176"/>
              <a:gd name="connsiteX13148" fmla="*/ 10092766 w 12188965"/>
              <a:gd name="connsiteY13148" fmla="*/ 751539 h 2053176"/>
              <a:gd name="connsiteX13149" fmla="*/ 10105654 w 12188965"/>
              <a:gd name="connsiteY13149" fmla="*/ 738651 h 2053176"/>
              <a:gd name="connsiteX13150" fmla="*/ 9720307 w 12188965"/>
              <a:gd name="connsiteY13150" fmla="*/ 738651 h 2053176"/>
              <a:gd name="connsiteX13151" fmla="*/ 9733193 w 12188965"/>
              <a:gd name="connsiteY13151" fmla="*/ 751539 h 2053176"/>
              <a:gd name="connsiteX13152" fmla="*/ 9720307 w 12188965"/>
              <a:gd name="connsiteY13152" fmla="*/ 764426 h 2053176"/>
              <a:gd name="connsiteX13153" fmla="*/ 9707419 w 12188965"/>
              <a:gd name="connsiteY13153" fmla="*/ 751539 h 2053176"/>
              <a:gd name="connsiteX13154" fmla="*/ 9720307 w 12188965"/>
              <a:gd name="connsiteY13154" fmla="*/ 738651 h 2053176"/>
              <a:gd name="connsiteX13155" fmla="*/ 9463485 w 12188965"/>
              <a:gd name="connsiteY13155" fmla="*/ 738651 h 2053176"/>
              <a:gd name="connsiteX13156" fmla="*/ 9476373 w 12188965"/>
              <a:gd name="connsiteY13156" fmla="*/ 751539 h 2053176"/>
              <a:gd name="connsiteX13157" fmla="*/ 9463485 w 12188965"/>
              <a:gd name="connsiteY13157" fmla="*/ 764426 h 2053176"/>
              <a:gd name="connsiteX13158" fmla="*/ 9450597 w 12188965"/>
              <a:gd name="connsiteY13158" fmla="*/ 751539 h 2053176"/>
              <a:gd name="connsiteX13159" fmla="*/ 9463485 w 12188965"/>
              <a:gd name="connsiteY13159" fmla="*/ 738651 h 2053176"/>
              <a:gd name="connsiteX13160" fmla="*/ 9078138 w 12188965"/>
              <a:gd name="connsiteY13160" fmla="*/ 738651 h 2053176"/>
              <a:gd name="connsiteX13161" fmla="*/ 9091023 w 12188965"/>
              <a:gd name="connsiteY13161" fmla="*/ 751539 h 2053176"/>
              <a:gd name="connsiteX13162" fmla="*/ 9078138 w 12188965"/>
              <a:gd name="connsiteY13162" fmla="*/ 764426 h 2053176"/>
              <a:gd name="connsiteX13163" fmla="*/ 9065250 w 12188965"/>
              <a:gd name="connsiteY13163" fmla="*/ 751539 h 2053176"/>
              <a:gd name="connsiteX13164" fmla="*/ 9078138 w 12188965"/>
              <a:gd name="connsiteY13164" fmla="*/ 738651 h 2053176"/>
              <a:gd name="connsiteX13165" fmla="*/ 7216067 w 12188965"/>
              <a:gd name="connsiteY13165" fmla="*/ 738651 h 2053176"/>
              <a:gd name="connsiteX13166" fmla="*/ 7228955 w 12188965"/>
              <a:gd name="connsiteY13166" fmla="*/ 751539 h 2053176"/>
              <a:gd name="connsiteX13167" fmla="*/ 7216067 w 12188965"/>
              <a:gd name="connsiteY13167" fmla="*/ 764426 h 2053176"/>
              <a:gd name="connsiteX13168" fmla="*/ 7203179 w 12188965"/>
              <a:gd name="connsiteY13168" fmla="*/ 751539 h 2053176"/>
              <a:gd name="connsiteX13169" fmla="*/ 7216067 w 12188965"/>
              <a:gd name="connsiteY13169" fmla="*/ 738651 h 2053176"/>
              <a:gd name="connsiteX13170" fmla="*/ 7151863 w 12188965"/>
              <a:gd name="connsiteY13170" fmla="*/ 738651 h 2053176"/>
              <a:gd name="connsiteX13171" fmla="*/ 7164751 w 12188965"/>
              <a:gd name="connsiteY13171" fmla="*/ 751539 h 2053176"/>
              <a:gd name="connsiteX13172" fmla="*/ 7151863 w 12188965"/>
              <a:gd name="connsiteY13172" fmla="*/ 764426 h 2053176"/>
              <a:gd name="connsiteX13173" fmla="*/ 7138975 w 12188965"/>
              <a:gd name="connsiteY13173" fmla="*/ 751539 h 2053176"/>
              <a:gd name="connsiteX13174" fmla="*/ 7151863 w 12188965"/>
              <a:gd name="connsiteY13174" fmla="*/ 738651 h 2053176"/>
              <a:gd name="connsiteX13175" fmla="*/ 6894925 w 12188965"/>
              <a:gd name="connsiteY13175" fmla="*/ 738651 h 2053176"/>
              <a:gd name="connsiteX13176" fmla="*/ 6907813 w 12188965"/>
              <a:gd name="connsiteY13176" fmla="*/ 751539 h 2053176"/>
              <a:gd name="connsiteX13177" fmla="*/ 6894925 w 12188965"/>
              <a:gd name="connsiteY13177" fmla="*/ 764426 h 2053176"/>
              <a:gd name="connsiteX13178" fmla="*/ 6882040 w 12188965"/>
              <a:gd name="connsiteY13178" fmla="*/ 751539 h 2053176"/>
              <a:gd name="connsiteX13179" fmla="*/ 6894925 w 12188965"/>
              <a:gd name="connsiteY13179" fmla="*/ 738651 h 2053176"/>
              <a:gd name="connsiteX13180" fmla="*/ 6252873 w 12188965"/>
              <a:gd name="connsiteY13180" fmla="*/ 738651 h 2053176"/>
              <a:gd name="connsiteX13181" fmla="*/ 6265761 w 12188965"/>
              <a:gd name="connsiteY13181" fmla="*/ 751539 h 2053176"/>
              <a:gd name="connsiteX13182" fmla="*/ 6252873 w 12188965"/>
              <a:gd name="connsiteY13182" fmla="*/ 764426 h 2053176"/>
              <a:gd name="connsiteX13183" fmla="*/ 6239985 w 12188965"/>
              <a:gd name="connsiteY13183" fmla="*/ 751539 h 2053176"/>
              <a:gd name="connsiteX13184" fmla="*/ 6252873 w 12188965"/>
              <a:gd name="connsiteY13184" fmla="*/ 738651 h 2053176"/>
              <a:gd name="connsiteX13185" fmla="*/ 5743477 w 12188965"/>
              <a:gd name="connsiteY13185" fmla="*/ 738651 h 2053176"/>
              <a:gd name="connsiteX13186" fmla="*/ 5756364 w 12188965"/>
              <a:gd name="connsiteY13186" fmla="*/ 751539 h 2053176"/>
              <a:gd name="connsiteX13187" fmla="*/ 5743477 w 12188965"/>
              <a:gd name="connsiteY13187" fmla="*/ 764426 h 2053176"/>
              <a:gd name="connsiteX13188" fmla="*/ 5730590 w 12188965"/>
              <a:gd name="connsiteY13188" fmla="*/ 751539 h 2053176"/>
              <a:gd name="connsiteX13189" fmla="*/ 5743477 w 12188965"/>
              <a:gd name="connsiteY13189" fmla="*/ 738651 h 2053176"/>
              <a:gd name="connsiteX13190" fmla="*/ 5614950 w 12188965"/>
              <a:gd name="connsiteY13190" fmla="*/ 738651 h 2053176"/>
              <a:gd name="connsiteX13191" fmla="*/ 5627837 w 12188965"/>
              <a:gd name="connsiteY13191" fmla="*/ 751539 h 2053176"/>
              <a:gd name="connsiteX13192" fmla="*/ 5614950 w 12188965"/>
              <a:gd name="connsiteY13192" fmla="*/ 764426 h 2053176"/>
              <a:gd name="connsiteX13193" fmla="*/ 5602062 w 12188965"/>
              <a:gd name="connsiteY13193" fmla="*/ 751539 h 2053176"/>
              <a:gd name="connsiteX13194" fmla="*/ 5614950 w 12188965"/>
              <a:gd name="connsiteY13194" fmla="*/ 738651 h 2053176"/>
              <a:gd name="connsiteX13195" fmla="*/ 5422451 w 12188965"/>
              <a:gd name="connsiteY13195" fmla="*/ 738651 h 2053176"/>
              <a:gd name="connsiteX13196" fmla="*/ 5435339 w 12188965"/>
              <a:gd name="connsiteY13196" fmla="*/ 751539 h 2053176"/>
              <a:gd name="connsiteX13197" fmla="*/ 5422451 w 12188965"/>
              <a:gd name="connsiteY13197" fmla="*/ 764426 h 2053176"/>
              <a:gd name="connsiteX13198" fmla="*/ 5409564 w 12188965"/>
              <a:gd name="connsiteY13198" fmla="*/ 751539 h 2053176"/>
              <a:gd name="connsiteX13199" fmla="*/ 5422451 w 12188965"/>
              <a:gd name="connsiteY13199" fmla="*/ 738651 h 2053176"/>
              <a:gd name="connsiteX13200" fmla="*/ 5229719 w 12188965"/>
              <a:gd name="connsiteY13200" fmla="*/ 738651 h 2053176"/>
              <a:gd name="connsiteX13201" fmla="*/ 5242606 w 12188965"/>
              <a:gd name="connsiteY13201" fmla="*/ 751539 h 2053176"/>
              <a:gd name="connsiteX13202" fmla="*/ 5229719 w 12188965"/>
              <a:gd name="connsiteY13202" fmla="*/ 764426 h 2053176"/>
              <a:gd name="connsiteX13203" fmla="*/ 5216831 w 12188965"/>
              <a:gd name="connsiteY13203" fmla="*/ 751539 h 2053176"/>
              <a:gd name="connsiteX13204" fmla="*/ 5229719 w 12188965"/>
              <a:gd name="connsiteY13204" fmla="*/ 738651 h 2053176"/>
              <a:gd name="connsiteX13205" fmla="*/ 4844487 w 12188965"/>
              <a:gd name="connsiteY13205" fmla="*/ 738651 h 2053176"/>
              <a:gd name="connsiteX13206" fmla="*/ 4857374 w 12188965"/>
              <a:gd name="connsiteY13206" fmla="*/ 751539 h 2053176"/>
              <a:gd name="connsiteX13207" fmla="*/ 4844487 w 12188965"/>
              <a:gd name="connsiteY13207" fmla="*/ 764426 h 2053176"/>
              <a:gd name="connsiteX13208" fmla="*/ 4831598 w 12188965"/>
              <a:gd name="connsiteY13208" fmla="*/ 751539 h 2053176"/>
              <a:gd name="connsiteX13209" fmla="*/ 4844487 w 12188965"/>
              <a:gd name="connsiteY13209" fmla="*/ 738651 h 2053176"/>
              <a:gd name="connsiteX13210" fmla="*/ 4523345 w 12188965"/>
              <a:gd name="connsiteY13210" fmla="*/ 738651 h 2053176"/>
              <a:gd name="connsiteX13211" fmla="*/ 4536233 w 12188965"/>
              <a:gd name="connsiteY13211" fmla="*/ 751539 h 2053176"/>
              <a:gd name="connsiteX13212" fmla="*/ 4523345 w 12188965"/>
              <a:gd name="connsiteY13212" fmla="*/ 764426 h 2053176"/>
              <a:gd name="connsiteX13213" fmla="*/ 4510457 w 12188965"/>
              <a:gd name="connsiteY13213" fmla="*/ 751539 h 2053176"/>
              <a:gd name="connsiteX13214" fmla="*/ 4523345 w 12188965"/>
              <a:gd name="connsiteY13214" fmla="*/ 738651 h 2053176"/>
              <a:gd name="connsiteX13215" fmla="*/ 4395050 w 12188965"/>
              <a:gd name="connsiteY13215" fmla="*/ 738651 h 2053176"/>
              <a:gd name="connsiteX13216" fmla="*/ 4407938 w 12188965"/>
              <a:gd name="connsiteY13216" fmla="*/ 751539 h 2053176"/>
              <a:gd name="connsiteX13217" fmla="*/ 4395050 w 12188965"/>
              <a:gd name="connsiteY13217" fmla="*/ 764426 h 2053176"/>
              <a:gd name="connsiteX13218" fmla="*/ 4382162 w 12188965"/>
              <a:gd name="connsiteY13218" fmla="*/ 751539 h 2053176"/>
              <a:gd name="connsiteX13219" fmla="*/ 4395050 w 12188965"/>
              <a:gd name="connsiteY13219" fmla="*/ 738651 h 2053176"/>
              <a:gd name="connsiteX13220" fmla="*/ 4009702 w 12188965"/>
              <a:gd name="connsiteY13220" fmla="*/ 738651 h 2053176"/>
              <a:gd name="connsiteX13221" fmla="*/ 4022589 w 12188965"/>
              <a:gd name="connsiteY13221" fmla="*/ 751539 h 2053176"/>
              <a:gd name="connsiteX13222" fmla="*/ 4009702 w 12188965"/>
              <a:gd name="connsiteY13222" fmla="*/ 764426 h 2053176"/>
              <a:gd name="connsiteX13223" fmla="*/ 3996814 w 12188965"/>
              <a:gd name="connsiteY13223" fmla="*/ 751539 h 2053176"/>
              <a:gd name="connsiteX13224" fmla="*/ 4009702 w 12188965"/>
              <a:gd name="connsiteY13224" fmla="*/ 738651 h 2053176"/>
              <a:gd name="connsiteX13225" fmla="*/ 3752882 w 12188965"/>
              <a:gd name="connsiteY13225" fmla="*/ 738651 h 2053176"/>
              <a:gd name="connsiteX13226" fmla="*/ 3765770 w 12188965"/>
              <a:gd name="connsiteY13226" fmla="*/ 751539 h 2053176"/>
              <a:gd name="connsiteX13227" fmla="*/ 3752882 w 12188965"/>
              <a:gd name="connsiteY13227" fmla="*/ 764426 h 2053176"/>
              <a:gd name="connsiteX13228" fmla="*/ 3739993 w 12188965"/>
              <a:gd name="connsiteY13228" fmla="*/ 751539 h 2053176"/>
              <a:gd name="connsiteX13229" fmla="*/ 3752882 w 12188965"/>
              <a:gd name="connsiteY13229" fmla="*/ 738651 h 2053176"/>
              <a:gd name="connsiteX13230" fmla="*/ 3367532 w 12188965"/>
              <a:gd name="connsiteY13230" fmla="*/ 738651 h 2053176"/>
              <a:gd name="connsiteX13231" fmla="*/ 3380421 w 12188965"/>
              <a:gd name="connsiteY13231" fmla="*/ 751539 h 2053176"/>
              <a:gd name="connsiteX13232" fmla="*/ 3367532 w 12188965"/>
              <a:gd name="connsiteY13232" fmla="*/ 764426 h 2053176"/>
              <a:gd name="connsiteX13233" fmla="*/ 3354645 w 12188965"/>
              <a:gd name="connsiteY13233" fmla="*/ 751539 h 2053176"/>
              <a:gd name="connsiteX13234" fmla="*/ 3367532 w 12188965"/>
              <a:gd name="connsiteY13234" fmla="*/ 738651 h 2053176"/>
              <a:gd name="connsiteX13235" fmla="*/ 1505464 w 12188965"/>
              <a:gd name="connsiteY13235" fmla="*/ 738651 h 2053176"/>
              <a:gd name="connsiteX13236" fmla="*/ 1518352 w 12188965"/>
              <a:gd name="connsiteY13236" fmla="*/ 751539 h 2053176"/>
              <a:gd name="connsiteX13237" fmla="*/ 1505464 w 12188965"/>
              <a:gd name="connsiteY13237" fmla="*/ 764426 h 2053176"/>
              <a:gd name="connsiteX13238" fmla="*/ 1492577 w 12188965"/>
              <a:gd name="connsiteY13238" fmla="*/ 751539 h 2053176"/>
              <a:gd name="connsiteX13239" fmla="*/ 1505464 w 12188965"/>
              <a:gd name="connsiteY13239" fmla="*/ 738651 h 2053176"/>
              <a:gd name="connsiteX13240" fmla="*/ 1441258 w 12188965"/>
              <a:gd name="connsiteY13240" fmla="*/ 738651 h 2053176"/>
              <a:gd name="connsiteX13241" fmla="*/ 1454146 w 12188965"/>
              <a:gd name="connsiteY13241" fmla="*/ 751539 h 2053176"/>
              <a:gd name="connsiteX13242" fmla="*/ 1441258 w 12188965"/>
              <a:gd name="connsiteY13242" fmla="*/ 764426 h 2053176"/>
              <a:gd name="connsiteX13243" fmla="*/ 1428371 w 12188965"/>
              <a:gd name="connsiteY13243" fmla="*/ 751539 h 2053176"/>
              <a:gd name="connsiteX13244" fmla="*/ 1441258 w 12188965"/>
              <a:gd name="connsiteY13244" fmla="*/ 738651 h 2053176"/>
              <a:gd name="connsiteX13245" fmla="*/ 1184322 w 12188965"/>
              <a:gd name="connsiteY13245" fmla="*/ 738651 h 2053176"/>
              <a:gd name="connsiteX13246" fmla="*/ 1197209 w 12188965"/>
              <a:gd name="connsiteY13246" fmla="*/ 751539 h 2053176"/>
              <a:gd name="connsiteX13247" fmla="*/ 1184322 w 12188965"/>
              <a:gd name="connsiteY13247" fmla="*/ 764426 h 2053176"/>
              <a:gd name="connsiteX13248" fmla="*/ 1171435 w 12188965"/>
              <a:gd name="connsiteY13248" fmla="*/ 751539 h 2053176"/>
              <a:gd name="connsiteX13249" fmla="*/ 1184322 w 12188965"/>
              <a:gd name="connsiteY13249" fmla="*/ 738651 h 2053176"/>
              <a:gd name="connsiteX13250" fmla="*/ 542270 w 12188965"/>
              <a:gd name="connsiteY13250" fmla="*/ 738651 h 2053176"/>
              <a:gd name="connsiteX13251" fmla="*/ 555157 w 12188965"/>
              <a:gd name="connsiteY13251" fmla="*/ 751539 h 2053176"/>
              <a:gd name="connsiteX13252" fmla="*/ 542270 w 12188965"/>
              <a:gd name="connsiteY13252" fmla="*/ 764426 h 2053176"/>
              <a:gd name="connsiteX13253" fmla="*/ 529382 w 12188965"/>
              <a:gd name="connsiteY13253" fmla="*/ 751539 h 2053176"/>
              <a:gd name="connsiteX13254" fmla="*/ 542270 w 12188965"/>
              <a:gd name="connsiteY13254" fmla="*/ 738651 h 2053176"/>
              <a:gd name="connsiteX13255" fmla="*/ 25659 w 12188965"/>
              <a:gd name="connsiteY13255" fmla="*/ 738651 h 2053176"/>
              <a:gd name="connsiteX13256" fmla="*/ 38547 w 12188965"/>
              <a:gd name="connsiteY13256" fmla="*/ 751539 h 2053176"/>
              <a:gd name="connsiteX13257" fmla="*/ 25659 w 12188965"/>
              <a:gd name="connsiteY13257" fmla="*/ 764426 h 2053176"/>
              <a:gd name="connsiteX13258" fmla="*/ 12771 w 12188965"/>
              <a:gd name="connsiteY13258" fmla="*/ 751539 h 2053176"/>
              <a:gd name="connsiteX13259" fmla="*/ 25659 w 12188965"/>
              <a:gd name="connsiteY13259" fmla="*/ 738651 h 2053176"/>
              <a:gd name="connsiteX13260" fmla="*/ 11197259 w 12188965"/>
              <a:gd name="connsiteY13260" fmla="*/ 725880 h 2053176"/>
              <a:gd name="connsiteX13261" fmla="*/ 11222917 w 12188965"/>
              <a:gd name="connsiteY13261" fmla="*/ 751539 h 2053176"/>
              <a:gd name="connsiteX13262" fmla="*/ 11197259 w 12188965"/>
              <a:gd name="connsiteY13262" fmla="*/ 777197 h 2053176"/>
              <a:gd name="connsiteX13263" fmla="*/ 11171601 w 12188965"/>
              <a:gd name="connsiteY13263" fmla="*/ 751539 h 2053176"/>
              <a:gd name="connsiteX13264" fmla="*/ 11197259 w 12188965"/>
              <a:gd name="connsiteY13264" fmla="*/ 725880 h 2053176"/>
              <a:gd name="connsiteX13265" fmla="*/ 10683501 w 12188965"/>
              <a:gd name="connsiteY13265" fmla="*/ 725880 h 2053176"/>
              <a:gd name="connsiteX13266" fmla="*/ 10709159 w 12188965"/>
              <a:gd name="connsiteY13266" fmla="*/ 751539 h 2053176"/>
              <a:gd name="connsiteX13267" fmla="*/ 10683501 w 12188965"/>
              <a:gd name="connsiteY13267" fmla="*/ 777197 h 2053176"/>
              <a:gd name="connsiteX13268" fmla="*/ 10657843 w 12188965"/>
              <a:gd name="connsiteY13268" fmla="*/ 751539 h 2053176"/>
              <a:gd name="connsiteX13269" fmla="*/ 10683501 w 12188965"/>
              <a:gd name="connsiteY13269" fmla="*/ 725880 h 2053176"/>
              <a:gd name="connsiteX13270" fmla="*/ 10619297 w 12188965"/>
              <a:gd name="connsiteY13270" fmla="*/ 725880 h 2053176"/>
              <a:gd name="connsiteX13271" fmla="*/ 10644955 w 12188965"/>
              <a:gd name="connsiteY13271" fmla="*/ 751539 h 2053176"/>
              <a:gd name="connsiteX13272" fmla="*/ 10619297 w 12188965"/>
              <a:gd name="connsiteY13272" fmla="*/ 777197 h 2053176"/>
              <a:gd name="connsiteX13273" fmla="*/ 10593639 w 12188965"/>
              <a:gd name="connsiteY13273" fmla="*/ 751539 h 2053176"/>
              <a:gd name="connsiteX13274" fmla="*/ 10619297 w 12188965"/>
              <a:gd name="connsiteY13274" fmla="*/ 725880 h 2053176"/>
              <a:gd name="connsiteX13275" fmla="*/ 10362474 w 12188965"/>
              <a:gd name="connsiteY13275" fmla="*/ 725880 h 2053176"/>
              <a:gd name="connsiteX13276" fmla="*/ 10388135 w 12188965"/>
              <a:gd name="connsiteY13276" fmla="*/ 751539 h 2053176"/>
              <a:gd name="connsiteX13277" fmla="*/ 10362474 w 12188965"/>
              <a:gd name="connsiteY13277" fmla="*/ 777197 h 2053176"/>
              <a:gd name="connsiteX13278" fmla="*/ 10336816 w 12188965"/>
              <a:gd name="connsiteY13278" fmla="*/ 751539 h 2053176"/>
              <a:gd name="connsiteX13279" fmla="*/ 10362474 w 12188965"/>
              <a:gd name="connsiteY13279" fmla="*/ 725880 h 2053176"/>
              <a:gd name="connsiteX13280" fmla="*/ 8564495 w 12188965"/>
              <a:gd name="connsiteY13280" fmla="*/ 725880 h 2053176"/>
              <a:gd name="connsiteX13281" fmla="*/ 8590153 w 12188965"/>
              <a:gd name="connsiteY13281" fmla="*/ 751539 h 2053176"/>
              <a:gd name="connsiteX13282" fmla="*/ 8564495 w 12188965"/>
              <a:gd name="connsiteY13282" fmla="*/ 777197 h 2053176"/>
              <a:gd name="connsiteX13283" fmla="*/ 8538837 w 12188965"/>
              <a:gd name="connsiteY13283" fmla="*/ 751539 h 2053176"/>
              <a:gd name="connsiteX13284" fmla="*/ 8564495 w 12188965"/>
              <a:gd name="connsiteY13284" fmla="*/ 725880 h 2053176"/>
              <a:gd name="connsiteX13285" fmla="*/ 8050852 w 12188965"/>
              <a:gd name="connsiteY13285" fmla="*/ 725880 h 2053176"/>
              <a:gd name="connsiteX13286" fmla="*/ 8076510 w 12188965"/>
              <a:gd name="connsiteY13286" fmla="*/ 751539 h 2053176"/>
              <a:gd name="connsiteX13287" fmla="*/ 8050852 w 12188965"/>
              <a:gd name="connsiteY13287" fmla="*/ 777197 h 2053176"/>
              <a:gd name="connsiteX13288" fmla="*/ 8025194 w 12188965"/>
              <a:gd name="connsiteY13288" fmla="*/ 751539 h 2053176"/>
              <a:gd name="connsiteX13289" fmla="*/ 8050852 w 12188965"/>
              <a:gd name="connsiteY13289" fmla="*/ 725880 h 2053176"/>
              <a:gd name="connsiteX13290" fmla="*/ 7986648 w 12188965"/>
              <a:gd name="connsiteY13290" fmla="*/ 725880 h 2053176"/>
              <a:gd name="connsiteX13291" fmla="*/ 8012306 w 12188965"/>
              <a:gd name="connsiteY13291" fmla="*/ 751539 h 2053176"/>
              <a:gd name="connsiteX13292" fmla="*/ 7986648 w 12188965"/>
              <a:gd name="connsiteY13292" fmla="*/ 777197 h 2053176"/>
              <a:gd name="connsiteX13293" fmla="*/ 7960990 w 12188965"/>
              <a:gd name="connsiteY13293" fmla="*/ 751539 h 2053176"/>
              <a:gd name="connsiteX13294" fmla="*/ 7986648 w 12188965"/>
              <a:gd name="connsiteY13294" fmla="*/ 725880 h 2053176"/>
              <a:gd name="connsiteX13295" fmla="*/ 7858237 w 12188965"/>
              <a:gd name="connsiteY13295" fmla="*/ 725880 h 2053176"/>
              <a:gd name="connsiteX13296" fmla="*/ 7883895 w 12188965"/>
              <a:gd name="connsiteY13296" fmla="*/ 751539 h 2053176"/>
              <a:gd name="connsiteX13297" fmla="*/ 7858237 w 12188965"/>
              <a:gd name="connsiteY13297" fmla="*/ 777197 h 2053176"/>
              <a:gd name="connsiteX13298" fmla="*/ 7832578 w 12188965"/>
              <a:gd name="connsiteY13298" fmla="*/ 751539 h 2053176"/>
              <a:gd name="connsiteX13299" fmla="*/ 7858237 w 12188965"/>
              <a:gd name="connsiteY13299" fmla="*/ 725880 h 2053176"/>
              <a:gd name="connsiteX13300" fmla="*/ 7794032 w 12188965"/>
              <a:gd name="connsiteY13300" fmla="*/ 725880 h 2053176"/>
              <a:gd name="connsiteX13301" fmla="*/ 7819690 w 12188965"/>
              <a:gd name="connsiteY13301" fmla="*/ 751539 h 2053176"/>
              <a:gd name="connsiteX13302" fmla="*/ 7794032 w 12188965"/>
              <a:gd name="connsiteY13302" fmla="*/ 777197 h 2053176"/>
              <a:gd name="connsiteX13303" fmla="*/ 7768371 w 12188965"/>
              <a:gd name="connsiteY13303" fmla="*/ 751539 h 2053176"/>
              <a:gd name="connsiteX13304" fmla="*/ 7794032 w 12188965"/>
              <a:gd name="connsiteY13304" fmla="*/ 725880 h 2053176"/>
              <a:gd name="connsiteX13305" fmla="*/ 7665621 w 12188965"/>
              <a:gd name="connsiteY13305" fmla="*/ 725880 h 2053176"/>
              <a:gd name="connsiteX13306" fmla="*/ 7691279 w 12188965"/>
              <a:gd name="connsiteY13306" fmla="*/ 751539 h 2053176"/>
              <a:gd name="connsiteX13307" fmla="*/ 7665621 w 12188965"/>
              <a:gd name="connsiteY13307" fmla="*/ 777197 h 2053176"/>
              <a:gd name="connsiteX13308" fmla="*/ 7639963 w 12188965"/>
              <a:gd name="connsiteY13308" fmla="*/ 751539 h 2053176"/>
              <a:gd name="connsiteX13309" fmla="*/ 7665621 w 12188965"/>
              <a:gd name="connsiteY13309" fmla="*/ 725880 h 2053176"/>
              <a:gd name="connsiteX13310" fmla="*/ 7601299 w 12188965"/>
              <a:gd name="connsiteY13310" fmla="*/ 725880 h 2053176"/>
              <a:gd name="connsiteX13311" fmla="*/ 7626959 w 12188965"/>
              <a:gd name="connsiteY13311" fmla="*/ 751539 h 2053176"/>
              <a:gd name="connsiteX13312" fmla="*/ 7601299 w 12188965"/>
              <a:gd name="connsiteY13312" fmla="*/ 777197 h 2053176"/>
              <a:gd name="connsiteX13313" fmla="*/ 7575640 w 12188965"/>
              <a:gd name="connsiteY13313" fmla="*/ 751539 h 2053176"/>
              <a:gd name="connsiteX13314" fmla="*/ 7601299 w 12188965"/>
              <a:gd name="connsiteY13314" fmla="*/ 725880 h 2053176"/>
              <a:gd name="connsiteX13315" fmla="*/ 7537094 w 12188965"/>
              <a:gd name="connsiteY13315" fmla="*/ 725880 h 2053176"/>
              <a:gd name="connsiteX13316" fmla="*/ 7562752 w 12188965"/>
              <a:gd name="connsiteY13316" fmla="*/ 751539 h 2053176"/>
              <a:gd name="connsiteX13317" fmla="*/ 7537094 w 12188965"/>
              <a:gd name="connsiteY13317" fmla="*/ 777197 h 2053176"/>
              <a:gd name="connsiteX13318" fmla="*/ 7511436 w 12188965"/>
              <a:gd name="connsiteY13318" fmla="*/ 751539 h 2053176"/>
              <a:gd name="connsiteX13319" fmla="*/ 7537094 w 12188965"/>
              <a:gd name="connsiteY13319" fmla="*/ 725880 h 2053176"/>
              <a:gd name="connsiteX13320" fmla="*/ 5486655 w 12188965"/>
              <a:gd name="connsiteY13320" fmla="*/ 725880 h 2053176"/>
              <a:gd name="connsiteX13321" fmla="*/ 5512316 w 12188965"/>
              <a:gd name="connsiteY13321" fmla="*/ 751539 h 2053176"/>
              <a:gd name="connsiteX13322" fmla="*/ 5486655 w 12188965"/>
              <a:gd name="connsiteY13322" fmla="*/ 777197 h 2053176"/>
              <a:gd name="connsiteX13323" fmla="*/ 5460997 w 12188965"/>
              <a:gd name="connsiteY13323" fmla="*/ 751539 h 2053176"/>
              <a:gd name="connsiteX13324" fmla="*/ 5486655 w 12188965"/>
              <a:gd name="connsiteY13324" fmla="*/ 725880 h 2053176"/>
              <a:gd name="connsiteX13325" fmla="*/ 4972896 w 12188965"/>
              <a:gd name="connsiteY13325" fmla="*/ 725880 h 2053176"/>
              <a:gd name="connsiteX13326" fmla="*/ 4998557 w 12188965"/>
              <a:gd name="connsiteY13326" fmla="*/ 751539 h 2053176"/>
              <a:gd name="connsiteX13327" fmla="*/ 4972896 w 12188965"/>
              <a:gd name="connsiteY13327" fmla="*/ 777197 h 2053176"/>
              <a:gd name="connsiteX13328" fmla="*/ 4947240 w 12188965"/>
              <a:gd name="connsiteY13328" fmla="*/ 751539 h 2053176"/>
              <a:gd name="connsiteX13329" fmla="*/ 4972896 w 12188965"/>
              <a:gd name="connsiteY13329" fmla="*/ 725880 h 2053176"/>
              <a:gd name="connsiteX13330" fmla="*/ 4908693 w 12188965"/>
              <a:gd name="connsiteY13330" fmla="*/ 725880 h 2053176"/>
              <a:gd name="connsiteX13331" fmla="*/ 4934352 w 12188965"/>
              <a:gd name="connsiteY13331" fmla="*/ 751539 h 2053176"/>
              <a:gd name="connsiteX13332" fmla="*/ 4908693 w 12188965"/>
              <a:gd name="connsiteY13332" fmla="*/ 777197 h 2053176"/>
              <a:gd name="connsiteX13333" fmla="*/ 4883033 w 12188965"/>
              <a:gd name="connsiteY13333" fmla="*/ 751539 h 2053176"/>
              <a:gd name="connsiteX13334" fmla="*/ 4908693 w 12188965"/>
              <a:gd name="connsiteY13334" fmla="*/ 725880 h 2053176"/>
              <a:gd name="connsiteX13335" fmla="*/ 4651872 w 12188965"/>
              <a:gd name="connsiteY13335" fmla="*/ 725880 h 2053176"/>
              <a:gd name="connsiteX13336" fmla="*/ 4677531 w 12188965"/>
              <a:gd name="connsiteY13336" fmla="*/ 751539 h 2053176"/>
              <a:gd name="connsiteX13337" fmla="*/ 4651872 w 12188965"/>
              <a:gd name="connsiteY13337" fmla="*/ 777197 h 2053176"/>
              <a:gd name="connsiteX13338" fmla="*/ 4626213 w 12188965"/>
              <a:gd name="connsiteY13338" fmla="*/ 751539 h 2053176"/>
              <a:gd name="connsiteX13339" fmla="*/ 4651872 w 12188965"/>
              <a:gd name="connsiteY13339" fmla="*/ 725880 h 2053176"/>
              <a:gd name="connsiteX13340" fmla="*/ 2853890 w 12188965"/>
              <a:gd name="connsiteY13340" fmla="*/ 725880 h 2053176"/>
              <a:gd name="connsiteX13341" fmla="*/ 2879550 w 12188965"/>
              <a:gd name="connsiteY13341" fmla="*/ 751539 h 2053176"/>
              <a:gd name="connsiteX13342" fmla="*/ 2853890 w 12188965"/>
              <a:gd name="connsiteY13342" fmla="*/ 777197 h 2053176"/>
              <a:gd name="connsiteX13343" fmla="*/ 2828231 w 12188965"/>
              <a:gd name="connsiteY13343" fmla="*/ 751539 h 2053176"/>
              <a:gd name="connsiteX13344" fmla="*/ 2853890 w 12188965"/>
              <a:gd name="connsiteY13344" fmla="*/ 725880 h 2053176"/>
              <a:gd name="connsiteX13345" fmla="*/ 2340249 w 12188965"/>
              <a:gd name="connsiteY13345" fmla="*/ 725880 h 2053176"/>
              <a:gd name="connsiteX13346" fmla="*/ 2365908 w 12188965"/>
              <a:gd name="connsiteY13346" fmla="*/ 751539 h 2053176"/>
              <a:gd name="connsiteX13347" fmla="*/ 2340249 w 12188965"/>
              <a:gd name="connsiteY13347" fmla="*/ 777197 h 2053176"/>
              <a:gd name="connsiteX13348" fmla="*/ 2314590 w 12188965"/>
              <a:gd name="connsiteY13348" fmla="*/ 751539 h 2053176"/>
              <a:gd name="connsiteX13349" fmla="*/ 2340249 w 12188965"/>
              <a:gd name="connsiteY13349" fmla="*/ 725880 h 2053176"/>
              <a:gd name="connsiteX13350" fmla="*/ 2276044 w 12188965"/>
              <a:gd name="connsiteY13350" fmla="*/ 725880 h 2053176"/>
              <a:gd name="connsiteX13351" fmla="*/ 2301702 w 12188965"/>
              <a:gd name="connsiteY13351" fmla="*/ 751539 h 2053176"/>
              <a:gd name="connsiteX13352" fmla="*/ 2276044 w 12188965"/>
              <a:gd name="connsiteY13352" fmla="*/ 777197 h 2053176"/>
              <a:gd name="connsiteX13353" fmla="*/ 2250385 w 12188965"/>
              <a:gd name="connsiteY13353" fmla="*/ 751539 h 2053176"/>
              <a:gd name="connsiteX13354" fmla="*/ 2276044 w 12188965"/>
              <a:gd name="connsiteY13354" fmla="*/ 725880 h 2053176"/>
              <a:gd name="connsiteX13355" fmla="*/ 2147633 w 12188965"/>
              <a:gd name="connsiteY13355" fmla="*/ 725880 h 2053176"/>
              <a:gd name="connsiteX13356" fmla="*/ 2173293 w 12188965"/>
              <a:gd name="connsiteY13356" fmla="*/ 751539 h 2053176"/>
              <a:gd name="connsiteX13357" fmla="*/ 2147633 w 12188965"/>
              <a:gd name="connsiteY13357" fmla="*/ 777197 h 2053176"/>
              <a:gd name="connsiteX13358" fmla="*/ 2121975 w 12188965"/>
              <a:gd name="connsiteY13358" fmla="*/ 751539 h 2053176"/>
              <a:gd name="connsiteX13359" fmla="*/ 2147633 w 12188965"/>
              <a:gd name="connsiteY13359" fmla="*/ 725880 h 2053176"/>
              <a:gd name="connsiteX13360" fmla="*/ 2083427 w 12188965"/>
              <a:gd name="connsiteY13360" fmla="*/ 725880 h 2053176"/>
              <a:gd name="connsiteX13361" fmla="*/ 2109087 w 12188965"/>
              <a:gd name="connsiteY13361" fmla="*/ 751539 h 2053176"/>
              <a:gd name="connsiteX13362" fmla="*/ 2083427 w 12188965"/>
              <a:gd name="connsiteY13362" fmla="*/ 777197 h 2053176"/>
              <a:gd name="connsiteX13363" fmla="*/ 2057768 w 12188965"/>
              <a:gd name="connsiteY13363" fmla="*/ 751539 h 2053176"/>
              <a:gd name="connsiteX13364" fmla="*/ 2083427 w 12188965"/>
              <a:gd name="connsiteY13364" fmla="*/ 725880 h 2053176"/>
              <a:gd name="connsiteX13365" fmla="*/ 1955016 w 12188965"/>
              <a:gd name="connsiteY13365" fmla="*/ 725880 h 2053176"/>
              <a:gd name="connsiteX13366" fmla="*/ 1980676 w 12188965"/>
              <a:gd name="connsiteY13366" fmla="*/ 751539 h 2053176"/>
              <a:gd name="connsiteX13367" fmla="*/ 1955016 w 12188965"/>
              <a:gd name="connsiteY13367" fmla="*/ 777197 h 2053176"/>
              <a:gd name="connsiteX13368" fmla="*/ 1929358 w 12188965"/>
              <a:gd name="connsiteY13368" fmla="*/ 751539 h 2053176"/>
              <a:gd name="connsiteX13369" fmla="*/ 1955016 w 12188965"/>
              <a:gd name="connsiteY13369" fmla="*/ 725880 h 2053176"/>
              <a:gd name="connsiteX13370" fmla="*/ 1890696 w 12188965"/>
              <a:gd name="connsiteY13370" fmla="*/ 725880 h 2053176"/>
              <a:gd name="connsiteX13371" fmla="*/ 1916355 w 12188965"/>
              <a:gd name="connsiteY13371" fmla="*/ 751539 h 2053176"/>
              <a:gd name="connsiteX13372" fmla="*/ 1890696 w 12188965"/>
              <a:gd name="connsiteY13372" fmla="*/ 777197 h 2053176"/>
              <a:gd name="connsiteX13373" fmla="*/ 1865037 w 12188965"/>
              <a:gd name="connsiteY13373" fmla="*/ 751539 h 2053176"/>
              <a:gd name="connsiteX13374" fmla="*/ 1890696 w 12188965"/>
              <a:gd name="connsiteY13374" fmla="*/ 725880 h 2053176"/>
              <a:gd name="connsiteX13375" fmla="*/ 1826490 w 12188965"/>
              <a:gd name="connsiteY13375" fmla="*/ 725880 h 2053176"/>
              <a:gd name="connsiteX13376" fmla="*/ 1852149 w 12188965"/>
              <a:gd name="connsiteY13376" fmla="*/ 751539 h 2053176"/>
              <a:gd name="connsiteX13377" fmla="*/ 1826490 w 12188965"/>
              <a:gd name="connsiteY13377" fmla="*/ 777197 h 2053176"/>
              <a:gd name="connsiteX13378" fmla="*/ 1800830 w 12188965"/>
              <a:gd name="connsiteY13378" fmla="*/ 751539 h 2053176"/>
              <a:gd name="connsiteX13379" fmla="*/ 1826490 w 12188965"/>
              <a:gd name="connsiteY13379" fmla="*/ 725880 h 2053176"/>
              <a:gd name="connsiteX13380" fmla="*/ 11970691 w 12188965"/>
              <a:gd name="connsiteY13380" fmla="*/ 671543 h 2053176"/>
              <a:gd name="connsiteX13381" fmla="*/ 11983579 w 12188965"/>
              <a:gd name="connsiteY13381" fmla="*/ 684431 h 2053176"/>
              <a:gd name="connsiteX13382" fmla="*/ 11970691 w 12188965"/>
              <a:gd name="connsiteY13382" fmla="*/ 697318 h 2053176"/>
              <a:gd name="connsiteX13383" fmla="*/ 11957803 w 12188965"/>
              <a:gd name="connsiteY13383" fmla="*/ 684431 h 2053176"/>
              <a:gd name="connsiteX13384" fmla="*/ 11970691 w 12188965"/>
              <a:gd name="connsiteY13384" fmla="*/ 671543 h 2053176"/>
              <a:gd name="connsiteX13385" fmla="*/ 11325553 w 12188965"/>
              <a:gd name="connsiteY13385" fmla="*/ 671543 h 2053176"/>
              <a:gd name="connsiteX13386" fmla="*/ 11338441 w 12188965"/>
              <a:gd name="connsiteY13386" fmla="*/ 684431 h 2053176"/>
              <a:gd name="connsiteX13387" fmla="*/ 11325553 w 12188965"/>
              <a:gd name="connsiteY13387" fmla="*/ 697318 h 2053176"/>
              <a:gd name="connsiteX13388" fmla="*/ 11312667 w 12188965"/>
              <a:gd name="connsiteY13388" fmla="*/ 684431 h 2053176"/>
              <a:gd name="connsiteX13389" fmla="*/ 11325553 w 12188965"/>
              <a:gd name="connsiteY13389" fmla="*/ 671543 h 2053176"/>
              <a:gd name="connsiteX13390" fmla="*/ 10683501 w 12188965"/>
              <a:gd name="connsiteY13390" fmla="*/ 671543 h 2053176"/>
              <a:gd name="connsiteX13391" fmla="*/ 10696389 w 12188965"/>
              <a:gd name="connsiteY13391" fmla="*/ 684431 h 2053176"/>
              <a:gd name="connsiteX13392" fmla="*/ 10683501 w 12188965"/>
              <a:gd name="connsiteY13392" fmla="*/ 697318 h 2053176"/>
              <a:gd name="connsiteX13393" fmla="*/ 10670613 w 12188965"/>
              <a:gd name="connsiteY13393" fmla="*/ 684431 h 2053176"/>
              <a:gd name="connsiteX13394" fmla="*/ 10683501 w 12188965"/>
              <a:gd name="connsiteY13394" fmla="*/ 671543 h 2053176"/>
              <a:gd name="connsiteX13395" fmla="*/ 10555092 w 12188965"/>
              <a:gd name="connsiteY13395" fmla="*/ 671543 h 2053176"/>
              <a:gd name="connsiteX13396" fmla="*/ 10567978 w 12188965"/>
              <a:gd name="connsiteY13396" fmla="*/ 684431 h 2053176"/>
              <a:gd name="connsiteX13397" fmla="*/ 10555092 w 12188965"/>
              <a:gd name="connsiteY13397" fmla="*/ 697318 h 2053176"/>
              <a:gd name="connsiteX13398" fmla="*/ 10542204 w 12188965"/>
              <a:gd name="connsiteY13398" fmla="*/ 684431 h 2053176"/>
              <a:gd name="connsiteX13399" fmla="*/ 10555092 w 12188965"/>
              <a:gd name="connsiteY13399" fmla="*/ 671543 h 2053176"/>
              <a:gd name="connsiteX13400" fmla="*/ 10233947 w 12188965"/>
              <a:gd name="connsiteY13400" fmla="*/ 671543 h 2053176"/>
              <a:gd name="connsiteX13401" fmla="*/ 10246835 w 12188965"/>
              <a:gd name="connsiteY13401" fmla="*/ 684431 h 2053176"/>
              <a:gd name="connsiteX13402" fmla="*/ 10233947 w 12188965"/>
              <a:gd name="connsiteY13402" fmla="*/ 697318 h 2053176"/>
              <a:gd name="connsiteX13403" fmla="*/ 10221059 w 12188965"/>
              <a:gd name="connsiteY13403" fmla="*/ 684431 h 2053176"/>
              <a:gd name="connsiteX13404" fmla="*/ 10233947 w 12188965"/>
              <a:gd name="connsiteY13404" fmla="*/ 671543 h 2053176"/>
              <a:gd name="connsiteX13405" fmla="*/ 10105654 w 12188965"/>
              <a:gd name="connsiteY13405" fmla="*/ 671543 h 2053176"/>
              <a:gd name="connsiteX13406" fmla="*/ 10118542 w 12188965"/>
              <a:gd name="connsiteY13406" fmla="*/ 684431 h 2053176"/>
              <a:gd name="connsiteX13407" fmla="*/ 10105654 w 12188965"/>
              <a:gd name="connsiteY13407" fmla="*/ 697318 h 2053176"/>
              <a:gd name="connsiteX13408" fmla="*/ 10092766 w 12188965"/>
              <a:gd name="connsiteY13408" fmla="*/ 684431 h 2053176"/>
              <a:gd name="connsiteX13409" fmla="*/ 10105654 w 12188965"/>
              <a:gd name="connsiteY13409" fmla="*/ 671543 h 2053176"/>
              <a:gd name="connsiteX13410" fmla="*/ 9078138 w 12188965"/>
              <a:gd name="connsiteY13410" fmla="*/ 671543 h 2053176"/>
              <a:gd name="connsiteX13411" fmla="*/ 9091023 w 12188965"/>
              <a:gd name="connsiteY13411" fmla="*/ 684431 h 2053176"/>
              <a:gd name="connsiteX13412" fmla="*/ 9078138 w 12188965"/>
              <a:gd name="connsiteY13412" fmla="*/ 697318 h 2053176"/>
              <a:gd name="connsiteX13413" fmla="*/ 9065250 w 12188965"/>
              <a:gd name="connsiteY13413" fmla="*/ 684431 h 2053176"/>
              <a:gd name="connsiteX13414" fmla="*/ 9078138 w 12188965"/>
              <a:gd name="connsiteY13414" fmla="*/ 671543 h 2053176"/>
              <a:gd name="connsiteX13415" fmla="*/ 7151863 w 12188965"/>
              <a:gd name="connsiteY13415" fmla="*/ 671543 h 2053176"/>
              <a:gd name="connsiteX13416" fmla="*/ 7164751 w 12188965"/>
              <a:gd name="connsiteY13416" fmla="*/ 684431 h 2053176"/>
              <a:gd name="connsiteX13417" fmla="*/ 7151863 w 12188965"/>
              <a:gd name="connsiteY13417" fmla="*/ 697318 h 2053176"/>
              <a:gd name="connsiteX13418" fmla="*/ 7138975 w 12188965"/>
              <a:gd name="connsiteY13418" fmla="*/ 684431 h 2053176"/>
              <a:gd name="connsiteX13419" fmla="*/ 7151863 w 12188965"/>
              <a:gd name="connsiteY13419" fmla="*/ 671543 h 2053176"/>
              <a:gd name="connsiteX13420" fmla="*/ 6894925 w 12188965"/>
              <a:gd name="connsiteY13420" fmla="*/ 671543 h 2053176"/>
              <a:gd name="connsiteX13421" fmla="*/ 6907813 w 12188965"/>
              <a:gd name="connsiteY13421" fmla="*/ 684431 h 2053176"/>
              <a:gd name="connsiteX13422" fmla="*/ 6894925 w 12188965"/>
              <a:gd name="connsiteY13422" fmla="*/ 697318 h 2053176"/>
              <a:gd name="connsiteX13423" fmla="*/ 6882040 w 12188965"/>
              <a:gd name="connsiteY13423" fmla="*/ 684431 h 2053176"/>
              <a:gd name="connsiteX13424" fmla="*/ 6894925 w 12188965"/>
              <a:gd name="connsiteY13424" fmla="*/ 671543 h 2053176"/>
              <a:gd name="connsiteX13425" fmla="*/ 6252873 w 12188965"/>
              <a:gd name="connsiteY13425" fmla="*/ 671543 h 2053176"/>
              <a:gd name="connsiteX13426" fmla="*/ 6265761 w 12188965"/>
              <a:gd name="connsiteY13426" fmla="*/ 684431 h 2053176"/>
              <a:gd name="connsiteX13427" fmla="*/ 6252873 w 12188965"/>
              <a:gd name="connsiteY13427" fmla="*/ 697318 h 2053176"/>
              <a:gd name="connsiteX13428" fmla="*/ 6239985 w 12188965"/>
              <a:gd name="connsiteY13428" fmla="*/ 684431 h 2053176"/>
              <a:gd name="connsiteX13429" fmla="*/ 6252873 w 12188965"/>
              <a:gd name="connsiteY13429" fmla="*/ 671543 h 2053176"/>
              <a:gd name="connsiteX13430" fmla="*/ 5614950 w 12188965"/>
              <a:gd name="connsiteY13430" fmla="*/ 671543 h 2053176"/>
              <a:gd name="connsiteX13431" fmla="*/ 5627837 w 12188965"/>
              <a:gd name="connsiteY13431" fmla="*/ 684431 h 2053176"/>
              <a:gd name="connsiteX13432" fmla="*/ 5614950 w 12188965"/>
              <a:gd name="connsiteY13432" fmla="*/ 697318 h 2053176"/>
              <a:gd name="connsiteX13433" fmla="*/ 5602062 w 12188965"/>
              <a:gd name="connsiteY13433" fmla="*/ 684431 h 2053176"/>
              <a:gd name="connsiteX13434" fmla="*/ 5614950 w 12188965"/>
              <a:gd name="connsiteY13434" fmla="*/ 671543 h 2053176"/>
              <a:gd name="connsiteX13435" fmla="*/ 4972896 w 12188965"/>
              <a:gd name="connsiteY13435" fmla="*/ 671543 h 2053176"/>
              <a:gd name="connsiteX13436" fmla="*/ 4985785 w 12188965"/>
              <a:gd name="connsiteY13436" fmla="*/ 684431 h 2053176"/>
              <a:gd name="connsiteX13437" fmla="*/ 4972896 w 12188965"/>
              <a:gd name="connsiteY13437" fmla="*/ 697318 h 2053176"/>
              <a:gd name="connsiteX13438" fmla="*/ 4960010 w 12188965"/>
              <a:gd name="connsiteY13438" fmla="*/ 684431 h 2053176"/>
              <a:gd name="connsiteX13439" fmla="*/ 4972896 w 12188965"/>
              <a:gd name="connsiteY13439" fmla="*/ 671543 h 2053176"/>
              <a:gd name="connsiteX13440" fmla="*/ 4844487 w 12188965"/>
              <a:gd name="connsiteY13440" fmla="*/ 671543 h 2053176"/>
              <a:gd name="connsiteX13441" fmla="*/ 4857374 w 12188965"/>
              <a:gd name="connsiteY13441" fmla="*/ 684431 h 2053176"/>
              <a:gd name="connsiteX13442" fmla="*/ 4844487 w 12188965"/>
              <a:gd name="connsiteY13442" fmla="*/ 697318 h 2053176"/>
              <a:gd name="connsiteX13443" fmla="*/ 4831598 w 12188965"/>
              <a:gd name="connsiteY13443" fmla="*/ 684431 h 2053176"/>
              <a:gd name="connsiteX13444" fmla="*/ 4844487 w 12188965"/>
              <a:gd name="connsiteY13444" fmla="*/ 671543 h 2053176"/>
              <a:gd name="connsiteX13445" fmla="*/ 4523345 w 12188965"/>
              <a:gd name="connsiteY13445" fmla="*/ 671543 h 2053176"/>
              <a:gd name="connsiteX13446" fmla="*/ 4536233 w 12188965"/>
              <a:gd name="connsiteY13446" fmla="*/ 684431 h 2053176"/>
              <a:gd name="connsiteX13447" fmla="*/ 4523345 w 12188965"/>
              <a:gd name="connsiteY13447" fmla="*/ 697318 h 2053176"/>
              <a:gd name="connsiteX13448" fmla="*/ 4510457 w 12188965"/>
              <a:gd name="connsiteY13448" fmla="*/ 684431 h 2053176"/>
              <a:gd name="connsiteX13449" fmla="*/ 4523345 w 12188965"/>
              <a:gd name="connsiteY13449" fmla="*/ 671543 h 2053176"/>
              <a:gd name="connsiteX13450" fmla="*/ 4395050 w 12188965"/>
              <a:gd name="connsiteY13450" fmla="*/ 671543 h 2053176"/>
              <a:gd name="connsiteX13451" fmla="*/ 4407938 w 12188965"/>
              <a:gd name="connsiteY13451" fmla="*/ 684431 h 2053176"/>
              <a:gd name="connsiteX13452" fmla="*/ 4395050 w 12188965"/>
              <a:gd name="connsiteY13452" fmla="*/ 697318 h 2053176"/>
              <a:gd name="connsiteX13453" fmla="*/ 4382162 w 12188965"/>
              <a:gd name="connsiteY13453" fmla="*/ 684431 h 2053176"/>
              <a:gd name="connsiteX13454" fmla="*/ 4395050 w 12188965"/>
              <a:gd name="connsiteY13454" fmla="*/ 671543 h 2053176"/>
              <a:gd name="connsiteX13455" fmla="*/ 3367532 w 12188965"/>
              <a:gd name="connsiteY13455" fmla="*/ 671543 h 2053176"/>
              <a:gd name="connsiteX13456" fmla="*/ 3380421 w 12188965"/>
              <a:gd name="connsiteY13456" fmla="*/ 684431 h 2053176"/>
              <a:gd name="connsiteX13457" fmla="*/ 3367532 w 12188965"/>
              <a:gd name="connsiteY13457" fmla="*/ 697318 h 2053176"/>
              <a:gd name="connsiteX13458" fmla="*/ 3354645 w 12188965"/>
              <a:gd name="connsiteY13458" fmla="*/ 684431 h 2053176"/>
              <a:gd name="connsiteX13459" fmla="*/ 3367532 w 12188965"/>
              <a:gd name="connsiteY13459" fmla="*/ 671543 h 2053176"/>
              <a:gd name="connsiteX13460" fmla="*/ 1441258 w 12188965"/>
              <a:gd name="connsiteY13460" fmla="*/ 671543 h 2053176"/>
              <a:gd name="connsiteX13461" fmla="*/ 1454146 w 12188965"/>
              <a:gd name="connsiteY13461" fmla="*/ 684431 h 2053176"/>
              <a:gd name="connsiteX13462" fmla="*/ 1441258 w 12188965"/>
              <a:gd name="connsiteY13462" fmla="*/ 697318 h 2053176"/>
              <a:gd name="connsiteX13463" fmla="*/ 1428371 w 12188965"/>
              <a:gd name="connsiteY13463" fmla="*/ 684431 h 2053176"/>
              <a:gd name="connsiteX13464" fmla="*/ 1441258 w 12188965"/>
              <a:gd name="connsiteY13464" fmla="*/ 671543 h 2053176"/>
              <a:gd name="connsiteX13465" fmla="*/ 1184322 w 12188965"/>
              <a:gd name="connsiteY13465" fmla="*/ 671543 h 2053176"/>
              <a:gd name="connsiteX13466" fmla="*/ 1197209 w 12188965"/>
              <a:gd name="connsiteY13466" fmla="*/ 684431 h 2053176"/>
              <a:gd name="connsiteX13467" fmla="*/ 1184322 w 12188965"/>
              <a:gd name="connsiteY13467" fmla="*/ 697318 h 2053176"/>
              <a:gd name="connsiteX13468" fmla="*/ 1171435 w 12188965"/>
              <a:gd name="connsiteY13468" fmla="*/ 684431 h 2053176"/>
              <a:gd name="connsiteX13469" fmla="*/ 1184322 w 12188965"/>
              <a:gd name="connsiteY13469" fmla="*/ 671543 h 2053176"/>
              <a:gd name="connsiteX13470" fmla="*/ 542270 w 12188965"/>
              <a:gd name="connsiteY13470" fmla="*/ 671543 h 2053176"/>
              <a:gd name="connsiteX13471" fmla="*/ 555157 w 12188965"/>
              <a:gd name="connsiteY13471" fmla="*/ 684431 h 2053176"/>
              <a:gd name="connsiteX13472" fmla="*/ 542270 w 12188965"/>
              <a:gd name="connsiteY13472" fmla="*/ 697318 h 2053176"/>
              <a:gd name="connsiteX13473" fmla="*/ 529382 w 12188965"/>
              <a:gd name="connsiteY13473" fmla="*/ 684431 h 2053176"/>
              <a:gd name="connsiteX13474" fmla="*/ 542270 w 12188965"/>
              <a:gd name="connsiteY13474" fmla="*/ 671543 h 2053176"/>
              <a:gd name="connsiteX13475" fmla="*/ 11197259 w 12188965"/>
              <a:gd name="connsiteY13475" fmla="*/ 658772 h 2053176"/>
              <a:gd name="connsiteX13476" fmla="*/ 11222917 w 12188965"/>
              <a:gd name="connsiteY13476" fmla="*/ 684431 h 2053176"/>
              <a:gd name="connsiteX13477" fmla="*/ 11197259 w 12188965"/>
              <a:gd name="connsiteY13477" fmla="*/ 710090 h 2053176"/>
              <a:gd name="connsiteX13478" fmla="*/ 11171601 w 12188965"/>
              <a:gd name="connsiteY13478" fmla="*/ 684431 h 2053176"/>
              <a:gd name="connsiteX13479" fmla="*/ 11197259 w 12188965"/>
              <a:gd name="connsiteY13479" fmla="*/ 658772 h 2053176"/>
              <a:gd name="connsiteX13480" fmla="*/ 10619297 w 12188965"/>
              <a:gd name="connsiteY13480" fmla="*/ 658772 h 2053176"/>
              <a:gd name="connsiteX13481" fmla="*/ 10644955 w 12188965"/>
              <a:gd name="connsiteY13481" fmla="*/ 684431 h 2053176"/>
              <a:gd name="connsiteX13482" fmla="*/ 10619297 w 12188965"/>
              <a:gd name="connsiteY13482" fmla="*/ 710090 h 2053176"/>
              <a:gd name="connsiteX13483" fmla="*/ 10593639 w 12188965"/>
              <a:gd name="connsiteY13483" fmla="*/ 684431 h 2053176"/>
              <a:gd name="connsiteX13484" fmla="*/ 10619297 w 12188965"/>
              <a:gd name="connsiteY13484" fmla="*/ 658772 h 2053176"/>
              <a:gd name="connsiteX13485" fmla="*/ 10362474 w 12188965"/>
              <a:gd name="connsiteY13485" fmla="*/ 658772 h 2053176"/>
              <a:gd name="connsiteX13486" fmla="*/ 10388135 w 12188965"/>
              <a:gd name="connsiteY13486" fmla="*/ 684431 h 2053176"/>
              <a:gd name="connsiteX13487" fmla="*/ 10362474 w 12188965"/>
              <a:gd name="connsiteY13487" fmla="*/ 710090 h 2053176"/>
              <a:gd name="connsiteX13488" fmla="*/ 10336816 w 12188965"/>
              <a:gd name="connsiteY13488" fmla="*/ 684431 h 2053176"/>
              <a:gd name="connsiteX13489" fmla="*/ 10362474 w 12188965"/>
              <a:gd name="connsiteY13489" fmla="*/ 658772 h 2053176"/>
              <a:gd name="connsiteX13490" fmla="*/ 8564495 w 12188965"/>
              <a:gd name="connsiteY13490" fmla="*/ 658772 h 2053176"/>
              <a:gd name="connsiteX13491" fmla="*/ 8590153 w 12188965"/>
              <a:gd name="connsiteY13491" fmla="*/ 684431 h 2053176"/>
              <a:gd name="connsiteX13492" fmla="*/ 8564495 w 12188965"/>
              <a:gd name="connsiteY13492" fmla="*/ 710090 h 2053176"/>
              <a:gd name="connsiteX13493" fmla="*/ 8538837 w 12188965"/>
              <a:gd name="connsiteY13493" fmla="*/ 684431 h 2053176"/>
              <a:gd name="connsiteX13494" fmla="*/ 8564495 w 12188965"/>
              <a:gd name="connsiteY13494" fmla="*/ 658772 h 2053176"/>
              <a:gd name="connsiteX13495" fmla="*/ 8050852 w 12188965"/>
              <a:gd name="connsiteY13495" fmla="*/ 658772 h 2053176"/>
              <a:gd name="connsiteX13496" fmla="*/ 8076510 w 12188965"/>
              <a:gd name="connsiteY13496" fmla="*/ 684431 h 2053176"/>
              <a:gd name="connsiteX13497" fmla="*/ 8050852 w 12188965"/>
              <a:gd name="connsiteY13497" fmla="*/ 710090 h 2053176"/>
              <a:gd name="connsiteX13498" fmla="*/ 8025194 w 12188965"/>
              <a:gd name="connsiteY13498" fmla="*/ 684431 h 2053176"/>
              <a:gd name="connsiteX13499" fmla="*/ 8050852 w 12188965"/>
              <a:gd name="connsiteY13499" fmla="*/ 658772 h 2053176"/>
              <a:gd name="connsiteX13500" fmla="*/ 7858237 w 12188965"/>
              <a:gd name="connsiteY13500" fmla="*/ 658772 h 2053176"/>
              <a:gd name="connsiteX13501" fmla="*/ 7883895 w 12188965"/>
              <a:gd name="connsiteY13501" fmla="*/ 684431 h 2053176"/>
              <a:gd name="connsiteX13502" fmla="*/ 7858237 w 12188965"/>
              <a:gd name="connsiteY13502" fmla="*/ 710090 h 2053176"/>
              <a:gd name="connsiteX13503" fmla="*/ 7832578 w 12188965"/>
              <a:gd name="connsiteY13503" fmla="*/ 684431 h 2053176"/>
              <a:gd name="connsiteX13504" fmla="*/ 7858237 w 12188965"/>
              <a:gd name="connsiteY13504" fmla="*/ 658772 h 2053176"/>
              <a:gd name="connsiteX13505" fmla="*/ 7794032 w 12188965"/>
              <a:gd name="connsiteY13505" fmla="*/ 658772 h 2053176"/>
              <a:gd name="connsiteX13506" fmla="*/ 7819690 w 12188965"/>
              <a:gd name="connsiteY13506" fmla="*/ 684431 h 2053176"/>
              <a:gd name="connsiteX13507" fmla="*/ 7794032 w 12188965"/>
              <a:gd name="connsiteY13507" fmla="*/ 710090 h 2053176"/>
              <a:gd name="connsiteX13508" fmla="*/ 7768371 w 12188965"/>
              <a:gd name="connsiteY13508" fmla="*/ 684431 h 2053176"/>
              <a:gd name="connsiteX13509" fmla="*/ 7794032 w 12188965"/>
              <a:gd name="connsiteY13509" fmla="*/ 658772 h 2053176"/>
              <a:gd name="connsiteX13510" fmla="*/ 7665621 w 12188965"/>
              <a:gd name="connsiteY13510" fmla="*/ 658772 h 2053176"/>
              <a:gd name="connsiteX13511" fmla="*/ 7691279 w 12188965"/>
              <a:gd name="connsiteY13511" fmla="*/ 684431 h 2053176"/>
              <a:gd name="connsiteX13512" fmla="*/ 7665621 w 12188965"/>
              <a:gd name="connsiteY13512" fmla="*/ 710090 h 2053176"/>
              <a:gd name="connsiteX13513" fmla="*/ 7639963 w 12188965"/>
              <a:gd name="connsiteY13513" fmla="*/ 684431 h 2053176"/>
              <a:gd name="connsiteX13514" fmla="*/ 7665621 w 12188965"/>
              <a:gd name="connsiteY13514" fmla="*/ 658772 h 2053176"/>
              <a:gd name="connsiteX13515" fmla="*/ 7601299 w 12188965"/>
              <a:gd name="connsiteY13515" fmla="*/ 658772 h 2053176"/>
              <a:gd name="connsiteX13516" fmla="*/ 7626959 w 12188965"/>
              <a:gd name="connsiteY13516" fmla="*/ 684431 h 2053176"/>
              <a:gd name="connsiteX13517" fmla="*/ 7601299 w 12188965"/>
              <a:gd name="connsiteY13517" fmla="*/ 710090 h 2053176"/>
              <a:gd name="connsiteX13518" fmla="*/ 7575640 w 12188965"/>
              <a:gd name="connsiteY13518" fmla="*/ 684431 h 2053176"/>
              <a:gd name="connsiteX13519" fmla="*/ 7601299 w 12188965"/>
              <a:gd name="connsiteY13519" fmla="*/ 658772 h 2053176"/>
              <a:gd name="connsiteX13520" fmla="*/ 5486655 w 12188965"/>
              <a:gd name="connsiteY13520" fmla="*/ 658772 h 2053176"/>
              <a:gd name="connsiteX13521" fmla="*/ 5512316 w 12188965"/>
              <a:gd name="connsiteY13521" fmla="*/ 684431 h 2053176"/>
              <a:gd name="connsiteX13522" fmla="*/ 5486655 w 12188965"/>
              <a:gd name="connsiteY13522" fmla="*/ 710090 h 2053176"/>
              <a:gd name="connsiteX13523" fmla="*/ 5460997 w 12188965"/>
              <a:gd name="connsiteY13523" fmla="*/ 684431 h 2053176"/>
              <a:gd name="connsiteX13524" fmla="*/ 5486655 w 12188965"/>
              <a:gd name="connsiteY13524" fmla="*/ 658772 h 2053176"/>
              <a:gd name="connsiteX13525" fmla="*/ 4908693 w 12188965"/>
              <a:gd name="connsiteY13525" fmla="*/ 658772 h 2053176"/>
              <a:gd name="connsiteX13526" fmla="*/ 4934352 w 12188965"/>
              <a:gd name="connsiteY13526" fmla="*/ 684431 h 2053176"/>
              <a:gd name="connsiteX13527" fmla="*/ 4908693 w 12188965"/>
              <a:gd name="connsiteY13527" fmla="*/ 710090 h 2053176"/>
              <a:gd name="connsiteX13528" fmla="*/ 4883033 w 12188965"/>
              <a:gd name="connsiteY13528" fmla="*/ 684431 h 2053176"/>
              <a:gd name="connsiteX13529" fmla="*/ 4908693 w 12188965"/>
              <a:gd name="connsiteY13529" fmla="*/ 658772 h 2053176"/>
              <a:gd name="connsiteX13530" fmla="*/ 4651872 w 12188965"/>
              <a:gd name="connsiteY13530" fmla="*/ 658772 h 2053176"/>
              <a:gd name="connsiteX13531" fmla="*/ 4677531 w 12188965"/>
              <a:gd name="connsiteY13531" fmla="*/ 684431 h 2053176"/>
              <a:gd name="connsiteX13532" fmla="*/ 4651872 w 12188965"/>
              <a:gd name="connsiteY13532" fmla="*/ 710090 h 2053176"/>
              <a:gd name="connsiteX13533" fmla="*/ 4626213 w 12188965"/>
              <a:gd name="connsiteY13533" fmla="*/ 684431 h 2053176"/>
              <a:gd name="connsiteX13534" fmla="*/ 4651872 w 12188965"/>
              <a:gd name="connsiteY13534" fmla="*/ 658772 h 2053176"/>
              <a:gd name="connsiteX13535" fmla="*/ 2853890 w 12188965"/>
              <a:gd name="connsiteY13535" fmla="*/ 658772 h 2053176"/>
              <a:gd name="connsiteX13536" fmla="*/ 2879550 w 12188965"/>
              <a:gd name="connsiteY13536" fmla="*/ 684431 h 2053176"/>
              <a:gd name="connsiteX13537" fmla="*/ 2853890 w 12188965"/>
              <a:gd name="connsiteY13537" fmla="*/ 710090 h 2053176"/>
              <a:gd name="connsiteX13538" fmla="*/ 2828231 w 12188965"/>
              <a:gd name="connsiteY13538" fmla="*/ 684431 h 2053176"/>
              <a:gd name="connsiteX13539" fmla="*/ 2853890 w 12188965"/>
              <a:gd name="connsiteY13539" fmla="*/ 658772 h 2053176"/>
              <a:gd name="connsiteX13540" fmla="*/ 2340249 w 12188965"/>
              <a:gd name="connsiteY13540" fmla="*/ 658772 h 2053176"/>
              <a:gd name="connsiteX13541" fmla="*/ 2365908 w 12188965"/>
              <a:gd name="connsiteY13541" fmla="*/ 684431 h 2053176"/>
              <a:gd name="connsiteX13542" fmla="*/ 2340249 w 12188965"/>
              <a:gd name="connsiteY13542" fmla="*/ 710090 h 2053176"/>
              <a:gd name="connsiteX13543" fmla="*/ 2314590 w 12188965"/>
              <a:gd name="connsiteY13543" fmla="*/ 684431 h 2053176"/>
              <a:gd name="connsiteX13544" fmla="*/ 2340249 w 12188965"/>
              <a:gd name="connsiteY13544" fmla="*/ 658772 h 2053176"/>
              <a:gd name="connsiteX13545" fmla="*/ 2147633 w 12188965"/>
              <a:gd name="connsiteY13545" fmla="*/ 658772 h 2053176"/>
              <a:gd name="connsiteX13546" fmla="*/ 2173293 w 12188965"/>
              <a:gd name="connsiteY13546" fmla="*/ 684431 h 2053176"/>
              <a:gd name="connsiteX13547" fmla="*/ 2147633 w 12188965"/>
              <a:gd name="connsiteY13547" fmla="*/ 710090 h 2053176"/>
              <a:gd name="connsiteX13548" fmla="*/ 2121975 w 12188965"/>
              <a:gd name="connsiteY13548" fmla="*/ 684431 h 2053176"/>
              <a:gd name="connsiteX13549" fmla="*/ 2147633 w 12188965"/>
              <a:gd name="connsiteY13549" fmla="*/ 658772 h 2053176"/>
              <a:gd name="connsiteX13550" fmla="*/ 2083427 w 12188965"/>
              <a:gd name="connsiteY13550" fmla="*/ 658772 h 2053176"/>
              <a:gd name="connsiteX13551" fmla="*/ 2109087 w 12188965"/>
              <a:gd name="connsiteY13551" fmla="*/ 684431 h 2053176"/>
              <a:gd name="connsiteX13552" fmla="*/ 2083427 w 12188965"/>
              <a:gd name="connsiteY13552" fmla="*/ 710090 h 2053176"/>
              <a:gd name="connsiteX13553" fmla="*/ 2057768 w 12188965"/>
              <a:gd name="connsiteY13553" fmla="*/ 684431 h 2053176"/>
              <a:gd name="connsiteX13554" fmla="*/ 2083427 w 12188965"/>
              <a:gd name="connsiteY13554" fmla="*/ 658772 h 2053176"/>
              <a:gd name="connsiteX13555" fmla="*/ 1955016 w 12188965"/>
              <a:gd name="connsiteY13555" fmla="*/ 658772 h 2053176"/>
              <a:gd name="connsiteX13556" fmla="*/ 1980676 w 12188965"/>
              <a:gd name="connsiteY13556" fmla="*/ 684431 h 2053176"/>
              <a:gd name="connsiteX13557" fmla="*/ 1955016 w 12188965"/>
              <a:gd name="connsiteY13557" fmla="*/ 710090 h 2053176"/>
              <a:gd name="connsiteX13558" fmla="*/ 1929358 w 12188965"/>
              <a:gd name="connsiteY13558" fmla="*/ 684431 h 2053176"/>
              <a:gd name="connsiteX13559" fmla="*/ 1955016 w 12188965"/>
              <a:gd name="connsiteY13559" fmla="*/ 658772 h 2053176"/>
              <a:gd name="connsiteX13560" fmla="*/ 1890696 w 12188965"/>
              <a:gd name="connsiteY13560" fmla="*/ 658772 h 2053176"/>
              <a:gd name="connsiteX13561" fmla="*/ 1916355 w 12188965"/>
              <a:gd name="connsiteY13561" fmla="*/ 684431 h 2053176"/>
              <a:gd name="connsiteX13562" fmla="*/ 1890696 w 12188965"/>
              <a:gd name="connsiteY13562" fmla="*/ 710090 h 2053176"/>
              <a:gd name="connsiteX13563" fmla="*/ 1865037 w 12188965"/>
              <a:gd name="connsiteY13563" fmla="*/ 684431 h 2053176"/>
              <a:gd name="connsiteX13564" fmla="*/ 1890696 w 12188965"/>
              <a:gd name="connsiteY13564" fmla="*/ 658772 h 2053176"/>
              <a:gd name="connsiteX13565" fmla="*/ 11970691 w 12188965"/>
              <a:gd name="connsiteY13565" fmla="*/ 604319 h 2053176"/>
              <a:gd name="connsiteX13566" fmla="*/ 11983579 w 12188965"/>
              <a:gd name="connsiteY13566" fmla="*/ 617207 h 2053176"/>
              <a:gd name="connsiteX13567" fmla="*/ 11970691 w 12188965"/>
              <a:gd name="connsiteY13567" fmla="*/ 630095 h 2053176"/>
              <a:gd name="connsiteX13568" fmla="*/ 11957803 w 12188965"/>
              <a:gd name="connsiteY13568" fmla="*/ 617207 h 2053176"/>
              <a:gd name="connsiteX13569" fmla="*/ 11970691 w 12188965"/>
              <a:gd name="connsiteY13569" fmla="*/ 604319 h 2053176"/>
              <a:gd name="connsiteX13570" fmla="*/ 11325553 w 12188965"/>
              <a:gd name="connsiteY13570" fmla="*/ 604319 h 2053176"/>
              <a:gd name="connsiteX13571" fmla="*/ 11338441 w 12188965"/>
              <a:gd name="connsiteY13571" fmla="*/ 617207 h 2053176"/>
              <a:gd name="connsiteX13572" fmla="*/ 11325553 w 12188965"/>
              <a:gd name="connsiteY13572" fmla="*/ 630095 h 2053176"/>
              <a:gd name="connsiteX13573" fmla="*/ 11312667 w 12188965"/>
              <a:gd name="connsiteY13573" fmla="*/ 617207 h 2053176"/>
              <a:gd name="connsiteX13574" fmla="*/ 11325553 w 12188965"/>
              <a:gd name="connsiteY13574" fmla="*/ 604319 h 2053176"/>
              <a:gd name="connsiteX13575" fmla="*/ 10683501 w 12188965"/>
              <a:gd name="connsiteY13575" fmla="*/ 604319 h 2053176"/>
              <a:gd name="connsiteX13576" fmla="*/ 10696389 w 12188965"/>
              <a:gd name="connsiteY13576" fmla="*/ 617207 h 2053176"/>
              <a:gd name="connsiteX13577" fmla="*/ 10683501 w 12188965"/>
              <a:gd name="connsiteY13577" fmla="*/ 630095 h 2053176"/>
              <a:gd name="connsiteX13578" fmla="*/ 10670613 w 12188965"/>
              <a:gd name="connsiteY13578" fmla="*/ 617207 h 2053176"/>
              <a:gd name="connsiteX13579" fmla="*/ 10683501 w 12188965"/>
              <a:gd name="connsiteY13579" fmla="*/ 604319 h 2053176"/>
              <a:gd name="connsiteX13580" fmla="*/ 10555092 w 12188965"/>
              <a:gd name="connsiteY13580" fmla="*/ 604319 h 2053176"/>
              <a:gd name="connsiteX13581" fmla="*/ 10567978 w 12188965"/>
              <a:gd name="connsiteY13581" fmla="*/ 617207 h 2053176"/>
              <a:gd name="connsiteX13582" fmla="*/ 10555092 w 12188965"/>
              <a:gd name="connsiteY13582" fmla="*/ 630095 h 2053176"/>
              <a:gd name="connsiteX13583" fmla="*/ 10542204 w 12188965"/>
              <a:gd name="connsiteY13583" fmla="*/ 617207 h 2053176"/>
              <a:gd name="connsiteX13584" fmla="*/ 10555092 w 12188965"/>
              <a:gd name="connsiteY13584" fmla="*/ 604319 h 2053176"/>
              <a:gd name="connsiteX13585" fmla="*/ 10233947 w 12188965"/>
              <a:gd name="connsiteY13585" fmla="*/ 604319 h 2053176"/>
              <a:gd name="connsiteX13586" fmla="*/ 10246835 w 12188965"/>
              <a:gd name="connsiteY13586" fmla="*/ 617207 h 2053176"/>
              <a:gd name="connsiteX13587" fmla="*/ 10233947 w 12188965"/>
              <a:gd name="connsiteY13587" fmla="*/ 630095 h 2053176"/>
              <a:gd name="connsiteX13588" fmla="*/ 10221059 w 12188965"/>
              <a:gd name="connsiteY13588" fmla="*/ 617207 h 2053176"/>
              <a:gd name="connsiteX13589" fmla="*/ 10233947 w 12188965"/>
              <a:gd name="connsiteY13589" fmla="*/ 604319 h 2053176"/>
              <a:gd name="connsiteX13590" fmla="*/ 10105654 w 12188965"/>
              <a:gd name="connsiteY13590" fmla="*/ 604319 h 2053176"/>
              <a:gd name="connsiteX13591" fmla="*/ 10118542 w 12188965"/>
              <a:gd name="connsiteY13591" fmla="*/ 617207 h 2053176"/>
              <a:gd name="connsiteX13592" fmla="*/ 10105654 w 12188965"/>
              <a:gd name="connsiteY13592" fmla="*/ 630095 h 2053176"/>
              <a:gd name="connsiteX13593" fmla="*/ 10092766 w 12188965"/>
              <a:gd name="connsiteY13593" fmla="*/ 617207 h 2053176"/>
              <a:gd name="connsiteX13594" fmla="*/ 10105654 w 12188965"/>
              <a:gd name="connsiteY13594" fmla="*/ 604319 h 2053176"/>
              <a:gd name="connsiteX13595" fmla="*/ 8564495 w 12188965"/>
              <a:gd name="connsiteY13595" fmla="*/ 604319 h 2053176"/>
              <a:gd name="connsiteX13596" fmla="*/ 8577383 w 12188965"/>
              <a:gd name="connsiteY13596" fmla="*/ 617207 h 2053176"/>
              <a:gd name="connsiteX13597" fmla="*/ 8564495 w 12188965"/>
              <a:gd name="connsiteY13597" fmla="*/ 630095 h 2053176"/>
              <a:gd name="connsiteX13598" fmla="*/ 8551607 w 12188965"/>
              <a:gd name="connsiteY13598" fmla="*/ 617207 h 2053176"/>
              <a:gd name="connsiteX13599" fmla="*/ 8564495 w 12188965"/>
              <a:gd name="connsiteY13599" fmla="*/ 604319 h 2053176"/>
              <a:gd name="connsiteX13600" fmla="*/ 7151863 w 12188965"/>
              <a:gd name="connsiteY13600" fmla="*/ 604319 h 2053176"/>
              <a:gd name="connsiteX13601" fmla="*/ 7164751 w 12188965"/>
              <a:gd name="connsiteY13601" fmla="*/ 617207 h 2053176"/>
              <a:gd name="connsiteX13602" fmla="*/ 7151863 w 12188965"/>
              <a:gd name="connsiteY13602" fmla="*/ 630095 h 2053176"/>
              <a:gd name="connsiteX13603" fmla="*/ 7138975 w 12188965"/>
              <a:gd name="connsiteY13603" fmla="*/ 617207 h 2053176"/>
              <a:gd name="connsiteX13604" fmla="*/ 7151863 w 12188965"/>
              <a:gd name="connsiteY13604" fmla="*/ 604319 h 2053176"/>
              <a:gd name="connsiteX13605" fmla="*/ 6894925 w 12188965"/>
              <a:gd name="connsiteY13605" fmla="*/ 604319 h 2053176"/>
              <a:gd name="connsiteX13606" fmla="*/ 6907813 w 12188965"/>
              <a:gd name="connsiteY13606" fmla="*/ 617207 h 2053176"/>
              <a:gd name="connsiteX13607" fmla="*/ 6894925 w 12188965"/>
              <a:gd name="connsiteY13607" fmla="*/ 630095 h 2053176"/>
              <a:gd name="connsiteX13608" fmla="*/ 6882040 w 12188965"/>
              <a:gd name="connsiteY13608" fmla="*/ 617207 h 2053176"/>
              <a:gd name="connsiteX13609" fmla="*/ 6894925 w 12188965"/>
              <a:gd name="connsiteY13609" fmla="*/ 604319 h 2053176"/>
              <a:gd name="connsiteX13610" fmla="*/ 6252873 w 12188965"/>
              <a:gd name="connsiteY13610" fmla="*/ 604319 h 2053176"/>
              <a:gd name="connsiteX13611" fmla="*/ 6265761 w 12188965"/>
              <a:gd name="connsiteY13611" fmla="*/ 617207 h 2053176"/>
              <a:gd name="connsiteX13612" fmla="*/ 6252873 w 12188965"/>
              <a:gd name="connsiteY13612" fmla="*/ 630095 h 2053176"/>
              <a:gd name="connsiteX13613" fmla="*/ 6239985 w 12188965"/>
              <a:gd name="connsiteY13613" fmla="*/ 617207 h 2053176"/>
              <a:gd name="connsiteX13614" fmla="*/ 6252873 w 12188965"/>
              <a:gd name="connsiteY13614" fmla="*/ 604319 h 2053176"/>
              <a:gd name="connsiteX13615" fmla="*/ 5614950 w 12188965"/>
              <a:gd name="connsiteY13615" fmla="*/ 604319 h 2053176"/>
              <a:gd name="connsiteX13616" fmla="*/ 5627837 w 12188965"/>
              <a:gd name="connsiteY13616" fmla="*/ 617207 h 2053176"/>
              <a:gd name="connsiteX13617" fmla="*/ 5614950 w 12188965"/>
              <a:gd name="connsiteY13617" fmla="*/ 630095 h 2053176"/>
              <a:gd name="connsiteX13618" fmla="*/ 5602062 w 12188965"/>
              <a:gd name="connsiteY13618" fmla="*/ 617207 h 2053176"/>
              <a:gd name="connsiteX13619" fmla="*/ 5614950 w 12188965"/>
              <a:gd name="connsiteY13619" fmla="*/ 604319 h 2053176"/>
              <a:gd name="connsiteX13620" fmla="*/ 4972896 w 12188965"/>
              <a:gd name="connsiteY13620" fmla="*/ 604319 h 2053176"/>
              <a:gd name="connsiteX13621" fmla="*/ 4985785 w 12188965"/>
              <a:gd name="connsiteY13621" fmla="*/ 617207 h 2053176"/>
              <a:gd name="connsiteX13622" fmla="*/ 4972896 w 12188965"/>
              <a:gd name="connsiteY13622" fmla="*/ 630095 h 2053176"/>
              <a:gd name="connsiteX13623" fmla="*/ 4960010 w 12188965"/>
              <a:gd name="connsiteY13623" fmla="*/ 617207 h 2053176"/>
              <a:gd name="connsiteX13624" fmla="*/ 4972896 w 12188965"/>
              <a:gd name="connsiteY13624" fmla="*/ 604319 h 2053176"/>
              <a:gd name="connsiteX13625" fmla="*/ 4844487 w 12188965"/>
              <a:gd name="connsiteY13625" fmla="*/ 604319 h 2053176"/>
              <a:gd name="connsiteX13626" fmla="*/ 4857374 w 12188965"/>
              <a:gd name="connsiteY13626" fmla="*/ 617207 h 2053176"/>
              <a:gd name="connsiteX13627" fmla="*/ 4844487 w 12188965"/>
              <a:gd name="connsiteY13627" fmla="*/ 630095 h 2053176"/>
              <a:gd name="connsiteX13628" fmla="*/ 4831598 w 12188965"/>
              <a:gd name="connsiteY13628" fmla="*/ 617207 h 2053176"/>
              <a:gd name="connsiteX13629" fmla="*/ 4844487 w 12188965"/>
              <a:gd name="connsiteY13629" fmla="*/ 604319 h 2053176"/>
              <a:gd name="connsiteX13630" fmla="*/ 4523345 w 12188965"/>
              <a:gd name="connsiteY13630" fmla="*/ 604319 h 2053176"/>
              <a:gd name="connsiteX13631" fmla="*/ 4536233 w 12188965"/>
              <a:gd name="connsiteY13631" fmla="*/ 617207 h 2053176"/>
              <a:gd name="connsiteX13632" fmla="*/ 4523345 w 12188965"/>
              <a:gd name="connsiteY13632" fmla="*/ 630095 h 2053176"/>
              <a:gd name="connsiteX13633" fmla="*/ 4510457 w 12188965"/>
              <a:gd name="connsiteY13633" fmla="*/ 617207 h 2053176"/>
              <a:gd name="connsiteX13634" fmla="*/ 4523345 w 12188965"/>
              <a:gd name="connsiteY13634" fmla="*/ 604319 h 2053176"/>
              <a:gd name="connsiteX13635" fmla="*/ 4395050 w 12188965"/>
              <a:gd name="connsiteY13635" fmla="*/ 604319 h 2053176"/>
              <a:gd name="connsiteX13636" fmla="*/ 4407938 w 12188965"/>
              <a:gd name="connsiteY13636" fmla="*/ 617207 h 2053176"/>
              <a:gd name="connsiteX13637" fmla="*/ 4395050 w 12188965"/>
              <a:gd name="connsiteY13637" fmla="*/ 630095 h 2053176"/>
              <a:gd name="connsiteX13638" fmla="*/ 4382162 w 12188965"/>
              <a:gd name="connsiteY13638" fmla="*/ 617207 h 2053176"/>
              <a:gd name="connsiteX13639" fmla="*/ 4395050 w 12188965"/>
              <a:gd name="connsiteY13639" fmla="*/ 604319 h 2053176"/>
              <a:gd name="connsiteX13640" fmla="*/ 2853891 w 12188965"/>
              <a:gd name="connsiteY13640" fmla="*/ 604319 h 2053176"/>
              <a:gd name="connsiteX13641" fmla="*/ 2866779 w 12188965"/>
              <a:gd name="connsiteY13641" fmla="*/ 617207 h 2053176"/>
              <a:gd name="connsiteX13642" fmla="*/ 2853891 w 12188965"/>
              <a:gd name="connsiteY13642" fmla="*/ 630095 h 2053176"/>
              <a:gd name="connsiteX13643" fmla="*/ 2841003 w 12188965"/>
              <a:gd name="connsiteY13643" fmla="*/ 617207 h 2053176"/>
              <a:gd name="connsiteX13644" fmla="*/ 2853891 w 12188965"/>
              <a:gd name="connsiteY13644" fmla="*/ 604319 h 2053176"/>
              <a:gd name="connsiteX13645" fmla="*/ 1441258 w 12188965"/>
              <a:gd name="connsiteY13645" fmla="*/ 604319 h 2053176"/>
              <a:gd name="connsiteX13646" fmla="*/ 1454146 w 12188965"/>
              <a:gd name="connsiteY13646" fmla="*/ 617207 h 2053176"/>
              <a:gd name="connsiteX13647" fmla="*/ 1441258 w 12188965"/>
              <a:gd name="connsiteY13647" fmla="*/ 630095 h 2053176"/>
              <a:gd name="connsiteX13648" fmla="*/ 1428371 w 12188965"/>
              <a:gd name="connsiteY13648" fmla="*/ 617207 h 2053176"/>
              <a:gd name="connsiteX13649" fmla="*/ 1441258 w 12188965"/>
              <a:gd name="connsiteY13649" fmla="*/ 604319 h 2053176"/>
              <a:gd name="connsiteX13650" fmla="*/ 1184322 w 12188965"/>
              <a:gd name="connsiteY13650" fmla="*/ 604319 h 2053176"/>
              <a:gd name="connsiteX13651" fmla="*/ 1197209 w 12188965"/>
              <a:gd name="connsiteY13651" fmla="*/ 617207 h 2053176"/>
              <a:gd name="connsiteX13652" fmla="*/ 1184322 w 12188965"/>
              <a:gd name="connsiteY13652" fmla="*/ 630095 h 2053176"/>
              <a:gd name="connsiteX13653" fmla="*/ 1171435 w 12188965"/>
              <a:gd name="connsiteY13653" fmla="*/ 617207 h 2053176"/>
              <a:gd name="connsiteX13654" fmla="*/ 1184322 w 12188965"/>
              <a:gd name="connsiteY13654" fmla="*/ 604319 h 2053176"/>
              <a:gd name="connsiteX13655" fmla="*/ 542270 w 12188965"/>
              <a:gd name="connsiteY13655" fmla="*/ 604319 h 2053176"/>
              <a:gd name="connsiteX13656" fmla="*/ 555157 w 12188965"/>
              <a:gd name="connsiteY13656" fmla="*/ 617207 h 2053176"/>
              <a:gd name="connsiteX13657" fmla="*/ 542270 w 12188965"/>
              <a:gd name="connsiteY13657" fmla="*/ 630095 h 2053176"/>
              <a:gd name="connsiteX13658" fmla="*/ 529382 w 12188965"/>
              <a:gd name="connsiteY13658" fmla="*/ 617207 h 2053176"/>
              <a:gd name="connsiteX13659" fmla="*/ 542270 w 12188965"/>
              <a:gd name="connsiteY13659" fmla="*/ 604319 h 2053176"/>
              <a:gd name="connsiteX13660" fmla="*/ 11197259 w 12188965"/>
              <a:gd name="connsiteY13660" fmla="*/ 591548 h 2053176"/>
              <a:gd name="connsiteX13661" fmla="*/ 11222917 w 12188965"/>
              <a:gd name="connsiteY13661" fmla="*/ 617207 h 2053176"/>
              <a:gd name="connsiteX13662" fmla="*/ 11197259 w 12188965"/>
              <a:gd name="connsiteY13662" fmla="*/ 642865 h 2053176"/>
              <a:gd name="connsiteX13663" fmla="*/ 11171601 w 12188965"/>
              <a:gd name="connsiteY13663" fmla="*/ 617207 h 2053176"/>
              <a:gd name="connsiteX13664" fmla="*/ 11197259 w 12188965"/>
              <a:gd name="connsiteY13664" fmla="*/ 591548 h 2053176"/>
              <a:gd name="connsiteX13665" fmla="*/ 10619297 w 12188965"/>
              <a:gd name="connsiteY13665" fmla="*/ 591548 h 2053176"/>
              <a:gd name="connsiteX13666" fmla="*/ 10644955 w 12188965"/>
              <a:gd name="connsiteY13666" fmla="*/ 617207 h 2053176"/>
              <a:gd name="connsiteX13667" fmla="*/ 10619297 w 12188965"/>
              <a:gd name="connsiteY13667" fmla="*/ 642865 h 2053176"/>
              <a:gd name="connsiteX13668" fmla="*/ 10593639 w 12188965"/>
              <a:gd name="connsiteY13668" fmla="*/ 617207 h 2053176"/>
              <a:gd name="connsiteX13669" fmla="*/ 10619297 w 12188965"/>
              <a:gd name="connsiteY13669" fmla="*/ 591548 h 2053176"/>
              <a:gd name="connsiteX13670" fmla="*/ 10362474 w 12188965"/>
              <a:gd name="connsiteY13670" fmla="*/ 591548 h 2053176"/>
              <a:gd name="connsiteX13671" fmla="*/ 10388135 w 12188965"/>
              <a:gd name="connsiteY13671" fmla="*/ 617207 h 2053176"/>
              <a:gd name="connsiteX13672" fmla="*/ 10362474 w 12188965"/>
              <a:gd name="connsiteY13672" fmla="*/ 642865 h 2053176"/>
              <a:gd name="connsiteX13673" fmla="*/ 10336816 w 12188965"/>
              <a:gd name="connsiteY13673" fmla="*/ 617207 h 2053176"/>
              <a:gd name="connsiteX13674" fmla="*/ 10362474 w 12188965"/>
              <a:gd name="connsiteY13674" fmla="*/ 591548 h 2053176"/>
              <a:gd name="connsiteX13675" fmla="*/ 8050852 w 12188965"/>
              <a:gd name="connsiteY13675" fmla="*/ 591548 h 2053176"/>
              <a:gd name="connsiteX13676" fmla="*/ 8076510 w 12188965"/>
              <a:gd name="connsiteY13676" fmla="*/ 617207 h 2053176"/>
              <a:gd name="connsiteX13677" fmla="*/ 8050852 w 12188965"/>
              <a:gd name="connsiteY13677" fmla="*/ 642865 h 2053176"/>
              <a:gd name="connsiteX13678" fmla="*/ 8025194 w 12188965"/>
              <a:gd name="connsiteY13678" fmla="*/ 617207 h 2053176"/>
              <a:gd name="connsiteX13679" fmla="*/ 8050852 w 12188965"/>
              <a:gd name="connsiteY13679" fmla="*/ 591548 h 2053176"/>
              <a:gd name="connsiteX13680" fmla="*/ 7858237 w 12188965"/>
              <a:gd name="connsiteY13680" fmla="*/ 591548 h 2053176"/>
              <a:gd name="connsiteX13681" fmla="*/ 7883895 w 12188965"/>
              <a:gd name="connsiteY13681" fmla="*/ 617207 h 2053176"/>
              <a:gd name="connsiteX13682" fmla="*/ 7858237 w 12188965"/>
              <a:gd name="connsiteY13682" fmla="*/ 642865 h 2053176"/>
              <a:gd name="connsiteX13683" fmla="*/ 7832578 w 12188965"/>
              <a:gd name="connsiteY13683" fmla="*/ 617207 h 2053176"/>
              <a:gd name="connsiteX13684" fmla="*/ 7858237 w 12188965"/>
              <a:gd name="connsiteY13684" fmla="*/ 591548 h 2053176"/>
              <a:gd name="connsiteX13685" fmla="*/ 7794032 w 12188965"/>
              <a:gd name="connsiteY13685" fmla="*/ 591548 h 2053176"/>
              <a:gd name="connsiteX13686" fmla="*/ 7819690 w 12188965"/>
              <a:gd name="connsiteY13686" fmla="*/ 617207 h 2053176"/>
              <a:gd name="connsiteX13687" fmla="*/ 7794032 w 12188965"/>
              <a:gd name="connsiteY13687" fmla="*/ 642865 h 2053176"/>
              <a:gd name="connsiteX13688" fmla="*/ 7768371 w 12188965"/>
              <a:gd name="connsiteY13688" fmla="*/ 617207 h 2053176"/>
              <a:gd name="connsiteX13689" fmla="*/ 7794032 w 12188965"/>
              <a:gd name="connsiteY13689" fmla="*/ 591548 h 2053176"/>
              <a:gd name="connsiteX13690" fmla="*/ 7665621 w 12188965"/>
              <a:gd name="connsiteY13690" fmla="*/ 591548 h 2053176"/>
              <a:gd name="connsiteX13691" fmla="*/ 7691279 w 12188965"/>
              <a:gd name="connsiteY13691" fmla="*/ 617207 h 2053176"/>
              <a:gd name="connsiteX13692" fmla="*/ 7665621 w 12188965"/>
              <a:gd name="connsiteY13692" fmla="*/ 642865 h 2053176"/>
              <a:gd name="connsiteX13693" fmla="*/ 7639963 w 12188965"/>
              <a:gd name="connsiteY13693" fmla="*/ 617207 h 2053176"/>
              <a:gd name="connsiteX13694" fmla="*/ 7665621 w 12188965"/>
              <a:gd name="connsiteY13694" fmla="*/ 591548 h 2053176"/>
              <a:gd name="connsiteX13695" fmla="*/ 7601299 w 12188965"/>
              <a:gd name="connsiteY13695" fmla="*/ 591548 h 2053176"/>
              <a:gd name="connsiteX13696" fmla="*/ 7626959 w 12188965"/>
              <a:gd name="connsiteY13696" fmla="*/ 617207 h 2053176"/>
              <a:gd name="connsiteX13697" fmla="*/ 7601299 w 12188965"/>
              <a:gd name="connsiteY13697" fmla="*/ 642865 h 2053176"/>
              <a:gd name="connsiteX13698" fmla="*/ 7575640 w 12188965"/>
              <a:gd name="connsiteY13698" fmla="*/ 617207 h 2053176"/>
              <a:gd name="connsiteX13699" fmla="*/ 7601299 w 12188965"/>
              <a:gd name="connsiteY13699" fmla="*/ 591548 h 2053176"/>
              <a:gd name="connsiteX13700" fmla="*/ 5486655 w 12188965"/>
              <a:gd name="connsiteY13700" fmla="*/ 591548 h 2053176"/>
              <a:gd name="connsiteX13701" fmla="*/ 5512316 w 12188965"/>
              <a:gd name="connsiteY13701" fmla="*/ 617207 h 2053176"/>
              <a:gd name="connsiteX13702" fmla="*/ 5486655 w 12188965"/>
              <a:gd name="connsiteY13702" fmla="*/ 642865 h 2053176"/>
              <a:gd name="connsiteX13703" fmla="*/ 5460997 w 12188965"/>
              <a:gd name="connsiteY13703" fmla="*/ 617207 h 2053176"/>
              <a:gd name="connsiteX13704" fmla="*/ 5486655 w 12188965"/>
              <a:gd name="connsiteY13704" fmla="*/ 591548 h 2053176"/>
              <a:gd name="connsiteX13705" fmla="*/ 4908693 w 12188965"/>
              <a:gd name="connsiteY13705" fmla="*/ 591548 h 2053176"/>
              <a:gd name="connsiteX13706" fmla="*/ 4934352 w 12188965"/>
              <a:gd name="connsiteY13706" fmla="*/ 617207 h 2053176"/>
              <a:gd name="connsiteX13707" fmla="*/ 4908693 w 12188965"/>
              <a:gd name="connsiteY13707" fmla="*/ 642865 h 2053176"/>
              <a:gd name="connsiteX13708" fmla="*/ 4883033 w 12188965"/>
              <a:gd name="connsiteY13708" fmla="*/ 617207 h 2053176"/>
              <a:gd name="connsiteX13709" fmla="*/ 4908693 w 12188965"/>
              <a:gd name="connsiteY13709" fmla="*/ 591548 h 2053176"/>
              <a:gd name="connsiteX13710" fmla="*/ 4651872 w 12188965"/>
              <a:gd name="connsiteY13710" fmla="*/ 591548 h 2053176"/>
              <a:gd name="connsiteX13711" fmla="*/ 4677531 w 12188965"/>
              <a:gd name="connsiteY13711" fmla="*/ 617207 h 2053176"/>
              <a:gd name="connsiteX13712" fmla="*/ 4651872 w 12188965"/>
              <a:gd name="connsiteY13712" fmla="*/ 642865 h 2053176"/>
              <a:gd name="connsiteX13713" fmla="*/ 4626213 w 12188965"/>
              <a:gd name="connsiteY13713" fmla="*/ 617207 h 2053176"/>
              <a:gd name="connsiteX13714" fmla="*/ 4651872 w 12188965"/>
              <a:gd name="connsiteY13714" fmla="*/ 591548 h 2053176"/>
              <a:gd name="connsiteX13715" fmla="*/ 2340249 w 12188965"/>
              <a:gd name="connsiteY13715" fmla="*/ 591548 h 2053176"/>
              <a:gd name="connsiteX13716" fmla="*/ 2365908 w 12188965"/>
              <a:gd name="connsiteY13716" fmla="*/ 617207 h 2053176"/>
              <a:gd name="connsiteX13717" fmla="*/ 2340249 w 12188965"/>
              <a:gd name="connsiteY13717" fmla="*/ 642865 h 2053176"/>
              <a:gd name="connsiteX13718" fmla="*/ 2314590 w 12188965"/>
              <a:gd name="connsiteY13718" fmla="*/ 617207 h 2053176"/>
              <a:gd name="connsiteX13719" fmla="*/ 2340249 w 12188965"/>
              <a:gd name="connsiteY13719" fmla="*/ 591548 h 2053176"/>
              <a:gd name="connsiteX13720" fmla="*/ 2147633 w 12188965"/>
              <a:gd name="connsiteY13720" fmla="*/ 591548 h 2053176"/>
              <a:gd name="connsiteX13721" fmla="*/ 2173293 w 12188965"/>
              <a:gd name="connsiteY13721" fmla="*/ 617207 h 2053176"/>
              <a:gd name="connsiteX13722" fmla="*/ 2147633 w 12188965"/>
              <a:gd name="connsiteY13722" fmla="*/ 642865 h 2053176"/>
              <a:gd name="connsiteX13723" fmla="*/ 2121975 w 12188965"/>
              <a:gd name="connsiteY13723" fmla="*/ 617207 h 2053176"/>
              <a:gd name="connsiteX13724" fmla="*/ 2147633 w 12188965"/>
              <a:gd name="connsiteY13724" fmla="*/ 591548 h 2053176"/>
              <a:gd name="connsiteX13725" fmla="*/ 2083427 w 12188965"/>
              <a:gd name="connsiteY13725" fmla="*/ 591548 h 2053176"/>
              <a:gd name="connsiteX13726" fmla="*/ 2109087 w 12188965"/>
              <a:gd name="connsiteY13726" fmla="*/ 617207 h 2053176"/>
              <a:gd name="connsiteX13727" fmla="*/ 2083427 w 12188965"/>
              <a:gd name="connsiteY13727" fmla="*/ 642865 h 2053176"/>
              <a:gd name="connsiteX13728" fmla="*/ 2057768 w 12188965"/>
              <a:gd name="connsiteY13728" fmla="*/ 617207 h 2053176"/>
              <a:gd name="connsiteX13729" fmla="*/ 2083427 w 12188965"/>
              <a:gd name="connsiteY13729" fmla="*/ 591548 h 2053176"/>
              <a:gd name="connsiteX13730" fmla="*/ 1955016 w 12188965"/>
              <a:gd name="connsiteY13730" fmla="*/ 591548 h 2053176"/>
              <a:gd name="connsiteX13731" fmla="*/ 1980676 w 12188965"/>
              <a:gd name="connsiteY13731" fmla="*/ 617207 h 2053176"/>
              <a:gd name="connsiteX13732" fmla="*/ 1955016 w 12188965"/>
              <a:gd name="connsiteY13732" fmla="*/ 642865 h 2053176"/>
              <a:gd name="connsiteX13733" fmla="*/ 1929358 w 12188965"/>
              <a:gd name="connsiteY13733" fmla="*/ 617207 h 2053176"/>
              <a:gd name="connsiteX13734" fmla="*/ 1955016 w 12188965"/>
              <a:gd name="connsiteY13734" fmla="*/ 591548 h 2053176"/>
              <a:gd name="connsiteX13735" fmla="*/ 1890696 w 12188965"/>
              <a:gd name="connsiteY13735" fmla="*/ 591548 h 2053176"/>
              <a:gd name="connsiteX13736" fmla="*/ 1916355 w 12188965"/>
              <a:gd name="connsiteY13736" fmla="*/ 617207 h 2053176"/>
              <a:gd name="connsiteX13737" fmla="*/ 1890696 w 12188965"/>
              <a:gd name="connsiteY13737" fmla="*/ 642865 h 2053176"/>
              <a:gd name="connsiteX13738" fmla="*/ 1865037 w 12188965"/>
              <a:gd name="connsiteY13738" fmla="*/ 617207 h 2053176"/>
              <a:gd name="connsiteX13739" fmla="*/ 1890696 w 12188965"/>
              <a:gd name="connsiteY13739" fmla="*/ 591548 h 2053176"/>
              <a:gd name="connsiteX13740" fmla="*/ 11970691 w 12188965"/>
              <a:gd name="connsiteY13740" fmla="*/ 537211 h 2053176"/>
              <a:gd name="connsiteX13741" fmla="*/ 11983579 w 12188965"/>
              <a:gd name="connsiteY13741" fmla="*/ 550099 h 2053176"/>
              <a:gd name="connsiteX13742" fmla="*/ 11970691 w 12188965"/>
              <a:gd name="connsiteY13742" fmla="*/ 562987 h 2053176"/>
              <a:gd name="connsiteX13743" fmla="*/ 11957803 w 12188965"/>
              <a:gd name="connsiteY13743" fmla="*/ 550099 h 2053176"/>
              <a:gd name="connsiteX13744" fmla="*/ 11970691 w 12188965"/>
              <a:gd name="connsiteY13744" fmla="*/ 537211 h 2053176"/>
              <a:gd name="connsiteX13745" fmla="*/ 11325553 w 12188965"/>
              <a:gd name="connsiteY13745" fmla="*/ 537211 h 2053176"/>
              <a:gd name="connsiteX13746" fmla="*/ 11338441 w 12188965"/>
              <a:gd name="connsiteY13746" fmla="*/ 550099 h 2053176"/>
              <a:gd name="connsiteX13747" fmla="*/ 11325553 w 12188965"/>
              <a:gd name="connsiteY13747" fmla="*/ 562987 h 2053176"/>
              <a:gd name="connsiteX13748" fmla="*/ 11312667 w 12188965"/>
              <a:gd name="connsiteY13748" fmla="*/ 550099 h 2053176"/>
              <a:gd name="connsiteX13749" fmla="*/ 11325553 w 12188965"/>
              <a:gd name="connsiteY13749" fmla="*/ 537211 h 2053176"/>
              <a:gd name="connsiteX13750" fmla="*/ 11197259 w 12188965"/>
              <a:gd name="connsiteY13750" fmla="*/ 537211 h 2053176"/>
              <a:gd name="connsiteX13751" fmla="*/ 11210147 w 12188965"/>
              <a:gd name="connsiteY13751" fmla="*/ 550099 h 2053176"/>
              <a:gd name="connsiteX13752" fmla="*/ 11197259 w 12188965"/>
              <a:gd name="connsiteY13752" fmla="*/ 562987 h 2053176"/>
              <a:gd name="connsiteX13753" fmla="*/ 11184374 w 12188965"/>
              <a:gd name="connsiteY13753" fmla="*/ 550099 h 2053176"/>
              <a:gd name="connsiteX13754" fmla="*/ 11197259 w 12188965"/>
              <a:gd name="connsiteY13754" fmla="*/ 537211 h 2053176"/>
              <a:gd name="connsiteX13755" fmla="*/ 10683501 w 12188965"/>
              <a:gd name="connsiteY13755" fmla="*/ 537211 h 2053176"/>
              <a:gd name="connsiteX13756" fmla="*/ 10696389 w 12188965"/>
              <a:gd name="connsiteY13756" fmla="*/ 550099 h 2053176"/>
              <a:gd name="connsiteX13757" fmla="*/ 10683501 w 12188965"/>
              <a:gd name="connsiteY13757" fmla="*/ 562987 h 2053176"/>
              <a:gd name="connsiteX13758" fmla="*/ 10670613 w 12188965"/>
              <a:gd name="connsiteY13758" fmla="*/ 550099 h 2053176"/>
              <a:gd name="connsiteX13759" fmla="*/ 10683501 w 12188965"/>
              <a:gd name="connsiteY13759" fmla="*/ 537211 h 2053176"/>
              <a:gd name="connsiteX13760" fmla="*/ 10555092 w 12188965"/>
              <a:gd name="connsiteY13760" fmla="*/ 537211 h 2053176"/>
              <a:gd name="connsiteX13761" fmla="*/ 10567978 w 12188965"/>
              <a:gd name="connsiteY13761" fmla="*/ 550099 h 2053176"/>
              <a:gd name="connsiteX13762" fmla="*/ 10555092 w 12188965"/>
              <a:gd name="connsiteY13762" fmla="*/ 562987 h 2053176"/>
              <a:gd name="connsiteX13763" fmla="*/ 10542204 w 12188965"/>
              <a:gd name="connsiteY13763" fmla="*/ 550099 h 2053176"/>
              <a:gd name="connsiteX13764" fmla="*/ 10555092 w 12188965"/>
              <a:gd name="connsiteY13764" fmla="*/ 537211 h 2053176"/>
              <a:gd name="connsiteX13765" fmla="*/ 10105654 w 12188965"/>
              <a:gd name="connsiteY13765" fmla="*/ 537211 h 2053176"/>
              <a:gd name="connsiteX13766" fmla="*/ 10118542 w 12188965"/>
              <a:gd name="connsiteY13766" fmla="*/ 550099 h 2053176"/>
              <a:gd name="connsiteX13767" fmla="*/ 10105654 w 12188965"/>
              <a:gd name="connsiteY13767" fmla="*/ 562987 h 2053176"/>
              <a:gd name="connsiteX13768" fmla="*/ 10092766 w 12188965"/>
              <a:gd name="connsiteY13768" fmla="*/ 550099 h 2053176"/>
              <a:gd name="connsiteX13769" fmla="*/ 10105654 w 12188965"/>
              <a:gd name="connsiteY13769" fmla="*/ 537211 h 2053176"/>
              <a:gd name="connsiteX13770" fmla="*/ 8564495 w 12188965"/>
              <a:gd name="connsiteY13770" fmla="*/ 537211 h 2053176"/>
              <a:gd name="connsiteX13771" fmla="*/ 8577383 w 12188965"/>
              <a:gd name="connsiteY13771" fmla="*/ 550099 h 2053176"/>
              <a:gd name="connsiteX13772" fmla="*/ 8564495 w 12188965"/>
              <a:gd name="connsiteY13772" fmla="*/ 562987 h 2053176"/>
              <a:gd name="connsiteX13773" fmla="*/ 8551607 w 12188965"/>
              <a:gd name="connsiteY13773" fmla="*/ 550099 h 2053176"/>
              <a:gd name="connsiteX13774" fmla="*/ 8564495 w 12188965"/>
              <a:gd name="connsiteY13774" fmla="*/ 537211 h 2053176"/>
              <a:gd name="connsiteX13775" fmla="*/ 8050737 w 12188965"/>
              <a:gd name="connsiteY13775" fmla="*/ 537211 h 2053176"/>
              <a:gd name="connsiteX13776" fmla="*/ 8063625 w 12188965"/>
              <a:gd name="connsiteY13776" fmla="*/ 550099 h 2053176"/>
              <a:gd name="connsiteX13777" fmla="*/ 8050737 w 12188965"/>
              <a:gd name="connsiteY13777" fmla="*/ 562987 h 2053176"/>
              <a:gd name="connsiteX13778" fmla="*/ 8037849 w 12188965"/>
              <a:gd name="connsiteY13778" fmla="*/ 550099 h 2053176"/>
              <a:gd name="connsiteX13779" fmla="*/ 8050737 w 12188965"/>
              <a:gd name="connsiteY13779" fmla="*/ 537211 h 2053176"/>
              <a:gd name="connsiteX13780" fmla="*/ 7794032 w 12188965"/>
              <a:gd name="connsiteY13780" fmla="*/ 537211 h 2053176"/>
              <a:gd name="connsiteX13781" fmla="*/ 7806920 w 12188965"/>
              <a:gd name="connsiteY13781" fmla="*/ 550099 h 2053176"/>
              <a:gd name="connsiteX13782" fmla="*/ 7794032 w 12188965"/>
              <a:gd name="connsiteY13782" fmla="*/ 562987 h 2053176"/>
              <a:gd name="connsiteX13783" fmla="*/ 7781144 w 12188965"/>
              <a:gd name="connsiteY13783" fmla="*/ 550099 h 2053176"/>
              <a:gd name="connsiteX13784" fmla="*/ 7794032 w 12188965"/>
              <a:gd name="connsiteY13784" fmla="*/ 537211 h 2053176"/>
              <a:gd name="connsiteX13785" fmla="*/ 7151863 w 12188965"/>
              <a:gd name="connsiteY13785" fmla="*/ 537211 h 2053176"/>
              <a:gd name="connsiteX13786" fmla="*/ 7164751 w 12188965"/>
              <a:gd name="connsiteY13786" fmla="*/ 550099 h 2053176"/>
              <a:gd name="connsiteX13787" fmla="*/ 7151863 w 12188965"/>
              <a:gd name="connsiteY13787" fmla="*/ 562987 h 2053176"/>
              <a:gd name="connsiteX13788" fmla="*/ 7138975 w 12188965"/>
              <a:gd name="connsiteY13788" fmla="*/ 550099 h 2053176"/>
              <a:gd name="connsiteX13789" fmla="*/ 7151863 w 12188965"/>
              <a:gd name="connsiteY13789" fmla="*/ 537211 h 2053176"/>
              <a:gd name="connsiteX13790" fmla="*/ 6894925 w 12188965"/>
              <a:gd name="connsiteY13790" fmla="*/ 537211 h 2053176"/>
              <a:gd name="connsiteX13791" fmla="*/ 6907813 w 12188965"/>
              <a:gd name="connsiteY13791" fmla="*/ 550099 h 2053176"/>
              <a:gd name="connsiteX13792" fmla="*/ 6894925 w 12188965"/>
              <a:gd name="connsiteY13792" fmla="*/ 562987 h 2053176"/>
              <a:gd name="connsiteX13793" fmla="*/ 6882040 w 12188965"/>
              <a:gd name="connsiteY13793" fmla="*/ 550099 h 2053176"/>
              <a:gd name="connsiteX13794" fmla="*/ 6894925 w 12188965"/>
              <a:gd name="connsiteY13794" fmla="*/ 537211 h 2053176"/>
              <a:gd name="connsiteX13795" fmla="*/ 6252873 w 12188965"/>
              <a:gd name="connsiteY13795" fmla="*/ 537211 h 2053176"/>
              <a:gd name="connsiteX13796" fmla="*/ 6265761 w 12188965"/>
              <a:gd name="connsiteY13796" fmla="*/ 550099 h 2053176"/>
              <a:gd name="connsiteX13797" fmla="*/ 6252873 w 12188965"/>
              <a:gd name="connsiteY13797" fmla="*/ 562987 h 2053176"/>
              <a:gd name="connsiteX13798" fmla="*/ 6239985 w 12188965"/>
              <a:gd name="connsiteY13798" fmla="*/ 550099 h 2053176"/>
              <a:gd name="connsiteX13799" fmla="*/ 6252873 w 12188965"/>
              <a:gd name="connsiteY13799" fmla="*/ 537211 h 2053176"/>
              <a:gd name="connsiteX13800" fmla="*/ 5614950 w 12188965"/>
              <a:gd name="connsiteY13800" fmla="*/ 537211 h 2053176"/>
              <a:gd name="connsiteX13801" fmla="*/ 5627837 w 12188965"/>
              <a:gd name="connsiteY13801" fmla="*/ 550099 h 2053176"/>
              <a:gd name="connsiteX13802" fmla="*/ 5614950 w 12188965"/>
              <a:gd name="connsiteY13802" fmla="*/ 562987 h 2053176"/>
              <a:gd name="connsiteX13803" fmla="*/ 5602062 w 12188965"/>
              <a:gd name="connsiteY13803" fmla="*/ 550099 h 2053176"/>
              <a:gd name="connsiteX13804" fmla="*/ 5614950 w 12188965"/>
              <a:gd name="connsiteY13804" fmla="*/ 537211 h 2053176"/>
              <a:gd name="connsiteX13805" fmla="*/ 5486655 w 12188965"/>
              <a:gd name="connsiteY13805" fmla="*/ 537211 h 2053176"/>
              <a:gd name="connsiteX13806" fmla="*/ 5499543 w 12188965"/>
              <a:gd name="connsiteY13806" fmla="*/ 550099 h 2053176"/>
              <a:gd name="connsiteX13807" fmla="*/ 5486655 w 12188965"/>
              <a:gd name="connsiteY13807" fmla="*/ 562987 h 2053176"/>
              <a:gd name="connsiteX13808" fmla="*/ 5473769 w 12188965"/>
              <a:gd name="connsiteY13808" fmla="*/ 550099 h 2053176"/>
              <a:gd name="connsiteX13809" fmla="*/ 5486655 w 12188965"/>
              <a:gd name="connsiteY13809" fmla="*/ 537211 h 2053176"/>
              <a:gd name="connsiteX13810" fmla="*/ 4972896 w 12188965"/>
              <a:gd name="connsiteY13810" fmla="*/ 537211 h 2053176"/>
              <a:gd name="connsiteX13811" fmla="*/ 4985785 w 12188965"/>
              <a:gd name="connsiteY13811" fmla="*/ 550099 h 2053176"/>
              <a:gd name="connsiteX13812" fmla="*/ 4972896 w 12188965"/>
              <a:gd name="connsiteY13812" fmla="*/ 562987 h 2053176"/>
              <a:gd name="connsiteX13813" fmla="*/ 4960010 w 12188965"/>
              <a:gd name="connsiteY13813" fmla="*/ 550099 h 2053176"/>
              <a:gd name="connsiteX13814" fmla="*/ 4972896 w 12188965"/>
              <a:gd name="connsiteY13814" fmla="*/ 537211 h 2053176"/>
              <a:gd name="connsiteX13815" fmla="*/ 4844487 w 12188965"/>
              <a:gd name="connsiteY13815" fmla="*/ 537211 h 2053176"/>
              <a:gd name="connsiteX13816" fmla="*/ 4857374 w 12188965"/>
              <a:gd name="connsiteY13816" fmla="*/ 550099 h 2053176"/>
              <a:gd name="connsiteX13817" fmla="*/ 4844487 w 12188965"/>
              <a:gd name="connsiteY13817" fmla="*/ 562987 h 2053176"/>
              <a:gd name="connsiteX13818" fmla="*/ 4831598 w 12188965"/>
              <a:gd name="connsiteY13818" fmla="*/ 550099 h 2053176"/>
              <a:gd name="connsiteX13819" fmla="*/ 4844487 w 12188965"/>
              <a:gd name="connsiteY13819" fmla="*/ 537211 h 2053176"/>
              <a:gd name="connsiteX13820" fmla="*/ 4395050 w 12188965"/>
              <a:gd name="connsiteY13820" fmla="*/ 537211 h 2053176"/>
              <a:gd name="connsiteX13821" fmla="*/ 4407938 w 12188965"/>
              <a:gd name="connsiteY13821" fmla="*/ 550099 h 2053176"/>
              <a:gd name="connsiteX13822" fmla="*/ 4395050 w 12188965"/>
              <a:gd name="connsiteY13822" fmla="*/ 562987 h 2053176"/>
              <a:gd name="connsiteX13823" fmla="*/ 4382162 w 12188965"/>
              <a:gd name="connsiteY13823" fmla="*/ 550099 h 2053176"/>
              <a:gd name="connsiteX13824" fmla="*/ 4395050 w 12188965"/>
              <a:gd name="connsiteY13824" fmla="*/ 537211 h 2053176"/>
              <a:gd name="connsiteX13825" fmla="*/ 2853891 w 12188965"/>
              <a:gd name="connsiteY13825" fmla="*/ 537211 h 2053176"/>
              <a:gd name="connsiteX13826" fmla="*/ 2866779 w 12188965"/>
              <a:gd name="connsiteY13826" fmla="*/ 550099 h 2053176"/>
              <a:gd name="connsiteX13827" fmla="*/ 2853891 w 12188965"/>
              <a:gd name="connsiteY13827" fmla="*/ 562987 h 2053176"/>
              <a:gd name="connsiteX13828" fmla="*/ 2841003 w 12188965"/>
              <a:gd name="connsiteY13828" fmla="*/ 550099 h 2053176"/>
              <a:gd name="connsiteX13829" fmla="*/ 2853891 w 12188965"/>
              <a:gd name="connsiteY13829" fmla="*/ 537211 h 2053176"/>
              <a:gd name="connsiteX13830" fmla="*/ 2340133 w 12188965"/>
              <a:gd name="connsiteY13830" fmla="*/ 537211 h 2053176"/>
              <a:gd name="connsiteX13831" fmla="*/ 2353019 w 12188965"/>
              <a:gd name="connsiteY13831" fmla="*/ 550099 h 2053176"/>
              <a:gd name="connsiteX13832" fmla="*/ 2340133 w 12188965"/>
              <a:gd name="connsiteY13832" fmla="*/ 562987 h 2053176"/>
              <a:gd name="connsiteX13833" fmla="*/ 2327245 w 12188965"/>
              <a:gd name="connsiteY13833" fmla="*/ 550099 h 2053176"/>
              <a:gd name="connsiteX13834" fmla="*/ 2340133 w 12188965"/>
              <a:gd name="connsiteY13834" fmla="*/ 537211 h 2053176"/>
              <a:gd name="connsiteX13835" fmla="*/ 2083427 w 12188965"/>
              <a:gd name="connsiteY13835" fmla="*/ 537211 h 2053176"/>
              <a:gd name="connsiteX13836" fmla="*/ 2096314 w 12188965"/>
              <a:gd name="connsiteY13836" fmla="*/ 550099 h 2053176"/>
              <a:gd name="connsiteX13837" fmla="*/ 2083427 w 12188965"/>
              <a:gd name="connsiteY13837" fmla="*/ 562987 h 2053176"/>
              <a:gd name="connsiteX13838" fmla="*/ 2070540 w 12188965"/>
              <a:gd name="connsiteY13838" fmla="*/ 550099 h 2053176"/>
              <a:gd name="connsiteX13839" fmla="*/ 2083427 w 12188965"/>
              <a:gd name="connsiteY13839" fmla="*/ 537211 h 2053176"/>
              <a:gd name="connsiteX13840" fmla="*/ 1441258 w 12188965"/>
              <a:gd name="connsiteY13840" fmla="*/ 537211 h 2053176"/>
              <a:gd name="connsiteX13841" fmla="*/ 1454146 w 12188965"/>
              <a:gd name="connsiteY13841" fmla="*/ 550099 h 2053176"/>
              <a:gd name="connsiteX13842" fmla="*/ 1441258 w 12188965"/>
              <a:gd name="connsiteY13842" fmla="*/ 562987 h 2053176"/>
              <a:gd name="connsiteX13843" fmla="*/ 1428371 w 12188965"/>
              <a:gd name="connsiteY13843" fmla="*/ 550099 h 2053176"/>
              <a:gd name="connsiteX13844" fmla="*/ 1441258 w 12188965"/>
              <a:gd name="connsiteY13844" fmla="*/ 537211 h 2053176"/>
              <a:gd name="connsiteX13845" fmla="*/ 1184322 w 12188965"/>
              <a:gd name="connsiteY13845" fmla="*/ 537211 h 2053176"/>
              <a:gd name="connsiteX13846" fmla="*/ 1197209 w 12188965"/>
              <a:gd name="connsiteY13846" fmla="*/ 550099 h 2053176"/>
              <a:gd name="connsiteX13847" fmla="*/ 1184322 w 12188965"/>
              <a:gd name="connsiteY13847" fmla="*/ 562987 h 2053176"/>
              <a:gd name="connsiteX13848" fmla="*/ 1171435 w 12188965"/>
              <a:gd name="connsiteY13848" fmla="*/ 550099 h 2053176"/>
              <a:gd name="connsiteX13849" fmla="*/ 1184322 w 12188965"/>
              <a:gd name="connsiteY13849" fmla="*/ 537211 h 2053176"/>
              <a:gd name="connsiteX13850" fmla="*/ 542270 w 12188965"/>
              <a:gd name="connsiteY13850" fmla="*/ 537211 h 2053176"/>
              <a:gd name="connsiteX13851" fmla="*/ 555157 w 12188965"/>
              <a:gd name="connsiteY13851" fmla="*/ 550099 h 2053176"/>
              <a:gd name="connsiteX13852" fmla="*/ 542270 w 12188965"/>
              <a:gd name="connsiteY13852" fmla="*/ 562987 h 2053176"/>
              <a:gd name="connsiteX13853" fmla="*/ 529382 w 12188965"/>
              <a:gd name="connsiteY13853" fmla="*/ 550099 h 2053176"/>
              <a:gd name="connsiteX13854" fmla="*/ 542270 w 12188965"/>
              <a:gd name="connsiteY13854" fmla="*/ 537211 h 2053176"/>
              <a:gd name="connsiteX13855" fmla="*/ 10619297 w 12188965"/>
              <a:gd name="connsiteY13855" fmla="*/ 524440 h 2053176"/>
              <a:gd name="connsiteX13856" fmla="*/ 10644955 w 12188965"/>
              <a:gd name="connsiteY13856" fmla="*/ 550099 h 2053176"/>
              <a:gd name="connsiteX13857" fmla="*/ 10619297 w 12188965"/>
              <a:gd name="connsiteY13857" fmla="*/ 575758 h 2053176"/>
              <a:gd name="connsiteX13858" fmla="*/ 10593639 w 12188965"/>
              <a:gd name="connsiteY13858" fmla="*/ 550099 h 2053176"/>
              <a:gd name="connsiteX13859" fmla="*/ 10619297 w 12188965"/>
              <a:gd name="connsiteY13859" fmla="*/ 524440 h 2053176"/>
              <a:gd name="connsiteX13860" fmla="*/ 10362474 w 12188965"/>
              <a:gd name="connsiteY13860" fmla="*/ 524440 h 2053176"/>
              <a:gd name="connsiteX13861" fmla="*/ 10388135 w 12188965"/>
              <a:gd name="connsiteY13861" fmla="*/ 550099 h 2053176"/>
              <a:gd name="connsiteX13862" fmla="*/ 10362474 w 12188965"/>
              <a:gd name="connsiteY13862" fmla="*/ 575758 h 2053176"/>
              <a:gd name="connsiteX13863" fmla="*/ 10336816 w 12188965"/>
              <a:gd name="connsiteY13863" fmla="*/ 550099 h 2053176"/>
              <a:gd name="connsiteX13864" fmla="*/ 10362474 w 12188965"/>
              <a:gd name="connsiteY13864" fmla="*/ 524440 h 2053176"/>
              <a:gd name="connsiteX13865" fmla="*/ 7858237 w 12188965"/>
              <a:gd name="connsiteY13865" fmla="*/ 524440 h 2053176"/>
              <a:gd name="connsiteX13866" fmla="*/ 7883895 w 12188965"/>
              <a:gd name="connsiteY13866" fmla="*/ 550099 h 2053176"/>
              <a:gd name="connsiteX13867" fmla="*/ 7858237 w 12188965"/>
              <a:gd name="connsiteY13867" fmla="*/ 575758 h 2053176"/>
              <a:gd name="connsiteX13868" fmla="*/ 7832578 w 12188965"/>
              <a:gd name="connsiteY13868" fmla="*/ 550099 h 2053176"/>
              <a:gd name="connsiteX13869" fmla="*/ 7858237 w 12188965"/>
              <a:gd name="connsiteY13869" fmla="*/ 524440 h 2053176"/>
              <a:gd name="connsiteX13870" fmla="*/ 7665621 w 12188965"/>
              <a:gd name="connsiteY13870" fmla="*/ 524440 h 2053176"/>
              <a:gd name="connsiteX13871" fmla="*/ 7691279 w 12188965"/>
              <a:gd name="connsiteY13871" fmla="*/ 550099 h 2053176"/>
              <a:gd name="connsiteX13872" fmla="*/ 7665621 w 12188965"/>
              <a:gd name="connsiteY13872" fmla="*/ 575758 h 2053176"/>
              <a:gd name="connsiteX13873" fmla="*/ 7639963 w 12188965"/>
              <a:gd name="connsiteY13873" fmla="*/ 550099 h 2053176"/>
              <a:gd name="connsiteX13874" fmla="*/ 7665621 w 12188965"/>
              <a:gd name="connsiteY13874" fmla="*/ 524440 h 2053176"/>
              <a:gd name="connsiteX13875" fmla="*/ 7601299 w 12188965"/>
              <a:gd name="connsiteY13875" fmla="*/ 524440 h 2053176"/>
              <a:gd name="connsiteX13876" fmla="*/ 7626959 w 12188965"/>
              <a:gd name="connsiteY13876" fmla="*/ 550099 h 2053176"/>
              <a:gd name="connsiteX13877" fmla="*/ 7601299 w 12188965"/>
              <a:gd name="connsiteY13877" fmla="*/ 575758 h 2053176"/>
              <a:gd name="connsiteX13878" fmla="*/ 7575640 w 12188965"/>
              <a:gd name="connsiteY13878" fmla="*/ 550099 h 2053176"/>
              <a:gd name="connsiteX13879" fmla="*/ 7601299 w 12188965"/>
              <a:gd name="connsiteY13879" fmla="*/ 524440 h 2053176"/>
              <a:gd name="connsiteX13880" fmla="*/ 4908693 w 12188965"/>
              <a:gd name="connsiteY13880" fmla="*/ 524440 h 2053176"/>
              <a:gd name="connsiteX13881" fmla="*/ 4934352 w 12188965"/>
              <a:gd name="connsiteY13881" fmla="*/ 550099 h 2053176"/>
              <a:gd name="connsiteX13882" fmla="*/ 4908693 w 12188965"/>
              <a:gd name="connsiteY13882" fmla="*/ 575758 h 2053176"/>
              <a:gd name="connsiteX13883" fmla="*/ 4883033 w 12188965"/>
              <a:gd name="connsiteY13883" fmla="*/ 550099 h 2053176"/>
              <a:gd name="connsiteX13884" fmla="*/ 4908693 w 12188965"/>
              <a:gd name="connsiteY13884" fmla="*/ 524440 h 2053176"/>
              <a:gd name="connsiteX13885" fmla="*/ 4651872 w 12188965"/>
              <a:gd name="connsiteY13885" fmla="*/ 524440 h 2053176"/>
              <a:gd name="connsiteX13886" fmla="*/ 4677531 w 12188965"/>
              <a:gd name="connsiteY13886" fmla="*/ 550099 h 2053176"/>
              <a:gd name="connsiteX13887" fmla="*/ 4651872 w 12188965"/>
              <a:gd name="connsiteY13887" fmla="*/ 575758 h 2053176"/>
              <a:gd name="connsiteX13888" fmla="*/ 4626213 w 12188965"/>
              <a:gd name="connsiteY13888" fmla="*/ 550099 h 2053176"/>
              <a:gd name="connsiteX13889" fmla="*/ 4651872 w 12188965"/>
              <a:gd name="connsiteY13889" fmla="*/ 524440 h 2053176"/>
              <a:gd name="connsiteX13890" fmla="*/ 2147633 w 12188965"/>
              <a:gd name="connsiteY13890" fmla="*/ 524440 h 2053176"/>
              <a:gd name="connsiteX13891" fmla="*/ 2173293 w 12188965"/>
              <a:gd name="connsiteY13891" fmla="*/ 550099 h 2053176"/>
              <a:gd name="connsiteX13892" fmla="*/ 2147633 w 12188965"/>
              <a:gd name="connsiteY13892" fmla="*/ 575758 h 2053176"/>
              <a:gd name="connsiteX13893" fmla="*/ 2121975 w 12188965"/>
              <a:gd name="connsiteY13893" fmla="*/ 550099 h 2053176"/>
              <a:gd name="connsiteX13894" fmla="*/ 2147633 w 12188965"/>
              <a:gd name="connsiteY13894" fmla="*/ 524440 h 2053176"/>
              <a:gd name="connsiteX13895" fmla="*/ 1955016 w 12188965"/>
              <a:gd name="connsiteY13895" fmla="*/ 524440 h 2053176"/>
              <a:gd name="connsiteX13896" fmla="*/ 1980676 w 12188965"/>
              <a:gd name="connsiteY13896" fmla="*/ 550099 h 2053176"/>
              <a:gd name="connsiteX13897" fmla="*/ 1955016 w 12188965"/>
              <a:gd name="connsiteY13897" fmla="*/ 575758 h 2053176"/>
              <a:gd name="connsiteX13898" fmla="*/ 1929358 w 12188965"/>
              <a:gd name="connsiteY13898" fmla="*/ 550099 h 2053176"/>
              <a:gd name="connsiteX13899" fmla="*/ 1955016 w 12188965"/>
              <a:gd name="connsiteY13899" fmla="*/ 524440 h 2053176"/>
              <a:gd name="connsiteX13900" fmla="*/ 1890696 w 12188965"/>
              <a:gd name="connsiteY13900" fmla="*/ 524440 h 2053176"/>
              <a:gd name="connsiteX13901" fmla="*/ 1916355 w 12188965"/>
              <a:gd name="connsiteY13901" fmla="*/ 550099 h 2053176"/>
              <a:gd name="connsiteX13902" fmla="*/ 1890696 w 12188965"/>
              <a:gd name="connsiteY13902" fmla="*/ 575758 h 2053176"/>
              <a:gd name="connsiteX13903" fmla="*/ 1865037 w 12188965"/>
              <a:gd name="connsiteY13903" fmla="*/ 550099 h 2053176"/>
              <a:gd name="connsiteX13904" fmla="*/ 1890696 w 12188965"/>
              <a:gd name="connsiteY13904" fmla="*/ 524440 h 2053176"/>
              <a:gd name="connsiteX13905" fmla="*/ 11197259 w 12188965"/>
              <a:gd name="connsiteY13905" fmla="*/ 469987 h 2053176"/>
              <a:gd name="connsiteX13906" fmla="*/ 11210147 w 12188965"/>
              <a:gd name="connsiteY13906" fmla="*/ 482875 h 2053176"/>
              <a:gd name="connsiteX13907" fmla="*/ 11197259 w 12188965"/>
              <a:gd name="connsiteY13907" fmla="*/ 495762 h 2053176"/>
              <a:gd name="connsiteX13908" fmla="*/ 11184374 w 12188965"/>
              <a:gd name="connsiteY13908" fmla="*/ 482875 h 2053176"/>
              <a:gd name="connsiteX13909" fmla="*/ 11197259 w 12188965"/>
              <a:gd name="connsiteY13909" fmla="*/ 469987 h 2053176"/>
              <a:gd name="connsiteX13910" fmla="*/ 10683501 w 12188965"/>
              <a:gd name="connsiteY13910" fmla="*/ 469987 h 2053176"/>
              <a:gd name="connsiteX13911" fmla="*/ 10696389 w 12188965"/>
              <a:gd name="connsiteY13911" fmla="*/ 482875 h 2053176"/>
              <a:gd name="connsiteX13912" fmla="*/ 10683501 w 12188965"/>
              <a:gd name="connsiteY13912" fmla="*/ 495762 h 2053176"/>
              <a:gd name="connsiteX13913" fmla="*/ 10670613 w 12188965"/>
              <a:gd name="connsiteY13913" fmla="*/ 482875 h 2053176"/>
              <a:gd name="connsiteX13914" fmla="*/ 10683501 w 12188965"/>
              <a:gd name="connsiteY13914" fmla="*/ 469987 h 2053176"/>
              <a:gd name="connsiteX13915" fmla="*/ 8564495 w 12188965"/>
              <a:gd name="connsiteY13915" fmla="*/ 469987 h 2053176"/>
              <a:gd name="connsiteX13916" fmla="*/ 8577383 w 12188965"/>
              <a:gd name="connsiteY13916" fmla="*/ 482875 h 2053176"/>
              <a:gd name="connsiteX13917" fmla="*/ 8564495 w 12188965"/>
              <a:gd name="connsiteY13917" fmla="*/ 495762 h 2053176"/>
              <a:gd name="connsiteX13918" fmla="*/ 8551607 w 12188965"/>
              <a:gd name="connsiteY13918" fmla="*/ 482875 h 2053176"/>
              <a:gd name="connsiteX13919" fmla="*/ 8564495 w 12188965"/>
              <a:gd name="connsiteY13919" fmla="*/ 469987 h 2053176"/>
              <a:gd name="connsiteX13920" fmla="*/ 8050737 w 12188965"/>
              <a:gd name="connsiteY13920" fmla="*/ 469987 h 2053176"/>
              <a:gd name="connsiteX13921" fmla="*/ 8063625 w 12188965"/>
              <a:gd name="connsiteY13921" fmla="*/ 482875 h 2053176"/>
              <a:gd name="connsiteX13922" fmla="*/ 8050737 w 12188965"/>
              <a:gd name="connsiteY13922" fmla="*/ 495762 h 2053176"/>
              <a:gd name="connsiteX13923" fmla="*/ 8037849 w 12188965"/>
              <a:gd name="connsiteY13923" fmla="*/ 482875 h 2053176"/>
              <a:gd name="connsiteX13924" fmla="*/ 8050737 w 12188965"/>
              <a:gd name="connsiteY13924" fmla="*/ 469987 h 2053176"/>
              <a:gd name="connsiteX13925" fmla="*/ 7858237 w 12188965"/>
              <a:gd name="connsiteY13925" fmla="*/ 469987 h 2053176"/>
              <a:gd name="connsiteX13926" fmla="*/ 7871124 w 12188965"/>
              <a:gd name="connsiteY13926" fmla="*/ 482875 h 2053176"/>
              <a:gd name="connsiteX13927" fmla="*/ 7858237 w 12188965"/>
              <a:gd name="connsiteY13927" fmla="*/ 495762 h 2053176"/>
              <a:gd name="connsiteX13928" fmla="*/ 7845349 w 12188965"/>
              <a:gd name="connsiteY13928" fmla="*/ 482875 h 2053176"/>
              <a:gd name="connsiteX13929" fmla="*/ 7858237 w 12188965"/>
              <a:gd name="connsiteY13929" fmla="*/ 469987 h 2053176"/>
              <a:gd name="connsiteX13930" fmla="*/ 7794032 w 12188965"/>
              <a:gd name="connsiteY13930" fmla="*/ 469987 h 2053176"/>
              <a:gd name="connsiteX13931" fmla="*/ 7806920 w 12188965"/>
              <a:gd name="connsiteY13931" fmla="*/ 482875 h 2053176"/>
              <a:gd name="connsiteX13932" fmla="*/ 7794032 w 12188965"/>
              <a:gd name="connsiteY13932" fmla="*/ 495762 h 2053176"/>
              <a:gd name="connsiteX13933" fmla="*/ 7781144 w 12188965"/>
              <a:gd name="connsiteY13933" fmla="*/ 482875 h 2053176"/>
              <a:gd name="connsiteX13934" fmla="*/ 7794032 w 12188965"/>
              <a:gd name="connsiteY13934" fmla="*/ 469987 h 2053176"/>
              <a:gd name="connsiteX13935" fmla="*/ 5486655 w 12188965"/>
              <a:gd name="connsiteY13935" fmla="*/ 469987 h 2053176"/>
              <a:gd name="connsiteX13936" fmla="*/ 5499543 w 12188965"/>
              <a:gd name="connsiteY13936" fmla="*/ 482875 h 2053176"/>
              <a:gd name="connsiteX13937" fmla="*/ 5486655 w 12188965"/>
              <a:gd name="connsiteY13937" fmla="*/ 495762 h 2053176"/>
              <a:gd name="connsiteX13938" fmla="*/ 5473769 w 12188965"/>
              <a:gd name="connsiteY13938" fmla="*/ 482875 h 2053176"/>
              <a:gd name="connsiteX13939" fmla="*/ 5486655 w 12188965"/>
              <a:gd name="connsiteY13939" fmla="*/ 469987 h 2053176"/>
              <a:gd name="connsiteX13940" fmla="*/ 4972896 w 12188965"/>
              <a:gd name="connsiteY13940" fmla="*/ 469987 h 2053176"/>
              <a:gd name="connsiteX13941" fmla="*/ 4985785 w 12188965"/>
              <a:gd name="connsiteY13941" fmla="*/ 482875 h 2053176"/>
              <a:gd name="connsiteX13942" fmla="*/ 4972896 w 12188965"/>
              <a:gd name="connsiteY13942" fmla="*/ 495762 h 2053176"/>
              <a:gd name="connsiteX13943" fmla="*/ 4960010 w 12188965"/>
              <a:gd name="connsiteY13943" fmla="*/ 482875 h 2053176"/>
              <a:gd name="connsiteX13944" fmla="*/ 4972896 w 12188965"/>
              <a:gd name="connsiteY13944" fmla="*/ 469987 h 2053176"/>
              <a:gd name="connsiteX13945" fmla="*/ 2853891 w 12188965"/>
              <a:gd name="connsiteY13945" fmla="*/ 469987 h 2053176"/>
              <a:gd name="connsiteX13946" fmla="*/ 2866779 w 12188965"/>
              <a:gd name="connsiteY13946" fmla="*/ 482875 h 2053176"/>
              <a:gd name="connsiteX13947" fmla="*/ 2853891 w 12188965"/>
              <a:gd name="connsiteY13947" fmla="*/ 495762 h 2053176"/>
              <a:gd name="connsiteX13948" fmla="*/ 2841003 w 12188965"/>
              <a:gd name="connsiteY13948" fmla="*/ 482875 h 2053176"/>
              <a:gd name="connsiteX13949" fmla="*/ 2853891 w 12188965"/>
              <a:gd name="connsiteY13949" fmla="*/ 469987 h 2053176"/>
              <a:gd name="connsiteX13950" fmla="*/ 2340133 w 12188965"/>
              <a:gd name="connsiteY13950" fmla="*/ 469987 h 2053176"/>
              <a:gd name="connsiteX13951" fmla="*/ 2353019 w 12188965"/>
              <a:gd name="connsiteY13951" fmla="*/ 482875 h 2053176"/>
              <a:gd name="connsiteX13952" fmla="*/ 2340133 w 12188965"/>
              <a:gd name="connsiteY13952" fmla="*/ 495762 h 2053176"/>
              <a:gd name="connsiteX13953" fmla="*/ 2327245 w 12188965"/>
              <a:gd name="connsiteY13953" fmla="*/ 482875 h 2053176"/>
              <a:gd name="connsiteX13954" fmla="*/ 2340133 w 12188965"/>
              <a:gd name="connsiteY13954" fmla="*/ 469987 h 2053176"/>
              <a:gd name="connsiteX13955" fmla="*/ 2147633 w 12188965"/>
              <a:gd name="connsiteY13955" fmla="*/ 469987 h 2053176"/>
              <a:gd name="connsiteX13956" fmla="*/ 2160520 w 12188965"/>
              <a:gd name="connsiteY13956" fmla="*/ 482875 h 2053176"/>
              <a:gd name="connsiteX13957" fmla="*/ 2147633 w 12188965"/>
              <a:gd name="connsiteY13957" fmla="*/ 495762 h 2053176"/>
              <a:gd name="connsiteX13958" fmla="*/ 2134746 w 12188965"/>
              <a:gd name="connsiteY13958" fmla="*/ 482875 h 2053176"/>
              <a:gd name="connsiteX13959" fmla="*/ 2147633 w 12188965"/>
              <a:gd name="connsiteY13959" fmla="*/ 469987 h 2053176"/>
              <a:gd name="connsiteX13960" fmla="*/ 2083427 w 12188965"/>
              <a:gd name="connsiteY13960" fmla="*/ 469987 h 2053176"/>
              <a:gd name="connsiteX13961" fmla="*/ 2096314 w 12188965"/>
              <a:gd name="connsiteY13961" fmla="*/ 482875 h 2053176"/>
              <a:gd name="connsiteX13962" fmla="*/ 2083427 w 12188965"/>
              <a:gd name="connsiteY13962" fmla="*/ 495762 h 2053176"/>
              <a:gd name="connsiteX13963" fmla="*/ 2070540 w 12188965"/>
              <a:gd name="connsiteY13963" fmla="*/ 482875 h 2053176"/>
              <a:gd name="connsiteX13964" fmla="*/ 2083427 w 12188965"/>
              <a:gd name="connsiteY13964" fmla="*/ 469987 h 2053176"/>
              <a:gd name="connsiteX13965" fmla="*/ 10619297 w 12188965"/>
              <a:gd name="connsiteY13965" fmla="*/ 457216 h 2053176"/>
              <a:gd name="connsiteX13966" fmla="*/ 10644955 w 12188965"/>
              <a:gd name="connsiteY13966" fmla="*/ 482875 h 2053176"/>
              <a:gd name="connsiteX13967" fmla="*/ 10619297 w 12188965"/>
              <a:gd name="connsiteY13967" fmla="*/ 508534 h 2053176"/>
              <a:gd name="connsiteX13968" fmla="*/ 10593639 w 12188965"/>
              <a:gd name="connsiteY13968" fmla="*/ 482875 h 2053176"/>
              <a:gd name="connsiteX13969" fmla="*/ 10619297 w 12188965"/>
              <a:gd name="connsiteY13969" fmla="*/ 457216 h 2053176"/>
              <a:gd name="connsiteX13970" fmla="*/ 10362474 w 12188965"/>
              <a:gd name="connsiteY13970" fmla="*/ 457216 h 2053176"/>
              <a:gd name="connsiteX13971" fmla="*/ 10388135 w 12188965"/>
              <a:gd name="connsiteY13971" fmla="*/ 482875 h 2053176"/>
              <a:gd name="connsiteX13972" fmla="*/ 10362474 w 12188965"/>
              <a:gd name="connsiteY13972" fmla="*/ 508534 h 2053176"/>
              <a:gd name="connsiteX13973" fmla="*/ 10336816 w 12188965"/>
              <a:gd name="connsiteY13973" fmla="*/ 482875 h 2053176"/>
              <a:gd name="connsiteX13974" fmla="*/ 10362474 w 12188965"/>
              <a:gd name="connsiteY13974" fmla="*/ 457216 h 2053176"/>
              <a:gd name="connsiteX13975" fmla="*/ 7665621 w 12188965"/>
              <a:gd name="connsiteY13975" fmla="*/ 457216 h 2053176"/>
              <a:gd name="connsiteX13976" fmla="*/ 7691279 w 12188965"/>
              <a:gd name="connsiteY13976" fmla="*/ 482875 h 2053176"/>
              <a:gd name="connsiteX13977" fmla="*/ 7665621 w 12188965"/>
              <a:gd name="connsiteY13977" fmla="*/ 508534 h 2053176"/>
              <a:gd name="connsiteX13978" fmla="*/ 7639963 w 12188965"/>
              <a:gd name="connsiteY13978" fmla="*/ 482875 h 2053176"/>
              <a:gd name="connsiteX13979" fmla="*/ 7665621 w 12188965"/>
              <a:gd name="connsiteY13979" fmla="*/ 457216 h 2053176"/>
              <a:gd name="connsiteX13980" fmla="*/ 7601299 w 12188965"/>
              <a:gd name="connsiteY13980" fmla="*/ 457216 h 2053176"/>
              <a:gd name="connsiteX13981" fmla="*/ 7626959 w 12188965"/>
              <a:gd name="connsiteY13981" fmla="*/ 482875 h 2053176"/>
              <a:gd name="connsiteX13982" fmla="*/ 7601299 w 12188965"/>
              <a:gd name="connsiteY13982" fmla="*/ 508534 h 2053176"/>
              <a:gd name="connsiteX13983" fmla="*/ 7575640 w 12188965"/>
              <a:gd name="connsiteY13983" fmla="*/ 482875 h 2053176"/>
              <a:gd name="connsiteX13984" fmla="*/ 7601299 w 12188965"/>
              <a:gd name="connsiteY13984" fmla="*/ 457216 h 2053176"/>
              <a:gd name="connsiteX13985" fmla="*/ 4908693 w 12188965"/>
              <a:gd name="connsiteY13985" fmla="*/ 457216 h 2053176"/>
              <a:gd name="connsiteX13986" fmla="*/ 4934352 w 12188965"/>
              <a:gd name="connsiteY13986" fmla="*/ 482875 h 2053176"/>
              <a:gd name="connsiteX13987" fmla="*/ 4908693 w 12188965"/>
              <a:gd name="connsiteY13987" fmla="*/ 508534 h 2053176"/>
              <a:gd name="connsiteX13988" fmla="*/ 4883033 w 12188965"/>
              <a:gd name="connsiteY13988" fmla="*/ 482875 h 2053176"/>
              <a:gd name="connsiteX13989" fmla="*/ 4908693 w 12188965"/>
              <a:gd name="connsiteY13989" fmla="*/ 457216 h 2053176"/>
              <a:gd name="connsiteX13990" fmla="*/ 4651872 w 12188965"/>
              <a:gd name="connsiteY13990" fmla="*/ 457216 h 2053176"/>
              <a:gd name="connsiteX13991" fmla="*/ 4677531 w 12188965"/>
              <a:gd name="connsiteY13991" fmla="*/ 482875 h 2053176"/>
              <a:gd name="connsiteX13992" fmla="*/ 4651872 w 12188965"/>
              <a:gd name="connsiteY13992" fmla="*/ 508534 h 2053176"/>
              <a:gd name="connsiteX13993" fmla="*/ 4626213 w 12188965"/>
              <a:gd name="connsiteY13993" fmla="*/ 482875 h 2053176"/>
              <a:gd name="connsiteX13994" fmla="*/ 4651872 w 12188965"/>
              <a:gd name="connsiteY13994" fmla="*/ 457216 h 2053176"/>
              <a:gd name="connsiteX13995" fmla="*/ 1955016 w 12188965"/>
              <a:gd name="connsiteY13995" fmla="*/ 457216 h 2053176"/>
              <a:gd name="connsiteX13996" fmla="*/ 1980676 w 12188965"/>
              <a:gd name="connsiteY13996" fmla="*/ 482875 h 2053176"/>
              <a:gd name="connsiteX13997" fmla="*/ 1955016 w 12188965"/>
              <a:gd name="connsiteY13997" fmla="*/ 508534 h 2053176"/>
              <a:gd name="connsiteX13998" fmla="*/ 1929358 w 12188965"/>
              <a:gd name="connsiteY13998" fmla="*/ 482875 h 2053176"/>
              <a:gd name="connsiteX13999" fmla="*/ 1955016 w 12188965"/>
              <a:gd name="connsiteY13999" fmla="*/ 457216 h 2053176"/>
              <a:gd name="connsiteX14000" fmla="*/ 1890696 w 12188965"/>
              <a:gd name="connsiteY14000" fmla="*/ 457216 h 2053176"/>
              <a:gd name="connsiteX14001" fmla="*/ 1916355 w 12188965"/>
              <a:gd name="connsiteY14001" fmla="*/ 482875 h 2053176"/>
              <a:gd name="connsiteX14002" fmla="*/ 1890696 w 12188965"/>
              <a:gd name="connsiteY14002" fmla="*/ 508534 h 2053176"/>
              <a:gd name="connsiteX14003" fmla="*/ 1865037 w 12188965"/>
              <a:gd name="connsiteY14003" fmla="*/ 482875 h 2053176"/>
              <a:gd name="connsiteX14004" fmla="*/ 1890696 w 12188965"/>
              <a:gd name="connsiteY14004" fmla="*/ 457216 h 2053176"/>
              <a:gd name="connsiteX14005" fmla="*/ 11197259 w 12188965"/>
              <a:gd name="connsiteY14005" fmla="*/ 402879 h 2053176"/>
              <a:gd name="connsiteX14006" fmla="*/ 11210147 w 12188965"/>
              <a:gd name="connsiteY14006" fmla="*/ 415767 h 2053176"/>
              <a:gd name="connsiteX14007" fmla="*/ 11197259 w 12188965"/>
              <a:gd name="connsiteY14007" fmla="*/ 428655 h 2053176"/>
              <a:gd name="connsiteX14008" fmla="*/ 11184374 w 12188965"/>
              <a:gd name="connsiteY14008" fmla="*/ 415767 h 2053176"/>
              <a:gd name="connsiteX14009" fmla="*/ 11197259 w 12188965"/>
              <a:gd name="connsiteY14009" fmla="*/ 402879 h 2053176"/>
              <a:gd name="connsiteX14010" fmla="*/ 10362474 w 12188965"/>
              <a:gd name="connsiteY14010" fmla="*/ 402879 h 2053176"/>
              <a:gd name="connsiteX14011" fmla="*/ 10375362 w 12188965"/>
              <a:gd name="connsiteY14011" fmla="*/ 415767 h 2053176"/>
              <a:gd name="connsiteX14012" fmla="*/ 10362474 w 12188965"/>
              <a:gd name="connsiteY14012" fmla="*/ 428655 h 2053176"/>
              <a:gd name="connsiteX14013" fmla="*/ 10349589 w 12188965"/>
              <a:gd name="connsiteY14013" fmla="*/ 415767 h 2053176"/>
              <a:gd name="connsiteX14014" fmla="*/ 10362474 w 12188965"/>
              <a:gd name="connsiteY14014" fmla="*/ 402879 h 2053176"/>
              <a:gd name="connsiteX14015" fmla="*/ 8564495 w 12188965"/>
              <a:gd name="connsiteY14015" fmla="*/ 402879 h 2053176"/>
              <a:gd name="connsiteX14016" fmla="*/ 8577383 w 12188965"/>
              <a:gd name="connsiteY14016" fmla="*/ 415767 h 2053176"/>
              <a:gd name="connsiteX14017" fmla="*/ 8564495 w 12188965"/>
              <a:gd name="connsiteY14017" fmla="*/ 428655 h 2053176"/>
              <a:gd name="connsiteX14018" fmla="*/ 8551607 w 12188965"/>
              <a:gd name="connsiteY14018" fmla="*/ 415767 h 2053176"/>
              <a:gd name="connsiteX14019" fmla="*/ 8564495 w 12188965"/>
              <a:gd name="connsiteY14019" fmla="*/ 402879 h 2053176"/>
              <a:gd name="connsiteX14020" fmla="*/ 8050737 w 12188965"/>
              <a:gd name="connsiteY14020" fmla="*/ 402879 h 2053176"/>
              <a:gd name="connsiteX14021" fmla="*/ 8063625 w 12188965"/>
              <a:gd name="connsiteY14021" fmla="*/ 415767 h 2053176"/>
              <a:gd name="connsiteX14022" fmla="*/ 8050737 w 12188965"/>
              <a:gd name="connsiteY14022" fmla="*/ 428655 h 2053176"/>
              <a:gd name="connsiteX14023" fmla="*/ 8037849 w 12188965"/>
              <a:gd name="connsiteY14023" fmla="*/ 415767 h 2053176"/>
              <a:gd name="connsiteX14024" fmla="*/ 8050737 w 12188965"/>
              <a:gd name="connsiteY14024" fmla="*/ 402879 h 2053176"/>
              <a:gd name="connsiteX14025" fmla="*/ 7858237 w 12188965"/>
              <a:gd name="connsiteY14025" fmla="*/ 402879 h 2053176"/>
              <a:gd name="connsiteX14026" fmla="*/ 7871124 w 12188965"/>
              <a:gd name="connsiteY14026" fmla="*/ 415767 h 2053176"/>
              <a:gd name="connsiteX14027" fmla="*/ 7858237 w 12188965"/>
              <a:gd name="connsiteY14027" fmla="*/ 428655 h 2053176"/>
              <a:gd name="connsiteX14028" fmla="*/ 7845349 w 12188965"/>
              <a:gd name="connsiteY14028" fmla="*/ 415767 h 2053176"/>
              <a:gd name="connsiteX14029" fmla="*/ 7858237 w 12188965"/>
              <a:gd name="connsiteY14029" fmla="*/ 402879 h 2053176"/>
              <a:gd name="connsiteX14030" fmla="*/ 7794032 w 12188965"/>
              <a:gd name="connsiteY14030" fmla="*/ 402879 h 2053176"/>
              <a:gd name="connsiteX14031" fmla="*/ 7806920 w 12188965"/>
              <a:gd name="connsiteY14031" fmla="*/ 415767 h 2053176"/>
              <a:gd name="connsiteX14032" fmla="*/ 7794032 w 12188965"/>
              <a:gd name="connsiteY14032" fmla="*/ 428655 h 2053176"/>
              <a:gd name="connsiteX14033" fmla="*/ 7781144 w 12188965"/>
              <a:gd name="connsiteY14033" fmla="*/ 415767 h 2053176"/>
              <a:gd name="connsiteX14034" fmla="*/ 7794032 w 12188965"/>
              <a:gd name="connsiteY14034" fmla="*/ 402879 h 2053176"/>
              <a:gd name="connsiteX14035" fmla="*/ 7665506 w 12188965"/>
              <a:gd name="connsiteY14035" fmla="*/ 402879 h 2053176"/>
              <a:gd name="connsiteX14036" fmla="*/ 7678394 w 12188965"/>
              <a:gd name="connsiteY14036" fmla="*/ 415767 h 2053176"/>
              <a:gd name="connsiteX14037" fmla="*/ 7665506 w 12188965"/>
              <a:gd name="connsiteY14037" fmla="*/ 428655 h 2053176"/>
              <a:gd name="connsiteX14038" fmla="*/ 7652618 w 12188965"/>
              <a:gd name="connsiteY14038" fmla="*/ 415767 h 2053176"/>
              <a:gd name="connsiteX14039" fmla="*/ 7665506 w 12188965"/>
              <a:gd name="connsiteY14039" fmla="*/ 402879 h 2053176"/>
              <a:gd name="connsiteX14040" fmla="*/ 5486655 w 12188965"/>
              <a:gd name="connsiteY14040" fmla="*/ 402879 h 2053176"/>
              <a:gd name="connsiteX14041" fmla="*/ 5499543 w 12188965"/>
              <a:gd name="connsiteY14041" fmla="*/ 415767 h 2053176"/>
              <a:gd name="connsiteX14042" fmla="*/ 5486655 w 12188965"/>
              <a:gd name="connsiteY14042" fmla="*/ 428655 h 2053176"/>
              <a:gd name="connsiteX14043" fmla="*/ 5473769 w 12188965"/>
              <a:gd name="connsiteY14043" fmla="*/ 415767 h 2053176"/>
              <a:gd name="connsiteX14044" fmla="*/ 5486655 w 12188965"/>
              <a:gd name="connsiteY14044" fmla="*/ 402879 h 2053176"/>
              <a:gd name="connsiteX14045" fmla="*/ 4651872 w 12188965"/>
              <a:gd name="connsiteY14045" fmla="*/ 402879 h 2053176"/>
              <a:gd name="connsiteX14046" fmla="*/ 4664758 w 12188965"/>
              <a:gd name="connsiteY14046" fmla="*/ 415767 h 2053176"/>
              <a:gd name="connsiteX14047" fmla="*/ 4651872 w 12188965"/>
              <a:gd name="connsiteY14047" fmla="*/ 428655 h 2053176"/>
              <a:gd name="connsiteX14048" fmla="*/ 4638984 w 12188965"/>
              <a:gd name="connsiteY14048" fmla="*/ 415767 h 2053176"/>
              <a:gd name="connsiteX14049" fmla="*/ 4651872 w 12188965"/>
              <a:gd name="connsiteY14049" fmla="*/ 402879 h 2053176"/>
              <a:gd name="connsiteX14050" fmla="*/ 2853891 w 12188965"/>
              <a:gd name="connsiteY14050" fmla="*/ 402879 h 2053176"/>
              <a:gd name="connsiteX14051" fmla="*/ 2866779 w 12188965"/>
              <a:gd name="connsiteY14051" fmla="*/ 415767 h 2053176"/>
              <a:gd name="connsiteX14052" fmla="*/ 2853891 w 12188965"/>
              <a:gd name="connsiteY14052" fmla="*/ 428655 h 2053176"/>
              <a:gd name="connsiteX14053" fmla="*/ 2841003 w 12188965"/>
              <a:gd name="connsiteY14053" fmla="*/ 415767 h 2053176"/>
              <a:gd name="connsiteX14054" fmla="*/ 2853891 w 12188965"/>
              <a:gd name="connsiteY14054" fmla="*/ 402879 h 2053176"/>
              <a:gd name="connsiteX14055" fmla="*/ 2340133 w 12188965"/>
              <a:gd name="connsiteY14055" fmla="*/ 402879 h 2053176"/>
              <a:gd name="connsiteX14056" fmla="*/ 2353019 w 12188965"/>
              <a:gd name="connsiteY14056" fmla="*/ 415767 h 2053176"/>
              <a:gd name="connsiteX14057" fmla="*/ 2340133 w 12188965"/>
              <a:gd name="connsiteY14057" fmla="*/ 428655 h 2053176"/>
              <a:gd name="connsiteX14058" fmla="*/ 2327245 w 12188965"/>
              <a:gd name="connsiteY14058" fmla="*/ 415767 h 2053176"/>
              <a:gd name="connsiteX14059" fmla="*/ 2340133 w 12188965"/>
              <a:gd name="connsiteY14059" fmla="*/ 402879 h 2053176"/>
              <a:gd name="connsiteX14060" fmla="*/ 2147633 w 12188965"/>
              <a:gd name="connsiteY14060" fmla="*/ 402879 h 2053176"/>
              <a:gd name="connsiteX14061" fmla="*/ 2160520 w 12188965"/>
              <a:gd name="connsiteY14061" fmla="*/ 415767 h 2053176"/>
              <a:gd name="connsiteX14062" fmla="*/ 2147633 w 12188965"/>
              <a:gd name="connsiteY14062" fmla="*/ 428655 h 2053176"/>
              <a:gd name="connsiteX14063" fmla="*/ 2134746 w 12188965"/>
              <a:gd name="connsiteY14063" fmla="*/ 415767 h 2053176"/>
              <a:gd name="connsiteX14064" fmla="*/ 2147633 w 12188965"/>
              <a:gd name="connsiteY14064" fmla="*/ 402879 h 2053176"/>
              <a:gd name="connsiteX14065" fmla="*/ 2083427 w 12188965"/>
              <a:gd name="connsiteY14065" fmla="*/ 402879 h 2053176"/>
              <a:gd name="connsiteX14066" fmla="*/ 2096314 w 12188965"/>
              <a:gd name="connsiteY14066" fmla="*/ 415767 h 2053176"/>
              <a:gd name="connsiteX14067" fmla="*/ 2083427 w 12188965"/>
              <a:gd name="connsiteY14067" fmla="*/ 428655 h 2053176"/>
              <a:gd name="connsiteX14068" fmla="*/ 2070540 w 12188965"/>
              <a:gd name="connsiteY14068" fmla="*/ 415767 h 2053176"/>
              <a:gd name="connsiteX14069" fmla="*/ 2083427 w 12188965"/>
              <a:gd name="connsiteY14069" fmla="*/ 402879 h 2053176"/>
              <a:gd name="connsiteX14070" fmla="*/ 1954901 w 12188965"/>
              <a:gd name="connsiteY14070" fmla="*/ 402879 h 2053176"/>
              <a:gd name="connsiteX14071" fmla="*/ 1967788 w 12188965"/>
              <a:gd name="connsiteY14071" fmla="*/ 415767 h 2053176"/>
              <a:gd name="connsiteX14072" fmla="*/ 1954901 w 12188965"/>
              <a:gd name="connsiteY14072" fmla="*/ 428655 h 2053176"/>
              <a:gd name="connsiteX14073" fmla="*/ 1942013 w 12188965"/>
              <a:gd name="connsiteY14073" fmla="*/ 415767 h 2053176"/>
              <a:gd name="connsiteX14074" fmla="*/ 1954901 w 12188965"/>
              <a:gd name="connsiteY14074" fmla="*/ 402879 h 2053176"/>
              <a:gd name="connsiteX14075" fmla="*/ 10619297 w 12188965"/>
              <a:gd name="connsiteY14075" fmla="*/ 390108 h 2053176"/>
              <a:gd name="connsiteX14076" fmla="*/ 10644955 w 12188965"/>
              <a:gd name="connsiteY14076" fmla="*/ 415767 h 2053176"/>
              <a:gd name="connsiteX14077" fmla="*/ 10619297 w 12188965"/>
              <a:gd name="connsiteY14077" fmla="*/ 441426 h 2053176"/>
              <a:gd name="connsiteX14078" fmla="*/ 10593639 w 12188965"/>
              <a:gd name="connsiteY14078" fmla="*/ 415767 h 2053176"/>
              <a:gd name="connsiteX14079" fmla="*/ 10619297 w 12188965"/>
              <a:gd name="connsiteY14079" fmla="*/ 390108 h 2053176"/>
              <a:gd name="connsiteX14080" fmla="*/ 4908693 w 12188965"/>
              <a:gd name="connsiteY14080" fmla="*/ 390108 h 2053176"/>
              <a:gd name="connsiteX14081" fmla="*/ 4934352 w 12188965"/>
              <a:gd name="connsiteY14081" fmla="*/ 415767 h 2053176"/>
              <a:gd name="connsiteX14082" fmla="*/ 4908693 w 12188965"/>
              <a:gd name="connsiteY14082" fmla="*/ 441426 h 2053176"/>
              <a:gd name="connsiteX14083" fmla="*/ 4883033 w 12188965"/>
              <a:gd name="connsiteY14083" fmla="*/ 415767 h 2053176"/>
              <a:gd name="connsiteX14084" fmla="*/ 4908693 w 12188965"/>
              <a:gd name="connsiteY14084" fmla="*/ 390108 h 2053176"/>
              <a:gd name="connsiteX14085" fmla="*/ 11197259 w 12188965"/>
              <a:gd name="connsiteY14085" fmla="*/ 335772 h 2053176"/>
              <a:gd name="connsiteX14086" fmla="*/ 11210147 w 12188965"/>
              <a:gd name="connsiteY14086" fmla="*/ 348659 h 2053176"/>
              <a:gd name="connsiteX14087" fmla="*/ 11197259 w 12188965"/>
              <a:gd name="connsiteY14087" fmla="*/ 361547 h 2053176"/>
              <a:gd name="connsiteX14088" fmla="*/ 11184374 w 12188965"/>
              <a:gd name="connsiteY14088" fmla="*/ 348659 h 2053176"/>
              <a:gd name="connsiteX14089" fmla="*/ 11197259 w 12188965"/>
              <a:gd name="connsiteY14089" fmla="*/ 335772 h 2053176"/>
              <a:gd name="connsiteX14090" fmla="*/ 10362474 w 12188965"/>
              <a:gd name="connsiteY14090" fmla="*/ 335772 h 2053176"/>
              <a:gd name="connsiteX14091" fmla="*/ 10375362 w 12188965"/>
              <a:gd name="connsiteY14091" fmla="*/ 348659 h 2053176"/>
              <a:gd name="connsiteX14092" fmla="*/ 10362474 w 12188965"/>
              <a:gd name="connsiteY14092" fmla="*/ 361547 h 2053176"/>
              <a:gd name="connsiteX14093" fmla="*/ 10349589 w 12188965"/>
              <a:gd name="connsiteY14093" fmla="*/ 348659 h 2053176"/>
              <a:gd name="connsiteX14094" fmla="*/ 10362474 w 12188965"/>
              <a:gd name="connsiteY14094" fmla="*/ 335772 h 2053176"/>
              <a:gd name="connsiteX14095" fmla="*/ 8564495 w 12188965"/>
              <a:gd name="connsiteY14095" fmla="*/ 335772 h 2053176"/>
              <a:gd name="connsiteX14096" fmla="*/ 8577383 w 12188965"/>
              <a:gd name="connsiteY14096" fmla="*/ 348659 h 2053176"/>
              <a:gd name="connsiteX14097" fmla="*/ 8564495 w 12188965"/>
              <a:gd name="connsiteY14097" fmla="*/ 361547 h 2053176"/>
              <a:gd name="connsiteX14098" fmla="*/ 8551607 w 12188965"/>
              <a:gd name="connsiteY14098" fmla="*/ 348659 h 2053176"/>
              <a:gd name="connsiteX14099" fmla="*/ 8564495 w 12188965"/>
              <a:gd name="connsiteY14099" fmla="*/ 335772 h 2053176"/>
              <a:gd name="connsiteX14100" fmla="*/ 8050737 w 12188965"/>
              <a:gd name="connsiteY14100" fmla="*/ 335772 h 2053176"/>
              <a:gd name="connsiteX14101" fmla="*/ 8063625 w 12188965"/>
              <a:gd name="connsiteY14101" fmla="*/ 348659 h 2053176"/>
              <a:gd name="connsiteX14102" fmla="*/ 8050737 w 12188965"/>
              <a:gd name="connsiteY14102" fmla="*/ 361547 h 2053176"/>
              <a:gd name="connsiteX14103" fmla="*/ 8037849 w 12188965"/>
              <a:gd name="connsiteY14103" fmla="*/ 348659 h 2053176"/>
              <a:gd name="connsiteX14104" fmla="*/ 8050737 w 12188965"/>
              <a:gd name="connsiteY14104" fmla="*/ 335772 h 2053176"/>
              <a:gd name="connsiteX14105" fmla="*/ 7858237 w 12188965"/>
              <a:gd name="connsiteY14105" fmla="*/ 335772 h 2053176"/>
              <a:gd name="connsiteX14106" fmla="*/ 7871124 w 12188965"/>
              <a:gd name="connsiteY14106" fmla="*/ 348659 h 2053176"/>
              <a:gd name="connsiteX14107" fmla="*/ 7858237 w 12188965"/>
              <a:gd name="connsiteY14107" fmla="*/ 361547 h 2053176"/>
              <a:gd name="connsiteX14108" fmla="*/ 7845349 w 12188965"/>
              <a:gd name="connsiteY14108" fmla="*/ 348659 h 2053176"/>
              <a:gd name="connsiteX14109" fmla="*/ 7858237 w 12188965"/>
              <a:gd name="connsiteY14109" fmla="*/ 335772 h 2053176"/>
              <a:gd name="connsiteX14110" fmla="*/ 7794032 w 12188965"/>
              <a:gd name="connsiteY14110" fmla="*/ 335772 h 2053176"/>
              <a:gd name="connsiteX14111" fmla="*/ 7806920 w 12188965"/>
              <a:gd name="connsiteY14111" fmla="*/ 348659 h 2053176"/>
              <a:gd name="connsiteX14112" fmla="*/ 7794032 w 12188965"/>
              <a:gd name="connsiteY14112" fmla="*/ 361547 h 2053176"/>
              <a:gd name="connsiteX14113" fmla="*/ 7781144 w 12188965"/>
              <a:gd name="connsiteY14113" fmla="*/ 348659 h 2053176"/>
              <a:gd name="connsiteX14114" fmla="*/ 7794032 w 12188965"/>
              <a:gd name="connsiteY14114" fmla="*/ 335772 h 2053176"/>
              <a:gd name="connsiteX14115" fmla="*/ 7665506 w 12188965"/>
              <a:gd name="connsiteY14115" fmla="*/ 335772 h 2053176"/>
              <a:gd name="connsiteX14116" fmla="*/ 7678394 w 12188965"/>
              <a:gd name="connsiteY14116" fmla="*/ 348659 h 2053176"/>
              <a:gd name="connsiteX14117" fmla="*/ 7665506 w 12188965"/>
              <a:gd name="connsiteY14117" fmla="*/ 361547 h 2053176"/>
              <a:gd name="connsiteX14118" fmla="*/ 7652618 w 12188965"/>
              <a:gd name="connsiteY14118" fmla="*/ 348659 h 2053176"/>
              <a:gd name="connsiteX14119" fmla="*/ 7665506 w 12188965"/>
              <a:gd name="connsiteY14119" fmla="*/ 335772 h 2053176"/>
              <a:gd name="connsiteX14120" fmla="*/ 5486655 w 12188965"/>
              <a:gd name="connsiteY14120" fmla="*/ 335772 h 2053176"/>
              <a:gd name="connsiteX14121" fmla="*/ 5499543 w 12188965"/>
              <a:gd name="connsiteY14121" fmla="*/ 348659 h 2053176"/>
              <a:gd name="connsiteX14122" fmla="*/ 5486655 w 12188965"/>
              <a:gd name="connsiteY14122" fmla="*/ 361547 h 2053176"/>
              <a:gd name="connsiteX14123" fmla="*/ 5473769 w 12188965"/>
              <a:gd name="connsiteY14123" fmla="*/ 348659 h 2053176"/>
              <a:gd name="connsiteX14124" fmla="*/ 5486655 w 12188965"/>
              <a:gd name="connsiteY14124" fmla="*/ 335772 h 2053176"/>
              <a:gd name="connsiteX14125" fmla="*/ 4651872 w 12188965"/>
              <a:gd name="connsiteY14125" fmla="*/ 335772 h 2053176"/>
              <a:gd name="connsiteX14126" fmla="*/ 4664758 w 12188965"/>
              <a:gd name="connsiteY14126" fmla="*/ 348659 h 2053176"/>
              <a:gd name="connsiteX14127" fmla="*/ 4651872 w 12188965"/>
              <a:gd name="connsiteY14127" fmla="*/ 361547 h 2053176"/>
              <a:gd name="connsiteX14128" fmla="*/ 4638984 w 12188965"/>
              <a:gd name="connsiteY14128" fmla="*/ 348659 h 2053176"/>
              <a:gd name="connsiteX14129" fmla="*/ 4651872 w 12188965"/>
              <a:gd name="connsiteY14129" fmla="*/ 335772 h 2053176"/>
              <a:gd name="connsiteX14130" fmla="*/ 2853891 w 12188965"/>
              <a:gd name="connsiteY14130" fmla="*/ 335772 h 2053176"/>
              <a:gd name="connsiteX14131" fmla="*/ 2866779 w 12188965"/>
              <a:gd name="connsiteY14131" fmla="*/ 348659 h 2053176"/>
              <a:gd name="connsiteX14132" fmla="*/ 2853891 w 12188965"/>
              <a:gd name="connsiteY14132" fmla="*/ 361547 h 2053176"/>
              <a:gd name="connsiteX14133" fmla="*/ 2841003 w 12188965"/>
              <a:gd name="connsiteY14133" fmla="*/ 348659 h 2053176"/>
              <a:gd name="connsiteX14134" fmla="*/ 2853891 w 12188965"/>
              <a:gd name="connsiteY14134" fmla="*/ 335772 h 2053176"/>
              <a:gd name="connsiteX14135" fmla="*/ 2340133 w 12188965"/>
              <a:gd name="connsiteY14135" fmla="*/ 335772 h 2053176"/>
              <a:gd name="connsiteX14136" fmla="*/ 2353019 w 12188965"/>
              <a:gd name="connsiteY14136" fmla="*/ 348659 h 2053176"/>
              <a:gd name="connsiteX14137" fmla="*/ 2340133 w 12188965"/>
              <a:gd name="connsiteY14137" fmla="*/ 361547 h 2053176"/>
              <a:gd name="connsiteX14138" fmla="*/ 2327245 w 12188965"/>
              <a:gd name="connsiteY14138" fmla="*/ 348659 h 2053176"/>
              <a:gd name="connsiteX14139" fmla="*/ 2340133 w 12188965"/>
              <a:gd name="connsiteY14139" fmla="*/ 335772 h 2053176"/>
              <a:gd name="connsiteX14140" fmla="*/ 2147633 w 12188965"/>
              <a:gd name="connsiteY14140" fmla="*/ 335772 h 2053176"/>
              <a:gd name="connsiteX14141" fmla="*/ 2160520 w 12188965"/>
              <a:gd name="connsiteY14141" fmla="*/ 348659 h 2053176"/>
              <a:gd name="connsiteX14142" fmla="*/ 2147633 w 12188965"/>
              <a:gd name="connsiteY14142" fmla="*/ 361547 h 2053176"/>
              <a:gd name="connsiteX14143" fmla="*/ 2134746 w 12188965"/>
              <a:gd name="connsiteY14143" fmla="*/ 348659 h 2053176"/>
              <a:gd name="connsiteX14144" fmla="*/ 2147633 w 12188965"/>
              <a:gd name="connsiteY14144" fmla="*/ 335772 h 2053176"/>
              <a:gd name="connsiteX14145" fmla="*/ 2083427 w 12188965"/>
              <a:gd name="connsiteY14145" fmla="*/ 335772 h 2053176"/>
              <a:gd name="connsiteX14146" fmla="*/ 2096314 w 12188965"/>
              <a:gd name="connsiteY14146" fmla="*/ 348659 h 2053176"/>
              <a:gd name="connsiteX14147" fmla="*/ 2083427 w 12188965"/>
              <a:gd name="connsiteY14147" fmla="*/ 361547 h 2053176"/>
              <a:gd name="connsiteX14148" fmla="*/ 2070540 w 12188965"/>
              <a:gd name="connsiteY14148" fmla="*/ 348659 h 2053176"/>
              <a:gd name="connsiteX14149" fmla="*/ 2083427 w 12188965"/>
              <a:gd name="connsiteY14149" fmla="*/ 335772 h 2053176"/>
              <a:gd name="connsiteX14150" fmla="*/ 1954901 w 12188965"/>
              <a:gd name="connsiteY14150" fmla="*/ 335772 h 2053176"/>
              <a:gd name="connsiteX14151" fmla="*/ 1967788 w 12188965"/>
              <a:gd name="connsiteY14151" fmla="*/ 348659 h 2053176"/>
              <a:gd name="connsiteX14152" fmla="*/ 1954901 w 12188965"/>
              <a:gd name="connsiteY14152" fmla="*/ 361547 h 2053176"/>
              <a:gd name="connsiteX14153" fmla="*/ 1942013 w 12188965"/>
              <a:gd name="connsiteY14153" fmla="*/ 348659 h 2053176"/>
              <a:gd name="connsiteX14154" fmla="*/ 1954901 w 12188965"/>
              <a:gd name="connsiteY14154" fmla="*/ 335772 h 2053176"/>
              <a:gd name="connsiteX14155" fmla="*/ 10619297 w 12188965"/>
              <a:gd name="connsiteY14155" fmla="*/ 323000 h 2053176"/>
              <a:gd name="connsiteX14156" fmla="*/ 10644955 w 12188965"/>
              <a:gd name="connsiteY14156" fmla="*/ 348659 h 2053176"/>
              <a:gd name="connsiteX14157" fmla="*/ 10619297 w 12188965"/>
              <a:gd name="connsiteY14157" fmla="*/ 374318 h 2053176"/>
              <a:gd name="connsiteX14158" fmla="*/ 10593639 w 12188965"/>
              <a:gd name="connsiteY14158" fmla="*/ 348659 h 2053176"/>
              <a:gd name="connsiteX14159" fmla="*/ 10619297 w 12188965"/>
              <a:gd name="connsiteY14159" fmla="*/ 323000 h 2053176"/>
              <a:gd name="connsiteX14160" fmla="*/ 4908693 w 12188965"/>
              <a:gd name="connsiteY14160" fmla="*/ 323000 h 2053176"/>
              <a:gd name="connsiteX14161" fmla="*/ 4934352 w 12188965"/>
              <a:gd name="connsiteY14161" fmla="*/ 348659 h 2053176"/>
              <a:gd name="connsiteX14162" fmla="*/ 4908693 w 12188965"/>
              <a:gd name="connsiteY14162" fmla="*/ 374318 h 2053176"/>
              <a:gd name="connsiteX14163" fmla="*/ 4883033 w 12188965"/>
              <a:gd name="connsiteY14163" fmla="*/ 348659 h 2053176"/>
              <a:gd name="connsiteX14164" fmla="*/ 4908693 w 12188965"/>
              <a:gd name="connsiteY14164" fmla="*/ 323000 h 2053176"/>
              <a:gd name="connsiteX14165" fmla="*/ 11197259 w 12188965"/>
              <a:gd name="connsiteY14165" fmla="*/ 268548 h 2053176"/>
              <a:gd name="connsiteX14166" fmla="*/ 11210147 w 12188965"/>
              <a:gd name="connsiteY14166" fmla="*/ 281435 h 2053176"/>
              <a:gd name="connsiteX14167" fmla="*/ 11197259 w 12188965"/>
              <a:gd name="connsiteY14167" fmla="*/ 294323 h 2053176"/>
              <a:gd name="connsiteX14168" fmla="*/ 11184374 w 12188965"/>
              <a:gd name="connsiteY14168" fmla="*/ 281435 h 2053176"/>
              <a:gd name="connsiteX14169" fmla="*/ 11197259 w 12188965"/>
              <a:gd name="connsiteY14169" fmla="*/ 268548 h 2053176"/>
              <a:gd name="connsiteX14170" fmla="*/ 10619297 w 12188965"/>
              <a:gd name="connsiteY14170" fmla="*/ 268548 h 2053176"/>
              <a:gd name="connsiteX14171" fmla="*/ 10632182 w 12188965"/>
              <a:gd name="connsiteY14171" fmla="*/ 281435 h 2053176"/>
              <a:gd name="connsiteX14172" fmla="*/ 10619297 w 12188965"/>
              <a:gd name="connsiteY14172" fmla="*/ 294323 h 2053176"/>
              <a:gd name="connsiteX14173" fmla="*/ 10606409 w 12188965"/>
              <a:gd name="connsiteY14173" fmla="*/ 281435 h 2053176"/>
              <a:gd name="connsiteX14174" fmla="*/ 10619297 w 12188965"/>
              <a:gd name="connsiteY14174" fmla="*/ 268548 h 2053176"/>
              <a:gd name="connsiteX14175" fmla="*/ 10362474 w 12188965"/>
              <a:gd name="connsiteY14175" fmla="*/ 268548 h 2053176"/>
              <a:gd name="connsiteX14176" fmla="*/ 10375362 w 12188965"/>
              <a:gd name="connsiteY14176" fmla="*/ 281435 h 2053176"/>
              <a:gd name="connsiteX14177" fmla="*/ 10362474 w 12188965"/>
              <a:gd name="connsiteY14177" fmla="*/ 294323 h 2053176"/>
              <a:gd name="connsiteX14178" fmla="*/ 10349589 w 12188965"/>
              <a:gd name="connsiteY14178" fmla="*/ 281435 h 2053176"/>
              <a:gd name="connsiteX14179" fmla="*/ 10362474 w 12188965"/>
              <a:gd name="connsiteY14179" fmla="*/ 268548 h 2053176"/>
              <a:gd name="connsiteX14180" fmla="*/ 8564495 w 12188965"/>
              <a:gd name="connsiteY14180" fmla="*/ 268548 h 2053176"/>
              <a:gd name="connsiteX14181" fmla="*/ 8577383 w 12188965"/>
              <a:gd name="connsiteY14181" fmla="*/ 281435 h 2053176"/>
              <a:gd name="connsiteX14182" fmla="*/ 8564495 w 12188965"/>
              <a:gd name="connsiteY14182" fmla="*/ 294323 h 2053176"/>
              <a:gd name="connsiteX14183" fmla="*/ 8551607 w 12188965"/>
              <a:gd name="connsiteY14183" fmla="*/ 281435 h 2053176"/>
              <a:gd name="connsiteX14184" fmla="*/ 8564495 w 12188965"/>
              <a:gd name="connsiteY14184" fmla="*/ 268548 h 2053176"/>
              <a:gd name="connsiteX14185" fmla="*/ 7858237 w 12188965"/>
              <a:gd name="connsiteY14185" fmla="*/ 268548 h 2053176"/>
              <a:gd name="connsiteX14186" fmla="*/ 7871124 w 12188965"/>
              <a:gd name="connsiteY14186" fmla="*/ 281435 h 2053176"/>
              <a:gd name="connsiteX14187" fmla="*/ 7858237 w 12188965"/>
              <a:gd name="connsiteY14187" fmla="*/ 294323 h 2053176"/>
              <a:gd name="connsiteX14188" fmla="*/ 7845349 w 12188965"/>
              <a:gd name="connsiteY14188" fmla="*/ 281435 h 2053176"/>
              <a:gd name="connsiteX14189" fmla="*/ 7858237 w 12188965"/>
              <a:gd name="connsiteY14189" fmla="*/ 268548 h 2053176"/>
              <a:gd name="connsiteX14190" fmla="*/ 7794032 w 12188965"/>
              <a:gd name="connsiteY14190" fmla="*/ 268548 h 2053176"/>
              <a:gd name="connsiteX14191" fmla="*/ 7806920 w 12188965"/>
              <a:gd name="connsiteY14191" fmla="*/ 281435 h 2053176"/>
              <a:gd name="connsiteX14192" fmla="*/ 7794032 w 12188965"/>
              <a:gd name="connsiteY14192" fmla="*/ 294323 h 2053176"/>
              <a:gd name="connsiteX14193" fmla="*/ 7781144 w 12188965"/>
              <a:gd name="connsiteY14193" fmla="*/ 281435 h 2053176"/>
              <a:gd name="connsiteX14194" fmla="*/ 7794032 w 12188965"/>
              <a:gd name="connsiteY14194" fmla="*/ 268548 h 2053176"/>
              <a:gd name="connsiteX14195" fmla="*/ 7665506 w 12188965"/>
              <a:gd name="connsiteY14195" fmla="*/ 268548 h 2053176"/>
              <a:gd name="connsiteX14196" fmla="*/ 7678394 w 12188965"/>
              <a:gd name="connsiteY14196" fmla="*/ 281435 h 2053176"/>
              <a:gd name="connsiteX14197" fmla="*/ 7665506 w 12188965"/>
              <a:gd name="connsiteY14197" fmla="*/ 294323 h 2053176"/>
              <a:gd name="connsiteX14198" fmla="*/ 7652618 w 12188965"/>
              <a:gd name="connsiteY14198" fmla="*/ 281435 h 2053176"/>
              <a:gd name="connsiteX14199" fmla="*/ 7665506 w 12188965"/>
              <a:gd name="connsiteY14199" fmla="*/ 268548 h 2053176"/>
              <a:gd name="connsiteX14200" fmla="*/ 5486655 w 12188965"/>
              <a:gd name="connsiteY14200" fmla="*/ 268548 h 2053176"/>
              <a:gd name="connsiteX14201" fmla="*/ 5499543 w 12188965"/>
              <a:gd name="connsiteY14201" fmla="*/ 281435 h 2053176"/>
              <a:gd name="connsiteX14202" fmla="*/ 5486655 w 12188965"/>
              <a:gd name="connsiteY14202" fmla="*/ 294323 h 2053176"/>
              <a:gd name="connsiteX14203" fmla="*/ 5473769 w 12188965"/>
              <a:gd name="connsiteY14203" fmla="*/ 281435 h 2053176"/>
              <a:gd name="connsiteX14204" fmla="*/ 5486655 w 12188965"/>
              <a:gd name="connsiteY14204" fmla="*/ 268548 h 2053176"/>
              <a:gd name="connsiteX14205" fmla="*/ 4908693 w 12188965"/>
              <a:gd name="connsiteY14205" fmla="*/ 268548 h 2053176"/>
              <a:gd name="connsiteX14206" fmla="*/ 4921580 w 12188965"/>
              <a:gd name="connsiteY14206" fmla="*/ 281435 h 2053176"/>
              <a:gd name="connsiteX14207" fmla="*/ 4908693 w 12188965"/>
              <a:gd name="connsiteY14207" fmla="*/ 294323 h 2053176"/>
              <a:gd name="connsiteX14208" fmla="*/ 4895806 w 12188965"/>
              <a:gd name="connsiteY14208" fmla="*/ 281435 h 2053176"/>
              <a:gd name="connsiteX14209" fmla="*/ 4908693 w 12188965"/>
              <a:gd name="connsiteY14209" fmla="*/ 268548 h 2053176"/>
              <a:gd name="connsiteX14210" fmla="*/ 4651872 w 12188965"/>
              <a:gd name="connsiteY14210" fmla="*/ 268548 h 2053176"/>
              <a:gd name="connsiteX14211" fmla="*/ 4664758 w 12188965"/>
              <a:gd name="connsiteY14211" fmla="*/ 281435 h 2053176"/>
              <a:gd name="connsiteX14212" fmla="*/ 4651872 w 12188965"/>
              <a:gd name="connsiteY14212" fmla="*/ 294323 h 2053176"/>
              <a:gd name="connsiteX14213" fmla="*/ 4638984 w 12188965"/>
              <a:gd name="connsiteY14213" fmla="*/ 281435 h 2053176"/>
              <a:gd name="connsiteX14214" fmla="*/ 4651872 w 12188965"/>
              <a:gd name="connsiteY14214" fmla="*/ 268548 h 2053176"/>
              <a:gd name="connsiteX14215" fmla="*/ 2853891 w 12188965"/>
              <a:gd name="connsiteY14215" fmla="*/ 268548 h 2053176"/>
              <a:gd name="connsiteX14216" fmla="*/ 2866779 w 12188965"/>
              <a:gd name="connsiteY14216" fmla="*/ 281435 h 2053176"/>
              <a:gd name="connsiteX14217" fmla="*/ 2853891 w 12188965"/>
              <a:gd name="connsiteY14217" fmla="*/ 294323 h 2053176"/>
              <a:gd name="connsiteX14218" fmla="*/ 2841003 w 12188965"/>
              <a:gd name="connsiteY14218" fmla="*/ 281435 h 2053176"/>
              <a:gd name="connsiteX14219" fmla="*/ 2853891 w 12188965"/>
              <a:gd name="connsiteY14219" fmla="*/ 268548 h 2053176"/>
              <a:gd name="connsiteX14220" fmla="*/ 2147633 w 12188965"/>
              <a:gd name="connsiteY14220" fmla="*/ 268548 h 2053176"/>
              <a:gd name="connsiteX14221" fmla="*/ 2160520 w 12188965"/>
              <a:gd name="connsiteY14221" fmla="*/ 281435 h 2053176"/>
              <a:gd name="connsiteX14222" fmla="*/ 2147633 w 12188965"/>
              <a:gd name="connsiteY14222" fmla="*/ 294323 h 2053176"/>
              <a:gd name="connsiteX14223" fmla="*/ 2134746 w 12188965"/>
              <a:gd name="connsiteY14223" fmla="*/ 281435 h 2053176"/>
              <a:gd name="connsiteX14224" fmla="*/ 2147633 w 12188965"/>
              <a:gd name="connsiteY14224" fmla="*/ 268548 h 2053176"/>
              <a:gd name="connsiteX14225" fmla="*/ 2083427 w 12188965"/>
              <a:gd name="connsiteY14225" fmla="*/ 268548 h 2053176"/>
              <a:gd name="connsiteX14226" fmla="*/ 2096314 w 12188965"/>
              <a:gd name="connsiteY14226" fmla="*/ 281435 h 2053176"/>
              <a:gd name="connsiteX14227" fmla="*/ 2083427 w 12188965"/>
              <a:gd name="connsiteY14227" fmla="*/ 294323 h 2053176"/>
              <a:gd name="connsiteX14228" fmla="*/ 2070540 w 12188965"/>
              <a:gd name="connsiteY14228" fmla="*/ 281435 h 2053176"/>
              <a:gd name="connsiteX14229" fmla="*/ 2083427 w 12188965"/>
              <a:gd name="connsiteY14229" fmla="*/ 268548 h 2053176"/>
              <a:gd name="connsiteX14230" fmla="*/ 1954901 w 12188965"/>
              <a:gd name="connsiteY14230" fmla="*/ 268548 h 2053176"/>
              <a:gd name="connsiteX14231" fmla="*/ 1967788 w 12188965"/>
              <a:gd name="connsiteY14231" fmla="*/ 281435 h 2053176"/>
              <a:gd name="connsiteX14232" fmla="*/ 1954901 w 12188965"/>
              <a:gd name="connsiteY14232" fmla="*/ 294323 h 2053176"/>
              <a:gd name="connsiteX14233" fmla="*/ 1942013 w 12188965"/>
              <a:gd name="connsiteY14233" fmla="*/ 281435 h 2053176"/>
              <a:gd name="connsiteX14234" fmla="*/ 1954901 w 12188965"/>
              <a:gd name="connsiteY14234" fmla="*/ 268548 h 2053176"/>
              <a:gd name="connsiteX14235" fmla="*/ 10619297 w 12188965"/>
              <a:gd name="connsiteY14235" fmla="*/ 201440 h 2053176"/>
              <a:gd name="connsiteX14236" fmla="*/ 10632182 w 12188965"/>
              <a:gd name="connsiteY14236" fmla="*/ 214327 h 2053176"/>
              <a:gd name="connsiteX14237" fmla="*/ 10619297 w 12188965"/>
              <a:gd name="connsiteY14237" fmla="*/ 227215 h 2053176"/>
              <a:gd name="connsiteX14238" fmla="*/ 10606409 w 12188965"/>
              <a:gd name="connsiteY14238" fmla="*/ 214327 h 2053176"/>
              <a:gd name="connsiteX14239" fmla="*/ 10619297 w 12188965"/>
              <a:gd name="connsiteY14239" fmla="*/ 201440 h 2053176"/>
              <a:gd name="connsiteX14240" fmla="*/ 10362474 w 12188965"/>
              <a:gd name="connsiteY14240" fmla="*/ 201440 h 2053176"/>
              <a:gd name="connsiteX14241" fmla="*/ 10375362 w 12188965"/>
              <a:gd name="connsiteY14241" fmla="*/ 214327 h 2053176"/>
              <a:gd name="connsiteX14242" fmla="*/ 10362474 w 12188965"/>
              <a:gd name="connsiteY14242" fmla="*/ 227215 h 2053176"/>
              <a:gd name="connsiteX14243" fmla="*/ 10349589 w 12188965"/>
              <a:gd name="connsiteY14243" fmla="*/ 214327 h 2053176"/>
              <a:gd name="connsiteX14244" fmla="*/ 10362474 w 12188965"/>
              <a:gd name="connsiteY14244" fmla="*/ 201440 h 2053176"/>
              <a:gd name="connsiteX14245" fmla="*/ 7858237 w 12188965"/>
              <a:gd name="connsiteY14245" fmla="*/ 201440 h 2053176"/>
              <a:gd name="connsiteX14246" fmla="*/ 7871124 w 12188965"/>
              <a:gd name="connsiteY14246" fmla="*/ 214327 h 2053176"/>
              <a:gd name="connsiteX14247" fmla="*/ 7858237 w 12188965"/>
              <a:gd name="connsiteY14247" fmla="*/ 227215 h 2053176"/>
              <a:gd name="connsiteX14248" fmla="*/ 7845349 w 12188965"/>
              <a:gd name="connsiteY14248" fmla="*/ 214327 h 2053176"/>
              <a:gd name="connsiteX14249" fmla="*/ 7858237 w 12188965"/>
              <a:gd name="connsiteY14249" fmla="*/ 201440 h 2053176"/>
              <a:gd name="connsiteX14250" fmla="*/ 7665506 w 12188965"/>
              <a:gd name="connsiteY14250" fmla="*/ 201440 h 2053176"/>
              <a:gd name="connsiteX14251" fmla="*/ 7678394 w 12188965"/>
              <a:gd name="connsiteY14251" fmla="*/ 214327 h 2053176"/>
              <a:gd name="connsiteX14252" fmla="*/ 7665506 w 12188965"/>
              <a:gd name="connsiteY14252" fmla="*/ 227215 h 2053176"/>
              <a:gd name="connsiteX14253" fmla="*/ 7652618 w 12188965"/>
              <a:gd name="connsiteY14253" fmla="*/ 214327 h 2053176"/>
              <a:gd name="connsiteX14254" fmla="*/ 7665506 w 12188965"/>
              <a:gd name="connsiteY14254" fmla="*/ 201440 h 2053176"/>
              <a:gd name="connsiteX14255" fmla="*/ 4908693 w 12188965"/>
              <a:gd name="connsiteY14255" fmla="*/ 201440 h 2053176"/>
              <a:gd name="connsiteX14256" fmla="*/ 4921580 w 12188965"/>
              <a:gd name="connsiteY14256" fmla="*/ 214327 h 2053176"/>
              <a:gd name="connsiteX14257" fmla="*/ 4908693 w 12188965"/>
              <a:gd name="connsiteY14257" fmla="*/ 227215 h 2053176"/>
              <a:gd name="connsiteX14258" fmla="*/ 4895806 w 12188965"/>
              <a:gd name="connsiteY14258" fmla="*/ 214327 h 2053176"/>
              <a:gd name="connsiteX14259" fmla="*/ 4908693 w 12188965"/>
              <a:gd name="connsiteY14259" fmla="*/ 201440 h 2053176"/>
              <a:gd name="connsiteX14260" fmla="*/ 4651872 w 12188965"/>
              <a:gd name="connsiteY14260" fmla="*/ 201440 h 2053176"/>
              <a:gd name="connsiteX14261" fmla="*/ 4664758 w 12188965"/>
              <a:gd name="connsiteY14261" fmla="*/ 214327 h 2053176"/>
              <a:gd name="connsiteX14262" fmla="*/ 4651872 w 12188965"/>
              <a:gd name="connsiteY14262" fmla="*/ 227215 h 2053176"/>
              <a:gd name="connsiteX14263" fmla="*/ 4638984 w 12188965"/>
              <a:gd name="connsiteY14263" fmla="*/ 214327 h 2053176"/>
              <a:gd name="connsiteX14264" fmla="*/ 4651872 w 12188965"/>
              <a:gd name="connsiteY14264" fmla="*/ 201440 h 2053176"/>
              <a:gd name="connsiteX14265" fmla="*/ 2147633 w 12188965"/>
              <a:gd name="connsiteY14265" fmla="*/ 201440 h 2053176"/>
              <a:gd name="connsiteX14266" fmla="*/ 2160520 w 12188965"/>
              <a:gd name="connsiteY14266" fmla="*/ 214327 h 2053176"/>
              <a:gd name="connsiteX14267" fmla="*/ 2147633 w 12188965"/>
              <a:gd name="connsiteY14267" fmla="*/ 227215 h 2053176"/>
              <a:gd name="connsiteX14268" fmla="*/ 2134746 w 12188965"/>
              <a:gd name="connsiteY14268" fmla="*/ 214327 h 2053176"/>
              <a:gd name="connsiteX14269" fmla="*/ 2147633 w 12188965"/>
              <a:gd name="connsiteY14269" fmla="*/ 201440 h 2053176"/>
              <a:gd name="connsiteX14270" fmla="*/ 1954901 w 12188965"/>
              <a:gd name="connsiteY14270" fmla="*/ 201440 h 2053176"/>
              <a:gd name="connsiteX14271" fmla="*/ 1967788 w 12188965"/>
              <a:gd name="connsiteY14271" fmla="*/ 214327 h 2053176"/>
              <a:gd name="connsiteX14272" fmla="*/ 1954901 w 12188965"/>
              <a:gd name="connsiteY14272" fmla="*/ 227215 h 2053176"/>
              <a:gd name="connsiteX14273" fmla="*/ 1942013 w 12188965"/>
              <a:gd name="connsiteY14273" fmla="*/ 214327 h 2053176"/>
              <a:gd name="connsiteX14274" fmla="*/ 1954901 w 12188965"/>
              <a:gd name="connsiteY14274" fmla="*/ 201440 h 2053176"/>
              <a:gd name="connsiteX14275" fmla="*/ 10619297 w 12188965"/>
              <a:gd name="connsiteY14275" fmla="*/ 134216 h 2053176"/>
              <a:gd name="connsiteX14276" fmla="*/ 10632182 w 12188965"/>
              <a:gd name="connsiteY14276" fmla="*/ 147103 h 2053176"/>
              <a:gd name="connsiteX14277" fmla="*/ 10619297 w 12188965"/>
              <a:gd name="connsiteY14277" fmla="*/ 159991 h 2053176"/>
              <a:gd name="connsiteX14278" fmla="*/ 10606409 w 12188965"/>
              <a:gd name="connsiteY14278" fmla="*/ 147103 h 2053176"/>
              <a:gd name="connsiteX14279" fmla="*/ 10619297 w 12188965"/>
              <a:gd name="connsiteY14279" fmla="*/ 134216 h 2053176"/>
              <a:gd name="connsiteX14280" fmla="*/ 10362474 w 12188965"/>
              <a:gd name="connsiteY14280" fmla="*/ 134216 h 2053176"/>
              <a:gd name="connsiteX14281" fmla="*/ 10375362 w 12188965"/>
              <a:gd name="connsiteY14281" fmla="*/ 147103 h 2053176"/>
              <a:gd name="connsiteX14282" fmla="*/ 10362474 w 12188965"/>
              <a:gd name="connsiteY14282" fmla="*/ 159991 h 2053176"/>
              <a:gd name="connsiteX14283" fmla="*/ 10349589 w 12188965"/>
              <a:gd name="connsiteY14283" fmla="*/ 147103 h 2053176"/>
              <a:gd name="connsiteX14284" fmla="*/ 10362474 w 12188965"/>
              <a:gd name="connsiteY14284" fmla="*/ 134216 h 2053176"/>
              <a:gd name="connsiteX14285" fmla="*/ 7858237 w 12188965"/>
              <a:gd name="connsiteY14285" fmla="*/ 134216 h 2053176"/>
              <a:gd name="connsiteX14286" fmla="*/ 7871124 w 12188965"/>
              <a:gd name="connsiteY14286" fmla="*/ 147103 h 2053176"/>
              <a:gd name="connsiteX14287" fmla="*/ 7858237 w 12188965"/>
              <a:gd name="connsiteY14287" fmla="*/ 159991 h 2053176"/>
              <a:gd name="connsiteX14288" fmla="*/ 7845349 w 12188965"/>
              <a:gd name="connsiteY14288" fmla="*/ 147103 h 2053176"/>
              <a:gd name="connsiteX14289" fmla="*/ 7858237 w 12188965"/>
              <a:gd name="connsiteY14289" fmla="*/ 134216 h 2053176"/>
              <a:gd name="connsiteX14290" fmla="*/ 7665506 w 12188965"/>
              <a:gd name="connsiteY14290" fmla="*/ 134216 h 2053176"/>
              <a:gd name="connsiteX14291" fmla="*/ 7678394 w 12188965"/>
              <a:gd name="connsiteY14291" fmla="*/ 147103 h 2053176"/>
              <a:gd name="connsiteX14292" fmla="*/ 7665506 w 12188965"/>
              <a:gd name="connsiteY14292" fmla="*/ 159991 h 2053176"/>
              <a:gd name="connsiteX14293" fmla="*/ 7652618 w 12188965"/>
              <a:gd name="connsiteY14293" fmla="*/ 147103 h 2053176"/>
              <a:gd name="connsiteX14294" fmla="*/ 7665506 w 12188965"/>
              <a:gd name="connsiteY14294" fmla="*/ 134216 h 2053176"/>
              <a:gd name="connsiteX14295" fmla="*/ 4908693 w 12188965"/>
              <a:gd name="connsiteY14295" fmla="*/ 134216 h 2053176"/>
              <a:gd name="connsiteX14296" fmla="*/ 4921580 w 12188965"/>
              <a:gd name="connsiteY14296" fmla="*/ 147103 h 2053176"/>
              <a:gd name="connsiteX14297" fmla="*/ 4908693 w 12188965"/>
              <a:gd name="connsiteY14297" fmla="*/ 159991 h 2053176"/>
              <a:gd name="connsiteX14298" fmla="*/ 4895806 w 12188965"/>
              <a:gd name="connsiteY14298" fmla="*/ 147103 h 2053176"/>
              <a:gd name="connsiteX14299" fmla="*/ 4908693 w 12188965"/>
              <a:gd name="connsiteY14299" fmla="*/ 134216 h 2053176"/>
              <a:gd name="connsiteX14300" fmla="*/ 4651872 w 12188965"/>
              <a:gd name="connsiteY14300" fmla="*/ 134216 h 2053176"/>
              <a:gd name="connsiteX14301" fmla="*/ 4664758 w 12188965"/>
              <a:gd name="connsiteY14301" fmla="*/ 147103 h 2053176"/>
              <a:gd name="connsiteX14302" fmla="*/ 4651872 w 12188965"/>
              <a:gd name="connsiteY14302" fmla="*/ 159991 h 2053176"/>
              <a:gd name="connsiteX14303" fmla="*/ 4638984 w 12188965"/>
              <a:gd name="connsiteY14303" fmla="*/ 147103 h 2053176"/>
              <a:gd name="connsiteX14304" fmla="*/ 4651872 w 12188965"/>
              <a:gd name="connsiteY14304" fmla="*/ 134216 h 2053176"/>
              <a:gd name="connsiteX14305" fmla="*/ 2147633 w 12188965"/>
              <a:gd name="connsiteY14305" fmla="*/ 134216 h 2053176"/>
              <a:gd name="connsiteX14306" fmla="*/ 2160520 w 12188965"/>
              <a:gd name="connsiteY14306" fmla="*/ 147103 h 2053176"/>
              <a:gd name="connsiteX14307" fmla="*/ 2147633 w 12188965"/>
              <a:gd name="connsiteY14307" fmla="*/ 159991 h 2053176"/>
              <a:gd name="connsiteX14308" fmla="*/ 2134746 w 12188965"/>
              <a:gd name="connsiteY14308" fmla="*/ 147103 h 2053176"/>
              <a:gd name="connsiteX14309" fmla="*/ 2147633 w 12188965"/>
              <a:gd name="connsiteY14309" fmla="*/ 134216 h 2053176"/>
              <a:gd name="connsiteX14310" fmla="*/ 1954901 w 12188965"/>
              <a:gd name="connsiteY14310" fmla="*/ 134216 h 2053176"/>
              <a:gd name="connsiteX14311" fmla="*/ 1967788 w 12188965"/>
              <a:gd name="connsiteY14311" fmla="*/ 147103 h 2053176"/>
              <a:gd name="connsiteX14312" fmla="*/ 1954901 w 12188965"/>
              <a:gd name="connsiteY14312" fmla="*/ 159991 h 2053176"/>
              <a:gd name="connsiteX14313" fmla="*/ 1942013 w 12188965"/>
              <a:gd name="connsiteY14313" fmla="*/ 147103 h 2053176"/>
              <a:gd name="connsiteX14314" fmla="*/ 1954901 w 12188965"/>
              <a:gd name="connsiteY14314" fmla="*/ 134216 h 2053176"/>
              <a:gd name="connsiteX14315" fmla="*/ 10619297 w 12188965"/>
              <a:gd name="connsiteY14315" fmla="*/ 67108 h 2053176"/>
              <a:gd name="connsiteX14316" fmla="*/ 10632182 w 12188965"/>
              <a:gd name="connsiteY14316" fmla="*/ 79995 h 2053176"/>
              <a:gd name="connsiteX14317" fmla="*/ 10619297 w 12188965"/>
              <a:gd name="connsiteY14317" fmla="*/ 92883 h 2053176"/>
              <a:gd name="connsiteX14318" fmla="*/ 10606409 w 12188965"/>
              <a:gd name="connsiteY14318" fmla="*/ 79995 h 2053176"/>
              <a:gd name="connsiteX14319" fmla="*/ 10619297 w 12188965"/>
              <a:gd name="connsiteY14319" fmla="*/ 67108 h 2053176"/>
              <a:gd name="connsiteX14320" fmla="*/ 4908693 w 12188965"/>
              <a:gd name="connsiteY14320" fmla="*/ 67108 h 2053176"/>
              <a:gd name="connsiteX14321" fmla="*/ 4921580 w 12188965"/>
              <a:gd name="connsiteY14321" fmla="*/ 79995 h 2053176"/>
              <a:gd name="connsiteX14322" fmla="*/ 4908693 w 12188965"/>
              <a:gd name="connsiteY14322" fmla="*/ 92883 h 2053176"/>
              <a:gd name="connsiteX14323" fmla="*/ 4895806 w 12188965"/>
              <a:gd name="connsiteY14323" fmla="*/ 79995 h 2053176"/>
              <a:gd name="connsiteX14324" fmla="*/ 4908693 w 12188965"/>
              <a:gd name="connsiteY14324" fmla="*/ 67108 h 2053176"/>
              <a:gd name="connsiteX14325" fmla="*/ 10619297 w 12188965"/>
              <a:gd name="connsiteY14325" fmla="*/ 0 h 2053176"/>
              <a:gd name="connsiteX14326" fmla="*/ 10632182 w 12188965"/>
              <a:gd name="connsiteY14326" fmla="*/ 12888 h 2053176"/>
              <a:gd name="connsiteX14327" fmla="*/ 10619297 w 12188965"/>
              <a:gd name="connsiteY14327" fmla="*/ 25775 h 2053176"/>
              <a:gd name="connsiteX14328" fmla="*/ 10606409 w 12188965"/>
              <a:gd name="connsiteY14328" fmla="*/ 12888 h 2053176"/>
              <a:gd name="connsiteX14329" fmla="*/ 10619297 w 12188965"/>
              <a:gd name="connsiteY14329" fmla="*/ 0 h 2053176"/>
              <a:gd name="connsiteX14330" fmla="*/ 4908693 w 12188965"/>
              <a:gd name="connsiteY14330" fmla="*/ 0 h 2053176"/>
              <a:gd name="connsiteX14331" fmla="*/ 4921580 w 12188965"/>
              <a:gd name="connsiteY14331" fmla="*/ 12888 h 2053176"/>
              <a:gd name="connsiteX14332" fmla="*/ 4908693 w 12188965"/>
              <a:gd name="connsiteY14332" fmla="*/ 25775 h 2053176"/>
              <a:gd name="connsiteX14333" fmla="*/ 4895806 w 12188965"/>
              <a:gd name="connsiteY14333" fmla="*/ 12888 h 2053176"/>
              <a:gd name="connsiteX14334" fmla="*/ 4908693 w 12188965"/>
              <a:gd name="connsiteY14334" fmla="*/ 0 h 2053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  <a:cxn ang="0">
                <a:pos x="connsiteX13547" y="connsiteY13547"/>
              </a:cxn>
              <a:cxn ang="0">
                <a:pos x="connsiteX13548" y="connsiteY13548"/>
              </a:cxn>
              <a:cxn ang="0">
                <a:pos x="connsiteX13549" y="connsiteY13549"/>
              </a:cxn>
              <a:cxn ang="0">
                <a:pos x="connsiteX13550" y="connsiteY13550"/>
              </a:cxn>
              <a:cxn ang="0">
                <a:pos x="connsiteX13551" y="connsiteY13551"/>
              </a:cxn>
              <a:cxn ang="0">
                <a:pos x="connsiteX13552" y="connsiteY13552"/>
              </a:cxn>
              <a:cxn ang="0">
                <a:pos x="connsiteX13553" y="connsiteY13553"/>
              </a:cxn>
              <a:cxn ang="0">
                <a:pos x="connsiteX13554" y="connsiteY13554"/>
              </a:cxn>
              <a:cxn ang="0">
                <a:pos x="connsiteX13555" y="connsiteY13555"/>
              </a:cxn>
              <a:cxn ang="0">
                <a:pos x="connsiteX13556" y="connsiteY13556"/>
              </a:cxn>
              <a:cxn ang="0">
                <a:pos x="connsiteX13557" y="connsiteY13557"/>
              </a:cxn>
              <a:cxn ang="0">
                <a:pos x="connsiteX13558" y="connsiteY13558"/>
              </a:cxn>
              <a:cxn ang="0">
                <a:pos x="connsiteX13559" y="connsiteY13559"/>
              </a:cxn>
              <a:cxn ang="0">
                <a:pos x="connsiteX13560" y="connsiteY13560"/>
              </a:cxn>
              <a:cxn ang="0">
                <a:pos x="connsiteX13561" y="connsiteY13561"/>
              </a:cxn>
              <a:cxn ang="0">
                <a:pos x="connsiteX13562" y="connsiteY13562"/>
              </a:cxn>
              <a:cxn ang="0">
                <a:pos x="connsiteX13563" y="connsiteY13563"/>
              </a:cxn>
              <a:cxn ang="0">
                <a:pos x="connsiteX13564" y="connsiteY13564"/>
              </a:cxn>
              <a:cxn ang="0">
                <a:pos x="connsiteX13565" y="connsiteY13565"/>
              </a:cxn>
              <a:cxn ang="0">
                <a:pos x="connsiteX13566" y="connsiteY13566"/>
              </a:cxn>
              <a:cxn ang="0">
                <a:pos x="connsiteX13567" y="connsiteY13567"/>
              </a:cxn>
              <a:cxn ang="0">
                <a:pos x="connsiteX13568" y="connsiteY13568"/>
              </a:cxn>
              <a:cxn ang="0">
                <a:pos x="connsiteX13569" y="connsiteY13569"/>
              </a:cxn>
              <a:cxn ang="0">
                <a:pos x="connsiteX13570" y="connsiteY13570"/>
              </a:cxn>
              <a:cxn ang="0">
                <a:pos x="connsiteX13571" y="connsiteY13571"/>
              </a:cxn>
              <a:cxn ang="0">
                <a:pos x="connsiteX13572" y="connsiteY13572"/>
              </a:cxn>
              <a:cxn ang="0">
                <a:pos x="connsiteX13573" y="connsiteY13573"/>
              </a:cxn>
              <a:cxn ang="0">
                <a:pos x="connsiteX13574" y="connsiteY13574"/>
              </a:cxn>
              <a:cxn ang="0">
                <a:pos x="connsiteX13575" y="connsiteY13575"/>
              </a:cxn>
              <a:cxn ang="0">
                <a:pos x="connsiteX13576" y="connsiteY13576"/>
              </a:cxn>
              <a:cxn ang="0">
                <a:pos x="connsiteX13577" y="connsiteY13577"/>
              </a:cxn>
              <a:cxn ang="0">
                <a:pos x="connsiteX13578" y="connsiteY13578"/>
              </a:cxn>
              <a:cxn ang="0">
                <a:pos x="connsiteX13579" y="connsiteY13579"/>
              </a:cxn>
              <a:cxn ang="0">
                <a:pos x="connsiteX13580" y="connsiteY13580"/>
              </a:cxn>
              <a:cxn ang="0">
                <a:pos x="connsiteX13581" y="connsiteY13581"/>
              </a:cxn>
              <a:cxn ang="0">
                <a:pos x="connsiteX13582" y="connsiteY13582"/>
              </a:cxn>
              <a:cxn ang="0">
                <a:pos x="connsiteX13583" y="connsiteY13583"/>
              </a:cxn>
              <a:cxn ang="0">
                <a:pos x="connsiteX13584" y="connsiteY13584"/>
              </a:cxn>
              <a:cxn ang="0">
                <a:pos x="connsiteX13585" y="connsiteY13585"/>
              </a:cxn>
              <a:cxn ang="0">
                <a:pos x="connsiteX13586" y="connsiteY13586"/>
              </a:cxn>
              <a:cxn ang="0">
                <a:pos x="connsiteX13587" y="connsiteY13587"/>
              </a:cxn>
              <a:cxn ang="0">
                <a:pos x="connsiteX13588" y="connsiteY13588"/>
              </a:cxn>
              <a:cxn ang="0">
                <a:pos x="connsiteX13589" y="connsiteY13589"/>
              </a:cxn>
              <a:cxn ang="0">
                <a:pos x="connsiteX13590" y="connsiteY13590"/>
              </a:cxn>
              <a:cxn ang="0">
                <a:pos x="connsiteX13591" y="connsiteY13591"/>
              </a:cxn>
              <a:cxn ang="0">
                <a:pos x="connsiteX13592" y="connsiteY13592"/>
              </a:cxn>
              <a:cxn ang="0">
                <a:pos x="connsiteX13593" y="connsiteY13593"/>
              </a:cxn>
              <a:cxn ang="0">
                <a:pos x="connsiteX13594" y="connsiteY13594"/>
              </a:cxn>
              <a:cxn ang="0">
                <a:pos x="connsiteX13595" y="connsiteY13595"/>
              </a:cxn>
              <a:cxn ang="0">
                <a:pos x="connsiteX13596" y="connsiteY13596"/>
              </a:cxn>
              <a:cxn ang="0">
                <a:pos x="connsiteX13597" y="connsiteY13597"/>
              </a:cxn>
              <a:cxn ang="0">
                <a:pos x="connsiteX13598" y="connsiteY13598"/>
              </a:cxn>
              <a:cxn ang="0">
                <a:pos x="connsiteX13599" y="connsiteY13599"/>
              </a:cxn>
              <a:cxn ang="0">
                <a:pos x="connsiteX13600" y="connsiteY13600"/>
              </a:cxn>
              <a:cxn ang="0">
                <a:pos x="connsiteX13601" y="connsiteY13601"/>
              </a:cxn>
              <a:cxn ang="0">
                <a:pos x="connsiteX13602" y="connsiteY13602"/>
              </a:cxn>
              <a:cxn ang="0">
                <a:pos x="connsiteX13603" y="connsiteY13603"/>
              </a:cxn>
              <a:cxn ang="0">
                <a:pos x="connsiteX13604" y="connsiteY13604"/>
              </a:cxn>
              <a:cxn ang="0">
                <a:pos x="connsiteX13605" y="connsiteY13605"/>
              </a:cxn>
              <a:cxn ang="0">
                <a:pos x="connsiteX13606" y="connsiteY13606"/>
              </a:cxn>
              <a:cxn ang="0">
                <a:pos x="connsiteX13607" y="connsiteY13607"/>
              </a:cxn>
              <a:cxn ang="0">
                <a:pos x="connsiteX13608" y="connsiteY13608"/>
              </a:cxn>
              <a:cxn ang="0">
                <a:pos x="connsiteX13609" y="connsiteY13609"/>
              </a:cxn>
              <a:cxn ang="0">
                <a:pos x="connsiteX13610" y="connsiteY13610"/>
              </a:cxn>
              <a:cxn ang="0">
                <a:pos x="connsiteX13611" y="connsiteY13611"/>
              </a:cxn>
              <a:cxn ang="0">
                <a:pos x="connsiteX13612" y="connsiteY13612"/>
              </a:cxn>
              <a:cxn ang="0">
                <a:pos x="connsiteX13613" y="connsiteY13613"/>
              </a:cxn>
              <a:cxn ang="0">
                <a:pos x="connsiteX13614" y="connsiteY13614"/>
              </a:cxn>
              <a:cxn ang="0">
                <a:pos x="connsiteX13615" y="connsiteY13615"/>
              </a:cxn>
              <a:cxn ang="0">
                <a:pos x="connsiteX13616" y="connsiteY13616"/>
              </a:cxn>
              <a:cxn ang="0">
                <a:pos x="connsiteX13617" y="connsiteY13617"/>
              </a:cxn>
              <a:cxn ang="0">
                <a:pos x="connsiteX13618" y="connsiteY13618"/>
              </a:cxn>
              <a:cxn ang="0">
                <a:pos x="connsiteX13619" y="connsiteY13619"/>
              </a:cxn>
              <a:cxn ang="0">
                <a:pos x="connsiteX13620" y="connsiteY13620"/>
              </a:cxn>
              <a:cxn ang="0">
                <a:pos x="connsiteX13621" y="connsiteY13621"/>
              </a:cxn>
              <a:cxn ang="0">
                <a:pos x="connsiteX13622" y="connsiteY13622"/>
              </a:cxn>
              <a:cxn ang="0">
                <a:pos x="connsiteX13623" y="connsiteY13623"/>
              </a:cxn>
              <a:cxn ang="0">
                <a:pos x="connsiteX13624" y="connsiteY13624"/>
              </a:cxn>
              <a:cxn ang="0">
                <a:pos x="connsiteX13625" y="connsiteY13625"/>
              </a:cxn>
              <a:cxn ang="0">
                <a:pos x="connsiteX13626" y="connsiteY13626"/>
              </a:cxn>
              <a:cxn ang="0">
                <a:pos x="connsiteX13627" y="connsiteY13627"/>
              </a:cxn>
              <a:cxn ang="0">
                <a:pos x="connsiteX13628" y="connsiteY13628"/>
              </a:cxn>
              <a:cxn ang="0">
                <a:pos x="connsiteX13629" y="connsiteY13629"/>
              </a:cxn>
              <a:cxn ang="0">
                <a:pos x="connsiteX13630" y="connsiteY13630"/>
              </a:cxn>
              <a:cxn ang="0">
                <a:pos x="connsiteX13631" y="connsiteY13631"/>
              </a:cxn>
              <a:cxn ang="0">
                <a:pos x="connsiteX13632" y="connsiteY13632"/>
              </a:cxn>
              <a:cxn ang="0">
                <a:pos x="connsiteX13633" y="connsiteY13633"/>
              </a:cxn>
              <a:cxn ang="0">
                <a:pos x="connsiteX13634" y="connsiteY13634"/>
              </a:cxn>
              <a:cxn ang="0">
                <a:pos x="connsiteX13635" y="connsiteY13635"/>
              </a:cxn>
              <a:cxn ang="0">
                <a:pos x="connsiteX13636" y="connsiteY13636"/>
              </a:cxn>
              <a:cxn ang="0">
                <a:pos x="connsiteX13637" y="connsiteY13637"/>
              </a:cxn>
              <a:cxn ang="0">
                <a:pos x="connsiteX13638" y="connsiteY13638"/>
              </a:cxn>
              <a:cxn ang="0">
                <a:pos x="connsiteX13639" y="connsiteY13639"/>
              </a:cxn>
              <a:cxn ang="0">
                <a:pos x="connsiteX13640" y="connsiteY13640"/>
              </a:cxn>
              <a:cxn ang="0">
                <a:pos x="connsiteX13641" y="connsiteY13641"/>
              </a:cxn>
              <a:cxn ang="0">
                <a:pos x="connsiteX13642" y="connsiteY13642"/>
              </a:cxn>
              <a:cxn ang="0">
                <a:pos x="connsiteX13643" y="connsiteY13643"/>
              </a:cxn>
              <a:cxn ang="0">
                <a:pos x="connsiteX13644" y="connsiteY13644"/>
              </a:cxn>
              <a:cxn ang="0">
                <a:pos x="connsiteX13645" y="connsiteY13645"/>
              </a:cxn>
              <a:cxn ang="0">
                <a:pos x="connsiteX13646" y="connsiteY13646"/>
              </a:cxn>
              <a:cxn ang="0">
                <a:pos x="connsiteX13647" y="connsiteY13647"/>
              </a:cxn>
              <a:cxn ang="0">
                <a:pos x="connsiteX13648" y="connsiteY13648"/>
              </a:cxn>
              <a:cxn ang="0">
                <a:pos x="connsiteX13649" y="connsiteY13649"/>
              </a:cxn>
              <a:cxn ang="0">
                <a:pos x="connsiteX13650" y="connsiteY13650"/>
              </a:cxn>
              <a:cxn ang="0">
                <a:pos x="connsiteX13651" y="connsiteY13651"/>
              </a:cxn>
              <a:cxn ang="0">
                <a:pos x="connsiteX13652" y="connsiteY13652"/>
              </a:cxn>
              <a:cxn ang="0">
                <a:pos x="connsiteX13653" y="connsiteY13653"/>
              </a:cxn>
              <a:cxn ang="0">
                <a:pos x="connsiteX13654" y="connsiteY13654"/>
              </a:cxn>
              <a:cxn ang="0">
                <a:pos x="connsiteX13655" y="connsiteY13655"/>
              </a:cxn>
              <a:cxn ang="0">
                <a:pos x="connsiteX13656" y="connsiteY13656"/>
              </a:cxn>
              <a:cxn ang="0">
                <a:pos x="connsiteX13657" y="connsiteY13657"/>
              </a:cxn>
              <a:cxn ang="0">
                <a:pos x="connsiteX13658" y="connsiteY13658"/>
              </a:cxn>
              <a:cxn ang="0">
                <a:pos x="connsiteX13659" y="connsiteY13659"/>
              </a:cxn>
              <a:cxn ang="0">
                <a:pos x="connsiteX13660" y="connsiteY13660"/>
              </a:cxn>
              <a:cxn ang="0">
                <a:pos x="connsiteX13661" y="connsiteY13661"/>
              </a:cxn>
              <a:cxn ang="0">
                <a:pos x="connsiteX13662" y="connsiteY13662"/>
              </a:cxn>
              <a:cxn ang="0">
                <a:pos x="connsiteX13663" y="connsiteY13663"/>
              </a:cxn>
              <a:cxn ang="0">
                <a:pos x="connsiteX13664" y="connsiteY13664"/>
              </a:cxn>
              <a:cxn ang="0">
                <a:pos x="connsiteX13665" y="connsiteY13665"/>
              </a:cxn>
              <a:cxn ang="0">
                <a:pos x="connsiteX13666" y="connsiteY13666"/>
              </a:cxn>
              <a:cxn ang="0">
                <a:pos x="connsiteX13667" y="connsiteY13667"/>
              </a:cxn>
              <a:cxn ang="0">
                <a:pos x="connsiteX13668" y="connsiteY13668"/>
              </a:cxn>
              <a:cxn ang="0">
                <a:pos x="connsiteX13669" y="connsiteY13669"/>
              </a:cxn>
              <a:cxn ang="0">
                <a:pos x="connsiteX13670" y="connsiteY13670"/>
              </a:cxn>
              <a:cxn ang="0">
                <a:pos x="connsiteX13671" y="connsiteY13671"/>
              </a:cxn>
              <a:cxn ang="0">
                <a:pos x="connsiteX13672" y="connsiteY13672"/>
              </a:cxn>
              <a:cxn ang="0">
                <a:pos x="connsiteX13673" y="connsiteY13673"/>
              </a:cxn>
              <a:cxn ang="0">
                <a:pos x="connsiteX13674" y="connsiteY13674"/>
              </a:cxn>
              <a:cxn ang="0">
                <a:pos x="connsiteX13675" y="connsiteY13675"/>
              </a:cxn>
              <a:cxn ang="0">
                <a:pos x="connsiteX13676" y="connsiteY13676"/>
              </a:cxn>
              <a:cxn ang="0">
                <a:pos x="connsiteX13677" y="connsiteY13677"/>
              </a:cxn>
              <a:cxn ang="0">
                <a:pos x="connsiteX13678" y="connsiteY13678"/>
              </a:cxn>
              <a:cxn ang="0">
                <a:pos x="connsiteX13679" y="connsiteY13679"/>
              </a:cxn>
              <a:cxn ang="0">
                <a:pos x="connsiteX13680" y="connsiteY13680"/>
              </a:cxn>
              <a:cxn ang="0">
                <a:pos x="connsiteX13681" y="connsiteY13681"/>
              </a:cxn>
              <a:cxn ang="0">
                <a:pos x="connsiteX13682" y="connsiteY13682"/>
              </a:cxn>
              <a:cxn ang="0">
                <a:pos x="connsiteX13683" y="connsiteY13683"/>
              </a:cxn>
              <a:cxn ang="0">
                <a:pos x="connsiteX13684" y="connsiteY13684"/>
              </a:cxn>
              <a:cxn ang="0">
                <a:pos x="connsiteX13685" y="connsiteY13685"/>
              </a:cxn>
              <a:cxn ang="0">
                <a:pos x="connsiteX13686" y="connsiteY13686"/>
              </a:cxn>
              <a:cxn ang="0">
                <a:pos x="connsiteX13687" y="connsiteY13687"/>
              </a:cxn>
              <a:cxn ang="0">
                <a:pos x="connsiteX13688" y="connsiteY13688"/>
              </a:cxn>
              <a:cxn ang="0">
                <a:pos x="connsiteX13689" y="connsiteY13689"/>
              </a:cxn>
              <a:cxn ang="0">
                <a:pos x="connsiteX13690" y="connsiteY13690"/>
              </a:cxn>
              <a:cxn ang="0">
                <a:pos x="connsiteX13691" y="connsiteY13691"/>
              </a:cxn>
              <a:cxn ang="0">
                <a:pos x="connsiteX13692" y="connsiteY13692"/>
              </a:cxn>
              <a:cxn ang="0">
                <a:pos x="connsiteX13693" y="connsiteY13693"/>
              </a:cxn>
              <a:cxn ang="0">
                <a:pos x="connsiteX13694" y="connsiteY13694"/>
              </a:cxn>
              <a:cxn ang="0">
                <a:pos x="connsiteX13695" y="connsiteY13695"/>
              </a:cxn>
              <a:cxn ang="0">
                <a:pos x="connsiteX13696" y="connsiteY13696"/>
              </a:cxn>
              <a:cxn ang="0">
                <a:pos x="connsiteX13697" y="connsiteY13697"/>
              </a:cxn>
              <a:cxn ang="0">
                <a:pos x="connsiteX13698" y="connsiteY13698"/>
              </a:cxn>
              <a:cxn ang="0">
                <a:pos x="connsiteX13699" y="connsiteY13699"/>
              </a:cxn>
              <a:cxn ang="0">
                <a:pos x="connsiteX13700" y="connsiteY13700"/>
              </a:cxn>
              <a:cxn ang="0">
                <a:pos x="connsiteX13701" y="connsiteY13701"/>
              </a:cxn>
              <a:cxn ang="0">
                <a:pos x="connsiteX13702" y="connsiteY13702"/>
              </a:cxn>
              <a:cxn ang="0">
                <a:pos x="connsiteX13703" y="connsiteY13703"/>
              </a:cxn>
              <a:cxn ang="0">
                <a:pos x="connsiteX13704" y="connsiteY13704"/>
              </a:cxn>
              <a:cxn ang="0">
                <a:pos x="connsiteX13705" y="connsiteY13705"/>
              </a:cxn>
              <a:cxn ang="0">
                <a:pos x="connsiteX13706" y="connsiteY13706"/>
              </a:cxn>
              <a:cxn ang="0">
                <a:pos x="connsiteX13707" y="connsiteY13707"/>
              </a:cxn>
              <a:cxn ang="0">
                <a:pos x="connsiteX13708" y="connsiteY13708"/>
              </a:cxn>
              <a:cxn ang="0">
                <a:pos x="connsiteX13709" y="connsiteY13709"/>
              </a:cxn>
              <a:cxn ang="0">
                <a:pos x="connsiteX13710" y="connsiteY13710"/>
              </a:cxn>
              <a:cxn ang="0">
                <a:pos x="connsiteX13711" y="connsiteY13711"/>
              </a:cxn>
              <a:cxn ang="0">
                <a:pos x="connsiteX13712" y="connsiteY13712"/>
              </a:cxn>
              <a:cxn ang="0">
                <a:pos x="connsiteX13713" y="connsiteY13713"/>
              </a:cxn>
              <a:cxn ang="0">
                <a:pos x="connsiteX13714" y="connsiteY13714"/>
              </a:cxn>
              <a:cxn ang="0">
                <a:pos x="connsiteX13715" y="connsiteY13715"/>
              </a:cxn>
              <a:cxn ang="0">
                <a:pos x="connsiteX13716" y="connsiteY13716"/>
              </a:cxn>
              <a:cxn ang="0">
                <a:pos x="connsiteX13717" y="connsiteY13717"/>
              </a:cxn>
              <a:cxn ang="0">
                <a:pos x="connsiteX13718" y="connsiteY13718"/>
              </a:cxn>
              <a:cxn ang="0">
                <a:pos x="connsiteX13719" y="connsiteY13719"/>
              </a:cxn>
              <a:cxn ang="0">
                <a:pos x="connsiteX13720" y="connsiteY13720"/>
              </a:cxn>
              <a:cxn ang="0">
                <a:pos x="connsiteX13721" y="connsiteY13721"/>
              </a:cxn>
              <a:cxn ang="0">
                <a:pos x="connsiteX13722" y="connsiteY13722"/>
              </a:cxn>
              <a:cxn ang="0">
                <a:pos x="connsiteX13723" y="connsiteY13723"/>
              </a:cxn>
              <a:cxn ang="0">
                <a:pos x="connsiteX13724" y="connsiteY13724"/>
              </a:cxn>
              <a:cxn ang="0">
                <a:pos x="connsiteX13725" y="connsiteY13725"/>
              </a:cxn>
              <a:cxn ang="0">
                <a:pos x="connsiteX13726" y="connsiteY13726"/>
              </a:cxn>
              <a:cxn ang="0">
                <a:pos x="connsiteX13727" y="connsiteY13727"/>
              </a:cxn>
              <a:cxn ang="0">
                <a:pos x="connsiteX13728" y="connsiteY13728"/>
              </a:cxn>
              <a:cxn ang="0">
                <a:pos x="connsiteX13729" y="connsiteY13729"/>
              </a:cxn>
              <a:cxn ang="0">
                <a:pos x="connsiteX13730" y="connsiteY13730"/>
              </a:cxn>
              <a:cxn ang="0">
                <a:pos x="connsiteX13731" y="connsiteY13731"/>
              </a:cxn>
              <a:cxn ang="0">
                <a:pos x="connsiteX13732" y="connsiteY13732"/>
              </a:cxn>
              <a:cxn ang="0">
                <a:pos x="connsiteX13733" y="connsiteY13733"/>
              </a:cxn>
              <a:cxn ang="0">
                <a:pos x="connsiteX13734" y="connsiteY13734"/>
              </a:cxn>
              <a:cxn ang="0">
                <a:pos x="connsiteX13735" y="connsiteY13735"/>
              </a:cxn>
              <a:cxn ang="0">
                <a:pos x="connsiteX13736" y="connsiteY13736"/>
              </a:cxn>
              <a:cxn ang="0">
                <a:pos x="connsiteX13737" y="connsiteY13737"/>
              </a:cxn>
              <a:cxn ang="0">
                <a:pos x="connsiteX13738" y="connsiteY13738"/>
              </a:cxn>
              <a:cxn ang="0">
                <a:pos x="connsiteX13739" y="connsiteY13739"/>
              </a:cxn>
              <a:cxn ang="0">
                <a:pos x="connsiteX13740" y="connsiteY13740"/>
              </a:cxn>
              <a:cxn ang="0">
                <a:pos x="connsiteX13741" y="connsiteY13741"/>
              </a:cxn>
              <a:cxn ang="0">
                <a:pos x="connsiteX13742" y="connsiteY13742"/>
              </a:cxn>
              <a:cxn ang="0">
                <a:pos x="connsiteX13743" y="connsiteY13743"/>
              </a:cxn>
              <a:cxn ang="0">
                <a:pos x="connsiteX13744" y="connsiteY13744"/>
              </a:cxn>
              <a:cxn ang="0">
                <a:pos x="connsiteX13745" y="connsiteY13745"/>
              </a:cxn>
              <a:cxn ang="0">
                <a:pos x="connsiteX13746" y="connsiteY13746"/>
              </a:cxn>
              <a:cxn ang="0">
                <a:pos x="connsiteX13747" y="connsiteY13747"/>
              </a:cxn>
              <a:cxn ang="0">
                <a:pos x="connsiteX13748" y="connsiteY13748"/>
              </a:cxn>
              <a:cxn ang="0">
                <a:pos x="connsiteX13749" y="connsiteY13749"/>
              </a:cxn>
              <a:cxn ang="0">
                <a:pos x="connsiteX13750" y="connsiteY13750"/>
              </a:cxn>
              <a:cxn ang="0">
                <a:pos x="connsiteX13751" y="connsiteY13751"/>
              </a:cxn>
              <a:cxn ang="0">
                <a:pos x="connsiteX13752" y="connsiteY13752"/>
              </a:cxn>
              <a:cxn ang="0">
                <a:pos x="connsiteX13753" y="connsiteY13753"/>
              </a:cxn>
              <a:cxn ang="0">
                <a:pos x="connsiteX13754" y="connsiteY13754"/>
              </a:cxn>
              <a:cxn ang="0">
                <a:pos x="connsiteX13755" y="connsiteY13755"/>
              </a:cxn>
              <a:cxn ang="0">
                <a:pos x="connsiteX13756" y="connsiteY13756"/>
              </a:cxn>
              <a:cxn ang="0">
                <a:pos x="connsiteX13757" y="connsiteY13757"/>
              </a:cxn>
              <a:cxn ang="0">
                <a:pos x="connsiteX13758" y="connsiteY13758"/>
              </a:cxn>
              <a:cxn ang="0">
                <a:pos x="connsiteX13759" y="connsiteY13759"/>
              </a:cxn>
              <a:cxn ang="0">
                <a:pos x="connsiteX13760" y="connsiteY13760"/>
              </a:cxn>
              <a:cxn ang="0">
                <a:pos x="connsiteX13761" y="connsiteY13761"/>
              </a:cxn>
              <a:cxn ang="0">
                <a:pos x="connsiteX13762" y="connsiteY13762"/>
              </a:cxn>
              <a:cxn ang="0">
                <a:pos x="connsiteX13763" y="connsiteY13763"/>
              </a:cxn>
              <a:cxn ang="0">
                <a:pos x="connsiteX13764" y="connsiteY13764"/>
              </a:cxn>
              <a:cxn ang="0">
                <a:pos x="connsiteX13765" y="connsiteY13765"/>
              </a:cxn>
              <a:cxn ang="0">
                <a:pos x="connsiteX13766" y="connsiteY13766"/>
              </a:cxn>
              <a:cxn ang="0">
                <a:pos x="connsiteX13767" y="connsiteY13767"/>
              </a:cxn>
              <a:cxn ang="0">
                <a:pos x="connsiteX13768" y="connsiteY13768"/>
              </a:cxn>
              <a:cxn ang="0">
                <a:pos x="connsiteX13769" y="connsiteY13769"/>
              </a:cxn>
              <a:cxn ang="0">
                <a:pos x="connsiteX13770" y="connsiteY13770"/>
              </a:cxn>
              <a:cxn ang="0">
                <a:pos x="connsiteX13771" y="connsiteY13771"/>
              </a:cxn>
              <a:cxn ang="0">
                <a:pos x="connsiteX13772" y="connsiteY13772"/>
              </a:cxn>
              <a:cxn ang="0">
                <a:pos x="connsiteX13773" y="connsiteY13773"/>
              </a:cxn>
              <a:cxn ang="0">
                <a:pos x="connsiteX13774" y="connsiteY13774"/>
              </a:cxn>
              <a:cxn ang="0">
                <a:pos x="connsiteX13775" y="connsiteY13775"/>
              </a:cxn>
              <a:cxn ang="0">
                <a:pos x="connsiteX13776" y="connsiteY13776"/>
              </a:cxn>
              <a:cxn ang="0">
                <a:pos x="connsiteX13777" y="connsiteY13777"/>
              </a:cxn>
              <a:cxn ang="0">
                <a:pos x="connsiteX13778" y="connsiteY13778"/>
              </a:cxn>
              <a:cxn ang="0">
                <a:pos x="connsiteX13779" y="connsiteY13779"/>
              </a:cxn>
              <a:cxn ang="0">
                <a:pos x="connsiteX13780" y="connsiteY13780"/>
              </a:cxn>
              <a:cxn ang="0">
                <a:pos x="connsiteX13781" y="connsiteY13781"/>
              </a:cxn>
              <a:cxn ang="0">
                <a:pos x="connsiteX13782" y="connsiteY13782"/>
              </a:cxn>
              <a:cxn ang="0">
                <a:pos x="connsiteX13783" y="connsiteY13783"/>
              </a:cxn>
              <a:cxn ang="0">
                <a:pos x="connsiteX13784" y="connsiteY13784"/>
              </a:cxn>
              <a:cxn ang="0">
                <a:pos x="connsiteX13785" y="connsiteY13785"/>
              </a:cxn>
              <a:cxn ang="0">
                <a:pos x="connsiteX13786" y="connsiteY13786"/>
              </a:cxn>
              <a:cxn ang="0">
                <a:pos x="connsiteX13787" y="connsiteY13787"/>
              </a:cxn>
              <a:cxn ang="0">
                <a:pos x="connsiteX13788" y="connsiteY13788"/>
              </a:cxn>
              <a:cxn ang="0">
                <a:pos x="connsiteX13789" y="connsiteY13789"/>
              </a:cxn>
              <a:cxn ang="0">
                <a:pos x="connsiteX13790" y="connsiteY13790"/>
              </a:cxn>
              <a:cxn ang="0">
                <a:pos x="connsiteX13791" y="connsiteY13791"/>
              </a:cxn>
              <a:cxn ang="0">
                <a:pos x="connsiteX13792" y="connsiteY13792"/>
              </a:cxn>
              <a:cxn ang="0">
                <a:pos x="connsiteX13793" y="connsiteY13793"/>
              </a:cxn>
              <a:cxn ang="0">
                <a:pos x="connsiteX13794" y="connsiteY13794"/>
              </a:cxn>
              <a:cxn ang="0">
                <a:pos x="connsiteX13795" y="connsiteY13795"/>
              </a:cxn>
              <a:cxn ang="0">
                <a:pos x="connsiteX13796" y="connsiteY13796"/>
              </a:cxn>
              <a:cxn ang="0">
                <a:pos x="connsiteX13797" y="connsiteY13797"/>
              </a:cxn>
              <a:cxn ang="0">
                <a:pos x="connsiteX13798" y="connsiteY13798"/>
              </a:cxn>
              <a:cxn ang="0">
                <a:pos x="connsiteX13799" y="connsiteY13799"/>
              </a:cxn>
              <a:cxn ang="0">
                <a:pos x="connsiteX13800" y="connsiteY13800"/>
              </a:cxn>
              <a:cxn ang="0">
                <a:pos x="connsiteX13801" y="connsiteY13801"/>
              </a:cxn>
              <a:cxn ang="0">
                <a:pos x="connsiteX13802" y="connsiteY13802"/>
              </a:cxn>
              <a:cxn ang="0">
                <a:pos x="connsiteX13803" y="connsiteY13803"/>
              </a:cxn>
              <a:cxn ang="0">
                <a:pos x="connsiteX13804" y="connsiteY13804"/>
              </a:cxn>
              <a:cxn ang="0">
                <a:pos x="connsiteX13805" y="connsiteY13805"/>
              </a:cxn>
              <a:cxn ang="0">
                <a:pos x="connsiteX13806" y="connsiteY13806"/>
              </a:cxn>
              <a:cxn ang="0">
                <a:pos x="connsiteX13807" y="connsiteY13807"/>
              </a:cxn>
              <a:cxn ang="0">
                <a:pos x="connsiteX13808" y="connsiteY13808"/>
              </a:cxn>
              <a:cxn ang="0">
                <a:pos x="connsiteX13809" y="connsiteY13809"/>
              </a:cxn>
              <a:cxn ang="0">
                <a:pos x="connsiteX13810" y="connsiteY13810"/>
              </a:cxn>
              <a:cxn ang="0">
                <a:pos x="connsiteX13811" y="connsiteY13811"/>
              </a:cxn>
              <a:cxn ang="0">
                <a:pos x="connsiteX13812" y="connsiteY13812"/>
              </a:cxn>
              <a:cxn ang="0">
                <a:pos x="connsiteX13813" y="connsiteY13813"/>
              </a:cxn>
              <a:cxn ang="0">
                <a:pos x="connsiteX13814" y="connsiteY13814"/>
              </a:cxn>
              <a:cxn ang="0">
                <a:pos x="connsiteX13815" y="connsiteY13815"/>
              </a:cxn>
              <a:cxn ang="0">
                <a:pos x="connsiteX13816" y="connsiteY13816"/>
              </a:cxn>
              <a:cxn ang="0">
                <a:pos x="connsiteX13817" y="connsiteY13817"/>
              </a:cxn>
              <a:cxn ang="0">
                <a:pos x="connsiteX13818" y="connsiteY13818"/>
              </a:cxn>
              <a:cxn ang="0">
                <a:pos x="connsiteX13819" y="connsiteY13819"/>
              </a:cxn>
              <a:cxn ang="0">
                <a:pos x="connsiteX13820" y="connsiteY13820"/>
              </a:cxn>
              <a:cxn ang="0">
                <a:pos x="connsiteX13821" y="connsiteY13821"/>
              </a:cxn>
              <a:cxn ang="0">
                <a:pos x="connsiteX13822" y="connsiteY13822"/>
              </a:cxn>
              <a:cxn ang="0">
                <a:pos x="connsiteX13823" y="connsiteY13823"/>
              </a:cxn>
              <a:cxn ang="0">
                <a:pos x="connsiteX13824" y="connsiteY13824"/>
              </a:cxn>
              <a:cxn ang="0">
                <a:pos x="connsiteX13825" y="connsiteY13825"/>
              </a:cxn>
              <a:cxn ang="0">
                <a:pos x="connsiteX13826" y="connsiteY13826"/>
              </a:cxn>
              <a:cxn ang="0">
                <a:pos x="connsiteX13827" y="connsiteY13827"/>
              </a:cxn>
              <a:cxn ang="0">
                <a:pos x="connsiteX13828" y="connsiteY13828"/>
              </a:cxn>
              <a:cxn ang="0">
                <a:pos x="connsiteX13829" y="connsiteY13829"/>
              </a:cxn>
              <a:cxn ang="0">
                <a:pos x="connsiteX13830" y="connsiteY13830"/>
              </a:cxn>
              <a:cxn ang="0">
                <a:pos x="connsiteX13831" y="connsiteY13831"/>
              </a:cxn>
              <a:cxn ang="0">
                <a:pos x="connsiteX13832" y="connsiteY13832"/>
              </a:cxn>
              <a:cxn ang="0">
                <a:pos x="connsiteX13833" y="connsiteY13833"/>
              </a:cxn>
              <a:cxn ang="0">
                <a:pos x="connsiteX13834" y="connsiteY13834"/>
              </a:cxn>
              <a:cxn ang="0">
                <a:pos x="connsiteX13835" y="connsiteY13835"/>
              </a:cxn>
              <a:cxn ang="0">
                <a:pos x="connsiteX13836" y="connsiteY13836"/>
              </a:cxn>
              <a:cxn ang="0">
                <a:pos x="connsiteX13837" y="connsiteY13837"/>
              </a:cxn>
              <a:cxn ang="0">
                <a:pos x="connsiteX13838" y="connsiteY13838"/>
              </a:cxn>
              <a:cxn ang="0">
                <a:pos x="connsiteX13839" y="connsiteY13839"/>
              </a:cxn>
              <a:cxn ang="0">
                <a:pos x="connsiteX13840" y="connsiteY13840"/>
              </a:cxn>
              <a:cxn ang="0">
                <a:pos x="connsiteX13841" y="connsiteY13841"/>
              </a:cxn>
              <a:cxn ang="0">
                <a:pos x="connsiteX13842" y="connsiteY13842"/>
              </a:cxn>
              <a:cxn ang="0">
                <a:pos x="connsiteX13843" y="connsiteY13843"/>
              </a:cxn>
              <a:cxn ang="0">
                <a:pos x="connsiteX13844" y="connsiteY13844"/>
              </a:cxn>
              <a:cxn ang="0">
                <a:pos x="connsiteX13845" y="connsiteY13845"/>
              </a:cxn>
              <a:cxn ang="0">
                <a:pos x="connsiteX13846" y="connsiteY13846"/>
              </a:cxn>
              <a:cxn ang="0">
                <a:pos x="connsiteX13847" y="connsiteY13847"/>
              </a:cxn>
              <a:cxn ang="0">
                <a:pos x="connsiteX13848" y="connsiteY13848"/>
              </a:cxn>
              <a:cxn ang="0">
                <a:pos x="connsiteX13849" y="connsiteY13849"/>
              </a:cxn>
              <a:cxn ang="0">
                <a:pos x="connsiteX13850" y="connsiteY13850"/>
              </a:cxn>
              <a:cxn ang="0">
                <a:pos x="connsiteX13851" y="connsiteY13851"/>
              </a:cxn>
              <a:cxn ang="0">
                <a:pos x="connsiteX13852" y="connsiteY13852"/>
              </a:cxn>
              <a:cxn ang="0">
                <a:pos x="connsiteX13853" y="connsiteY13853"/>
              </a:cxn>
              <a:cxn ang="0">
                <a:pos x="connsiteX13854" y="connsiteY13854"/>
              </a:cxn>
              <a:cxn ang="0">
                <a:pos x="connsiteX13855" y="connsiteY13855"/>
              </a:cxn>
              <a:cxn ang="0">
                <a:pos x="connsiteX13856" y="connsiteY13856"/>
              </a:cxn>
              <a:cxn ang="0">
                <a:pos x="connsiteX13857" y="connsiteY13857"/>
              </a:cxn>
              <a:cxn ang="0">
                <a:pos x="connsiteX13858" y="connsiteY13858"/>
              </a:cxn>
              <a:cxn ang="0">
                <a:pos x="connsiteX13859" y="connsiteY13859"/>
              </a:cxn>
              <a:cxn ang="0">
                <a:pos x="connsiteX13860" y="connsiteY13860"/>
              </a:cxn>
              <a:cxn ang="0">
                <a:pos x="connsiteX13861" y="connsiteY13861"/>
              </a:cxn>
              <a:cxn ang="0">
                <a:pos x="connsiteX13862" y="connsiteY13862"/>
              </a:cxn>
              <a:cxn ang="0">
                <a:pos x="connsiteX13863" y="connsiteY13863"/>
              </a:cxn>
              <a:cxn ang="0">
                <a:pos x="connsiteX13864" y="connsiteY13864"/>
              </a:cxn>
              <a:cxn ang="0">
                <a:pos x="connsiteX13865" y="connsiteY13865"/>
              </a:cxn>
              <a:cxn ang="0">
                <a:pos x="connsiteX13866" y="connsiteY13866"/>
              </a:cxn>
              <a:cxn ang="0">
                <a:pos x="connsiteX13867" y="connsiteY13867"/>
              </a:cxn>
              <a:cxn ang="0">
                <a:pos x="connsiteX13868" y="connsiteY13868"/>
              </a:cxn>
              <a:cxn ang="0">
                <a:pos x="connsiteX13869" y="connsiteY13869"/>
              </a:cxn>
              <a:cxn ang="0">
                <a:pos x="connsiteX13870" y="connsiteY13870"/>
              </a:cxn>
              <a:cxn ang="0">
                <a:pos x="connsiteX13871" y="connsiteY13871"/>
              </a:cxn>
              <a:cxn ang="0">
                <a:pos x="connsiteX13872" y="connsiteY13872"/>
              </a:cxn>
              <a:cxn ang="0">
                <a:pos x="connsiteX13873" y="connsiteY13873"/>
              </a:cxn>
              <a:cxn ang="0">
                <a:pos x="connsiteX13874" y="connsiteY13874"/>
              </a:cxn>
              <a:cxn ang="0">
                <a:pos x="connsiteX13875" y="connsiteY13875"/>
              </a:cxn>
              <a:cxn ang="0">
                <a:pos x="connsiteX13876" y="connsiteY13876"/>
              </a:cxn>
              <a:cxn ang="0">
                <a:pos x="connsiteX13877" y="connsiteY13877"/>
              </a:cxn>
              <a:cxn ang="0">
                <a:pos x="connsiteX13878" y="connsiteY13878"/>
              </a:cxn>
              <a:cxn ang="0">
                <a:pos x="connsiteX13879" y="connsiteY13879"/>
              </a:cxn>
              <a:cxn ang="0">
                <a:pos x="connsiteX13880" y="connsiteY13880"/>
              </a:cxn>
              <a:cxn ang="0">
                <a:pos x="connsiteX13881" y="connsiteY13881"/>
              </a:cxn>
              <a:cxn ang="0">
                <a:pos x="connsiteX13882" y="connsiteY13882"/>
              </a:cxn>
              <a:cxn ang="0">
                <a:pos x="connsiteX13883" y="connsiteY13883"/>
              </a:cxn>
              <a:cxn ang="0">
                <a:pos x="connsiteX13884" y="connsiteY13884"/>
              </a:cxn>
              <a:cxn ang="0">
                <a:pos x="connsiteX13885" y="connsiteY13885"/>
              </a:cxn>
              <a:cxn ang="0">
                <a:pos x="connsiteX13886" y="connsiteY13886"/>
              </a:cxn>
              <a:cxn ang="0">
                <a:pos x="connsiteX13887" y="connsiteY13887"/>
              </a:cxn>
              <a:cxn ang="0">
                <a:pos x="connsiteX13888" y="connsiteY13888"/>
              </a:cxn>
              <a:cxn ang="0">
                <a:pos x="connsiteX13889" y="connsiteY13889"/>
              </a:cxn>
              <a:cxn ang="0">
                <a:pos x="connsiteX13890" y="connsiteY13890"/>
              </a:cxn>
              <a:cxn ang="0">
                <a:pos x="connsiteX13891" y="connsiteY13891"/>
              </a:cxn>
              <a:cxn ang="0">
                <a:pos x="connsiteX13892" y="connsiteY13892"/>
              </a:cxn>
              <a:cxn ang="0">
                <a:pos x="connsiteX13893" y="connsiteY13893"/>
              </a:cxn>
              <a:cxn ang="0">
                <a:pos x="connsiteX13894" y="connsiteY13894"/>
              </a:cxn>
              <a:cxn ang="0">
                <a:pos x="connsiteX13895" y="connsiteY13895"/>
              </a:cxn>
              <a:cxn ang="0">
                <a:pos x="connsiteX13896" y="connsiteY13896"/>
              </a:cxn>
              <a:cxn ang="0">
                <a:pos x="connsiteX13897" y="connsiteY13897"/>
              </a:cxn>
              <a:cxn ang="0">
                <a:pos x="connsiteX13898" y="connsiteY13898"/>
              </a:cxn>
              <a:cxn ang="0">
                <a:pos x="connsiteX13899" y="connsiteY13899"/>
              </a:cxn>
              <a:cxn ang="0">
                <a:pos x="connsiteX13900" y="connsiteY13900"/>
              </a:cxn>
              <a:cxn ang="0">
                <a:pos x="connsiteX13901" y="connsiteY13901"/>
              </a:cxn>
              <a:cxn ang="0">
                <a:pos x="connsiteX13902" y="connsiteY13902"/>
              </a:cxn>
              <a:cxn ang="0">
                <a:pos x="connsiteX13903" y="connsiteY13903"/>
              </a:cxn>
              <a:cxn ang="0">
                <a:pos x="connsiteX13904" y="connsiteY13904"/>
              </a:cxn>
              <a:cxn ang="0">
                <a:pos x="connsiteX13905" y="connsiteY13905"/>
              </a:cxn>
              <a:cxn ang="0">
                <a:pos x="connsiteX13906" y="connsiteY13906"/>
              </a:cxn>
              <a:cxn ang="0">
                <a:pos x="connsiteX13907" y="connsiteY13907"/>
              </a:cxn>
              <a:cxn ang="0">
                <a:pos x="connsiteX13908" y="connsiteY13908"/>
              </a:cxn>
              <a:cxn ang="0">
                <a:pos x="connsiteX13909" y="connsiteY13909"/>
              </a:cxn>
              <a:cxn ang="0">
                <a:pos x="connsiteX13910" y="connsiteY13910"/>
              </a:cxn>
              <a:cxn ang="0">
                <a:pos x="connsiteX13911" y="connsiteY13911"/>
              </a:cxn>
              <a:cxn ang="0">
                <a:pos x="connsiteX13912" y="connsiteY13912"/>
              </a:cxn>
              <a:cxn ang="0">
                <a:pos x="connsiteX13913" y="connsiteY13913"/>
              </a:cxn>
              <a:cxn ang="0">
                <a:pos x="connsiteX13914" y="connsiteY13914"/>
              </a:cxn>
              <a:cxn ang="0">
                <a:pos x="connsiteX13915" y="connsiteY13915"/>
              </a:cxn>
              <a:cxn ang="0">
                <a:pos x="connsiteX13916" y="connsiteY13916"/>
              </a:cxn>
              <a:cxn ang="0">
                <a:pos x="connsiteX13917" y="connsiteY13917"/>
              </a:cxn>
              <a:cxn ang="0">
                <a:pos x="connsiteX13918" y="connsiteY13918"/>
              </a:cxn>
              <a:cxn ang="0">
                <a:pos x="connsiteX13919" y="connsiteY13919"/>
              </a:cxn>
              <a:cxn ang="0">
                <a:pos x="connsiteX13920" y="connsiteY13920"/>
              </a:cxn>
              <a:cxn ang="0">
                <a:pos x="connsiteX13921" y="connsiteY13921"/>
              </a:cxn>
              <a:cxn ang="0">
                <a:pos x="connsiteX13922" y="connsiteY13922"/>
              </a:cxn>
              <a:cxn ang="0">
                <a:pos x="connsiteX13923" y="connsiteY13923"/>
              </a:cxn>
              <a:cxn ang="0">
                <a:pos x="connsiteX13924" y="connsiteY13924"/>
              </a:cxn>
              <a:cxn ang="0">
                <a:pos x="connsiteX13925" y="connsiteY13925"/>
              </a:cxn>
              <a:cxn ang="0">
                <a:pos x="connsiteX13926" y="connsiteY13926"/>
              </a:cxn>
              <a:cxn ang="0">
                <a:pos x="connsiteX13927" y="connsiteY13927"/>
              </a:cxn>
              <a:cxn ang="0">
                <a:pos x="connsiteX13928" y="connsiteY13928"/>
              </a:cxn>
              <a:cxn ang="0">
                <a:pos x="connsiteX13929" y="connsiteY13929"/>
              </a:cxn>
              <a:cxn ang="0">
                <a:pos x="connsiteX13930" y="connsiteY13930"/>
              </a:cxn>
              <a:cxn ang="0">
                <a:pos x="connsiteX13931" y="connsiteY13931"/>
              </a:cxn>
              <a:cxn ang="0">
                <a:pos x="connsiteX13932" y="connsiteY13932"/>
              </a:cxn>
              <a:cxn ang="0">
                <a:pos x="connsiteX13933" y="connsiteY13933"/>
              </a:cxn>
              <a:cxn ang="0">
                <a:pos x="connsiteX13934" y="connsiteY13934"/>
              </a:cxn>
              <a:cxn ang="0">
                <a:pos x="connsiteX13935" y="connsiteY13935"/>
              </a:cxn>
              <a:cxn ang="0">
                <a:pos x="connsiteX13936" y="connsiteY13936"/>
              </a:cxn>
              <a:cxn ang="0">
                <a:pos x="connsiteX13937" y="connsiteY13937"/>
              </a:cxn>
              <a:cxn ang="0">
                <a:pos x="connsiteX13938" y="connsiteY13938"/>
              </a:cxn>
              <a:cxn ang="0">
                <a:pos x="connsiteX13939" y="connsiteY13939"/>
              </a:cxn>
              <a:cxn ang="0">
                <a:pos x="connsiteX13940" y="connsiteY13940"/>
              </a:cxn>
              <a:cxn ang="0">
                <a:pos x="connsiteX13941" y="connsiteY13941"/>
              </a:cxn>
              <a:cxn ang="0">
                <a:pos x="connsiteX13942" y="connsiteY13942"/>
              </a:cxn>
              <a:cxn ang="0">
                <a:pos x="connsiteX13943" y="connsiteY13943"/>
              </a:cxn>
              <a:cxn ang="0">
                <a:pos x="connsiteX13944" y="connsiteY13944"/>
              </a:cxn>
              <a:cxn ang="0">
                <a:pos x="connsiteX13945" y="connsiteY13945"/>
              </a:cxn>
              <a:cxn ang="0">
                <a:pos x="connsiteX13946" y="connsiteY13946"/>
              </a:cxn>
              <a:cxn ang="0">
                <a:pos x="connsiteX13947" y="connsiteY13947"/>
              </a:cxn>
              <a:cxn ang="0">
                <a:pos x="connsiteX13948" y="connsiteY13948"/>
              </a:cxn>
              <a:cxn ang="0">
                <a:pos x="connsiteX13949" y="connsiteY13949"/>
              </a:cxn>
              <a:cxn ang="0">
                <a:pos x="connsiteX13950" y="connsiteY13950"/>
              </a:cxn>
              <a:cxn ang="0">
                <a:pos x="connsiteX13951" y="connsiteY13951"/>
              </a:cxn>
              <a:cxn ang="0">
                <a:pos x="connsiteX13952" y="connsiteY13952"/>
              </a:cxn>
              <a:cxn ang="0">
                <a:pos x="connsiteX13953" y="connsiteY13953"/>
              </a:cxn>
              <a:cxn ang="0">
                <a:pos x="connsiteX13954" y="connsiteY13954"/>
              </a:cxn>
              <a:cxn ang="0">
                <a:pos x="connsiteX13955" y="connsiteY13955"/>
              </a:cxn>
              <a:cxn ang="0">
                <a:pos x="connsiteX13956" y="connsiteY13956"/>
              </a:cxn>
              <a:cxn ang="0">
                <a:pos x="connsiteX13957" y="connsiteY13957"/>
              </a:cxn>
              <a:cxn ang="0">
                <a:pos x="connsiteX13958" y="connsiteY13958"/>
              </a:cxn>
              <a:cxn ang="0">
                <a:pos x="connsiteX13959" y="connsiteY13959"/>
              </a:cxn>
              <a:cxn ang="0">
                <a:pos x="connsiteX13960" y="connsiteY13960"/>
              </a:cxn>
              <a:cxn ang="0">
                <a:pos x="connsiteX13961" y="connsiteY13961"/>
              </a:cxn>
              <a:cxn ang="0">
                <a:pos x="connsiteX13962" y="connsiteY13962"/>
              </a:cxn>
              <a:cxn ang="0">
                <a:pos x="connsiteX13963" y="connsiteY13963"/>
              </a:cxn>
              <a:cxn ang="0">
                <a:pos x="connsiteX13964" y="connsiteY13964"/>
              </a:cxn>
              <a:cxn ang="0">
                <a:pos x="connsiteX13965" y="connsiteY13965"/>
              </a:cxn>
              <a:cxn ang="0">
                <a:pos x="connsiteX13966" y="connsiteY13966"/>
              </a:cxn>
              <a:cxn ang="0">
                <a:pos x="connsiteX13967" y="connsiteY13967"/>
              </a:cxn>
              <a:cxn ang="0">
                <a:pos x="connsiteX13968" y="connsiteY13968"/>
              </a:cxn>
              <a:cxn ang="0">
                <a:pos x="connsiteX13969" y="connsiteY13969"/>
              </a:cxn>
              <a:cxn ang="0">
                <a:pos x="connsiteX13970" y="connsiteY13970"/>
              </a:cxn>
              <a:cxn ang="0">
                <a:pos x="connsiteX13971" y="connsiteY13971"/>
              </a:cxn>
              <a:cxn ang="0">
                <a:pos x="connsiteX13972" y="connsiteY13972"/>
              </a:cxn>
              <a:cxn ang="0">
                <a:pos x="connsiteX13973" y="connsiteY13973"/>
              </a:cxn>
              <a:cxn ang="0">
                <a:pos x="connsiteX13974" y="connsiteY13974"/>
              </a:cxn>
              <a:cxn ang="0">
                <a:pos x="connsiteX13975" y="connsiteY13975"/>
              </a:cxn>
              <a:cxn ang="0">
                <a:pos x="connsiteX13976" y="connsiteY13976"/>
              </a:cxn>
              <a:cxn ang="0">
                <a:pos x="connsiteX13977" y="connsiteY13977"/>
              </a:cxn>
              <a:cxn ang="0">
                <a:pos x="connsiteX13978" y="connsiteY13978"/>
              </a:cxn>
              <a:cxn ang="0">
                <a:pos x="connsiteX13979" y="connsiteY13979"/>
              </a:cxn>
              <a:cxn ang="0">
                <a:pos x="connsiteX13980" y="connsiteY13980"/>
              </a:cxn>
              <a:cxn ang="0">
                <a:pos x="connsiteX13981" y="connsiteY13981"/>
              </a:cxn>
              <a:cxn ang="0">
                <a:pos x="connsiteX13982" y="connsiteY13982"/>
              </a:cxn>
              <a:cxn ang="0">
                <a:pos x="connsiteX13983" y="connsiteY13983"/>
              </a:cxn>
              <a:cxn ang="0">
                <a:pos x="connsiteX13984" y="connsiteY13984"/>
              </a:cxn>
              <a:cxn ang="0">
                <a:pos x="connsiteX13985" y="connsiteY13985"/>
              </a:cxn>
              <a:cxn ang="0">
                <a:pos x="connsiteX13986" y="connsiteY13986"/>
              </a:cxn>
              <a:cxn ang="0">
                <a:pos x="connsiteX13987" y="connsiteY13987"/>
              </a:cxn>
              <a:cxn ang="0">
                <a:pos x="connsiteX13988" y="connsiteY13988"/>
              </a:cxn>
              <a:cxn ang="0">
                <a:pos x="connsiteX13989" y="connsiteY13989"/>
              </a:cxn>
              <a:cxn ang="0">
                <a:pos x="connsiteX13990" y="connsiteY13990"/>
              </a:cxn>
              <a:cxn ang="0">
                <a:pos x="connsiteX13991" y="connsiteY13991"/>
              </a:cxn>
              <a:cxn ang="0">
                <a:pos x="connsiteX13992" y="connsiteY13992"/>
              </a:cxn>
              <a:cxn ang="0">
                <a:pos x="connsiteX13993" y="connsiteY13993"/>
              </a:cxn>
              <a:cxn ang="0">
                <a:pos x="connsiteX13994" y="connsiteY13994"/>
              </a:cxn>
              <a:cxn ang="0">
                <a:pos x="connsiteX13995" y="connsiteY13995"/>
              </a:cxn>
              <a:cxn ang="0">
                <a:pos x="connsiteX13996" y="connsiteY13996"/>
              </a:cxn>
              <a:cxn ang="0">
                <a:pos x="connsiteX13997" y="connsiteY13997"/>
              </a:cxn>
              <a:cxn ang="0">
                <a:pos x="connsiteX13998" y="connsiteY13998"/>
              </a:cxn>
              <a:cxn ang="0">
                <a:pos x="connsiteX13999" y="connsiteY13999"/>
              </a:cxn>
              <a:cxn ang="0">
                <a:pos x="connsiteX14000" y="connsiteY14000"/>
              </a:cxn>
              <a:cxn ang="0">
                <a:pos x="connsiteX14001" y="connsiteY14001"/>
              </a:cxn>
              <a:cxn ang="0">
                <a:pos x="connsiteX14002" y="connsiteY14002"/>
              </a:cxn>
              <a:cxn ang="0">
                <a:pos x="connsiteX14003" y="connsiteY14003"/>
              </a:cxn>
              <a:cxn ang="0">
                <a:pos x="connsiteX14004" y="connsiteY14004"/>
              </a:cxn>
              <a:cxn ang="0">
                <a:pos x="connsiteX14005" y="connsiteY14005"/>
              </a:cxn>
              <a:cxn ang="0">
                <a:pos x="connsiteX14006" y="connsiteY14006"/>
              </a:cxn>
              <a:cxn ang="0">
                <a:pos x="connsiteX14007" y="connsiteY14007"/>
              </a:cxn>
              <a:cxn ang="0">
                <a:pos x="connsiteX14008" y="connsiteY14008"/>
              </a:cxn>
              <a:cxn ang="0">
                <a:pos x="connsiteX14009" y="connsiteY14009"/>
              </a:cxn>
              <a:cxn ang="0">
                <a:pos x="connsiteX14010" y="connsiteY14010"/>
              </a:cxn>
              <a:cxn ang="0">
                <a:pos x="connsiteX14011" y="connsiteY14011"/>
              </a:cxn>
              <a:cxn ang="0">
                <a:pos x="connsiteX14012" y="connsiteY14012"/>
              </a:cxn>
              <a:cxn ang="0">
                <a:pos x="connsiteX14013" y="connsiteY14013"/>
              </a:cxn>
              <a:cxn ang="0">
                <a:pos x="connsiteX14014" y="connsiteY14014"/>
              </a:cxn>
              <a:cxn ang="0">
                <a:pos x="connsiteX14015" y="connsiteY14015"/>
              </a:cxn>
              <a:cxn ang="0">
                <a:pos x="connsiteX14016" y="connsiteY14016"/>
              </a:cxn>
              <a:cxn ang="0">
                <a:pos x="connsiteX14017" y="connsiteY14017"/>
              </a:cxn>
              <a:cxn ang="0">
                <a:pos x="connsiteX14018" y="connsiteY14018"/>
              </a:cxn>
              <a:cxn ang="0">
                <a:pos x="connsiteX14019" y="connsiteY14019"/>
              </a:cxn>
              <a:cxn ang="0">
                <a:pos x="connsiteX14020" y="connsiteY14020"/>
              </a:cxn>
              <a:cxn ang="0">
                <a:pos x="connsiteX14021" y="connsiteY14021"/>
              </a:cxn>
              <a:cxn ang="0">
                <a:pos x="connsiteX14022" y="connsiteY14022"/>
              </a:cxn>
              <a:cxn ang="0">
                <a:pos x="connsiteX14023" y="connsiteY14023"/>
              </a:cxn>
              <a:cxn ang="0">
                <a:pos x="connsiteX14024" y="connsiteY14024"/>
              </a:cxn>
              <a:cxn ang="0">
                <a:pos x="connsiteX14025" y="connsiteY14025"/>
              </a:cxn>
              <a:cxn ang="0">
                <a:pos x="connsiteX14026" y="connsiteY14026"/>
              </a:cxn>
              <a:cxn ang="0">
                <a:pos x="connsiteX14027" y="connsiteY14027"/>
              </a:cxn>
              <a:cxn ang="0">
                <a:pos x="connsiteX14028" y="connsiteY14028"/>
              </a:cxn>
              <a:cxn ang="0">
                <a:pos x="connsiteX14029" y="connsiteY14029"/>
              </a:cxn>
              <a:cxn ang="0">
                <a:pos x="connsiteX14030" y="connsiteY14030"/>
              </a:cxn>
              <a:cxn ang="0">
                <a:pos x="connsiteX14031" y="connsiteY14031"/>
              </a:cxn>
              <a:cxn ang="0">
                <a:pos x="connsiteX14032" y="connsiteY14032"/>
              </a:cxn>
              <a:cxn ang="0">
                <a:pos x="connsiteX14033" y="connsiteY14033"/>
              </a:cxn>
              <a:cxn ang="0">
                <a:pos x="connsiteX14034" y="connsiteY14034"/>
              </a:cxn>
              <a:cxn ang="0">
                <a:pos x="connsiteX14035" y="connsiteY14035"/>
              </a:cxn>
              <a:cxn ang="0">
                <a:pos x="connsiteX14036" y="connsiteY14036"/>
              </a:cxn>
              <a:cxn ang="0">
                <a:pos x="connsiteX14037" y="connsiteY14037"/>
              </a:cxn>
              <a:cxn ang="0">
                <a:pos x="connsiteX14038" y="connsiteY14038"/>
              </a:cxn>
              <a:cxn ang="0">
                <a:pos x="connsiteX14039" y="connsiteY14039"/>
              </a:cxn>
              <a:cxn ang="0">
                <a:pos x="connsiteX14040" y="connsiteY14040"/>
              </a:cxn>
              <a:cxn ang="0">
                <a:pos x="connsiteX14041" y="connsiteY14041"/>
              </a:cxn>
              <a:cxn ang="0">
                <a:pos x="connsiteX14042" y="connsiteY14042"/>
              </a:cxn>
              <a:cxn ang="0">
                <a:pos x="connsiteX14043" y="connsiteY14043"/>
              </a:cxn>
              <a:cxn ang="0">
                <a:pos x="connsiteX14044" y="connsiteY14044"/>
              </a:cxn>
              <a:cxn ang="0">
                <a:pos x="connsiteX14045" y="connsiteY14045"/>
              </a:cxn>
              <a:cxn ang="0">
                <a:pos x="connsiteX14046" y="connsiteY14046"/>
              </a:cxn>
              <a:cxn ang="0">
                <a:pos x="connsiteX14047" y="connsiteY14047"/>
              </a:cxn>
              <a:cxn ang="0">
                <a:pos x="connsiteX14048" y="connsiteY14048"/>
              </a:cxn>
              <a:cxn ang="0">
                <a:pos x="connsiteX14049" y="connsiteY14049"/>
              </a:cxn>
              <a:cxn ang="0">
                <a:pos x="connsiteX14050" y="connsiteY14050"/>
              </a:cxn>
              <a:cxn ang="0">
                <a:pos x="connsiteX14051" y="connsiteY14051"/>
              </a:cxn>
              <a:cxn ang="0">
                <a:pos x="connsiteX14052" y="connsiteY14052"/>
              </a:cxn>
              <a:cxn ang="0">
                <a:pos x="connsiteX14053" y="connsiteY14053"/>
              </a:cxn>
              <a:cxn ang="0">
                <a:pos x="connsiteX14054" y="connsiteY14054"/>
              </a:cxn>
              <a:cxn ang="0">
                <a:pos x="connsiteX14055" y="connsiteY14055"/>
              </a:cxn>
              <a:cxn ang="0">
                <a:pos x="connsiteX14056" y="connsiteY14056"/>
              </a:cxn>
              <a:cxn ang="0">
                <a:pos x="connsiteX14057" y="connsiteY14057"/>
              </a:cxn>
              <a:cxn ang="0">
                <a:pos x="connsiteX14058" y="connsiteY14058"/>
              </a:cxn>
              <a:cxn ang="0">
                <a:pos x="connsiteX14059" y="connsiteY14059"/>
              </a:cxn>
              <a:cxn ang="0">
                <a:pos x="connsiteX14060" y="connsiteY14060"/>
              </a:cxn>
              <a:cxn ang="0">
                <a:pos x="connsiteX14061" y="connsiteY14061"/>
              </a:cxn>
              <a:cxn ang="0">
                <a:pos x="connsiteX14062" y="connsiteY14062"/>
              </a:cxn>
              <a:cxn ang="0">
                <a:pos x="connsiteX14063" y="connsiteY14063"/>
              </a:cxn>
              <a:cxn ang="0">
                <a:pos x="connsiteX14064" y="connsiteY14064"/>
              </a:cxn>
              <a:cxn ang="0">
                <a:pos x="connsiteX14065" y="connsiteY14065"/>
              </a:cxn>
              <a:cxn ang="0">
                <a:pos x="connsiteX14066" y="connsiteY14066"/>
              </a:cxn>
              <a:cxn ang="0">
                <a:pos x="connsiteX14067" y="connsiteY14067"/>
              </a:cxn>
              <a:cxn ang="0">
                <a:pos x="connsiteX14068" y="connsiteY14068"/>
              </a:cxn>
              <a:cxn ang="0">
                <a:pos x="connsiteX14069" y="connsiteY14069"/>
              </a:cxn>
              <a:cxn ang="0">
                <a:pos x="connsiteX14070" y="connsiteY14070"/>
              </a:cxn>
              <a:cxn ang="0">
                <a:pos x="connsiteX14071" y="connsiteY14071"/>
              </a:cxn>
              <a:cxn ang="0">
                <a:pos x="connsiteX14072" y="connsiteY14072"/>
              </a:cxn>
              <a:cxn ang="0">
                <a:pos x="connsiteX14073" y="connsiteY14073"/>
              </a:cxn>
              <a:cxn ang="0">
                <a:pos x="connsiteX14074" y="connsiteY14074"/>
              </a:cxn>
              <a:cxn ang="0">
                <a:pos x="connsiteX14075" y="connsiteY14075"/>
              </a:cxn>
              <a:cxn ang="0">
                <a:pos x="connsiteX14076" y="connsiteY14076"/>
              </a:cxn>
              <a:cxn ang="0">
                <a:pos x="connsiteX14077" y="connsiteY14077"/>
              </a:cxn>
              <a:cxn ang="0">
                <a:pos x="connsiteX14078" y="connsiteY14078"/>
              </a:cxn>
              <a:cxn ang="0">
                <a:pos x="connsiteX14079" y="connsiteY14079"/>
              </a:cxn>
              <a:cxn ang="0">
                <a:pos x="connsiteX14080" y="connsiteY14080"/>
              </a:cxn>
              <a:cxn ang="0">
                <a:pos x="connsiteX14081" y="connsiteY14081"/>
              </a:cxn>
              <a:cxn ang="0">
                <a:pos x="connsiteX14082" y="connsiteY14082"/>
              </a:cxn>
              <a:cxn ang="0">
                <a:pos x="connsiteX14083" y="connsiteY14083"/>
              </a:cxn>
              <a:cxn ang="0">
                <a:pos x="connsiteX14084" y="connsiteY14084"/>
              </a:cxn>
              <a:cxn ang="0">
                <a:pos x="connsiteX14085" y="connsiteY14085"/>
              </a:cxn>
              <a:cxn ang="0">
                <a:pos x="connsiteX14086" y="connsiteY14086"/>
              </a:cxn>
              <a:cxn ang="0">
                <a:pos x="connsiteX14087" y="connsiteY14087"/>
              </a:cxn>
              <a:cxn ang="0">
                <a:pos x="connsiteX14088" y="connsiteY14088"/>
              </a:cxn>
              <a:cxn ang="0">
                <a:pos x="connsiteX14089" y="connsiteY14089"/>
              </a:cxn>
              <a:cxn ang="0">
                <a:pos x="connsiteX14090" y="connsiteY14090"/>
              </a:cxn>
              <a:cxn ang="0">
                <a:pos x="connsiteX14091" y="connsiteY14091"/>
              </a:cxn>
              <a:cxn ang="0">
                <a:pos x="connsiteX14092" y="connsiteY14092"/>
              </a:cxn>
              <a:cxn ang="0">
                <a:pos x="connsiteX14093" y="connsiteY14093"/>
              </a:cxn>
              <a:cxn ang="0">
                <a:pos x="connsiteX14094" y="connsiteY14094"/>
              </a:cxn>
              <a:cxn ang="0">
                <a:pos x="connsiteX14095" y="connsiteY14095"/>
              </a:cxn>
              <a:cxn ang="0">
                <a:pos x="connsiteX14096" y="connsiteY14096"/>
              </a:cxn>
              <a:cxn ang="0">
                <a:pos x="connsiteX14097" y="connsiteY14097"/>
              </a:cxn>
              <a:cxn ang="0">
                <a:pos x="connsiteX14098" y="connsiteY14098"/>
              </a:cxn>
              <a:cxn ang="0">
                <a:pos x="connsiteX14099" y="connsiteY14099"/>
              </a:cxn>
              <a:cxn ang="0">
                <a:pos x="connsiteX14100" y="connsiteY14100"/>
              </a:cxn>
              <a:cxn ang="0">
                <a:pos x="connsiteX14101" y="connsiteY14101"/>
              </a:cxn>
              <a:cxn ang="0">
                <a:pos x="connsiteX14102" y="connsiteY14102"/>
              </a:cxn>
              <a:cxn ang="0">
                <a:pos x="connsiteX14103" y="connsiteY14103"/>
              </a:cxn>
              <a:cxn ang="0">
                <a:pos x="connsiteX14104" y="connsiteY14104"/>
              </a:cxn>
              <a:cxn ang="0">
                <a:pos x="connsiteX14105" y="connsiteY14105"/>
              </a:cxn>
              <a:cxn ang="0">
                <a:pos x="connsiteX14106" y="connsiteY14106"/>
              </a:cxn>
              <a:cxn ang="0">
                <a:pos x="connsiteX14107" y="connsiteY14107"/>
              </a:cxn>
              <a:cxn ang="0">
                <a:pos x="connsiteX14108" y="connsiteY14108"/>
              </a:cxn>
              <a:cxn ang="0">
                <a:pos x="connsiteX14109" y="connsiteY14109"/>
              </a:cxn>
              <a:cxn ang="0">
                <a:pos x="connsiteX14110" y="connsiteY14110"/>
              </a:cxn>
              <a:cxn ang="0">
                <a:pos x="connsiteX14111" y="connsiteY14111"/>
              </a:cxn>
              <a:cxn ang="0">
                <a:pos x="connsiteX14112" y="connsiteY14112"/>
              </a:cxn>
              <a:cxn ang="0">
                <a:pos x="connsiteX14113" y="connsiteY14113"/>
              </a:cxn>
              <a:cxn ang="0">
                <a:pos x="connsiteX14114" y="connsiteY14114"/>
              </a:cxn>
              <a:cxn ang="0">
                <a:pos x="connsiteX14115" y="connsiteY14115"/>
              </a:cxn>
              <a:cxn ang="0">
                <a:pos x="connsiteX14116" y="connsiteY14116"/>
              </a:cxn>
              <a:cxn ang="0">
                <a:pos x="connsiteX14117" y="connsiteY14117"/>
              </a:cxn>
              <a:cxn ang="0">
                <a:pos x="connsiteX14118" y="connsiteY14118"/>
              </a:cxn>
              <a:cxn ang="0">
                <a:pos x="connsiteX14119" y="connsiteY14119"/>
              </a:cxn>
              <a:cxn ang="0">
                <a:pos x="connsiteX14120" y="connsiteY14120"/>
              </a:cxn>
              <a:cxn ang="0">
                <a:pos x="connsiteX14121" y="connsiteY14121"/>
              </a:cxn>
              <a:cxn ang="0">
                <a:pos x="connsiteX14122" y="connsiteY14122"/>
              </a:cxn>
              <a:cxn ang="0">
                <a:pos x="connsiteX14123" y="connsiteY14123"/>
              </a:cxn>
              <a:cxn ang="0">
                <a:pos x="connsiteX14124" y="connsiteY14124"/>
              </a:cxn>
              <a:cxn ang="0">
                <a:pos x="connsiteX14125" y="connsiteY14125"/>
              </a:cxn>
              <a:cxn ang="0">
                <a:pos x="connsiteX14126" y="connsiteY14126"/>
              </a:cxn>
              <a:cxn ang="0">
                <a:pos x="connsiteX14127" y="connsiteY14127"/>
              </a:cxn>
              <a:cxn ang="0">
                <a:pos x="connsiteX14128" y="connsiteY14128"/>
              </a:cxn>
              <a:cxn ang="0">
                <a:pos x="connsiteX14129" y="connsiteY14129"/>
              </a:cxn>
              <a:cxn ang="0">
                <a:pos x="connsiteX14130" y="connsiteY14130"/>
              </a:cxn>
              <a:cxn ang="0">
                <a:pos x="connsiteX14131" y="connsiteY14131"/>
              </a:cxn>
              <a:cxn ang="0">
                <a:pos x="connsiteX14132" y="connsiteY14132"/>
              </a:cxn>
              <a:cxn ang="0">
                <a:pos x="connsiteX14133" y="connsiteY14133"/>
              </a:cxn>
              <a:cxn ang="0">
                <a:pos x="connsiteX14134" y="connsiteY14134"/>
              </a:cxn>
              <a:cxn ang="0">
                <a:pos x="connsiteX14135" y="connsiteY14135"/>
              </a:cxn>
              <a:cxn ang="0">
                <a:pos x="connsiteX14136" y="connsiteY14136"/>
              </a:cxn>
              <a:cxn ang="0">
                <a:pos x="connsiteX14137" y="connsiteY14137"/>
              </a:cxn>
              <a:cxn ang="0">
                <a:pos x="connsiteX14138" y="connsiteY14138"/>
              </a:cxn>
              <a:cxn ang="0">
                <a:pos x="connsiteX14139" y="connsiteY14139"/>
              </a:cxn>
              <a:cxn ang="0">
                <a:pos x="connsiteX14140" y="connsiteY14140"/>
              </a:cxn>
              <a:cxn ang="0">
                <a:pos x="connsiteX14141" y="connsiteY14141"/>
              </a:cxn>
              <a:cxn ang="0">
                <a:pos x="connsiteX14142" y="connsiteY14142"/>
              </a:cxn>
              <a:cxn ang="0">
                <a:pos x="connsiteX14143" y="connsiteY14143"/>
              </a:cxn>
              <a:cxn ang="0">
                <a:pos x="connsiteX14144" y="connsiteY14144"/>
              </a:cxn>
              <a:cxn ang="0">
                <a:pos x="connsiteX14145" y="connsiteY14145"/>
              </a:cxn>
              <a:cxn ang="0">
                <a:pos x="connsiteX14146" y="connsiteY14146"/>
              </a:cxn>
              <a:cxn ang="0">
                <a:pos x="connsiteX14147" y="connsiteY14147"/>
              </a:cxn>
              <a:cxn ang="0">
                <a:pos x="connsiteX14148" y="connsiteY14148"/>
              </a:cxn>
              <a:cxn ang="0">
                <a:pos x="connsiteX14149" y="connsiteY14149"/>
              </a:cxn>
              <a:cxn ang="0">
                <a:pos x="connsiteX14150" y="connsiteY14150"/>
              </a:cxn>
              <a:cxn ang="0">
                <a:pos x="connsiteX14151" y="connsiteY14151"/>
              </a:cxn>
              <a:cxn ang="0">
                <a:pos x="connsiteX14152" y="connsiteY14152"/>
              </a:cxn>
              <a:cxn ang="0">
                <a:pos x="connsiteX14153" y="connsiteY14153"/>
              </a:cxn>
              <a:cxn ang="0">
                <a:pos x="connsiteX14154" y="connsiteY14154"/>
              </a:cxn>
              <a:cxn ang="0">
                <a:pos x="connsiteX14155" y="connsiteY14155"/>
              </a:cxn>
              <a:cxn ang="0">
                <a:pos x="connsiteX14156" y="connsiteY14156"/>
              </a:cxn>
              <a:cxn ang="0">
                <a:pos x="connsiteX14157" y="connsiteY14157"/>
              </a:cxn>
              <a:cxn ang="0">
                <a:pos x="connsiteX14158" y="connsiteY14158"/>
              </a:cxn>
              <a:cxn ang="0">
                <a:pos x="connsiteX14159" y="connsiteY14159"/>
              </a:cxn>
              <a:cxn ang="0">
                <a:pos x="connsiteX14160" y="connsiteY14160"/>
              </a:cxn>
              <a:cxn ang="0">
                <a:pos x="connsiteX14161" y="connsiteY14161"/>
              </a:cxn>
              <a:cxn ang="0">
                <a:pos x="connsiteX14162" y="connsiteY14162"/>
              </a:cxn>
              <a:cxn ang="0">
                <a:pos x="connsiteX14163" y="connsiteY14163"/>
              </a:cxn>
              <a:cxn ang="0">
                <a:pos x="connsiteX14164" y="connsiteY14164"/>
              </a:cxn>
              <a:cxn ang="0">
                <a:pos x="connsiteX14165" y="connsiteY14165"/>
              </a:cxn>
              <a:cxn ang="0">
                <a:pos x="connsiteX14166" y="connsiteY14166"/>
              </a:cxn>
              <a:cxn ang="0">
                <a:pos x="connsiteX14167" y="connsiteY14167"/>
              </a:cxn>
              <a:cxn ang="0">
                <a:pos x="connsiteX14168" y="connsiteY14168"/>
              </a:cxn>
              <a:cxn ang="0">
                <a:pos x="connsiteX14169" y="connsiteY14169"/>
              </a:cxn>
              <a:cxn ang="0">
                <a:pos x="connsiteX14170" y="connsiteY14170"/>
              </a:cxn>
              <a:cxn ang="0">
                <a:pos x="connsiteX14171" y="connsiteY14171"/>
              </a:cxn>
              <a:cxn ang="0">
                <a:pos x="connsiteX14172" y="connsiteY14172"/>
              </a:cxn>
              <a:cxn ang="0">
                <a:pos x="connsiteX14173" y="connsiteY14173"/>
              </a:cxn>
              <a:cxn ang="0">
                <a:pos x="connsiteX14174" y="connsiteY14174"/>
              </a:cxn>
              <a:cxn ang="0">
                <a:pos x="connsiteX14175" y="connsiteY14175"/>
              </a:cxn>
              <a:cxn ang="0">
                <a:pos x="connsiteX14176" y="connsiteY14176"/>
              </a:cxn>
              <a:cxn ang="0">
                <a:pos x="connsiteX14177" y="connsiteY14177"/>
              </a:cxn>
              <a:cxn ang="0">
                <a:pos x="connsiteX14178" y="connsiteY14178"/>
              </a:cxn>
              <a:cxn ang="0">
                <a:pos x="connsiteX14179" y="connsiteY14179"/>
              </a:cxn>
              <a:cxn ang="0">
                <a:pos x="connsiteX14180" y="connsiteY14180"/>
              </a:cxn>
              <a:cxn ang="0">
                <a:pos x="connsiteX14181" y="connsiteY14181"/>
              </a:cxn>
              <a:cxn ang="0">
                <a:pos x="connsiteX14182" y="connsiteY14182"/>
              </a:cxn>
              <a:cxn ang="0">
                <a:pos x="connsiteX14183" y="connsiteY14183"/>
              </a:cxn>
              <a:cxn ang="0">
                <a:pos x="connsiteX14184" y="connsiteY14184"/>
              </a:cxn>
              <a:cxn ang="0">
                <a:pos x="connsiteX14185" y="connsiteY14185"/>
              </a:cxn>
              <a:cxn ang="0">
                <a:pos x="connsiteX14186" y="connsiteY14186"/>
              </a:cxn>
              <a:cxn ang="0">
                <a:pos x="connsiteX14187" y="connsiteY14187"/>
              </a:cxn>
              <a:cxn ang="0">
                <a:pos x="connsiteX14188" y="connsiteY14188"/>
              </a:cxn>
              <a:cxn ang="0">
                <a:pos x="connsiteX14189" y="connsiteY14189"/>
              </a:cxn>
              <a:cxn ang="0">
                <a:pos x="connsiteX14190" y="connsiteY14190"/>
              </a:cxn>
              <a:cxn ang="0">
                <a:pos x="connsiteX14191" y="connsiteY14191"/>
              </a:cxn>
              <a:cxn ang="0">
                <a:pos x="connsiteX14192" y="connsiteY14192"/>
              </a:cxn>
              <a:cxn ang="0">
                <a:pos x="connsiteX14193" y="connsiteY14193"/>
              </a:cxn>
              <a:cxn ang="0">
                <a:pos x="connsiteX14194" y="connsiteY14194"/>
              </a:cxn>
              <a:cxn ang="0">
                <a:pos x="connsiteX14195" y="connsiteY14195"/>
              </a:cxn>
              <a:cxn ang="0">
                <a:pos x="connsiteX14196" y="connsiteY14196"/>
              </a:cxn>
              <a:cxn ang="0">
                <a:pos x="connsiteX14197" y="connsiteY14197"/>
              </a:cxn>
              <a:cxn ang="0">
                <a:pos x="connsiteX14198" y="connsiteY14198"/>
              </a:cxn>
              <a:cxn ang="0">
                <a:pos x="connsiteX14199" y="connsiteY14199"/>
              </a:cxn>
              <a:cxn ang="0">
                <a:pos x="connsiteX14200" y="connsiteY14200"/>
              </a:cxn>
              <a:cxn ang="0">
                <a:pos x="connsiteX14201" y="connsiteY14201"/>
              </a:cxn>
              <a:cxn ang="0">
                <a:pos x="connsiteX14202" y="connsiteY14202"/>
              </a:cxn>
              <a:cxn ang="0">
                <a:pos x="connsiteX14203" y="connsiteY14203"/>
              </a:cxn>
              <a:cxn ang="0">
                <a:pos x="connsiteX14204" y="connsiteY14204"/>
              </a:cxn>
              <a:cxn ang="0">
                <a:pos x="connsiteX14205" y="connsiteY14205"/>
              </a:cxn>
              <a:cxn ang="0">
                <a:pos x="connsiteX14206" y="connsiteY14206"/>
              </a:cxn>
              <a:cxn ang="0">
                <a:pos x="connsiteX14207" y="connsiteY14207"/>
              </a:cxn>
              <a:cxn ang="0">
                <a:pos x="connsiteX14208" y="connsiteY14208"/>
              </a:cxn>
              <a:cxn ang="0">
                <a:pos x="connsiteX14209" y="connsiteY14209"/>
              </a:cxn>
              <a:cxn ang="0">
                <a:pos x="connsiteX14210" y="connsiteY14210"/>
              </a:cxn>
              <a:cxn ang="0">
                <a:pos x="connsiteX14211" y="connsiteY14211"/>
              </a:cxn>
              <a:cxn ang="0">
                <a:pos x="connsiteX14212" y="connsiteY14212"/>
              </a:cxn>
              <a:cxn ang="0">
                <a:pos x="connsiteX14213" y="connsiteY14213"/>
              </a:cxn>
              <a:cxn ang="0">
                <a:pos x="connsiteX14214" y="connsiteY14214"/>
              </a:cxn>
              <a:cxn ang="0">
                <a:pos x="connsiteX14215" y="connsiteY14215"/>
              </a:cxn>
              <a:cxn ang="0">
                <a:pos x="connsiteX14216" y="connsiteY14216"/>
              </a:cxn>
              <a:cxn ang="0">
                <a:pos x="connsiteX14217" y="connsiteY14217"/>
              </a:cxn>
              <a:cxn ang="0">
                <a:pos x="connsiteX14218" y="connsiteY14218"/>
              </a:cxn>
              <a:cxn ang="0">
                <a:pos x="connsiteX14219" y="connsiteY14219"/>
              </a:cxn>
              <a:cxn ang="0">
                <a:pos x="connsiteX14220" y="connsiteY14220"/>
              </a:cxn>
              <a:cxn ang="0">
                <a:pos x="connsiteX14221" y="connsiteY14221"/>
              </a:cxn>
              <a:cxn ang="0">
                <a:pos x="connsiteX14222" y="connsiteY14222"/>
              </a:cxn>
              <a:cxn ang="0">
                <a:pos x="connsiteX14223" y="connsiteY14223"/>
              </a:cxn>
              <a:cxn ang="0">
                <a:pos x="connsiteX14224" y="connsiteY14224"/>
              </a:cxn>
              <a:cxn ang="0">
                <a:pos x="connsiteX14225" y="connsiteY14225"/>
              </a:cxn>
              <a:cxn ang="0">
                <a:pos x="connsiteX14226" y="connsiteY14226"/>
              </a:cxn>
              <a:cxn ang="0">
                <a:pos x="connsiteX14227" y="connsiteY14227"/>
              </a:cxn>
              <a:cxn ang="0">
                <a:pos x="connsiteX14228" y="connsiteY14228"/>
              </a:cxn>
              <a:cxn ang="0">
                <a:pos x="connsiteX14229" y="connsiteY14229"/>
              </a:cxn>
              <a:cxn ang="0">
                <a:pos x="connsiteX14230" y="connsiteY14230"/>
              </a:cxn>
              <a:cxn ang="0">
                <a:pos x="connsiteX14231" y="connsiteY14231"/>
              </a:cxn>
              <a:cxn ang="0">
                <a:pos x="connsiteX14232" y="connsiteY14232"/>
              </a:cxn>
              <a:cxn ang="0">
                <a:pos x="connsiteX14233" y="connsiteY14233"/>
              </a:cxn>
              <a:cxn ang="0">
                <a:pos x="connsiteX14234" y="connsiteY14234"/>
              </a:cxn>
              <a:cxn ang="0">
                <a:pos x="connsiteX14235" y="connsiteY14235"/>
              </a:cxn>
              <a:cxn ang="0">
                <a:pos x="connsiteX14236" y="connsiteY14236"/>
              </a:cxn>
              <a:cxn ang="0">
                <a:pos x="connsiteX14237" y="connsiteY14237"/>
              </a:cxn>
              <a:cxn ang="0">
                <a:pos x="connsiteX14238" y="connsiteY14238"/>
              </a:cxn>
              <a:cxn ang="0">
                <a:pos x="connsiteX14239" y="connsiteY14239"/>
              </a:cxn>
              <a:cxn ang="0">
                <a:pos x="connsiteX14240" y="connsiteY14240"/>
              </a:cxn>
              <a:cxn ang="0">
                <a:pos x="connsiteX14241" y="connsiteY14241"/>
              </a:cxn>
              <a:cxn ang="0">
                <a:pos x="connsiteX14242" y="connsiteY14242"/>
              </a:cxn>
              <a:cxn ang="0">
                <a:pos x="connsiteX14243" y="connsiteY14243"/>
              </a:cxn>
              <a:cxn ang="0">
                <a:pos x="connsiteX14244" y="connsiteY14244"/>
              </a:cxn>
              <a:cxn ang="0">
                <a:pos x="connsiteX14245" y="connsiteY14245"/>
              </a:cxn>
              <a:cxn ang="0">
                <a:pos x="connsiteX14246" y="connsiteY14246"/>
              </a:cxn>
              <a:cxn ang="0">
                <a:pos x="connsiteX14247" y="connsiteY14247"/>
              </a:cxn>
              <a:cxn ang="0">
                <a:pos x="connsiteX14248" y="connsiteY14248"/>
              </a:cxn>
              <a:cxn ang="0">
                <a:pos x="connsiteX14249" y="connsiteY14249"/>
              </a:cxn>
              <a:cxn ang="0">
                <a:pos x="connsiteX14250" y="connsiteY14250"/>
              </a:cxn>
              <a:cxn ang="0">
                <a:pos x="connsiteX14251" y="connsiteY14251"/>
              </a:cxn>
              <a:cxn ang="0">
                <a:pos x="connsiteX14252" y="connsiteY14252"/>
              </a:cxn>
              <a:cxn ang="0">
                <a:pos x="connsiteX14253" y="connsiteY14253"/>
              </a:cxn>
              <a:cxn ang="0">
                <a:pos x="connsiteX14254" y="connsiteY14254"/>
              </a:cxn>
              <a:cxn ang="0">
                <a:pos x="connsiteX14255" y="connsiteY14255"/>
              </a:cxn>
              <a:cxn ang="0">
                <a:pos x="connsiteX14256" y="connsiteY14256"/>
              </a:cxn>
              <a:cxn ang="0">
                <a:pos x="connsiteX14257" y="connsiteY14257"/>
              </a:cxn>
              <a:cxn ang="0">
                <a:pos x="connsiteX14258" y="connsiteY14258"/>
              </a:cxn>
              <a:cxn ang="0">
                <a:pos x="connsiteX14259" y="connsiteY14259"/>
              </a:cxn>
              <a:cxn ang="0">
                <a:pos x="connsiteX14260" y="connsiteY14260"/>
              </a:cxn>
              <a:cxn ang="0">
                <a:pos x="connsiteX14261" y="connsiteY14261"/>
              </a:cxn>
              <a:cxn ang="0">
                <a:pos x="connsiteX14262" y="connsiteY14262"/>
              </a:cxn>
              <a:cxn ang="0">
                <a:pos x="connsiteX14263" y="connsiteY14263"/>
              </a:cxn>
              <a:cxn ang="0">
                <a:pos x="connsiteX14264" y="connsiteY14264"/>
              </a:cxn>
              <a:cxn ang="0">
                <a:pos x="connsiteX14265" y="connsiteY14265"/>
              </a:cxn>
              <a:cxn ang="0">
                <a:pos x="connsiteX14266" y="connsiteY14266"/>
              </a:cxn>
              <a:cxn ang="0">
                <a:pos x="connsiteX14267" y="connsiteY14267"/>
              </a:cxn>
              <a:cxn ang="0">
                <a:pos x="connsiteX14268" y="connsiteY14268"/>
              </a:cxn>
              <a:cxn ang="0">
                <a:pos x="connsiteX14269" y="connsiteY14269"/>
              </a:cxn>
              <a:cxn ang="0">
                <a:pos x="connsiteX14270" y="connsiteY14270"/>
              </a:cxn>
              <a:cxn ang="0">
                <a:pos x="connsiteX14271" y="connsiteY14271"/>
              </a:cxn>
              <a:cxn ang="0">
                <a:pos x="connsiteX14272" y="connsiteY14272"/>
              </a:cxn>
              <a:cxn ang="0">
                <a:pos x="connsiteX14273" y="connsiteY14273"/>
              </a:cxn>
              <a:cxn ang="0">
                <a:pos x="connsiteX14274" y="connsiteY14274"/>
              </a:cxn>
              <a:cxn ang="0">
                <a:pos x="connsiteX14275" y="connsiteY14275"/>
              </a:cxn>
              <a:cxn ang="0">
                <a:pos x="connsiteX14276" y="connsiteY14276"/>
              </a:cxn>
              <a:cxn ang="0">
                <a:pos x="connsiteX14277" y="connsiteY14277"/>
              </a:cxn>
              <a:cxn ang="0">
                <a:pos x="connsiteX14278" y="connsiteY14278"/>
              </a:cxn>
              <a:cxn ang="0">
                <a:pos x="connsiteX14279" y="connsiteY14279"/>
              </a:cxn>
              <a:cxn ang="0">
                <a:pos x="connsiteX14280" y="connsiteY14280"/>
              </a:cxn>
              <a:cxn ang="0">
                <a:pos x="connsiteX14281" y="connsiteY14281"/>
              </a:cxn>
              <a:cxn ang="0">
                <a:pos x="connsiteX14282" y="connsiteY14282"/>
              </a:cxn>
              <a:cxn ang="0">
                <a:pos x="connsiteX14283" y="connsiteY14283"/>
              </a:cxn>
              <a:cxn ang="0">
                <a:pos x="connsiteX14284" y="connsiteY14284"/>
              </a:cxn>
              <a:cxn ang="0">
                <a:pos x="connsiteX14285" y="connsiteY14285"/>
              </a:cxn>
              <a:cxn ang="0">
                <a:pos x="connsiteX14286" y="connsiteY14286"/>
              </a:cxn>
              <a:cxn ang="0">
                <a:pos x="connsiteX14287" y="connsiteY14287"/>
              </a:cxn>
              <a:cxn ang="0">
                <a:pos x="connsiteX14288" y="connsiteY14288"/>
              </a:cxn>
              <a:cxn ang="0">
                <a:pos x="connsiteX14289" y="connsiteY14289"/>
              </a:cxn>
              <a:cxn ang="0">
                <a:pos x="connsiteX14290" y="connsiteY14290"/>
              </a:cxn>
              <a:cxn ang="0">
                <a:pos x="connsiteX14291" y="connsiteY14291"/>
              </a:cxn>
              <a:cxn ang="0">
                <a:pos x="connsiteX14292" y="connsiteY14292"/>
              </a:cxn>
              <a:cxn ang="0">
                <a:pos x="connsiteX14293" y="connsiteY14293"/>
              </a:cxn>
              <a:cxn ang="0">
                <a:pos x="connsiteX14294" y="connsiteY14294"/>
              </a:cxn>
              <a:cxn ang="0">
                <a:pos x="connsiteX14295" y="connsiteY14295"/>
              </a:cxn>
              <a:cxn ang="0">
                <a:pos x="connsiteX14296" y="connsiteY14296"/>
              </a:cxn>
              <a:cxn ang="0">
                <a:pos x="connsiteX14297" y="connsiteY14297"/>
              </a:cxn>
              <a:cxn ang="0">
                <a:pos x="connsiteX14298" y="connsiteY14298"/>
              </a:cxn>
              <a:cxn ang="0">
                <a:pos x="connsiteX14299" y="connsiteY14299"/>
              </a:cxn>
              <a:cxn ang="0">
                <a:pos x="connsiteX14300" y="connsiteY14300"/>
              </a:cxn>
              <a:cxn ang="0">
                <a:pos x="connsiteX14301" y="connsiteY14301"/>
              </a:cxn>
              <a:cxn ang="0">
                <a:pos x="connsiteX14302" y="connsiteY14302"/>
              </a:cxn>
              <a:cxn ang="0">
                <a:pos x="connsiteX14303" y="connsiteY14303"/>
              </a:cxn>
              <a:cxn ang="0">
                <a:pos x="connsiteX14304" y="connsiteY14304"/>
              </a:cxn>
              <a:cxn ang="0">
                <a:pos x="connsiteX14305" y="connsiteY14305"/>
              </a:cxn>
              <a:cxn ang="0">
                <a:pos x="connsiteX14306" y="connsiteY14306"/>
              </a:cxn>
              <a:cxn ang="0">
                <a:pos x="connsiteX14307" y="connsiteY14307"/>
              </a:cxn>
              <a:cxn ang="0">
                <a:pos x="connsiteX14308" y="connsiteY14308"/>
              </a:cxn>
              <a:cxn ang="0">
                <a:pos x="connsiteX14309" y="connsiteY14309"/>
              </a:cxn>
              <a:cxn ang="0">
                <a:pos x="connsiteX14310" y="connsiteY14310"/>
              </a:cxn>
              <a:cxn ang="0">
                <a:pos x="connsiteX14311" y="connsiteY14311"/>
              </a:cxn>
              <a:cxn ang="0">
                <a:pos x="connsiteX14312" y="connsiteY14312"/>
              </a:cxn>
              <a:cxn ang="0">
                <a:pos x="connsiteX14313" y="connsiteY14313"/>
              </a:cxn>
              <a:cxn ang="0">
                <a:pos x="connsiteX14314" y="connsiteY14314"/>
              </a:cxn>
              <a:cxn ang="0">
                <a:pos x="connsiteX14315" y="connsiteY14315"/>
              </a:cxn>
              <a:cxn ang="0">
                <a:pos x="connsiteX14316" y="connsiteY14316"/>
              </a:cxn>
              <a:cxn ang="0">
                <a:pos x="connsiteX14317" y="connsiteY14317"/>
              </a:cxn>
              <a:cxn ang="0">
                <a:pos x="connsiteX14318" y="connsiteY14318"/>
              </a:cxn>
              <a:cxn ang="0">
                <a:pos x="connsiteX14319" y="connsiteY14319"/>
              </a:cxn>
              <a:cxn ang="0">
                <a:pos x="connsiteX14320" y="connsiteY14320"/>
              </a:cxn>
              <a:cxn ang="0">
                <a:pos x="connsiteX14321" y="connsiteY14321"/>
              </a:cxn>
              <a:cxn ang="0">
                <a:pos x="connsiteX14322" y="connsiteY14322"/>
              </a:cxn>
              <a:cxn ang="0">
                <a:pos x="connsiteX14323" y="connsiteY14323"/>
              </a:cxn>
              <a:cxn ang="0">
                <a:pos x="connsiteX14324" y="connsiteY14324"/>
              </a:cxn>
              <a:cxn ang="0">
                <a:pos x="connsiteX14325" y="connsiteY14325"/>
              </a:cxn>
              <a:cxn ang="0">
                <a:pos x="connsiteX14326" y="connsiteY14326"/>
              </a:cxn>
              <a:cxn ang="0">
                <a:pos x="connsiteX14327" y="connsiteY14327"/>
              </a:cxn>
              <a:cxn ang="0">
                <a:pos x="connsiteX14328" y="connsiteY14328"/>
              </a:cxn>
              <a:cxn ang="0">
                <a:pos x="connsiteX14329" y="connsiteY14329"/>
              </a:cxn>
              <a:cxn ang="0">
                <a:pos x="connsiteX14330" y="connsiteY14330"/>
              </a:cxn>
              <a:cxn ang="0">
                <a:pos x="connsiteX14331" y="connsiteY14331"/>
              </a:cxn>
              <a:cxn ang="0">
                <a:pos x="connsiteX14332" y="connsiteY14332"/>
              </a:cxn>
              <a:cxn ang="0">
                <a:pos x="connsiteX14333" y="connsiteY14333"/>
              </a:cxn>
              <a:cxn ang="0">
                <a:pos x="connsiteX14334" y="connsiteY14334"/>
              </a:cxn>
            </a:cxnLst>
            <a:rect l="l" t="t" r="r" b="b"/>
            <a:pathLst>
              <a:path w="12188965" h="2053176">
                <a:moveTo>
                  <a:pt x="12163307" y="2001858"/>
                </a:moveTo>
                <a:cubicBezTo>
                  <a:pt x="12177471" y="2001858"/>
                  <a:pt x="12188965" y="2013352"/>
                  <a:pt x="12188965" y="2027517"/>
                </a:cubicBezTo>
                <a:cubicBezTo>
                  <a:pt x="12188965" y="2041682"/>
                  <a:pt x="12177471" y="2053176"/>
                  <a:pt x="12163307" y="2053176"/>
                </a:cubicBezTo>
                <a:cubicBezTo>
                  <a:pt x="12149141" y="2053176"/>
                  <a:pt x="12137649" y="2041682"/>
                  <a:pt x="12137649" y="2027517"/>
                </a:cubicBezTo>
                <a:cubicBezTo>
                  <a:pt x="12137649" y="2013352"/>
                  <a:pt x="12149141" y="2001858"/>
                  <a:pt x="12163307" y="2001858"/>
                </a:cubicBezTo>
                <a:close/>
                <a:moveTo>
                  <a:pt x="12099103" y="2001858"/>
                </a:moveTo>
                <a:cubicBezTo>
                  <a:pt x="12113265" y="2001858"/>
                  <a:pt x="12124761" y="2013352"/>
                  <a:pt x="12124761" y="2027517"/>
                </a:cubicBezTo>
                <a:cubicBezTo>
                  <a:pt x="12124761" y="2041682"/>
                  <a:pt x="12113265" y="2053176"/>
                  <a:pt x="12099103" y="2053176"/>
                </a:cubicBezTo>
                <a:cubicBezTo>
                  <a:pt x="12084937" y="2053176"/>
                  <a:pt x="12073441" y="2041682"/>
                  <a:pt x="12073441" y="2027517"/>
                </a:cubicBezTo>
                <a:cubicBezTo>
                  <a:pt x="12073441" y="2013352"/>
                  <a:pt x="12084937" y="2001858"/>
                  <a:pt x="12099103" y="2001858"/>
                </a:cubicBezTo>
                <a:close/>
                <a:moveTo>
                  <a:pt x="12034897" y="2001858"/>
                </a:moveTo>
                <a:cubicBezTo>
                  <a:pt x="12049061" y="2001858"/>
                  <a:pt x="12060557" y="2013352"/>
                  <a:pt x="12060557" y="2027517"/>
                </a:cubicBezTo>
                <a:cubicBezTo>
                  <a:pt x="12060557" y="2041682"/>
                  <a:pt x="12049061" y="2053176"/>
                  <a:pt x="12034897" y="2053176"/>
                </a:cubicBezTo>
                <a:cubicBezTo>
                  <a:pt x="12020731" y="2053176"/>
                  <a:pt x="12009237" y="2041682"/>
                  <a:pt x="12009237" y="2027517"/>
                </a:cubicBezTo>
                <a:cubicBezTo>
                  <a:pt x="12009237" y="2013352"/>
                  <a:pt x="12020731" y="2001858"/>
                  <a:pt x="12034897" y="2001858"/>
                </a:cubicBezTo>
                <a:close/>
                <a:moveTo>
                  <a:pt x="11970691" y="2001858"/>
                </a:moveTo>
                <a:cubicBezTo>
                  <a:pt x="11984855" y="2001858"/>
                  <a:pt x="11996349" y="2013352"/>
                  <a:pt x="11996349" y="2027517"/>
                </a:cubicBezTo>
                <a:cubicBezTo>
                  <a:pt x="11996349" y="2041682"/>
                  <a:pt x="11984855" y="2053176"/>
                  <a:pt x="11970691" y="2053176"/>
                </a:cubicBezTo>
                <a:cubicBezTo>
                  <a:pt x="11956525" y="2053176"/>
                  <a:pt x="11945033" y="2041682"/>
                  <a:pt x="11945033" y="2027517"/>
                </a:cubicBezTo>
                <a:cubicBezTo>
                  <a:pt x="11945033" y="2013352"/>
                  <a:pt x="11956525" y="2001858"/>
                  <a:pt x="11970691" y="2001858"/>
                </a:cubicBezTo>
                <a:close/>
                <a:moveTo>
                  <a:pt x="11906483" y="2001858"/>
                </a:moveTo>
                <a:cubicBezTo>
                  <a:pt x="11920649" y="2001858"/>
                  <a:pt x="11932145" y="2013352"/>
                  <a:pt x="11932145" y="2027517"/>
                </a:cubicBezTo>
                <a:cubicBezTo>
                  <a:pt x="11932145" y="2041682"/>
                  <a:pt x="11920649" y="2053176"/>
                  <a:pt x="11906483" y="2053176"/>
                </a:cubicBezTo>
                <a:cubicBezTo>
                  <a:pt x="11892321" y="2053176"/>
                  <a:pt x="11880825" y="2041682"/>
                  <a:pt x="11880825" y="2027517"/>
                </a:cubicBezTo>
                <a:cubicBezTo>
                  <a:pt x="11880825" y="2013352"/>
                  <a:pt x="11892321" y="2001858"/>
                  <a:pt x="11906483" y="2001858"/>
                </a:cubicBezTo>
                <a:close/>
                <a:moveTo>
                  <a:pt x="11842279" y="2001858"/>
                </a:moveTo>
                <a:cubicBezTo>
                  <a:pt x="11856445" y="2001858"/>
                  <a:pt x="11867941" y="2013352"/>
                  <a:pt x="11867941" y="2027517"/>
                </a:cubicBezTo>
                <a:cubicBezTo>
                  <a:pt x="11867941" y="2041682"/>
                  <a:pt x="11856445" y="2053176"/>
                  <a:pt x="11842279" y="2053176"/>
                </a:cubicBezTo>
                <a:cubicBezTo>
                  <a:pt x="11828117" y="2053176"/>
                  <a:pt x="11816621" y="2041682"/>
                  <a:pt x="11816621" y="2027517"/>
                </a:cubicBezTo>
                <a:cubicBezTo>
                  <a:pt x="11816621" y="2013352"/>
                  <a:pt x="11828117" y="2001858"/>
                  <a:pt x="11842279" y="2001858"/>
                </a:cubicBezTo>
                <a:close/>
                <a:moveTo>
                  <a:pt x="11775107" y="2001858"/>
                </a:moveTo>
                <a:cubicBezTo>
                  <a:pt x="11789271" y="2001858"/>
                  <a:pt x="11800767" y="2013352"/>
                  <a:pt x="11800767" y="2027517"/>
                </a:cubicBezTo>
                <a:cubicBezTo>
                  <a:pt x="11800767" y="2041682"/>
                  <a:pt x="11789271" y="2053176"/>
                  <a:pt x="11775107" y="2053176"/>
                </a:cubicBezTo>
                <a:cubicBezTo>
                  <a:pt x="11760941" y="2053176"/>
                  <a:pt x="11749449" y="2041682"/>
                  <a:pt x="11749449" y="2027517"/>
                </a:cubicBezTo>
                <a:cubicBezTo>
                  <a:pt x="11749449" y="2013352"/>
                  <a:pt x="11760941" y="2001858"/>
                  <a:pt x="11775107" y="2001858"/>
                </a:cubicBezTo>
                <a:close/>
                <a:moveTo>
                  <a:pt x="11710901" y="2001858"/>
                </a:moveTo>
                <a:cubicBezTo>
                  <a:pt x="11725067" y="2001858"/>
                  <a:pt x="11736561" y="2013352"/>
                  <a:pt x="11736561" y="2027517"/>
                </a:cubicBezTo>
                <a:cubicBezTo>
                  <a:pt x="11736561" y="2041682"/>
                  <a:pt x="11725067" y="2053176"/>
                  <a:pt x="11710901" y="2053176"/>
                </a:cubicBezTo>
                <a:cubicBezTo>
                  <a:pt x="11696737" y="2053176"/>
                  <a:pt x="11685243" y="2041682"/>
                  <a:pt x="11685243" y="2027517"/>
                </a:cubicBezTo>
                <a:cubicBezTo>
                  <a:pt x="11685243" y="2013352"/>
                  <a:pt x="11696737" y="2001858"/>
                  <a:pt x="11710901" y="2001858"/>
                </a:cubicBezTo>
                <a:close/>
                <a:moveTo>
                  <a:pt x="11646697" y="2001858"/>
                </a:moveTo>
                <a:cubicBezTo>
                  <a:pt x="11660859" y="2001858"/>
                  <a:pt x="11672355" y="2013352"/>
                  <a:pt x="11672355" y="2027517"/>
                </a:cubicBezTo>
                <a:cubicBezTo>
                  <a:pt x="11672355" y="2041682"/>
                  <a:pt x="11660859" y="2053176"/>
                  <a:pt x="11646697" y="2053176"/>
                </a:cubicBezTo>
                <a:cubicBezTo>
                  <a:pt x="11632529" y="2053176"/>
                  <a:pt x="11621037" y="2041682"/>
                  <a:pt x="11621037" y="2027517"/>
                </a:cubicBezTo>
                <a:cubicBezTo>
                  <a:pt x="11621037" y="2013352"/>
                  <a:pt x="11632529" y="2001858"/>
                  <a:pt x="11646697" y="2001858"/>
                </a:cubicBezTo>
                <a:close/>
                <a:moveTo>
                  <a:pt x="11582491" y="2001858"/>
                </a:moveTo>
                <a:cubicBezTo>
                  <a:pt x="11596655" y="2001858"/>
                  <a:pt x="11608149" y="2013352"/>
                  <a:pt x="11608149" y="2027517"/>
                </a:cubicBezTo>
                <a:cubicBezTo>
                  <a:pt x="11608149" y="2041682"/>
                  <a:pt x="11596655" y="2053176"/>
                  <a:pt x="11582491" y="2053176"/>
                </a:cubicBezTo>
                <a:cubicBezTo>
                  <a:pt x="11568325" y="2053176"/>
                  <a:pt x="11556833" y="2041682"/>
                  <a:pt x="11556833" y="2027517"/>
                </a:cubicBezTo>
                <a:cubicBezTo>
                  <a:pt x="11556833" y="2013352"/>
                  <a:pt x="11568325" y="2001858"/>
                  <a:pt x="11582491" y="2001858"/>
                </a:cubicBezTo>
                <a:close/>
                <a:moveTo>
                  <a:pt x="11518287" y="2001858"/>
                </a:moveTo>
                <a:cubicBezTo>
                  <a:pt x="11532451" y="2001858"/>
                  <a:pt x="11543945" y="2013352"/>
                  <a:pt x="11543945" y="2027517"/>
                </a:cubicBezTo>
                <a:cubicBezTo>
                  <a:pt x="11543945" y="2041682"/>
                  <a:pt x="11532451" y="2053176"/>
                  <a:pt x="11518287" y="2053176"/>
                </a:cubicBezTo>
                <a:cubicBezTo>
                  <a:pt x="11504121" y="2053176"/>
                  <a:pt x="11492627" y="2041682"/>
                  <a:pt x="11492627" y="2027517"/>
                </a:cubicBezTo>
                <a:cubicBezTo>
                  <a:pt x="11492627" y="2013352"/>
                  <a:pt x="11504121" y="2001858"/>
                  <a:pt x="11518287" y="2001858"/>
                </a:cubicBezTo>
                <a:close/>
                <a:moveTo>
                  <a:pt x="11454081" y="2001858"/>
                </a:moveTo>
                <a:cubicBezTo>
                  <a:pt x="11468247" y="2001858"/>
                  <a:pt x="11479739" y="2013352"/>
                  <a:pt x="11479739" y="2027517"/>
                </a:cubicBezTo>
                <a:cubicBezTo>
                  <a:pt x="11479739" y="2041682"/>
                  <a:pt x="11468247" y="2053176"/>
                  <a:pt x="11454081" y="2053176"/>
                </a:cubicBezTo>
                <a:cubicBezTo>
                  <a:pt x="11439917" y="2053176"/>
                  <a:pt x="11428421" y="2041682"/>
                  <a:pt x="11428421" y="2027517"/>
                </a:cubicBezTo>
                <a:cubicBezTo>
                  <a:pt x="11428421" y="2013352"/>
                  <a:pt x="11439917" y="2001858"/>
                  <a:pt x="11454081" y="2001858"/>
                </a:cubicBezTo>
                <a:close/>
                <a:moveTo>
                  <a:pt x="11389875" y="2001858"/>
                </a:moveTo>
                <a:cubicBezTo>
                  <a:pt x="11404040" y="2001858"/>
                  <a:pt x="11415533" y="2013352"/>
                  <a:pt x="11415533" y="2027517"/>
                </a:cubicBezTo>
                <a:cubicBezTo>
                  <a:pt x="11415533" y="2041682"/>
                  <a:pt x="11404040" y="2053176"/>
                  <a:pt x="11389875" y="2053176"/>
                </a:cubicBezTo>
                <a:cubicBezTo>
                  <a:pt x="11375710" y="2053176"/>
                  <a:pt x="11364217" y="2041682"/>
                  <a:pt x="11364217" y="2027517"/>
                </a:cubicBezTo>
                <a:cubicBezTo>
                  <a:pt x="11364217" y="2013352"/>
                  <a:pt x="11375710" y="2001858"/>
                  <a:pt x="11389875" y="2001858"/>
                </a:cubicBezTo>
                <a:close/>
                <a:moveTo>
                  <a:pt x="11325670" y="2001858"/>
                </a:moveTo>
                <a:cubicBezTo>
                  <a:pt x="11339835" y="2001858"/>
                  <a:pt x="11351329" y="2013352"/>
                  <a:pt x="11351329" y="2027517"/>
                </a:cubicBezTo>
                <a:cubicBezTo>
                  <a:pt x="11351329" y="2041682"/>
                  <a:pt x="11339835" y="2053176"/>
                  <a:pt x="11325670" y="2053176"/>
                </a:cubicBezTo>
                <a:cubicBezTo>
                  <a:pt x="11311505" y="2053176"/>
                  <a:pt x="11300012" y="2041682"/>
                  <a:pt x="11300012" y="2027517"/>
                </a:cubicBezTo>
                <a:cubicBezTo>
                  <a:pt x="11300012" y="2013352"/>
                  <a:pt x="11311505" y="2001858"/>
                  <a:pt x="11325670" y="2001858"/>
                </a:cubicBezTo>
                <a:close/>
                <a:moveTo>
                  <a:pt x="11261466" y="2001858"/>
                </a:moveTo>
                <a:cubicBezTo>
                  <a:pt x="11275628" y="2001858"/>
                  <a:pt x="11287124" y="2013352"/>
                  <a:pt x="11287124" y="2027517"/>
                </a:cubicBezTo>
                <a:cubicBezTo>
                  <a:pt x="11287124" y="2041682"/>
                  <a:pt x="11275628" y="2053176"/>
                  <a:pt x="11261466" y="2053176"/>
                </a:cubicBezTo>
                <a:cubicBezTo>
                  <a:pt x="11247301" y="2053176"/>
                  <a:pt x="11235805" y="2041682"/>
                  <a:pt x="11235805" y="2027517"/>
                </a:cubicBezTo>
                <a:cubicBezTo>
                  <a:pt x="11235805" y="2013352"/>
                  <a:pt x="11247301" y="2001858"/>
                  <a:pt x="11261466" y="2001858"/>
                </a:cubicBezTo>
                <a:close/>
                <a:moveTo>
                  <a:pt x="11197259" y="2001858"/>
                </a:moveTo>
                <a:cubicBezTo>
                  <a:pt x="11211424" y="2001858"/>
                  <a:pt x="11222917" y="2013352"/>
                  <a:pt x="11222917" y="2027517"/>
                </a:cubicBezTo>
                <a:cubicBezTo>
                  <a:pt x="11222917" y="2041682"/>
                  <a:pt x="11211424" y="2053176"/>
                  <a:pt x="11197259" y="2053176"/>
                </a:cubicBezTo>
                <a:cubicBezTo>
                  <a:pt x="11183094" y="2053176"/>
                  <a:pt x="11171601" y="2041682"/>
                  <a:pt x="11171601" y="2027517"/>
                </a:cubicBezTo>
                <a:cubicBezTo>
                  <a:pt x="11171601" y="2013352"/>
                  <a:pt x="11183094" y="2001858"/>
                  <a:pt x="11197259" y="2001858"/>
                </a:cubicBezTo>
                <a:close/>
                <a:moveTo>
                  <a:pt x="11133055" y="2001858"/>
                </a:moveTo>
                <a:cubicBezTo>
                  <a:pt x="11147220" y="2001858"/>
                  <a:pt x="11158713" y="2013352"/>
                  <a:pt x="11158713" y="2027517"/>
                </a:cubicBezTo>
                <a:cubicBezTo>
                  <a:pt x="11158713" y="2041682"/>
                  <a:pt x="11147220" y="2053176"/>
                  <a:pt x="11133055" y="2053176"/>
                </a:cubicBezTo>
                <a:cubicBezTo>
                  <a:pt x="11118890" y="2053176"/>
                  <a:pt x="11107396" y="2041682"/>
                  <a:pt x="11107396" y="2027517"/>
                </a:cubicBezTo>
                <a:cubicBezTo>
                  <a:pt x="11107396" y="2013352"/>
                  <a:pt x="11118890" y="2001858"/>
                  <a:pt x="11133055" y="2001858"/>
                </a:cubicBezTo>
                <a:close/>
                <a:moveTo>
                  <a:pt x="11068848" y="2001858"/>
                </a:moveTo>
                <a:cubicBezTo>
                  <a:pt x="11083013" y="2001858"/>
                  <a:pt x="11094509" y="2013352"/>
                  <a:pt x="11094509" y="2027517"/>
                </a:cubicBezTo>
                <a:cubicBezTo>
                  <a:pt x="11094509" y="2041682"/>
                  <a:pt x="11083013" y="2053176"/>
                  <a:pt x="11068848" y="2053176"/>
                </a:cubicBezTo>
                <a:cubicBezTo>
                  <a:pt x="11054685" y="2053176"/>
                  <a:pt x="11043189" y="2041682"/>
                  <a:pt x="11043189" y="2027517"/>
                </a:cubicBezTo>
                <a:cubicBezTo>
                  <a:pt x="11043189" y="2013352"/>
                  <a:pt x="11054685" y="2001858"/>
                  <a:pt x="11068848" y="2001858"/>
                </a:cubicBezTo>
                <a:close/>
                <a:moveTo>
                  <a:pt x="11004643" y="2001858"/>
                </a:moveTo>
                <a:cubicBezTo>
                  <a:pt x="11018808" y="2001858"/>
                  <a:pt x="11030301" y="2013352"/>
                  <a:pt x="11030301" y="2027517"/>
                </a:cubicBezTo>
                <a:cubicBezTo>
                  <a:pt x="11030301" y="2041682"/>
                  <a:pt x="11018808" y="2053176"/>
                  <a:pt x="11004643" y="2053176"/>
                </a:cubicBezTo>
                <a:cubicBezTo>
                  <a:pt x="10990478" y="2053176"/>
                  <a:pt x="10978985" y="2041682"/>
                  <a:pt x="10978985" y="2027517"/>
                </a:cubicBezTo>
                <a:cubicBezTo>
                  <a:pt x="10978985" y="2013352"/>
                  <a:pt x="10990478" y="2001858"/>
                  <a:pt x="11004643" y="2001858"/>
                </a:cubicBezTo>
                <a:close/>
                <a:moveTo>
                  <a:pt x="10940321" y="2001858"/>
                </a:moveTo>
                <a:cubicBezTo>
                  <a:pt x="10954604" y="2001858"/>
                  <a:pt x="10965982" y="2013352"/>
                  <a:pt x="10965982" y="2027517"/>
                </a:cubicBezTo>
                <a:cubicBezTo>
                  <a:pt x="10965982" y="2041682"/>
                  <a:pt x="10954486" y="2053176"/>
                  <a:pt x="10940321" y="2053176"/>
                </a:cubicBezTo>
                <a:cubicBezTo>
                  <a:pt x="10926156" y="2053176"/>
                  <a:pt x="10914663" y="2041682"/>
                  <a:pt x="10914663" y="2027517"/>
                </a:cubicBezTo>
                <a:cubicBezTo>
                  <a:pt x="10914663" y="2013352"/>
                  <a:pt x="10926156" y="2001858"/>
                  <a:pt x="10940321" y="2001858"/>
                </a:cubicBezTo>
                <a:close/>
                <a:moveTo>
                  <a:pt x="10876117" y="2001858"/>
                </a:moveTo>
                <a:cubicBezTo>
                  <a:pt x="10890282" y="2001858"/>
                  <a:pt x="10901775" y="2013352"/>
                  <a:pt x="10901775" y="2027517"/>
                </a:cubicBezTo>
                <a:cubicBezTo>
                  <a:pt x="10901775" y="2041682"/>
                  <a:pt x="10890282" y="2053176"/>
                  <a:pt x="10876117" y="2053176"/>
                </a:cubicBezTo>
                <a:cubicBezTo>
                  <a:pt x="10861952" y="2053176"/>
                  <a:pt x="10850459" y="2041682"/>
                  <a:pt x="10850459" y="2027517"/>
                </a:cubicBezTo>
                <a:cubicBezTo>
                  <a:pt x="10850459" y="2013352"/>
                  <a:pt x="10861952" y="2001858"/>
                  <a:pt x="10876117" y="2001858"/>
                </a:cubicBezTo>
                <a:close/>
                <a:moveTo>
                  <a:pt x="10811912" y="2001858"/>
                </a:moveTo>
                <a:cubicBezTo>
                  <a:pt x="10826077" y="2001858"/>
                  <a:pt x="10837571" y="2013352"/>
                  <a:pt x="10837571" y="2027517"/>
                </a:cubicBezTo>
                <a:cubicBezTo>
                  <a:pt x="10837571" y="2041682"/>
                  <a:pt x="10826077" y="2053176"/>
                  <a:pt x="10811912" y="2053176"/>
                </a:cubicBezTo>
                <a:cubicBezTo>
                  <a:pt x="10797747" y="2053176"/>
                  <a:pt x="10786254" y="2041682"/>
                  <a:pt x="10786254" y="2027517"/>
                </a:cubicBezTo>
                <a:cubicBezTo>
                  <a:pt x="10786254" y="2013352"/>
                  <a:pt x="10797747" y="2001858"/>
                  <a:pt x="10811912" y="2001858"/>
                </a:cubicBezTo>
                <a:close/>
                <a:moveTo>
                  <a:pt x="10747708" y="2001858"/>
                </a:moveTo>
                <a:cubicBezTo>
                  <a:pt x="10761870" y="2001858"/>
                  <a:pt x="10773366" y="2013352"/>
                  <a:pt x="10773366" y="2027517"/>
                </a:cubicBezTo>
                <a:cubicBezTo>
                  <a:pt x="10773366" y="2041682"/>
                  <a:pt x="10761870" y="2053176"/>
                  <a:pt x="10747708" y="2053176"/>
                </a:cubicBezTo>
                <a:cubicBezTo>
                  <a:pt x="10733540" y="2053176"/>
                  <a:pt x="10722047" y="2041682"/>
                  <a:pt x="10722047" y="2027517"/>
                </a:cubicBezTo>
                <a:cubicBezTo>
                  <a:pt x="10722047" y="2013352"/>
                  <a:pt x="10733540" y="2001858"/>
                  <a:pt x="10747708" y="2001858"/>
                </a:cubicBezTo>
                <a:close/>
                <a:moveTo>
                  <a:pt x="10683501" y="2001858"/>
                </a:moveTo>
                <a:cubicBezTo>
                  <a:pt x="10697666" y="2001858"/>
                  <a:pt x="10709159" y="2013352"/>
                  <a:pt x="10709159" y="2027517"/>
                </a:cubicBezTo>
                <a:cubicBezTo>
                  <a:pt x="10709159" y="2041682"/>
                  <a:pt x="10697666" y="2053176"/>
                  <a:pt x="10683501" y="2053176"/>
                </a:cubicBezTo>
                <a:cubicBezTo>
                  <a:pt x="10669336" y="2053176"/>
                  <a:pt x="10657843" y="2041682"/>
                  <a:pt x="10657843" y="2027517"/>
                </a:cubicBezTo>
                <a:cubicBezTo>
                  <a:pt x="10657843" y="2013352"/>
                  <a:pt x="10669336" y="2001858"/>
                  <a:pt x="10683501" y="2001858"/>
                </a:cubicBezTo>
                <a:close/>
                <a:moveTo>
                  <a:pt x="10619297" y="2001858"/>
                </a:moveTo>
                <a:cubicBezTo>
                  <a:pt x="10633462" y="2001858"/>
                  <a:pt x="10644955" y="2013352"/>
                  <a:pt x="10644955" y="2027517"/>
                </a:cubicBezTo>
                <a:cubicBezTo>
                  <a:pt x="10644955" y="2041682"/>
                  <a:pt x="10633462" y="2053176"/>
                  <a:pt x="10619297" y="2053176"/>
                </a:cubicBezTo>
                <a:cubicBezTo>
                  <a:pt x="10605132" y="2053176"/>
                  <a:pt x="10593639" y="2041682"/>
                  <a:pt x="10593639" y="2027517"/>
                </a:cubicBezTo>
                <a:cubicBezTo>
                  <a:pt x="10593639" y="2013352"/>
                  <a:pt x="10605132" y="2001858"/>
                  <a:pt x="10619297" y="2001858"/>
                </a:cubicBezTo>
                <a:close/>
                <a:moveTo>
                  <a:pt x="10555092" y="2001858"/>
                </a:moveTo>
                <a:cubicBezTo>
                  <a:pt x="10569255" y="2001858"/>
                  <a:pt x="10580751" y="2013352"/>
                  <a:pt x="10580751" y="2027517"/>
                </a:cubicBezTo>
                <a:cubicBezTo>
                  <a:pt x="10580751" y="2041682"/>
                  <a:pt x="10569255" y="2053176"/>
                  <a:pt x="10555092" y="2053176"/>
                </a:cubicBezTo>
                <a:cubicBezTo>
                  <a:pt x="10540927" y="2053176"/>
                  <a:pt x="10529432" y="2041682"/>
                  <a:pt x="10529432" y="2027517"/>
                </a:cubicBezTo>
                <a:cubicBezTo>
                  <a:pt x="10529432" y="2013352"/>
                  <a:pt x="10540927" y="2001858"/>
                  <a:pt x="10555092" y="2001858"/>
                </a:cubicBezTo>
                <a:close/>
                <a:moveTo>
                  <a:pt x="10490885" y="2001858"/>
                </a:moveTo>
                <a:cubicBezTo>
                  <a:pt x="10505050" y="2001858"/>
                  <a:pt x="10516544" y="2013352"/>
                  <a:pt x="10516544" y="2027517"/>
                </a:cubicBezTo>
                <a:cubicBezTo>
                  <a:pt x="10516544" y="2041682"/>
                  <a:pt x="10505050" y="2053176"/>
                  <a:pt x="10490885" y="2053176"/>
                </a:cubicBezTo>
                <a:cubicBezTo>
                  <a:pt x="10476720" y="2053176"/>
                  <a:pt x="10465227" y="2041682"/>
                  <a:pt x="10465227" y="2027517"/>
                </a:cubicBezTo>
                <a:cubicBezTo>
                  <a:pt x="10465227" y="2013352"/>
                  <a:pt x="10476720" y="2001858"/>
                  <a:pt x="10490885" y="2001858"/>
                </a:cubicBezTo>
                <a:close/>
                <a:moveTo>
                  <a:pt x="10426681" y="2001858"/>
                </a:moveTo>
                <a:cubicBezTo>
                  <a:pt x="10440843" y="2001858"/>
                  <a:pt x="10452339" y="2013352"/>
                  <a:pt x="10452339" y="2027517"/>
                </a:cubicBezTo>
                <a:cubicBezTo>
                  <a:pt x="10452339" y="2041682"/>
                  <a:pt x="10440843" y="2053176"/>
                  <a:pt x="10426681" y="2053176"/>
                </a:cubicBezTo>
                <a:cubicBezTo>
                  <a:pt x="10412516" y="2053176"/>
                  <a:pt x="10401020" y="2041682"/>
                  <a:pt x="10401020" y="2027517"/>
                </a:cubicBezTo>
                <a:cubicBezTo>
                  <a:pt x="10401020" y="2013352"/>
                  <a:pt x="10412516" y="2001858"/>
                  <a:pt x="10426681" y="2001858"/>
                </a:cubicBezTo>
                <a:close/>
                <a:moveTo>
                  <a:pt x="10362474" y="2001858"/>
                </a:moveTo>
                <a:cubicBezTo>
                  <a:pt x="10376639" y="2001858"/>
                  <a:pt x="10388135" y="2013352"/>
                  <a:pt x="10388135" y="2027517"/>
                </a:cubicBezTo>
                <a:cubicBezTo>
                  <a:pt x="10388135" y="2041682"/>
                  <a:pt x="10376639" y="2053176"/>
                  <a:pt x="10362474" y="2053176"/>
                </a:cubicBezTo>
                <a:cubicBezTo>
                  <a:pt x="10348312" y="2053176"/>
                  <a:pt x="10336816" y="2041682"/>
                  <a:pt x="10336816" y="2027517"/>
                </a:cubicBezTo>
                <a:cubicBezTo>
                  <a:pt x="10336816" y="2013352"/>
                  <a:pt x="10348312" y="2001858"/>
                  <a:pt x="10362474" y="2001858"/>
                </a:cubicBezTo>
                <a:close/>
                <a:moveTo>
                  <a:pt x="10298270" y="2001858"/>
                </a:moveTo>
                <a:cubicBezTo>
                  <a:pt x="10312435" y="2001858"/>
                  <a:pt x="10323928" y="2013352"/>
                  <a:pt x="10323928" y="2027517"/>
                </a:cubicBezTo>
                <a:cubicBezTo>
                  <a:pt x="10323928" y="2041682"/>
                  <a:pt x="10312435" y="2053176"/>
                  <a:pt x="10298270" y="2053176"/>
                </a:cubicBezTo>
                <a:cubicBezTo>
                  <a:pt x="10284105" y="2053176"/>
                  <a:pt x="10272611" y="2041682"/>
                  <a:pt x="10272611" y="2027517"/>
                </a:cubicBezTo>
                <a:cubicBezTo>
                  <a:pt x="10272611" y="2013352"/>
                  <a:pt x="10284105" y="2001858"/>
                  <a:pt x="10298270" y="2001858"/>
                </a:cubicBezTo>
                <a:close/>
                <a:moveTo>
                  <a:pt x="10234065" y="2001858"/>
                </a:moveTo>
                <a:cubicBezTo>
                  <a:pt x="10248228" y="2001858"/>
                  <a:pt x="10259723" y="2013352"/>
                  <a:pt x="10259723" y="2027517"/>
                </a:cubicBezTo>
                <a:cubicBezTo>
                  <a:pt x="10259723" y="2041682"/>
                  <a:pt x="10248228" y="2053176"/>
                  <a:pt x="10234065" y="2053176"/>
                </a:cubicBezTo>
                <a:cubicBezTo>
                  <a:pt x="10219900" y="2053176"/>
                  <a:pt x="10208404" y="2041682"/>
                  <a:pt x="10208404" y="2027517"/>
                </a:cubicBezTo>
                <a:cubicBezTo>
                  <a:pt x="10208404" y="2013352"/>
                  <a:pt x="10219900" y="2001858"/>
                  <a:pt x="10234065" y="2001858"/>
                </a:cubicBezTo>
                <a:close/>
                <a:moveTo>
                  <a:pt x="10169858" y="2001858"/>
                </a:moveTo>
                <a:cubicBezTo>
                  <a:pt x="10184023" y="2001858"/>
                  <a:pt x="10195519" y="2013352"/>
                  <a:pt x="10195519" y="2027517"/>
                </a:cubicBezTo>
                <a:cubicBezTo>
                  <a:pt x="10195519" y="2041682"/>
                  <a:pt x="10184023" y="2053176"/>
                  <a:pt x="10169858" y="2053176"/>
                </a:cubicBezTo>
                <a:cubicBezTo>
                  <a:pt x="10155693" y="2053176"/>
                  <a:pt x="10144200" y="2041682"/>
                  <a:pt x="10144200" y="2027517"/>
                </a:cubicBezTo>
                <a:cubicBezTo>
                  <a:pt x="10144200" y="2013352"/>
                  <a:pt x="10155693" y="2001858"/>
                  <a:pt x="10169858" y="2001858"/>
                </a:cubicBezTo>
                <a:close/>
                <a:moveTo>
                  <a:pt x="10105654" y="2001858"/>
                </a:moveTo>
                <a:cubicBezTo>
                  <a:pt x="10119819" y="2001858"/>
                  <a:pt x="10131312" y="2013352"/>
                  <a:pt x="10131312" y="2027517"/>
                </a:cubicBezTo>
                <a:cubicBezTo>
                  <a:pt x="10131312" y="2041682"/>
                  <a:pt x="10119819" y="2053176"/>
                  <a:pt x="10105654" y="2053176"/>
                </a:cubicBezTo>
                <a:cubicBezTo>
                  <a:pt x="10091489" y="2053176"/>
                  <a:pt x="10079996" y="2041682"/>
                  <a:pt x="10079996" y="2027517"/>
                </a:cubicBezTo>
                <a:cubicBezTo>
                  <a:pt x="10079996" y="2013352"/>
                  <a:pt x="10091489" y="2001858"/>
                  <a:pt x="10105654" y="2001858"/>
                </a:cubicBezTo>
                <a:close/>
                <a:moveTo>
                  <a:pt x="10041447" y="2001858"/>
                </a:moveTo>
                <a:cubicBezTo>
                  <a:pt x="10055612" y="2001858"/>
                  <a:pt x="10067108" y="2013352"/>
                  <a:pt x="10067108" y="2027517"/>
                </a:cubicBezTo>
                <a:cubicBezTo>
                  <a:pt x="10067108" y="2041682"/>
                  <a:pt x="10055612" y="2053176"/>
                  <a:pt x="10041447" y="2053176"/>
                </a:cubicBezTo>
                <a:cubicBezTo>
                  <a:pt x="10027285" y="2053176"/>
                  <a:pt x="10015789" y="2041682"/>
                  <a:pt x="10015789" y="2027517"/>
                </a:cubicBezTo>
                <a:cubicBezTo>
                  <a:pt x="10015789" y="2013352"/>
                  <a:pt x="10027285" y="2001858"/>
                  <a:pt x="10041447" y="2001858"/>
                </a:cubicBezTo>
                <a:close/>
                <a:moveTo>
                  <a:pt x="9977242" y="2001858"/>
                </a:moveTo>
                <a:cubicBezTo>
                  <a:pt x="9991407" y="2001858"/>
                  <a:pt x="10002903" y="2013352"/>
                  <a:pt x="10002903" y="2027517"/>
                </a:cubicBezTo>
                <a:cubicBezTo>
                  <a:pt x="10002903" y="2041682"/>
                  <a:pt x="9991407" y="2053176"/>
                  <a:pt x="9977242" y="2053176"/>
                </a:cubicBezTo>
                <a:cubicBezTo>
                  <a:pt x="9963077" y="2053176"/>
                  <a:pt x="9951584" y="2041682"/>
                  <a:pt x="9951584" y="2027517"/>
                </a:cubicBezTo>
                <a:cubicBezTo>
                  <a:pt x="9951584" y="2013352"/>
                  <a:pt x="9963077" y="2001858"/>
                  <a:pt x="9977242" y="2001858"/>
                </a:cubicBezTo>
                <a:close/>
                <a:moveTo>
                  <a:pt x="9913038" y="2001858"/>
                </a:moveTo>
                <a:cubicBezTo>
                  <a:pt x="9927203" y="2001858"/>
                  <a:pt x="9938696" y="2013352"/>
                  <a:pt x="9938696" y="2027517"/>
                </a:cubicBezTo>
                <a:cubicBezTo>
                  <a:pt x="9938696" y="2041682"/>
                  <a:pt x="9927203" y="2053176"/>
                  <a:pt x="9913038" y="2053176"/>
                </a:cubicBezTo>
                <a:cubicBezTo>
                  <a:pt x="9898873" y="2053176"/>
                  <a:pt x="9887380" y="2041682"/>
                  <a:pt x="9887380" y="2027517"/>
                </a:cubicBezTo>
                <a:cubicBezTo>
                  <a:pt x="9887380" y="2013352"/>
                  <a:pt x="9898873" y="2001858"/>
                  <a:pt x="9913038" y="2001858"/>
                </a:cubicBezTo>
                <a:close/>
                <a:moveTo>
                  <a:pt x="9848716" y="2001858"/>
                </a:moveTo>
                <a:cubicBezTo>
                  <a:pt x="9862996" y="2001858"/>
                  <a:pt x="9874374" y="2013352"/>
                  <a:pt x="9874374" y="2027517"/>
                </a:cubicBezTo>
                <a:cubicBezTo>
                  <a:pt x="9874374" y="2041682"/>
                  <a:pt x="9862881" y="2053176"/>
                  <a:pt x="9848716" y="2053176"/>
                </a:cubicBezTo>
                <a:cubicBezTo>
                  <a:pt x="9834551" y="2053176"/>
                  <a:pt x="9823058" y="2041682"/>
                  <a:pt x="9823058" y="2027517"/>
                </a:cubicBezTo>
                <a:cubicBezTo>
                  <a:pt x="9823058" y="2013352"/>
                  <a:pt x="9834551" y="2001858"/>
                  <a:pt x="9848716" y="2001858"/>
                </a:cubicBezTo>
                <a:close/>
                <a:moveTo>
                  <a:pt x="9784512" y="2001858"/>
                </a:moveTo>
                <a:cubicBezTo>
                  <a:pt x="9798677" y="2001858"/>
                  <a:pt x="9810170" y="2013352"/>
                  <a:pt x="9810170" y="2027517"/>
                </a:cubicBezTo>
                <a:cubicBezTo>
                  <a:pt x="9810170" y="2041682"/>
                  <a:pt x="9798677" y="2053176"/>
                  <a:pt x="9784512" y="2053176"/>
                </a:cubicBezTo>
                <a:cubicBezTo>
                  <a:pt x="9770347" y="2053176"/>
                  <a:pt x="9758853" y="2041682"/>
                  <a:pt x="9758853" y="2027517"/>
                </a:cubicBezTo>
                <a:cubicBezTo>
                  <a:pt x="9758853" y="2013352"/>
                  <a:pt x="9770347" y="2001858"/>
                  <a:pt x="9784512" y="2001858"/>
                </a:cubicBezTo>
                <a:close/>
                <a:moveTo>
                  <a:pt x="9720307" y="2001858"/>
                </a:moveTo>
                <a:cubicBezTo>
                  <a:pt x="9734470" y="2001858"/>
                  <a:pt x="9745965" y="2013352"/>
                  <a:pt x="9745965" y="2027517"/>
                </a:cubicBezTo>
                <a:cubicBezTo>
                  <a:pt x="9745965" y="2041682"/>
                  <a:pt x="9734470" y="2053176"/>
                  <a:pt x="9720307" y="2053176"/>
                </a:cubicBezTo>
                <a:cubicBezTo>
                  <a:pt x="9706142" y="2053176"/>
                  <a:pt x="9694646" y="2041682"/>
                  <a:pt x="9694646" y="2027517"/>
                </a:cubicBezTo>
                <a:cubicBezTo>
                  <a:pt x="9694646" y="2013352"/>
                  <a:pt x="9706142" y="2001858"/>
                  <a:pt x="9720307" y="2001858"/>
                </a:cubicBezTo>
                <a:close/>
                <a:moveTo>
                  <a:pt x="9656100" y="2001858"/>
                </a:moveTo>
                <a:cubicBezTo>
                  <a:pt x="9670265" y="2001858"/>
                  <a:pt x="9681758" y="2013352"/>
                  <a:pt x="9681758" y="2027517"/>
                </a:cubicBezTo>
                <a:cubicBezTo>
                  <a:pt x="9681758" y="2041682"/>
                  <a:pt x="9670265" y="2053176"/>
                  <a:pt x="9656100" y="2053176"/>
                </a:cubicBezTo>
                <a:cubicBezTo>
                  <a:pt x="9641935" y="2053176"/>
                  <a:pt x="9630442" y="2041682"/>
                  <a:pt x="9630442" y="2027517"/>
                </a:cubicBezTo>
                <a:cubicBezTo>
                  <a:pt x="9630442" y="2013352"/>
                  <a:pt x="9641935" y="2001858"/>
                  <a:pt x="9656100" y="2001858"/>
                </a:cubicBezTo>
                <a:close/>
                <a:moveTo>
                  <a:pt x="9591896" y="2001858"/>
                </a:moveTo>
                <a:cubicBezTo>
                  <a:pt x="9606061" y="2001858"/>
                  <a:pt x="9617554" y="2013352"/>
                  <a:pt x="9617554" y="2027517"/>
                </a:cubicBezTo>
                <a:cubicBezTo>
                  <a:pt x="9617554" y="2041682"/>
                  <a:pt x="9606061" y="2053176"/>
                  <a:pt x="9591896" y="2053176"/>
                </a:cubicBezTo>
                <a:cubicBezTo>
                  <a:pt x="9577731" y="2053176"/>
                  <a:pt x="9566238" y="2041682"/>
                  <a:pt x="9566238" y="2027517"/>
                </a:cubicBezTo>
                <a:cubicBezTo>
                  <a:pt x="9566238" y="2013352"/>
                  <a:pt x="9577731" y="2001858"/>
                  <a:pt x="9591896" y="2001858"/>
                </a:cubicBezTo>
                <a:close/>
                <a:moveTo>
                  <a:pt x="9527689" y="2001858"/>
                </a:moveTo>
                <a:cubicBezTo>
                  <a:pt x="9541854" y="2001858"/>
                  <a:pt x="9553350" y="2013352"/>
                  <a:pt x="9553350" y="2027517"/>
                </a:cubicBezTo>
                <a:cubicBezTo>
                  <a:pt x="9553350" y="2041682"/>
                  <a:pt x="9541854" y="2053176"/>
                  <a:pt x="9527689" y="2053176"/>
                </a:cubicBezTo>
                <a:cubicBezTo>
                  <a:pt x="9513524" y="2053176"/>
                  <a:pt x="9502031" y="2041682"/>
                  <a:pt x="9502031" y="2027517"/>
                </a:cubicBezTo>
                <a:cubicBezTo>
                  <a:pt x="9502031" y="2013352"/>
                  <a:pt x="9513524" y="2001858"/>
                  <a:pt x="9527689" y="2001858"/>
                </a:cubicBezTo>
                <a:close/>
                <a:moveTo>
                  <a:pt x="9463485" y="2001858"/>
                </a:moveTo>
                <a:cubicBezTo>
                  <a:pt x="9477650" y="2001858"/>
                  <a:pt x="9489143" y="2013352"/>
                  <a:pt x="9489143" y="2027517"/>
                </a:cubicBezTo>
                <a:cubicBezTo>
                  <a:pt x="9489143" y="2041682"/>
                  <a:pt x="9477650" y="2053176"/>
                  <a:pt x="9463485" y="2053176"/>
                </a:cubicBezTo>
                <a:cubicBezTo>
                  <a:pt x="9449320" y="2053176"/>
                  <a:pt x="9437826" y="2041682"/>
                  <a:pt x="9437826" y="2027517"/>
                </a:cubicBezTo>
                <a:cubicBezTo>
                  <a:pt x="9437826" y="2013352"/>
                  <a:pt x="9449320" y="2001858"/>
                  <a:pt x="9463485" y="2001858"/>
                </a:cubicBezTo>
                <a:close/>
                <a:moveTo>
                  <a:pt x="9399280" y="2001858"/>
                </a:moveTo>
                <a:cubicBezTo>
                  <a:pt x="9413445" y="2001858"/>
                  <a:pt x="9424938" y="2013352"/>
                  <a:pt x="9424938" y="2027517"/>
                </a:cubicBezTo>
                <a:cubicBezTo>
                  <a:pt x="9424938" y="2041682"/>
                  <a:pt x="9413445" y="2053176"/>
                  <a:pt x="9399280" y="2053176"/>
                </a:cubicBezTo>
                <a:cubicBezTo>
                  <a:pt x="9385115" y="2053176"/>
                  <a:pt x="9373619" y="2041682"/>
                  <a:pt x="9373619" y="2027517"/>
                </a:cubicBezTo>
                <a:cubicBezTo>
                  <a:pt x="9373619" y="2013352"/>
                  <a:pt x="9385115" y="2001858"/>
                  <a:pt x="9399280" y="2001858"/>
                </a:cubicBezTo>
                <a:close/>
                <a:moveTo>
                  <a:pt x="9335073" y="2001858"/>
                </a:moveTo>
                <a:cubicBezTo>
                  <a:pt x="9349238" y="2001858"/>
                  <a:pt x="9360734" y="2013352"/>
                  <a:pt x="9360734" y="2027517"/>
                </a:cubicBezTo>
                <a:cubicBezTo>
                  <a:pt x="9360734" y="2041682"/>
                  <a:pt x="9349238" y="2053176"/>
                  <a:pt x="9335073" y="2053176"/>
                </a:cubicBezTo>
                <a:cubicBezTo>
                  <a:pt x="9320908" y="2053176"/>
                  <a:pt x="9309415" y="2041682"/>
                  <a:pt x="9309415" y="2027517"/>
                </a:cubicBezTo>
                <a:cubicBezTo>
                  <a:pt x="9309415" y="2013352"/>
                  <a:pt x="9320908" y="2001858"/>
                  <a:pt x="9335073" y="2001858"/>
                </a:cubicBezTo>
                <a:close/>
                <a:moveTo>
                  <a:pt x="9270869" y="2001858"/>
                </a:moveTo>
                <a:cubicBezTo>
                  <a:pt x="9285034" y="2001858"/>
                  <a:pt x="9296527" y="2013352"/>
                  <a:pt x="9296527" y="2027517"/>
                </a:cubicBezTo>
                <a:cubicBezTo>
                  <a:pt x="9296527" y="2041682"/>
                  <a:pt x="9285034" y="2053176"/>
                  <a:pt x="9270869" y="2053176"/>
                </a:cubicBezTo>
                <a:cubicBezTo>
                  <a:pt x="9256704" y="2053176"/>
                  <a:pt x="9245211" y="2041682"/>
                  <a:pt x="9245211" y="2027517"/>
                </a:cubicBezTo>
                <a:cubicBezTo>
                  <a:pt x="9245211" y="2013352"/>
                  <a:pt x="9256704" y="2001858"/>
                  <a:pt x="9270869" y="2001858"/>
                </a:cubicBezTo>
                <a:close/>
                <a:moveTo>
                  <a:pt x="9206664" y="2001858"/>
                </a:moveTo>
                <a:cubicBezTo>
                  <a:pt x="9220829" y="2001858"/>
                  <a:pt x="9232323" y="2013352"/>
                  <a:pt x="9232323" y="2027517"/>
                </a:cubicBezTo>
                <a:cubicBezTo>
                  <a:pt x="9232323" y="2041682"/>
                  <a:pt x="9220829" y="2053176"/>
                  <a:pt x="9206664" y="2053176"/>
                </a:cubicBezTo>
                <a:cubicBezTo>
                  <a:pt x="9192499" y="2053176"/>
                  <a:pt x="9181006" y="2041682"/>
                  <a:pt x="9181006" y="2027517"/>
                </a:cubicBezTo>
                <a:cubicBezTo>
                  <a:pt x="9181006" y="2013352"/>
                  <a:pt x="9192499" y="2001858"/>
                  <a:pt x="9206664" y="2001858"/>
                </a:cubicBezTo>
                <a:close/>
                <a:moveTo>
                  <a:pt x="9142457" y="2001858"/>
                </a:moveTo>
                <a:cubicBezTo>
                  <a:pt x="9156622" y="2001858"/>
                  <a:pt x="9168118" y="2013352"/>
                  <a:pt x="9168118" y="2027517"/>
                </a:cubicBezTo>
                <a:cubicBezTo>
                  <a:pt x="9168118" y="2041682"/>
                  <a:pt x="9156622" y="2053176"/>
                  <a:pt x="9142457" y="2053176"/>
                </a:cubicBezTo>
                <a:cubicBezTo>
                  <a:pt x="9128292" y="2053176"/>
                  <a:pt x="9116799" y="2041682"/>
                  <a:pt x="9116799" y="2027517"/>
                </a:cubicBezTo>
                <a:cubicBezTo>
                  <a:pt x="9116799" y="2013352"/>
                  <a:pt x="9128292" y="2001858"/>
                  <a:pt x="9142457" y="2001858"/>
                </a:cubicBezTo>
                <a:close/>
                <a:moveTo>
                  <a:pt x="9078253" y="2001858"/>
                </a:moveTo>
                <a:cubicBezTo>
                  <a:pt x="9092418" y="2001858"/>
                  <a:pt x="9103911" y="2013352"/>
                  <a:pt x="9103911" y="2027517"/>
                </a:cubicBezTo>
                <a:cubicBezTo>
                  <a:pt x="9103911" y="2041682"/>
                  <a:pt x="9092418" y="2053176"/>
                  <a:pt x="9078253" y="2053176"/>
                </a:cubicBezTo>
                <a:cubicBezTo>
                  <a:pt x="9064088" y="2053176"/>
                  <a:pt x="9052595" y="2041682"/>
                  <a:pt x="9052595" y="2027517"/>
                </a:cubicBezTo>
                <a:cubicBezTo>
                  <a:pt x="9052595" y="2013352"/>
                  <a:pt x="9064088" y="2001858"/>
                  <a:pt x="9078253" y="2001858"/>
                </a:cubicBezTo>
                <a:close/>
                <a:moveTo>
                  <a:pt x="9014049" y="2001858"/>
                </a:moveTo>
                <a:cubicBezTo>
                  <a:pt x="9028214" y="2001858"/>
                  <a:pt x="9039707" y="2013352"/>
                  <a:pt x="9039707" y="2027517"/>
                </a:cubicBezTo>
                <a:cubicBezTo>
                  <a:pt x="9039707" y="2041682"/>
                  <a:pt x="9028214" y="2053176"/>
                  <a:pt x="9014049" y="2053176"/>
                </a:cubicBezTo>
                <a:cubicBezTo>
                  <a:pt x="8999884" y="2053176"/>
                  <a:pt x="8988388" y="2041682"/>
                  <a:pt x="8988388" y="2027517"/>
                </a:cubicBezTo>
                <a:cubicBezTo>
                  <a:pt x="8988388" y="2013352"/>
                  <a:pt x="8999884" y="2001858"/>
                  <a:pt x="9014049" y="2001858"/>
                </a:cubicBezTo>
                <a:close/>
                <a:moveTo>
                  <a:pt x="8949842" y="2001858"/>
                </a:moveTo>
                <a:cubicBezTo>
                  <a:pt x="8964007" y="2001858"/>
                  <a:pt x="8975503" y="2013352"/>
                  <a:pt x="8975503" y="2027517"/>
                </a:cubicBezTo>
                <a:cubicBezTo>
                  <a:pt x="8975503" y="2041682"/>
                  <a:pt x="8964007" y="2053176"/>
                  <a:pt x="8949842" y="2053176"/>
                </a:cubicBezTo>
                <a:cubicBezTo>
                  <a:pt x="8935677" y="2053176"/>
                  <a:pt x="8924183" y="2041682"/>
                  <a:pt x="8924183" y="2027517"/>
                </a:cubicBezTo>
                <a:cubicBezTo>
                  <a:pt x="8924183" y="2013352"/>
                  <a:pt x="8935677" y="2001858"/>
                  <a:pt x="8949842" y="2001858"/>
                </a:cubicBezTo>
                <a:close/>
                <a:moveTo>
                  <a:pt x="8885637" y="2001858"/>
                </a:moveTo>
                <a:cubicBezTo>
                  <a:pt x="8899802" y="2001858"/>
                  <a:pt x="8911296" y="2013352"/>
                  <a:pt x="8911296" y="2027517"/>
                </a:cubicBezTo>
                <a:cubicBezTo>
                  <a:pt x="8911296" y="2041682"/>
                  <a:pt x="8899802" y="2053176"/>
                  <a:pt x="8885637" y="2053176"/>
                </a:cubicBezTo>
                <a:cubicBezTo>
                  <a:pt x="8871472" y="2053176"/>
                  <a:pt x="8859979" y="2041682"/>
                  <a:pt x="8859979" y="2027517"/>
                </a:cubicBezTo>
                <a:cubicBezTo>
                  <a:pt x="8859979" y="2013352"/>
                  <a:pt x="8871472" y="2001858"/>
                  <a:pt x="8885637" y="2001858"/>
                </a:cubicBezTo>
                <a:close/>
                <a:moveTo>
                  <a:pt x="8821433" y="2001858"/>
                </a:moveTo>
                <a:cubicBezTo>
                  <a:pt x="8835598" y="2001858"/>
                  <a:pt x="8847091" y="2013352"/>
                  <a:pt x="8847091" y="2027517"/>
                </a:cubicBezTo>
                <a:cubicBezTo>
                  <a:pt x="8847091" y="2041682"/>
                  <a:pt x="8835598" y="2053176"/>
                  <a:pt x="8821433" y="2053176"/>
                </a:cubicBezTo>
                <a:cubicBezTo>
                  <a:pt x="8807268" y="2053176"/>
                  <a:pt x="8795772" y="2041682"/>
                  <a:pt x="8795772" y="2027517"/>
                </a:cubicBezTo>
                <a:cubicBezTo>
                  <a:pt x="8795772" y="2013352"/>
                  <a:pt x="8807268" y="2001858"/>
                  <a:pt x="8821433" y="2001858"/>
                </a:cubicBezTo>
                <a:close/>
                <a:moveTo>
                  <a:pt x="8757226" y="2001858"/>
                </a:moveTo>
                <a:cubicBezTo>
                  <a:pt x="8771391" y="2001858"/>
                  <a:pt x="8782887" y="2013352"/>
                  <a:pt x="8782887" y="2027517"/>
                </a:cubicBezTo>
                <a:cubicBezTo>
                  <a:pt x="8782887" y="2041682"/>
                  <a:pt x="8771391" y="2053176"/>
                  <a:pt x="8757226" y="2053176"/>
                </a:cubicBezTo>
                <a:cubicBezTo>
                  <a:pt x="8743061" y="2053176"/>
                  <a:pt x="8731568" y="2041682"/>
                  <a:pt x="8731568" y="2027517"/>
                </a:cubicBezTo>
                <a:cubicBezTo>
                  <a:pt x="8731568" y="2013352"/>
                  <a:pt x="8743061" y="2001858"/>
                  <a:pt x="8757226" y="2001858"/>
                </a:cubicBezTo>
                <a:close/>
                <a:moveTo>
                  <a:pt x="8692904" y="2001858"/>
                </a:moveTo>
                <a:cubicBezTo>
                  <a:pt x="8707069" y="2001858"/>
                  <a:pt x="8718565" y="2013352"/>
                  <a:pt x="8718565" y="2027517"/>
                </a:cubicBezTo>
                <a:cubicBezTo>
                  <a:pt x="8718565" y="2041682"/>
                  <a:pt x="8707069" y="2053176"/>
                  <a:pt x="8692904" y="2053176"/>
                </a:cubicBezTo>
                <a:cubicBezTo>
                  <a:pt x="8678741" y="2053176"/>
                  <a:pt x="8667246" y="2041682"/>
                  <a:pt x="8667246" y="2027517"/>
                </a:cubicBezTo>
                <a:cubicBezTo>
                  <a:pt x="8667246" y="2013352"/>
                  <a:pt x="8678741" y="2001858"/>
                  <a:pt x="8692904" y="2001858"/>
                </a:cubicBezTo>
                <a:close/>
                <a:moveTo>
                  <a:pt x="8628699" y="2001858"/>
                </a:moveTo>
                <a:cubicBezTo>
                  <a:pt x="8642864" y="2001858"/>
                  <a:pt x="8654358" y="2013352"/>
                  <a:pt x="8654358" y="2027517"/>
                </a:cubicBezTo>
                <a:cubicBezTo>
                  <a:pt x="8654358" y="2041682"/>
                  <a:pt x="8642864" y="2053176"/>
                  <a:pt x="8628699" y="2053176"/>
                </a:cubicBezTo>
                <a:cubicBezTo>
                  <a:pt x="8614534" y="2053176"/>
                  <a:pt x="8603041" y="2041682"/>
                  <a:pt x="8603041" y="2027517"/>
                </a:cubicBezTo>
                <a:cubicBezTo>
                  <a:pt x="8603041" y="2013352"/>
                  <a:pt x="8614534" y="2001858"/>
                  <a:pt x="8628699" y="2001858"/>
                </a:cubicBezTo>
                <a:close/>
                <a:moveTo>
                  <a:pt x="8564495" y="2001858"/>
                </a:moveTo>
                <a:cubicBezTo>
                  <a:pt x="8578660" y="2001858"/>
                  <a:pt x="8590153" y="2013352"/>
                  <a:pt x="8590153" y="2027517"/>
                </a:cubicBezTo>
                <a:cubicBezTo>
                  <a:pt x="8590153" y="2041682"/>
                  <a:pt x="8578660" y="2053176"/>
                  <a:pt x="8564495" y="2053176"/>
                </a:cubicBezTo>
                <a:cubicBezTo>
                  <a:pt x="8550330" y="2053176"/>
                  <a:pt x="8538837" y="2041682"/>
                  <a:pt x="8538837" y="2027517"/>
                </a:cubicBezTo>
                <a:cubicBezTo>
                  <a:pt x="8538837" y="2013352"/>
                  <a:pt x="8550330" y="2001858"/>
                  <a:pt x="8564495" y="2001858"/>
                </a:cubicBezTo>
                <a:close/>
                <a:moveTo>
                  <a:pt x="8500288" y="2001858"/>
                </a:moveTo>
                <a:cubicBezTo>
                  <a:pt x="8514453" y="2001858"/>
                  <a:pt x="8525949" y="2013352"/>
                  <a:pt x="8525949" y="2027517"/>
                </a:cubicBezTo>
                <a:cubicBezTo>
                  <a:pt x="8525949" y="2041682"/>
                  <a:pt x="8514453" y="2053176"/>
                  <a:pt x="8500288" y="2053176"/>
                </a:cubicBezTo>
                <a:cubicBezTo>
                  <a:pt x="8486126" y="2053176"/>
                  <a:pt x="8474630" y="2041682"/>
                  <a:pt x="8474630" y="2027517"/>
                </a:cubicBezTo>
                <a:cubicBezTo>
                  <a:pt x="8474630" y="2013352"/>
                  <a:pt x="8486126" y="2001858"/>
                  <a:pt x="8500288" y="2001858"/>
                </a:cubicBezTo>
                <a:close/>
                <a:moveTo>
                  <a:pt x="8436084" y="2001858"/>
                </a:moveTo>
                <a:cubicBezTo>
                  <a:pt x="8450249" y="2001858"/>
                  <a:pt x="8461745" y="2013352"/>
                  <a:pt x="8461745" y="2027517"/>
                </a:cubicBezTo>
                <a:cubicBezTo>
                  <a:pt x="8461745" y="2041682"/>
                  <a:pt x="8450249" y="2053176"/>
                  <a:pt x="8436084" y="2053176"/>
                </a:cubicBezTo>
                <a:cubicBezTo>
                  <a:pt x="8421919" y="2053176"/>
                  <a:pt x="8410426" y="2041682"/>
                  <a:pt x="8410426" y="2027517"/>
                </a:cubicBezTo>
                <a:cubicBezTo>
                  <a:pt x="8410426" y="2013352"/>
                  <a:pt x="8421919" y="2001858"/>
                  <a:pt x="8436084" y="2001858"/>
                </a:cubicBezTo>
                <a:close/>
                <a:moveTo>
                  <a:pt x="8371879" y="2001858"/>
                </a:moveTo>
                <a:cubicBezTo>
                  <a:pt x="8386044" y="2001858"/>
                  <a:pt x="8397538" y="2013352"/>
                  <a:pt x="8397538" y="2027517"/>
                </a:cubicBezTo>
                <a:cubicBezTo>
                  <a:pt x="8397538" y="2041682"/>
                  <a:pt x="8386044" y="2053176"/>
                  <a:pt x="8371879" y="2053176"/>
                </a:cubicBezTo>
                <a:cubicBezTo>
                  <a:pt x="8357714" y="2053176"/>
                  <a:pt x="8346221" y="2041682"/>
                  <a:pt x="8346221" y="2027517"/>
                </a:cubicBezTo>
                <a:cubicBezTo>
                  <a:pt x="8346221" y="2013352"/>
                  <a:pt x="8357714" y="2001858"/>
                  <a:pt x="8371879" y="2001858"/>
                </a:cubicBezTo>
                <a:close/>
                <a:moveTo>
                  <a:pt x="8307675" y="2001858"/>
                </a:moveTo>
                <a:cubicBezTo>
                  <a:pt x="8321837" y="2001858"/>
                  <a:pt x="8333333" y="2013352"/>
                  <a:pt x="8333333" y="2027517"/>
                </a:cubicBezTo>
                <a:cubicBezTo>
                  <a:pt x="8333333" y="2041682"/>
                  <a:pt x="8321837" y="2053176"/>
                  <a:pt x="8307675" y="2053176"/>
                </a:cubicBezTo>
                <a:cubicBezTo>
                  <a:pt x="8293510" y="2053176"/>
                  <a:pt x="8282014" y="2041682"/>
                  <a:pt x="8282014" y="2027517"/>
                </a:cubicBezTo>
                <a:cubicBezTo>
                  <a:pt x="8282014" y="2013352"/>
                  <a:pt x="8293510" y="2001858"/>
                  <a:pt x="8307675" y="2001858"/>
                </a:cubicBezTo>
                <a:close/>
                <a:moveTo>
                  <a:pt x="8243468" y="2001858"/>
                </a:moveTo>
                <a:cubicBezTo>
                  <a:pt x="8257633" y="2001858"/>
                  <a:pt x="8269126" y="2013352"/>
                  <a:pt x="8269126" y="2027517"/>
                </a:cubicBezTo>
                <a:cubicBezTo>
                  <a:pt x="8269126" y="2041682"/>
                  <a:pt x="8257633" y="2053176"/>
                  <a:pt x="8243468" y="2053176"/>
                </a:cubicBezTo>
                <a:cubicBezTo>
                  <a:pt x="8229303" y="2053176"/>
                  <a:pt x="8217810" y="2041682"/>
                  <a:pt x="8217810" y="2027517"/>
                </a:cubicBezTo>
                <a:cubicBezTo>
                  <a:pt x="8217810" y="2013352"/>
                  <a:pt x="8229303" y="2001858"/>
                  <a:pt x="8243468" y="2001858"/>
                </a:cubicBezTo>
                <a:close/>
                <a:moveTo>
                  <a:pt x="8179264" y="2001858"/>
                </a:moveTo>
                <a:cubicBezTo>
                  <a:pt x="8193429" y="2001858"/>
                  <a:pt x="8204922" y="2013352"/>
                  <a:pt x="8204922" y="2027517"/>
                </a:cubicBezTo>
                <a:cubicBezTo>
                  <a:pt x="8204922" y="2041682"/>
                  <a:pt x="8193429" y="2053176"/>
                  <a:pt x="8179264" y="2053176"/>
                </a:cubicBezTo>
                <a:cubicBezTo>
                  <a:pt x="8165099" y="2053176"/>
                  <a:pt x="8153603" y="2041682"/>
                  <a:pt x="8153603" y="2027517"/>
                </a:cubicBezTo>
                <a:cubicBezTo>
                  <a:pt x="8153603" y="2013352"/>
                  <a:pt x="8165099" y="2001858"/>
                  <a:pt x="8179264" y="2001858"/>
                </a:cubicBezTo>
                <a:close/>
                <a:moveTo>
                  <a:pt x="8115057" y="2001858"/>
                </a:moveTo>
                <a:cubicBezTo>
                  <a:pt x="8129222" y="2001858"/>
                  <a:pt x="8140717" y="2013352"/>
                  <a:pt x="8140717" y="2027517"/>
                </a:cubicBezTo>
                <a:cubicBezTo>
                  <a:pt x="8140717" y="2041682"/>
                  <a:pt x="8129222" y="2053176"/>
                  <a:pt x="8115057" y="2053176"/>
                </a:cubicBezTo>
                <a:cubicBezTo>
                  <a:pt x="8100894" y="2053176"/>
                  <a:pt x="8089398" y="2041682"/>
                  <a:pt x="8089398" y="2027517"/>
                </a:cubicBezTo>
                <a:cubicBezTo>
                  <a:pt x="8089398" y="2013352"/>
                  <a:pt x="8100894" y="2001858"/>
                  <a:pt x="8115057" y="2001858"/>
                </a:cubicBezTo>
                <a:close/>
                <a:moveTo>
                  <a:pt x="8050852" y="2001858"/>
                </a:moveTo>
                <a:cubicBezTo>
                  <a:pt x="8065017" y="2001858"/>
                  <a:pt x="8076510" y="2013352"/>
                  <a:pt x="8076510" y="2027517"/>
                </a:cubicBezTo>
                <a:cubicBezTo>
                  <a:pt x="8076510" y="2041682"/>
                  <a:pt x="8065017" y="2053176"/>
                  <a:pt x="8050852" y="2053176"/>
                </a:cubicBezTo>
                <a:cubicBezTo>
                  <a:pt x="8036687" y="2053176"/>
                  <a:pt x="8025194" y="2041682"/>
                  <a:pt x="8025194" y="2027517"/>
                </a:cubicBezTo>
                <a:cubicBezTo>
                  <a:pt x="8025194" y="2013352"/>
                  <a:pt x="8036687" y="2001858"/>
                  <a:pt x="8050852" y="2001858"/>
                </a:cubicBezTo>
                <a:close/>
                <a:moveTo>
                  <a:pt x="7986648" y="2001858"/>
                </a:moveTo>
                <a:cubicBezTo>
                  <a:pt x="8000813" y="2001858"/>
                  <a:pt x="8012306" y="2013352"/>
                  <a:pt x="8012306" y="2027517"/>
                </a:cubicBezTo>
                <a:cubicBezTo>
                  <a:pt x="8012306" y="2041682"/>
                  <a:pt x="8000813" y="2053176"/>
                  <a:pt x="7986648" y="2053176"/>
                </a:cubicBezTo>
                <a:cubicBezTo>
                  <a:pt x="7972483" y="2053176"/>
                  <a:pt x="7960990" y="2041682"/>
                  <a:pt x="7960990" y="2027517"/>
                </a:cubicBezTo>
                <a:cubicBezTo>
                  <a:pt x="7960990" y="2013352"/>
                  <a:pt x="7972483" y="2001858"/>
                  <a:pt x="7986648" y="2001858"/>
                </a:cubicBezTo>
                <a:close/>
                <a:moveTo>
                  <a:pt x="7922444" y="2001858"/>
                </a:moveTo>
                <a:cubicBezTo>
                  <a:pt x="7936606" y="2001858"/>
                  <a:pt x="7948102" y="2013352"/>
                  <a:pt x="7948102" y="2027517"/>
                </a:cubicBezTo>
                <a:cubicBezTo>
                  <a:pt x="7948102" y="2041682"/>
                  <a:pt x="7936606" y="2053176"/>
                  <a:pt x="7922444" y="2053176"/>
                </a:cubicBezTo>
                <a:cubicBezTo>
                  <a:pt x="7908279" y="2053176"/>
                  <a:pt x="7896783" y="2041682"/>
                  <a:pt x="7896783" y="2027517"/>
                </a:cubicBezTo>
                <a:cubicBezTo>
                  <a:pt x="7896783" y="2013352"/>
                  <a:pt x="7908279" y="2001858"/>
                  <a:pt x="7922444" y="2001858"/>
                </a:cubicBezTo>
                <a:close/>
                <a:moveTo>
                  <a:pt x="7858237" y="2001858"/>
                </a:moveTo>
                <a:cubicBezTo>
                  <a:pt x="7872402" y="2001858"/>
                  <a:pt x="7883895" y="2013352"/>
                  <a:pt x="7883895" y="2027517"/>
                </a:cubicBezTo>
                <a:cubicBezTo>
                  <a:pt x="7883895" y="2041682"/>
                  <a:pt x="7872402" y="2053176"/>
                  <a:pt x="7858237" y="2053176"/>
                </a:cubicBezTo>
                <a:cubicBezTo>
                  <a:pt x="7844072" y="2053176"/>
                  <a:pt x="7832578" y="2041682"/>
                  <a:pt x="7832578" y="2027517"/>
                </a:cubicBezTo>
                <a:cubicBezTo>
                  <a:pt x="7832578" y="2013352"/>
                  <a:pt x="7844072" y="2001858"/>
                  <a:pt x="7858237" y="2001858"/>
                </a:cubicBezTo>
                <a:close/>
                <a:moveTo>
                  <a:pt x="7794032" y="2001858"/>
                </a:moveTo>
                <a:cubicBezTo>
                  <a:pt x="7808197" y="2001858"/>
                  <a:pt x="7819690" y="2013352"/>
                  <a:pt x="7819690" y="2027517"/>
                </a:cubicBezTo>
                <a:cubicBezTo>
                  <a:pt x="7819690" y="2041682"/>
                  <a:pt x="7808197" y="2053176"/>
                  <a:pt x="7794032" y="2053176"/>
                </a:cubicBezTo>
                <a:cubicBezTo>
                  <a:pt x="7779867" y="2053176"/>
                  <a:pt x="7768371" y="2041682"/>
                  <a:pt x="7768371" y="2027517"/>
                </a:cubicBezTo>
                <a:cubicBezTo>
                  <a:pt x="7768371" y="2013352"/>
                  <a:pt x="7779867" y="2001858"/>
                  <a:pt x="7794032" y="2001858"/>
                </a:cubicBezTo>
                <a:close/>
                <a:moveTo>
                  <a:pt x="7729825" y="2001858"/>
                </a:moveTo>
                <a:cubicBezTo>
                  <a:pt x="7743990" y="2001858"/>
                  <a:pt x="7755486" y="2013352"/>
                  <a:pt x="7755486" y="2027517"/>
                </a:cubicBezTo>
                <a:cubicBezTo>
                  <a:pt x="7755486" y="2041682"/>
                  <a:pt x="7743990" y="2053176"/>
                  <a:pt x="7729825" y="2053176"/>
                </a:cubicBezTo>
                <a:cubicBezTo>
                  <a:pt x="7715660" y="2053176"/>
                  <a:pt x="7704167" y="2041682"/>
                  <a:pt x="7704167" y="2027517"/>
                </a:cubicBezTo>
                <a:cubicBezTo>
                  <a:pt x="7704167" y="2013352"/>
                  <a:pt x="7715660" y="2001858"/>
                  <a:pt x="7729825" y="2001858"/>
                </a:cubicBezTo>
                <a:close/>
                <a:moveTo>
                  <a:pt x="7665621" y="2001858"/>
                </a:moveTo>
                <a:cubicBezTo>
                  <a:pt x="7679786" y="2001858"/>
                  <a:pt x="7691279" y="2013352"/>
                  <a:pt x="7691279" y="2027517"/>
                </a:cubicBezTo>
                <a:cubicBezTo>
                  <a:pt x="7691279" y="2041682"/>
                  <a:pt x="7679786" y="2053176"/>
                  <a:pt x="7665621" y="2053176"/>
                </a:cubicBezTo>
                <a:cubicBezTo>
                  <a:pt x="7651456" y="2053176"/>
                  <a:pt x="7639963" y="2041682"/>
                  <a:pt x="7639963" y="2027517"/>
                </a:cubicBezTo>
                <a:cubicBezTo>
                  <a:pt x="7639963" y="2013352"/>
                  <a:pt x="7651456" y="2001858"/>
                  <a:pt x="7665621" y="2001858"/>
                </a:cubicBezTo>
                <a:close/>
                <a:moveTo>
                  <a:pt x="7601299" y="2001858"/>
                </a:moveTo>
                <a:cubicBezTo>
                  <a:pt x="7615464" y="2001858"/>
                  <a:pt x="7626959" y="2013352"/>
                  <a:pt x="7626959" y="2027517"/>
                </a:cubicBezTo>
                <a:cubicBezTo>
                  <a:pt x="7626959" y="2041682"/>
                  <a:pt x="7615464" y="2053176"/>
                  <a:pt x="7601299" y="2053176"/>
                </a:cubicBezTo>
                <a:cubicBezTo>
                  <a:pt x="7587134" y="2053176"/>
                  <a:pt x="7575640" y="2041682"/>
                  <a:pt x="7575640" y="2027517"/>
                </a:cubicBezTo>
                <a:cubicBezTo>
                  <a:pt x="7575640" y="2013352"/>
                  <a:pt x="7587134" y="2001858"/>
                  <a:pt x="7601299" y="2001858"/>
                </a:cubicBezTo>
                <a:close/>
                <a:moveTo>
                  <a:pt x="7537094" y="2001858"/>
                </a:moveTo>
                <a:cubicBezTo>
                  <a:pt x="7551259" y="2001858"/>
                  <a:pt x="7562752" y="2013352"/>
                  <a:pt x="7562752" y="2027517"/>
                </a:cubicBezTo>
                <a:cubicBezTo>
                  <a:pt x="7562752" y="2041682"/>
                  <a:pt x="7551259" y="2053176"/>
                  <a:pt x="7537094" y="2053176"/>
                </a:cubicBezTo>
                <a:cubicBezTo>
                  <a:pt x="7522929" y="2053176"/>
                  <a:pt x="7511436" y="2041682"/>
                  <a:pt x="7511436" y="2027517"/>
                </a:cubicBezTo>
                <a:cubicBezTo>
                  <a:pt x="7511436" y="2013352"/>
                  <a:pt x="7522929" y="2001858"/>
                  <a:pt x="7537094" y="2001858"/>
                </a:cubicBezTo>
                <a:close/>
                <a:moveTo>
                  <a:pt x="7472890" y="2001858"/>
                </a:moveTo>
                <a:cubicBezTo>
                  <a:pt x="7487052" y="2001858"/>
                  <a:pt x="7498548" y="2013352"/>
                  <a:pt x="7498548" y="2027517"/>
                </a:cubicBezTo>
                <a:cubicBezTo>
                  <a:pt x="7498548" y="2041682"/>
                  <a:pt x="7487052" y="2053176"/>
                  <a:pt x="7472890" y="2053176"/>
                </a:cubicBezTo>
                <a:cubicBezTo>
                  <a:pt x="7458725" y="2053176"/>
                  <a:pt x="7447229" y="2041682"/>
                  <a:pt x="7447229" y="2027517"/>
                </a:cubicBezTo>
                <a:cubicBezTo>
                  <a:pt x="7447229" y="2013352"/>
                  <a:pt x="7458725" y="2001858"/>
                  <a:pt x="7472890" y="2001858"/>
                </a:cubicBezTo>
                <a:close/>
                <a:moveTo>
                  <a:pt x="7408683" y="2001858"/>
                </a:moveTo>
                <a:cubicBezTo>
                  <a:pt x="7422848" y="2001858"/>
                  <a:pt x="7434341" y="2013352"/>
                  <a:pt x="7434341" y="2027517"/>
                </a:cubicBezTo>
                <a:cubicBezTo>
                  <a:pt x="7434341" y="2041682"/>
                  <a:pt x="7422848" y="2053176"/>
                  <a:pt x="7408683" y="2053176"/>
                </a:cubicBezTo>
                <a:cubicBezTo>
                  <a:pt x="7394518" y="2053176"/>
                  <a:pt x="7383025" y="2041682"/>
                  <a:pt x="7383025" y="2027517"/>
                </a:cubicBezTo>
                <a:cubicBezTo>
                  <a:pt x="7383025" y="2013352"/>
                  <a:pt x="7394518" y="2001858"/>
                  <a:pt x="7408683" y="2001858"/>
                </a:cubicBezTo>
                <a:close/>
                <a:moveTo>
                  <a:pt x="7344479" y="2001858"/>
                </a:moveTo>
                <a:cubicBezTo>
                  <a:pt x="7358644" y="2001858"/>
                  <a:pt x="7370137" y="2013352"/>
                  <a:pt x="7370137" y="2027517"/>
                </a:cubicBezTo>
                <a:cubicBezTo>
                  <a:pt x="7370137" y="2041682"/>
                  <a:pt x="7358644" y="2053176"/>
                  <a:pt x="7344479" y="2053176"/>
                </a:cubicBezTo>
                <a:cubicBezTo>
                  <a:pt x="7330314" y="2053176"/>
                  <a:pt x="7318820" y="2041682"/>
                  <a:pt x="7318820" y="2027517"/>
                </a:cubicBezTo>
                <a:cubicBezTo>
                  <a:pt x="7318820" y="2013352"/>
                  <a:pt x="7330314" y="2001858"/>
                  <a:pt x="7344479" y="2001858"/>
                </a:cubicBezTo>
                <a:close/>
                <a:moveTo>
                  <a:pt x="7280274" y="2001858"/>
                </a:moveTo>
                <a:cubicBezTo>
                  <a:pt x="7294437" y="2001858"/>
                  <a:pt x="7305932" y="2013352"/>
                  <a:pt x="7305932" y="2027517"/>
                </a:cubicBezTo>
                <a:cubicBezTo>
                  <a:pt x="7305932" y="2041682"/>
                  <a:pt x="7294437" y="2053176"/>
                  <a:pt x="7280274" y="2053176"/>
                </a:cubicBezTo>
                <a:cubicBezTo>
                  <a:pt x="7266109" y="2053176"/>
                  <a:pt x="7254613" y="2041682"/>
                  <a:pt x="7254613" y="2027517"/>
                </a:cubicBezTo>
                <a:cubicBezTo>
                  <a:pt x="7254613" y="2013352"/>
                  <a:pt x="7266109" y="2001858"/>
                  <a:pt x="7280274" y="2001858"/>
                </a:cubicBezTo>
                <a:close/>
                <a:moveTo>
                  <a:pt x="7216067" y="2001858"/>
                </a:moveTo>
                <a:cubicBezTo>
                  <a:pt x="7230232" y="2001858"/>
                  <a:pt x="7241725" y="2013352"/>
                  <a:pt x="7241725" y="2027517"/>
                </a:cubicBezTo>
                <a:cubicBezTo>
                  <a:pt x="7241725" y="2041682"/>
                  <a:pt x="7230232" y="2053176"/>
                  <a:pt x="7216067" y="2053176"/>
                </a:cubicBezTo>
                <a:cubicBezTo>
                  <a:pt x="7201902" y="2053176"/>
                  <a:pt x="7190409" y="2041682"/>
                  <a:pt x="7190409" y="2027517"/>
                </a:cubicBezTo>
                <a:cubicBezTo>
                  <a:pt x="7190409" y="2013352"/>
                  <a:pt x="7201902" y="2001858"/>
                  <a:pt x="7216067" y="2001858"/>
                </a:cubicBezTo>
                <a:close/>
                <a:moveTo>
                  <a:pt x="7151863" y="2001858"/>
                </a:moveTo>
                <a:cubicBezTo>
                  <a:pt x="7166028" y="2001858"/>
                  <a:pt x="7177521" y="2013352"/>
                  <a:pt x="7177521" y="2027517"/>
                </a:cubicBezTo>
                <a:cubicBezTo>
                  <a:pt x="7177521" y="2041682"/>
                  <a:pt x="7166028" y="2053176"/>
                  <a:pt x="7151863" y="2053176"/>
                </a:cubicBezTo>
                <a:cubicBezTo>
                  <a:pt x="7137698" y="2053176"/>
                  <a:pt x="7126205" y="2041682"/>
                  <a:pt x="7126205" y="2027517"/>
                </a:cubicBezTo>
                <a:cubicBezTo>
                  <a:pt x="7126205" y="2013352"/>
                  <a:pt x="7137698" y="2001858"/>
                  <a:pt x="7151863" y="2001858"/>
                </a:cubicBezTo>
                <a:close/>
                <a:moveTo>
                  <a:pt x="7087658" y="2001858"/>
                </a:moveTo>
                <a:cubicBezTo>
                  <a:pt x="7101821" y="2001858"/>
                  <a:pt x="7113317" y="2013352"/>
                  <a:pt x="7113317" y="2027517"/>
                </a:cubicBezTo>
                <a:cubicBezTo>
                  <a:pt x="7113317" y="2041682"/>
                  <a:pt x="7101821" y="2053176"/>
                  <a:pt x="7087658" y="2053176"/>
                </a:cubicBezTo>
                <a:cubicBezTo>
                  <a:pt x="7073493" y="2053176"/>
                  <a:pt x="7061998" y="2041682"/>
                  <a:pt x="7061998" y="2027517"/>
                </a:cubicBezTo>
                <a:cubicBezTo>
                  <a:pt x="7061998" y="2013352"/>
                  <a:pt x="7073493" y="2001858"/>
                  <a:pt x="7087658" y="2001858"/>
                </a:cubicBezTo>
                <a:close/>
                <a:moveTo>
                  <a:pt x="7023451" y="2001858"/>
                </a:moveTo>
                <a:cubicBezTo>
                  <a:pt x="7037616" y="2001858"/>
                  <a:pt x="7049112" y="2013352"/>
                  <a:pt x="7049112" y="2027517"/>
                </a:cubicBezTo>
                <a:cubicBezTo>
                  <a:pt x="7049112" y="2041682"/>
                  <a:pt x="7037616" y="2053176"/>
                  <a:pt x="7023451" y="2053176"/>
                </a:cubicBezTo>
                <a:cubicBezTo>
                  <a:pt x="7009289" y="2053176"/>
                  <a:pt x="6997793" y="2041682"/>
                  <a:pt x="6997793" y="2027517"/>
                </a:cubicBezTo>
                <a:cubicBezTo>
                  <a:pt x="6997793" y="2013352"/>
                  <a:pt x="7009289" y="2001858"/>
                  <a:pt x="7023451" y="2001858"/>
                </a:cubicBezTo>
                <a:close/>
                <a:moveTo>
                  <a:pt x="6959247" y="2001858"/>
                </a:moveTo>
                <a:cubicBezTo>
                  <a:pt x="6973412" y="2001858"/>
                  <a:pt x="6984905" y="2013352"/>
                  <a:pt x="6984905" y="2027517"/>
                </a:cubicBezTo>
                <a:cubicBezTo>
                  <a:pt x="6984905" y="2041682"/>
                  <a:pt x="6973412" y="2053176"/>
                  <a:pt x="6959247" y="2053176"/>
                </a:cubicBezTo>
                <a:cubicBezTo>
                  <a:pt x="6945082" y="2053176"/>
                  <a:pt x="6933589" y="2041682"/>
                  <a:pt x="6933589" y="2027517"/>
                </a:cubicBezTo>
                <a:cubicBezTo>
                  <a:pt x="6933589" y="2013352"/>
                  <a:pt x="6945082" y="2001858"/>
                  <a:pt x="6959247" y="2001858"/>
                </a:cubicBezTo>
                <a:close/>
                <a:moveTo>
                  <a:pt x="6895043" y="2001858"/>
                </a:moveTo>
                <a:cubicBezTo>
                  <a:pt x="6909208" y="2001858"/>
                  <a:pt x="6920701" y="2013352"/>
                  <a:pt x="6920701" y="2027517"/>
                </a:cubicBezTo>
                <a:cubicBezTo>
                  <a:pt x="6920701" y="2041682"/>
                  <a:pt x="6909208" y="2053176"/>
                  <a:pt x="6895043" y="2053176"/>
                </a:cubicBezTo>
                <a:cubicBezTo>
                  <a:pt x="6880878" y="2053176"/>
                  <a:pt x="6869382" y="2041682"/>
                  <a:pt x="6869382" y="2027517"/>
                </a:cubicBezTo>
                <a:cubicBezTo>
                  <a:pt x="6869382" y="2013352"/>
                  <a:pt x="6880878" y="2001858"/>
                  <a:pt x="6895043" y="2001858"/>
                </a:cubicBezTo>
                <a:close/>
                <a:moveTo>
                  <a:pt x="6830836" y="2001858"/>
                </a:moveTo>
                <a:cubicBezTo>
                  <a:pt x="6845001" y="2001858"/>
                  <a:pt x="6856494" y="2013352"/>
                  <a:pt x="6856494" y="2027517"/>
                </a:cubicBezTo>
                <a:cubicBezTo>
                  <a:pt x="6856494" y="2041682"/>
                  <a:pt x="6845001" y="2053176"/>
                  <a:pt x="6830836" y="2053176"/>
                </a:cubicBezTo>
                <a:cubicBezTo>
                  <a:pt x="6816671" y="2053176"/>
                  <a:pt x="6805178" y="2041682"/>
                  <a:pt x="6805178" y="2027517"/>
                </a:cubicBezTo>
                <a:cubicBezTo>
                  <a:pt x="6805178" y="2013352"/>
                  <a:pt x="6816671" y="2001858"/>
                  <a:pt x="6830836" y="2001858"/>
                </a:cubicBezTo>
                <a:close/>
                <a:moveTo>
                  <a:pt x="6766631" y="2001858"/>
                </a:moveTo>
                <a:cubicBezTo>
                  <a:pt x="6780796" y="2001858"/>
                  <a:pt x="6792290" y="2013352"/>
                  <a:pt x="6792290" y="2027517"/>
                </a:cubicBezTo>
                <a:cubicBezTo>
                  <a:pt x="6792290" y="2041682"/>
                  <a:pt x="6780796" y="2053176"/>
                  <a:pt x="6766631" y="2053176"/>
                </a:cubicBezTo>
                <a:cubicBezTo>
                  <a:pt x="6752466" y="2053176"/>
                  <a:pt x="6740973" y="2041682"/>
                  <a:pt x="6740973" y="2027517"/>
                </a:cubicBezTo>
                <a:cubicBezTo>
                  <a:pt x="6740973" y="2013352"/>
                  <a:pt x="6752466" y="2001858"/>
                  <a:pt x="6766631" y="2001858"/>
                </a:cubicBezTo>
                <a:close/>
                <a:moveTo>
                  <a:pt x="6702427" y="2001858"/>
                </a:moveTo>
                <a:cubicBezTo>
                  <a:pt x="6716589" y="2001858"/>
                  <a:pt x="6728085" y="2013352"/>
                  <a:pt x="6728085" y="2027517"/>
                </a:cubicBezTo>
                <a:cubicBezTo>
                  <a:pt x="6728085" y="2041682"/>
                  <a:pt x="6716589" y="2053176"/>
                  <a:pt x="6702427" y="2053176"/>
                </a:cubicBezTo>
                <a:cubicBezTo>
                  <a:pt x="6688262" y="2053176"/>
                  <a:pt x="6676766" y="2041682"/>
                  <a:pt x="6676766" y="2027517"/>
                </a:cubicBezTo>
                <a:cubicBezTo>
                  <a:pt x="6676766" y="2013352"/>
                  <a:pt x="6688262" y="2001858"/>
                  <a:pt x="6702427" y="2001858"/>
                </a:cubicBezTo>
                <a:close/>
                <a:moveTo>
                  <a:pt x="6638220" y="2001858"/>
                </a:moveTo>
                <a:cubicBezTo>
                  <a:pt x="6652385" y="2001858"/>
                  <a:pt x="6663881" y="2013352"/>
                  <a:pt x="6663881" y="2027517"/>
                </a:cubicBezTo>
                <a:cubicBezTo>
                  <a:pt x="6663881" y="2041682"/>
                  <a:pt x="6652385" y="2053176"/>
                  <a:pt x="6638220" y="2053176"/>
                </a:cubicBezTo>
                <a:cubicBezTo>
                  <a:pt x="6624055" y="2053176"/>
                  <a:pt x="6612562" y="2041682"/>
                  <a:pt x="6612562" y="2027517"/>
                </a:cubicBezTo>
                <a:cubicBezTo>
                  <a:pt x="6612562" y="2013352"/>
                  <a:pt x="6624055" y="2001858"/>
                  <a:pt x="6638220" y="2001858"/>
                </a:cubicBezTo>
                <a:close/>
                <a:moveTo>
                  <a:pt x="6574016" y="2001858"/>
                </a:moveTo>
                <a:cubicBezTo>
                  <a:pt x="6588181" y="2001858"/>
                  <a:pt x="6599674" y="2013352"/>
                  <a:pt x="6599674" y="2027517"/>
                </a:cubicBezTo>
                <a:cubicBezTo>
                  <a:pt x="6599674" y="2041682"/>
                  <a:pt x="6588181" y="2053176"/>
                  <a:pt x="6574016" y="2053176"/>
                </a:cubicBezTo>
                <a:cubicBezTo>
                  <a:pt x="6559851" y="2053176"/>
                  <a:pt x="6548357" y="2041682"/>
                  <a:pt x="6548357" y="2027517"/>
                </a:cubicBezTo>
                <a:cubicBezTo>
                  <a:pt x="6548357" y="2013352"/>
                  <a:pt x="6559851" y="2001858"/>
                  <a:pt x="6574016" y="2001858"/>
                </a:cubicBezTo>
                <a:close/>
                <a:moveTo>
                  <a:pt x="6509693" y="2001858"/>
                </a:moveTo>
                <a:cubicBezTo>
                  <a:pt x="6523858" y="2001858"/>
                  <a:pt x="6535352" y="2013352"/>
                  <a:pt x="6535352" y="2027517"/>
                </a:cubicBezTo>
                <a:cubicBezTo>
                  <a:pt x="6535352" y="2041682"/>
                  <a:pt x="6523858" y="2053176"/>
                  <a:pt x="6509693" y="2053176"/>
                </a:cubicBezTo>
                <a:cubicBezTo>
                  <a:pt x="6495528" y="2053176"/>
                  <a:pt x="6484035" y="2041682"/>
                  <a:pt x="6484035" y="2027517"/>
                </a:cubicBezTo>
                <a:cubicBezTo>
                  <a:pt x="6484035" y="2013352"/>
                  <a:pt x="6495528" y="2001858"/>
                  <a:pt x="6509693" y="2001858"/>
                </a:cubicBezTo>
                <a:close/>
                <a:moveTo>
                  <a:pt x="6445489" y="2001858"/>
                </a:moveTo>
                <a:cubicBezTo>
                  <a:pt x="6459654" y="2001858"/>
                  <a:pt x="6471147" y="2013352"/>
                  <a:pt x="6471147" y="2027517"/>
                </a:cubicBezTo>
                <a:cubicBezTo>
                  <a:pt x="6471147" y="2041682"/>
                  <a:pt x="6459654" y="2053176"/>
                  <a:pt x="6445489" y="2053176"/>
                </a:cubicBezTo>
                <a:cubicBezTo>
                  <a:pt x="6431324" y="2053176"/>
                  <a:pt x="6419831" y="2041682"/>
                  <a:pt x="6419831" y="2027517"/>
                </a:cubicBezTo>
                <a:cubicBezTo>
                  <a:pt x="6419831" y="2013352"/>
                  <a:pt x="6431324" y="2001858"/>
                  <a:pt x="6445489" y="2001858"/>
                </a:cubicBezTo>
                <a:close/>
                <a:moveTo>
                  <a:pt x="6381282" y="2001858"/>
                </a:moveTo>
                <a:cubicBezTo>
                  <a:pt x="6395447" y="2001858"/>
                  <a:pt x="6406943" y="2013352"/>
                  <a:pt x="6406943" y="2027517"/>
                </a:cubicBezTo>
                <a:cubicBezTo>
                  <a:pt x="6406943" y="2041682"/>
                  <a:pt x="6395447" y="2053176"/>
                  <a:pt x="6381282" y="2053176"/>
                </a:cubicBezTo>
                <a:cubicBezTo>
                  <a:pt x="6367117" y="2053176"/>
                  <a:pt x="6355624" y="2041682"/>
                  <a:pt x="6355624" y="2027517"/>
                </a:cubicBezTo>
                <a:cubicBezTo>
                  <a:pt x="6355624" y="2013352"/>
                  <a:pt x="6367117" y="2001858"/>
                  <a:pt x="6381282" y="2001858"/>
                </a:cubicBezTo>
                <a:close/>
                <a:moveTo>
                  <a:pt x="6317078" y="2001858"/>
                </a:moveTo>
                <a:cubicBezTo>
                  <a:pt x="6331243" y="2001858"/>
                  <a:pt x="6342736" y="2013352"/>
                  <a:pt x="6342736" y="2027517"/>
                </a:cubicBezTo>
                <a:cubicBezTo>
                  <a:pt x="6342736" y="2041682"/>
                  <a:pt x="6331243" y="2053176"/>
                  <a:pt x="6317078" y="2053176"/>
                </a:cubicBezTo>
                <a:cubicBezTo>
                  <a:pt x="6302913" y="2053176"/>
                  <a:pt x="6291420" y="2041682"/>
                  <a:pt x="6291420" y="2027517"/>
                </a:cubicBezTo>
                <a:cubicBezTo>
                  <a:pt x="6291420" y="2013352"/>
                  <a:pt x="6302913" y="2001858"/>
                  <a:pt x="6317078" y="2001858"/>
                </a:cubicBezTo>
                <a:close/>
                <a:moveTo>
                  <a:pt x="6252873" y="2001858"/>
                </a:moveTo>
                <a:cubicBezTo>
                  <a:pt x="6267036" y="2001858"/>
                  <a:pt x="6278532" y="2013352"/>
                  <a:pt x="6278532" y="2027517"/>
                </a:cubicBezTo>
                <a:cubicBezTo>
                  <a:pt x="6278532" y="2041682"/>
                  <a:pt x="6267036" y="2053176"/>
                  <a:pt x="6252873" y="2053176"/>
                </a:cubicBezTo>
                <a:cubicBezTo>
                  <a:pt x="6238708" y="2053176"/>
                  <a:pt x="6227213" y="2041682"/>
                  <a:pt x="6227213" y="2027517"/>
                </a:cubicBezTo>
                <a:cubicBezTo>
                  <a:pt x="6227213" y="2013352"/>
                  <a:pt x="6238708" y="2001858"/>
                  <a:pt x="6252873" y="2001858"/>
                </a:cubicBezTo>
                <a:close/>
                <a:moveTo>
                  <a:pt x="6188666" y="2001858"/>
                </a:moveTo>
                <a:cubicBezTo>
                  <a:pt x="6202831" y="2001858"/>
                  <a:pt x="6214327" y="2013352"/>
                  <a:pt x="6214327" y="2027517"/>
                </a:cubicBezTo>
                <a:cubicBezTo>
                  <a:pt x="6214327" y="2041682"/>
                  <a:pt x="6202831" y="2053176"/>
                  <a:pt x="6188666" y="2053176"/>
                </a:cubicBezTo>
                <a:cubicBezTo>
                  <a:pt x="6174504" y="2053176"/>
                  <a:pt x="6163008" y="2041682"/>
                  <a:pt x="6163008" y="2027517"/>
                </a:cubicBezTo>
                <a:cubicBezTo>
                  <a:pt x="6163008" y="2013352"/>
                  <a:pt x="6174504" y="2001858"/>
                  <a:pt x="6188666" y="2001858"/>
                </a:cubicBezTo>
                <a:close/>
                <a:moveTo>
                  <a:pt x="6124462" y="2001858"/>
                </a:moveTo>
                <a:cubicBezTo>
                  <a:pt x="6138627" y="2001858"/>
                  <a:pt x="6150123" y="2013352"/>
                  <a:pt x="6150123" y="2027517"/>
                </a:cubicBezTo>
                <a:cubicBezTo>
                  <a:pt x="6150123" y="2041682"/>
                  <a:pt x="6138627" y="2053176"/>
                  <a:pt x="6124462" y="2053176"/>
                </a:cubicBezTo>
                <a:cubicBezTo>
                  <a:pt x="6110297" y="2053176"/>
                  <a:pt x="6098804" y="2041682"/>
                  <a:pt x="6098804" y="2027517"/>
                </a:cubicBezTo>
                <a:cubicBezTo>
                  <a:pt x="6098804" y="2013352"/>
                  <a:pt x="6110297" y="2001858"/>
                  <a:pt x="6124462" y="2001858"/>
                </a:cubicBezTo>
                <a:close/>
                <a:moveTo>
                  <a:pt x="6064505" y="2001858"/>
                </a:moveTo>
                <a:cubicBezTo>
                  <a:pt x="6078666" y="2001858"/>
                  <a:pt x="6090163" y="2013352"/>
                  <a:pt x="6090163" y="2027517"/>
                </a:cubicBezTo>
                <a:cubicBezTo>
                  <a:pt x="6090163" y="2041682"/>
                  <a:pt x="6078666" y="2053176"/>
                  <a:pt x="6064505" y="2053176"/>
                </a:cubicBezTo>
                <a:cubicBezTo>
                  <a:pt x="6050336" y="2053176"/>
                  <a:pt x="6038844" y="2041682"/>
                  <a:pt x="6038844" y="2027517"/>
                </a:cubicBezTo>
                <a:cubicBezTo>
                  <a:pt x="6038844" y="2013352"/>
                  <a:pt x="6050336" y="2001858"/>
                  <a:pt x="6064505" y="2001858"/>
                </a:cubicBezTo>
                <a:close/>
                <a:moveTo>
                  <a:pt x="6000298" y="2001858"/>
                </a:moveTo>
                <a:cubicBezTo>
                  <a:pt x="6014463" y="2001858"/>
                  <a:pt x="6025956" y="2013352"/>
                  <a:pt x="6025956" y="2027517"/>
                </a:cubicBezTo>
                <a:cubicBezTo>
                  <a:pt x="6025956" y="2041682"/>
                  <a:pt x="6014463" y="2053176"/>
                  <a:pt x="6000298" y="2053176"/>
                </a:cubicBezTo>
                <a:cubicBezTo>
                  <a:pt x="5986133" y="2053176"/>
                  <a:pt x="5974639" y="2041682"/>
                  <a:pt x="5974639" y="2027517"/>
                </a:cubicBezTo>
                <a:cubicBezTo>
                  <a:pt x="5974639" y="2013352"/>
                  <a:pt x="5986133" y="2001858"/>
                  <a:pt x="6000298" y="2001858"/>
                </a:cubicBezTo>
                <a:close/>
                <a:moveTo>
                  <a:pt x="5936092" y="2001858"/>
                </a:moveTo>
                <a:cubicBezTo>
                  <a:pt x="5950255" y="2001858"/>
                  <a:pt x="5961751" y="2013352"/>
                  <a:pt x="5961751" y="2027517"/>
                </a:cubicBezTo>
                <a:cubicBezTo>
                  <a:pt x="5961751" y="2041682"/>
                  <a:pt x="5950255" y="2053176"/>
                  <a:pt x="5936092" y="2053176"/>
                </a:cubicBezTo>
                <a:cubicBezTo>
                  <a:pt x="5921928" y="2053176"/>
                  <a:pt x="5910435" y="2041682"/>
                  <a:pt x="5910435" y="2027517"/>
                </a:cubicBezTo>
                <a:cubicBezTo>
                  <a:pt x="5910435" y="2013352"/>
                  <a:pt x="5921928" y="2001858"/>
                  <a:pt x="5936092" y="2001858"/>
                </a:cubicBezTo>
                <a:close/>
                <a:moveTo>
                  <a:pt x="5871887" y="2001858"/>
                </a:moveTo>
                <a:cubicBezTo>
                  <a:pt x="5886051" y="2001858"/>
                  <a:pt x="5897547" y="2013352"/>
                  <a:pt x="5897547" y="2027517"/>
                </a:cubicBezTo>
                <a:cubicBezTo>
                  <a:pt x="5897547" y="2041682"/>
                  <a:pt x="5886051" y="2053176"/>
                  <a:pt x="5871887" y="2053176"/>
                </a:cubicBezTo>
                <a:cubicBezTo>
                  <a:pt x="5857722" y="2053176"/>
                  <a:pt x="5846228" y="2041682"/>
                  <a:pt x="5846228" y="2027517"/>
                </a:cubicBezTo>
                <a:cubicBezTo>
                  <a:pt x="5846228" y="2013352"/>
                  <a:pt x="5857722" y="2001858"/>
                  <a:pt x="5871887" y="2001858"/>
                </a:cubicBezTo>
                <a:close/>
                <a:moveTo>
                  <a:pt x="5807683" y="2001858"/>
                </a:moveTo>
                <a:cubicBezTo>
                  <a:pt x="5821847" y="2001858"/>
                  <a:pt x="5833341" y="2013352"/>
                  <a:pt x="5833341" y="2027517"/>
                </a:cubicBezTo>
                <a:cubicBezTo>
                  <a:pt x="5833341" y="2041682"/>
                  <a:pt x="5821847" y="2053176"/>
                  <a:pt x="5807683" y="2053176"/>
                </a:cubicBezTo>
                <a:cubicBezTo>
                  <a:pt x="5793518" y="2053176"/>
                  <a:pt x="5782024" y="2041682"/>
                  <a:pt x="5782024" y="2027517"/>
                </a:cubicBezTo>
                <a:cubicBezTo>
                  <a:pt x="5782024" y="2013352"/>
                  <a:pt x="5793518" y="2001858"/>
                  <a:pt x="5807683" y="2001858"/>
                </a:cubicBezTo>
                <a:close/>
                <a:moveTo>
                  <a:pt x="5743477" y="2001858"/>
                </a:moveTo>
                <a:cubicBezTo>
                  <a:pt x="5757642" y="2001858"/>
                  <a:pt x="5769136" y="2013352"/>
                  <a:pt x="5769136" y="2027517"/>
                </a:cubicBezTo>
                <a:cubicBezTo>
                  <a:pt x="5769136" y="2041682"/>
                  <a:pt x="5757642" y="2053176"/>
                  <a:pt x="5743477" y="2053176"/>
                </a:cubicBezTo>
                <a:cubicBezTo>
                  <a:pt x="5729311" y="2053176"/>
                  <a:pt x="5717818" y="2041682"/>
                  <a:pt x="5717818" y="2027517"/>
                </a:cubicBezTo>
                <a:cubicBezTo>
                  <a:pt x="5717818" y="2013352"/>
                  <a:pt x="5729311" y="2001858"/>
                  <a:pt x="5743477" y="2001858"/>
                </a:cubicBezTo>
                <a:close/>
                <a:moveTo>
                  <a:pt x="5679272" y="2001858"/>
                </a:moveTo>
                <a:cubicBezTo>
                  <a:pt x="5693437" y="2001858"/>
                  <a:pt x="5704930" y="2013352"/>
                  <a:pt x="5704930" y="2027517"/>
                </a:cubicBezTo>
                <a:cubicBezTo>
                  <a:pt x="5704930" y="2041682"/>
                  <a:pt x="5693437" y="2053176"/>
                  <a:pt x="5679272" y="2053176"/>
                </a:cubicBezTo>
                <a:cubicBezTo>
                  <a:pt x="5665108" y="2053176"/>
                  <a:pt x="5653614" y="2041682"/>
                  <a:pt x="5653614" y="2027517"/>
                </a:cubicBezTo>
                <a:cubicBezTo>
                  <a:pt x="5653614" y="2013352"/>
                  <a:pt x="5665108" y="2001858"/>
                  <a:pt x="5679272" y="2001858"/>
                </a:cubicBezTo>
                <a:close/>
                <a:moveTo>
                  <a:pt x="5615066" y="2001858"/>
                </a:moveTo>
                <a:cubicBezTo>
                  <a:pt x="5629231" y="2001858"/>
                  <a:pt x="5640726" y="2013352"/>
                  <a:pt x="5640726" y="2027517"/>
                </a:cubicBezTo>
                <a:cubicBezTo>
                  <a:pt x="5640726" y="2041682"/>
                  <a:pt x="5629231" y="2053176"/>
                  <a:pt x="5615066" y="2053176"/>
                </a:cubicBezTo>
                <a:cubicBezTo>
                  <a:pt x="5600901" y="2053176"/>
                  <a:pt x="5589407" y="2041682"/>
                  <a:pt x="5589407" y="2027517"/>
                </a:cubicBezTo>
                <a:cubicBezTo>
                  <a:pt x="5589407" y="2013352"/>
                  <a:pt x="5600901" y="2001858"/>
                  <a:pt x="5615066" y="2001858"/>
                </a:cubicBezTo>
                <a:close/>
                <a:moveTo>
                  <a:pt x="5550862" y="2001858"/>
                </a:moveTo>
                <a:cubicBezTo>
                  <a:pt x="5565027" y="2001858"/>
                  <a:pt x="5576520" y="2013352"/>
                  <a:pt x="5576520" y="2027517"/>
                </a:cubicBezTo>
                <a:cubicBezTo>
                  <a:pt x="5576520" y="2041682"/>
                  <a:pt x="5565027" y="2053176"/>
                  <a:pt x="5550862" y="2053176"/>
                </a:cubicBezTo>
                <a:cubicBezTo>
                  <a:pt x="5536697" y="2053176"/>
                  <a:pt x="5525203" y="2041682"/>
                  <a:pt x="5525203" y="2027517"/>
                </a:cubicBezTo>
                <a:cubicBezTo>
                  <a:pt x="5525203" y="2013352"/>
                  <a:pt x="5536697" y="2001858"/>
                  <a:pt x="5550862" y="2001858"/>
                </a:cubicBezTo>
                <a:close/>
                <a:moveTo>
                  <a:pt x="5486655" y="2001858"/>
                </a:moveTo>
                <a:cubicBezTo>
                  <a:pt x="5500819" y="2001858"/>
                  <a:pt x="5512316" y="2013352"/>
                  <a:pt x="5512316" y="2027517"/>
                </a:cubicBezTo>
                <a:cubicBezTo>
                  <a:pt x="5512316" y="2041682"/>
                  <a:pt x="5500819" y="2053176"/>
                  <a:pt x="5486655" y="2053176"/>
                </a:cubicBezTo>
                <a:cubicBezTo>
                  <a:pt x="5472491" y="2053176"/>
                  <a:pt x="5460997" y="2041682"/>
                  <a:pt x="5460997" y="2027517"/>
                </a:cubicBezTo>
                <a:cubicBezTo>
                  <a:pt x="5460997" y="2013352"/>
                  <a:pt x="5472491" y="2001858"/>
                  <a:pt x="5486655" y="2001858"/>
                </a:cubicBezTo>
                <a:close/>
                <a:moveTo>
                  <a:pt x="5422451" y="2001858"/>
                </a:moveTo>
                <a:cubicBezTo>
                  <a:pt x="5436615" y="2001858"/>
                  <a:pt x="5448109" y="2013352"/>
                  <a:pt x="5448109" y="2027517"/>
                </a:cubicBezTo>
                <a:cubicBezTo>
                  <a:pt x="5448109" y="2041682"/>
                  <a:pt x="5436615" y="2053176"/>
                  <a:pt x="5422451" y="2053176"/>
                </a:cubicBezTo>
                <a:cubicBezTo>
                  <a:pt x="5408287" y="2053176"/>
                  <a:pt x="5396791" y="2041682"/>
                  <a:pt x="5396791" y="2027517"/>
                </a:cubicBezTo>
                <a:cubicBezTo>
                  <a:pt x="5396791" y="2013352"/>
                  <a:pt x="5408287" y="2001858"/>
                  <a:pt x="5422451" y="2001858"/>
                </a:cubicBezTo>
                <a:close/>
                <a:moveTo>
                  <a:pt x="5358245" y="2001858"/>
                </a:moveTo>
                <a:cubicBezTo>
                  <a:pt x="5372410" y="2001858"/>
                  <a:pt x="5383904" y="2013352"/>
                  <a:pt x="5383904" y="2027517"/>
                </a:cubicBezTo>
                <a:cubicBezTo>
                  <a:pt x="5383904" y="2041682"/>
                  <a:pt x="5372410" y="2053176"/>
                  <a:pt x="5358245" y="2053176"/>
                </a:cubicBezTo>
                <a:cubicBezTo>
                  <a:pt x="5344081" y="2053176"/>
                  <a:pt x="5332587" y="2041682"/>
                  <a:pt x="5332587" y="2027517"/>
                </a:cubicBezTo>
                <a:cubicBezTo>
                  <a:pt x="5332587" y="2013352"/>
                  <a:pt x="5344081" y="2001858"/>
                  <a:pt x="5358245" y="2001858"/>
                </a:cubicBezTo>
                <a:close/>
                <a:moveTo>
                  <a:pt x="5294040" y="2001858"/>
                </a:moveTo>
                <a:cubicBezTo>
                  <a:pt x="5308205" y="2001858"/>
                  <a:pt x="5319699" y="2013352"/>
                  <a:pt x="5319699" y="2027517"/>
                </a:cubicBezTo>
                <a:cubicBezTo>
                  <a:pt x="5319699" y="2041682"/>
                  <a:pt x="5308205" y="2053176"/>
                  <a:pt x="5294040" y="2053176"/>
                </a:cubicBezTo>
                <a:cubicBezTo>
                  <a:pt x="5279877" y="2053176"/>
                  <a:pt x="5268382" y="2041682"/>
                  <a:pt x="5268382" y="2027517"/>
                </a:cubicBezTo>
                <a:cubicBezTo>
                  <a:pt x="5268382" y="2013352"/>
                  <a:pt x="5279877" y="2001858"/>
                  <a:pt x="5294040" y="2001858"/>
                </a:cubicBezTo>
                <a:close/>
                <a:moveTo>
                  <a:pt x="5229719" y="2001858"/>
                </a:moveTo>
                <a:cubicBezTo>
                  <a:pt x="5243999" y="2001858"/>
                  <a:pt x="5255377" y="2013352"/>
                  <a:pt x="5255377" y="2027517"/>
                </a:cubicBezTo>
                <a:cubicBezTo>
                  <a:pt x="5255377" y="2041682"/>
                  <a:pt x="5243883" y="2053176"/>
                  <a:pt x="5229719" y="2053176"/>
                </a:cubicBezTo>
                <a:cubicBezTo>
                  <a:pt x="5215554" y="2053176"/>
                  <a:pt x="5204058" y="2041682"/>
                  <a:pt x="5204058" y="2027517"/>
                </a:cubicBezTo>
                <a:cubicBezTo>
                  <a:pt x="5204058" y="2013352"/>
                  <a:pt x="5215554" y="2001858"/>
                  <a:pt x="5229719" y="2001858"/>
                </a:cubicBezTo>
                <a:close/>
                <a:moveTo>
                  <a:pt x="5165514" y="2001858"/>
                </a:moveTo>
                <a:cubicBezTo>
                  <a:pt x="5179678" y="2001858"/>
                  <a:pt x="5191171" y="2013352"/>
                  <a:pt x="5191171" y="2027517"/>
                </a:cubicBezTo>
                <a:cubicBezTo>
                  <a:pt x="5191171" y="2041682"/>
                  <a:pt x="5179678" y="2053176"/>
                  <a:pt x="5165514" y="2053176"/>
                </a:cubicBezTo>
                <a:cubicBezTo>
                  <a:pt x="5151349" y="2053176"/>
                  <a:pt x="5139855" y="2041682"/>
                  <a:pt x="5139855" y="2027517"/>
                </a:cubicBezTo>
                <a:cubicBezTo>
                  <a:pt x="5139855" y="2013352"/>
                  <a:pt x="5151349" y="2001858"/>
                  <a:pt x="5165514" y="2001858"/>
                </a:cubicBezTo>
                <a:close/>
                <a:moveTo>
                  <a:pt x="5101309" y="2001858"/>
                </a:moveTo>
                <a:cubicBezTo>
                  <a:pt x="5115473" y="2001858"/>
                  <a:pt x="5126967" y="2013352"/>
                  <a:pt x="5126967" y="2027517"/>
                </a:cubicBezTo>
                <a:cubicBezTo>
                  <a:pt x="5126967" y="2041682"/>
                  <a:pt x="5115473" y="2053176"/>
                  <a:pt x="5101309" y="2053176"/>
                </a:cubicBezTo>
                <a:cubicBezTo>
                  <a:pt x="5087142" y="2053176"/>
                  <a:pt x="5075649" y="2041682"/>
                  <a:pt x="5075649" y="2027517"/>
                </a:cubicBezTo>
                <a:cubicBezTo>
                  <a:pt x="5075649" y="2013352"/>
                  <a:pt x="5087142" y="2001858"/>
                  <a:pt x="5101309" y="2001858"/>
                </a:cubicBezTo>
                <a:close/>
                <a:moveTo>
                  <a:pt x="5037104" y="2001858"/>
                </a:moveTo>
                <a:cubicBezTo>
                  <a:pt x="5051268" y="2001858"/>
                  <a:pt x="5062762" y="2013352"/>
                  <a:pt x="5062762" y="2027517"/>
                </a:cubicBezTo>
                <a:cubicBezTo>
                  <a:pt x="5062762" y="2041682"/>
                  <a:pt x="5051268" y="2053176"/>
                  <a:pt x="5037104" y="2053176"/>
                </a:cubicBezTo>
                <a:cubicBezTo>
                  <a:pt x="5022939" y="2053176"/>
                  <a:pt x="5011445" y="2041682"/>
                  <a:pt x="5011445" y="2027517"/>
                </a:cubicBezTo>
                <a:cubicBezTo>
                  <a:pt x="5011445" y="2013352"/>
                  <a:pt x="5022939" y="2001858"/>
                  <a:pt x="5037104" y="2001858"/>
                </a:cubicBezTo>
                <a:close/>
                <a:moveTo>
                  <a:pt x="4972896" y="2001858"/>
                </a:moveTo>
                <a:cubicBezTo>
                  <a:pt x="4987063" y="2001858"/>
                  <a:pt x="4998557" y="2013352"/>
                  <a:pt x="4998557" y="2027517"/>
                </a:cubicBezTo>
                <a:cubicBezTo>
                  <a:pt x="4998557" y="2041682"/>
                  <a:pt x="4987063" y="2053176"/>
                  <a:pt x="4972896" y="2053176"/>
                </a:cubicBezTo>
                <a:cubicBezTo>
                  <a:pt x="4958732" y="2053176"/>
                  <a:pt x="4947240" y="2041682"/>
                  <a:pt x="4947240" y="2027517"/>
                </a:cubicBezTo>
                <a:cubicBezTo>
                  <a:pt x="4947240" y="2013352"/>
                  <a:pt x="4958732" y="2001858"/>
                  <a:pt x="4972896" y="2001858"/>
                </a:cubicBezTo>
                <a:close/>
                <a:moveTo>
                  <a:pt x="4908693" y="2001858"/>
                </a:moveTo>
                <a:cubicBezTo>
                  <a:pt x="4922857" y="2001858"/>
                  <a:pt x="4934352" y="2013352"/>
                  <a:pt x="4934352" y="2027517"/>
                </a:cubicBezTo>
                <a:cubicBezTo>
                  <a:pt x="4934352" y="2041682"/>
                  <a:pt x="4922857" y="2053176"/>
                  <a:pt x="4908693" y="2053176"/>
                </a:cubicBezTo>
                <a:cubicBezTo>
                  <a:pt x="4894527" y="2053176"/>
                  <a:pt x="4883033" y="2041682"/>
                  <a:pt x="4883033" y="2027517"/>
                </a:cubicBezTo>
                <a:cubicBezTo>
                  <a:pt x="4883033" y="2013352"/>
                  <a:pt x="4894527" y="2001858"/>
                  <a:pt x="4908693" y="2001858"/>
                </a:cubicBezTo>
                <a:close/>
                <a:moveTo>
                  <a:pt x="4844487" y="2001858"/>
                </a:moveTo>
                <a:cubicBezTo>
                  <a:pt x="4858650" y="2001858"/>
                  <a:pt x="4870146" y="2013352"/>
                  <a:pt x="4870146" y="2027517"/>
                </a:cubicBezTo>
                <a:cubicBezTo>
                  <a:pt x="4870146" y="2041682"/>
                  <a:pt x="4858650" y="2053176"/>
                  <a:pt x="4844487" y="2053176"/>
                </a:cubicBezTo>
                <a:cubicBezTo>
                  <a:pt x="4830322" y="2053176"/>
                  <a:pt x="4818828" y="2041682"/>
                  <a:pt x="4818828" y="2027517"/>
                </a:cubicBezTo>
                <a:cubicBezTo>
                  <a:pt x="4818828" y="2013352"/>
                  <a:pt x="4830322" y="2001858"/>
                  <a:pt x="4844487" y="2001858"/>
                </a:cubicBezTo>
                <a:close/>
                <a:moveTo>
                  <a:pt x="4780282" y="2001858"/>
                </a:moveTo>
                <a:cubicBezTo>
                  <a:pt x="4794447" y="2001858"/>
                  <a:pt x="4805941" y="2013352"/>
                  <a:pt x="4805941" y="2027517"/>
                </a:cubicBezTo>
                <a:cubicBezTo>
                  <a:pt x="4805941" y="2041682"/>
                  <a:pt x="4794447" y="2053176"/>
                  <a:pt x="4780282" y="2053176"/>
                </a:cubicBezTo>
                <a:cubicBezTo>
                  <a:pt x="4766118" y="2053176"/>
                  <a:pt x="4754622" y="2041682"/>
                  <a:pt x="4754622" y="2027517"/>
                </a:cubicBezTo>
                <a:cubicBezTo>
                  <a:pt x="4754622" y="2013352"/>
                  <a:pt x="4766118" y="2001858"/>
                  <a:pt x="4780282" y="2001858"/>
                </a:cubicBezTo>
                <a:close/>
                <a:moveTo>
                  <a:pt x="4716077" y="2001858"/>
                </a:moveTo>
                <a:cubicBezTo>
                  <a:pt x="4730241" y="2001858"/>
                  <a:pt x="4741736" y="2013352"/>
                  <a:pt x="4741736" y="2027517"/>
                </a:cubicBezTo>
                <a:cubicBezTo>
                  <a:pt x="4741736" y="2041682"/>
                  <a:pt x="4730241" y="2053176"/>
                  <a:pt x="4716077" y="2053176"/>
                </a:cubicBezTo>
                <a:cubicBezTo>
                  <a:pt x="4701912" y="2053176"/>
                  <a:pt x="4690417" y="2041682"/>
                  <a:pt x="4690417" y="2027517"/>
                </a:cubicBezTo>
                <a:cubicBezTo>
                  <a:pt x="4690417" y="2013352"/>
                  <a:pt x="4701912" y="2001858"/>
                  <a:pt x="4716077" y="2001858"/>
                </a:cubicBezTo>
                <a:close/>
                <a:moveTo>
                  <a:pt x="4651872" y="2001858"/>
                </a:moveTo>
                <a:cubicBezTo>
                  <a:pt x="4666036" y="2001858"/>
                  <a:pt x="4677531" y="2013352"/>
                  <a:pt x="4677531" y="2027517"/>
                </a:cubicBezTo>
                <a:cubicBezTo>
                  <a:pt x="4677531" y="2041682"/>
                  <a:pt x="4666036" y="2053176"/>
                  <a:pt x="4651872" y="2053176"/>
                </a:cubicBezTo>
                <a:cubicBezTo>
                  <a:pt x="4637706" y="2053176"/>
                  <a:pt x="4626213" y="2041682"/>
                  <a:pt x="4626213" y="2027517"/>
                </a:cubicBezTo>
                <a:cubicBezTo>
                  <a:pt x="4626213" y="2013352"/>
                  <a:pt x="4637706" y="2001858"/>
                  <a:pt x="4651872" y="2001858"/>
                </a:cubicBezTo>
                <a:close/>
                <a:moveTo>
                  <a:pt x="4587666" y="2001858"/>
                </a:moveTo>
                <a:cubicBezTo>
                  <a:pt x="4601830" y="2001858"/>
                  <a:pt x="4613324" y="2013352"/>
                  <a:pt x="4613324" y="2027517"/>
                </a:cubicBezTo>
                <a:cubicBezTo>
                  <a:pt x="4613324" y="2041682"/>
                  <a:pt x="4601830" y="2053176"/>
                  <a:pt x="4587666" y="2053176"/>
                </a:cubicBezTo>
                <a:cubicBezTo>
                  <a:pt x="4573501" y="2053176"/>
                  <a:pt x="4562007" y="2041682"/>
                  <a:pt x="4562007" y="2027517"/>
                </a:cubicBezTo>
                <a:cubicBezTo>
                  <a:pt x="4562007" y="2013352"/>
                  <a:pt x="4573501" y="2001858"/>
                  <a:pt x="4587666" y="2001858"/>
                </a:cubicBezTo>
                <a:close/>
                <a:moveTo>
                  <a:pt x="4523461" y="2001858"/>
                </a:moveTo>
                <a:cubicBezTo>
                  <a:pt x="4537626" y="2001858"/>
                  <a:pt x="4549121" y="2013352"/>
                  <a:pt x="4549121" y="2027517"/>
                </a:cubicBezTo>
                <a:cubicBezTo>
                  <a:pt x="4549121" y="2041682"/>
                  <a:pt x="4537626" y="2053176"/>
                  <a:pt x="4523461" y="2053176"/>
                </a:cubicBezTo>
                <a:cubicBezTo>
                  <a:pt x="4509296" y="2053176"/>
                  <a:pt x="4497802" y="2041682"/>
                  <a:pt x="4497802" y="2027517"/>
                </a:cubicBezTo>
                <a:cubicBezTo>
                  <a:pt x="4497802" y="2013352"/>
                  <a:pt x="4509296" y="2001858"/>
                  <a:pt x="4523461" y="2001858"/>
                </a:cubicBezTo>
                <a:close/>
                <a:moveTo>
                  <a:pt x="4459256" y="2001858"/>
                </a:moveTo>
                <a:cubicBezTo>
                  <a:pt x="4473420" y="2001858"/>
                  <a:pt x="4484914" y="2013352"/>
                  <a:pt x="4484914" y="2027517"/>
                </a:cubicBezTo>
                <a:cubicBezTo>
                  <a:pt x="4484914" y="2041682"/>
                  <a:pt x="4473420" y="2053176"/>
                  <a:pt x="4459256" y="2053176"/>
                </a:cubicBezTo>
                <a:cubicBezTo>
                  <a:pt x="4445091" y="2053176"/>
                  <a:pt x="4433596" y="2041682"/>
                  <a:pt x="4433596" y="2027517"/>
                </a:cubicBezTo>
                <a:cubicBezTo>
                  <a:pt x="4433596" y="2013352"/>
                  <a:pt x="4445091" y="2001858"/>
                  <a:pt x="4459256" y="2001858"/>
                </a:cubicBezTo>
                <a:close/>
                <a:moveTo>
                  <a:pt x="4395050" y="2001858"/>
                </a:moveTo>
                <a:cubicBezTo>
                  <a:pt x="4409214" y="2001858"/>
                  <a:pt x="4420710" y="2013352"/>
                  <a:pt x="4420710" y="2027517"/>
                </a:cubicBezTo>
                <a:cubicBezTo>
                  <a:pt x="4420710" y="2041682"/>
                  <a:pt x="4409214" y="2053176"/>
                  <a:pt x="4395050" y="2053176"/>
                </a:cubicBezTo>
                <a:cubicBezTo>
                  <a:pt x="4380886" y="2053176"/>
                  <a:pt x="4369391" y="2041682"/>
                  <a:pt x="4369391" y="2027517"/>
                </a:cubicBezTo>
                <a:cubicBezTo>
                  <a:pt x="4369391" y="2013352"/>
                  <a:pt x="4380886" y="2001858"/>
                  <a:pt x="4395050" y="2001858"/>
                </a:cubicBezTo>
                <a:close/>
                <a:moveTo>
                  <a:pt x="4330845" y="2001858"/>
                </a:moveTo>
                <a:cubicBezTo>
                  <a:pt x="4345009" y="2001858"/>
                  <a:pt x="4356504" y="2013352"/>
                  <a:pt x="4356504" y="2027517"/>
                </a:cubicBezTo>
                <a:cubicBezTo>
                  <a:pt x="4356504" y="2041682"/>
                  <a:pt x="4345009" y="2053176"/>
                  <a:pt x="4330845" y="2053176"/>
                </a:cubicBezTo>
                <a:cubicBezTo>
                  <a:pt x="4316680" y="2053176"/>
                  <a:pt x="4305185" y="2041682"/>
                  <a:pt x="4305185" y="2027517"/>
                </a:cubicBezTo>
                <a:cubicBezTo>
                  <a:pt x="4305185" y="2013352"/>
                  <a:pt x="4316680" y="2001858"/>
                  <a:pt x="4330845" y="2001858"/>
                </a:cubicBezTo>
                <a:close/>
                <a:moveTo>
                  <a:pt x="4266640" y="2001858"/>
                </a:moveTo>
                <a:cubicBezTo>
                  <a:pt x="4280805" y="2001858"/>
                  <a:pt x="4292298" y="2013352"/>
                  <a:pt x="4292298" y="2027517"/>
                </a:cubicBezTo>
                <a:cubicBezTo>
                  <a:pt x="4292298" y="2041682"/>
                  <a:pt x="4280805" y="2053176"/>
                  <a:pt x="4266640" y="2053176"/>
                </a:cubicBezTo>
                <a:cubicBezTo>
                  <a:pt x="4252475" y="2053176"/>
                  <a:pt x="4240981" y="2041682"/>
                  <a:pt x="4240981" y="2027517"/>
                </a:cubicBezTo>
                <a:cubicBezTo>
                  <a:pt x="4240981" y="2013352"/>
                  <a:pt x="4252475" y="2001858"/>
                  <a:pt x="4266640" y="2001858"/>
                </a:cubicBezTo>
                <a:close/>
                <a:moveTo>
                  <a:pt x="4202435" y="2001858"/>
                </a:moveTo>
                <a:cubicBezTo>
                  <a:pt x="4216598" y="2001858"/>
                  <a:pt x="4228093" y="2013352"/>
                  <a:pt x="4228093" y="2027517"/>
                </a:cubicBezTo>
                <a:cubicBezTo>
                  <a:pt x="4228093" y="2041682"/>
                  <a:pt x="4216598" y="2053176"/>
                  <a:pt x="4202435" y="2053176"/>
                </a:cubicBezTo>
                <a:cubicBezTo>
                  <a:pt x="4188268" y="2053176"/>
                  <a:pt x="4176776" y="2041682"/>
                  <a:pt x="4176776" y="2027517"/>
                </a:cubicBezTo>
                <a:cubicBezTo>
                  <a:pt x="4176776" y="2013352"/>
                  <a:pt x="4188268" y="2001858"/>
                  <a:pt x="4202435" y="2001858"/>
                </a:cubicBezTo>
                <a:close/>
                <a:moveTo>
                  <a:pt x="4138112" y="2001858"/>
                </a:moveTo>
                <a:cubicBezTo>
                  <a:pt x="4152394" y="2001858"/>
                  <a:pt x="4163773" y="2013352"/>
                  <a:pt x="4163773" y="2027517"/>
                </a:cubicBezTo>
                <a:cubicBezTo>
                  <a:pt x="4163773" y="2041682"/>
                  <a:pt x="4152277" y="2053176"/>
                  <a:pt x="4138112" y="2053176"/>
                </a:cubicBezTo>
                <a:cubicBezTo>
                  <a:pt x="4123948" y="2053176"/>
                  <a:pt x="4112454" y="2041682"/>
                  <a:pt x="4112454" y="2027517"/>
                </a:cubicBezTo>
                <a:cubicBezTo>
                  <a:pt x="4112454" y="2013352"/>
                  <a:pt x="4123948" y="2001858"/>
                  <a:pt x="4138112" y="2001858"/>
                </a:cubicBezTo>
                <a:close/>
                <a:moveTo>
                  <a:pt x="4073908" y="2001858"/>
                </a:moveTo>
                <a:cubicBezTo>
                  <a:pt x="4088073" y="2001858"/>
                  <a:pt x="4099565" y="2013352"/>
                  <a:pt x="4099565" y="2027517"/>
                </a:cubicBezTo>
                <a:cubicBezTo>
                  <a:pt x="4099565" y="2041682"/>
                  <a:pt x="4088073" y="2053176"/>
                  <a:pt x="4073908" y="2053176"/>
                </a:cubicBezTo>
                <a:cubicBezTo>
                  <a:pt x="4059743" y="2053176"/>
                  <a:pt x="4048248" y="2041682"/>
                  <a:pt x="4048248" y="2027517"/>
                </a:cubicBezTo>
                <a:cubicBezTo>
                  <a:pt x="4048248" y="2013352"/>
                  <a:pt x="4059743" y="2001858"/>
                  <a:pt x="4073908" y="2001858"/>
                </a:cubicBezTo>
                <a:close/>
                <a:moveTo>
                  <a:pt x="4009702" y="2001858"/>
                </a:moveTo>
                <a:cubicBezTo>
                  <a:pt x="4023866" y="2001858"/>
                  <a:pt x="4035362" y="2013352"/>
                  <a:pt x="4035362" y="2027517"/>
                </a:cubicBezTo>
                <a:cubicBezTo>
                  <a:pt x="4035362" y="2041682"/>
                  <a:pt x="4023866" y="2053176"/>
                  <a:pt x="4009702" y="2053176"/>
                </a:cubicBezTo>
                <a:cubicBezTo>
                  <a:pt x="3995538" y="2053176"/>
                  <a:pt x="3984043" y="2041682"/>
                  <a:pt x="3984043" y="2027517"/>
                </a:cubicBezTo>
                <a:cubicBezTo>
                  <a:pt x="3984043" y="2013352"/>
                  <a:pt x="3995538" y="2001858"/>
                  <a:pt x="4009702" y="2001858"/>
                </a:cubicBezTo>
                <a:close/>
                <a:moveTo>
                  <a:pt x="3945497" y="2001858"/>
                </a:moveTo>
                <a:cubicBezTo>
                  <a:pt x="3959662" y="2001858"/>
                  <a:pt x="3971155" y="2013352"/>
                  <a:pt x="3971155" y="2027517"/>
                </a:cubicBezTo>
                <a:cubicBezTo>
                  <a:pt x="3971155" y="2041682"/>
                  <a:pt x="3959662" y="2053176"/>
                  <a:pt x="3945497" y="2053176"/>
                </a:cubicBezTo>
                <a:cubicBezTo>
                  <a:pt x="3931332" y="2053176"/>
                  <a:pt x="3919838" y="2041682"/>
                  <a:pt x="3919838" y="2027517"/>
                </a:cubicBezTo>
                <a:cubicBezTo>
                  <a:pt x="3919838" y="2013352"/>
                  <a:pt x="3931332" y="2001858"/>
                  <a:pt x="3945497" y="2001858"/>
                </a:cubicBezTo>
                <a:close/>
                <a:moveTo>
                  <a:pt x="3881291" y="2001858"/>
                </a:moveTo>
                <a:cubicBezTo>
                  <a:pt x="3895456" y="2001858"/>
                  <a:pt x="3906950" y="2013352"/>
                  <a:pt x="3906950" y="2027517"/>
                </a:cubicBezTo>
                <a:cubicBezTo>
                  <a:pt x="3906950" y="2041682"/>
                  <a:pt x="3895456" y="2053176"/>
                  <a:pt x="3881291" y="2053176"/>
                </a:cubicBezTo>
                <a:cubicBezTo>
                  <a:pt x="3867127" y="2053176"/>
                  <a:pt x="3855633" y="2041682"/>
                  <a:pt x="3855633" y="2027517"/>
                </a:cubicBezTo>
                <a:cubicBezTo>
                  <a:pt x="3855633" y="2013352"/>
                  <a:pt x="3867127" y="2001858"/>
                  <a:pt x="3881291" y="2001858"/>
                </a:cubicBezTo>
                <a:close/>
                <a:moveTo>
                  <a:pt x="3817085" y="2001858"/>
                </a:moveTo>
                <a:cubicBezTo>
                  <a:pt x="3831252" y="2001858"/>
                  <a:pt x="3842745" y="2013352"/>
                  <a:pt x="3842745" y="2027517"/>
                </a:cubicBezTo>
                <a:cubicBezTo>
                  <a:pt x="3842745" y="2041682"/>
                  <a:pt x="3831252" y="2053176"/>
                  <a:pt x="3817085" y="2053176"/>
                </a:cubicBezTo>
                <a:cubicBezTo>
                  <a:pt x="3802921" y="2053176"/>
                  <a:pt x="3791427" y="2041682"/>
                  <a:pt x="3791427" y="2027517"/>
                </a:cubicBezTo>
                <a:cubicBezTo>
                  <a:pt x="3791427" y="2013352"/>
                  <a:pt x="3802921" y="2001858"/>
                  <a:pt x="3817085" y="2001858"/>
                </a:cubicBezTo>
                <a:close/>
                <a:moveTo>
                  <a:pt x="3752882" y="2001858"/>
                </a:moveTo>
                <a:cubicBezTo>
                  <a:pt x="3767045" y="2001858"/>
                  <a:pt x="3778539" y="2013352"/>
                  <a:pt x="3778539" y="2027517"/>
                </a:cubicBezTo>
                <a:cubicBezTo>
                  <a:pt x="3778539" y="2041682"/>
                  <a:pt x="3767045" y="2053176"/>
                  <a:pt x="3752882" y="2053176"/>
                </a:cubicBezTo>
                <a:cubicBezTo>
                  <a:pt x="3738717" y="2053176"/>
                  <a:pt x="3727221" y="2041682"/>
                  <a:pt x="3727221" y="2027517"/>
                </a:cubicBezTo>
                <a:cubicBezTo>
                  <a:pt x="3727221" y="2013352"/>
                  <a:pt x="3738717" y="2001858"/>
                  <a:pt x="3752882" y="2001858"/>
                </a:cubicBezTo>
                <a:close/>
                <a:moveTo>
                  <a:pt x="3688674" y="2001858"/>
                </a:moveTo>
                <a:cubicBezTo>
                  <a:pt x="3702840" y="2001858"/>
                  <a:pt x="3714335" y="2013352"/>
                  <a:pt x="3714335" y="2027517"/>
                </a:cubicBezTo>
                <a:cubicBezTo>
                  <a:pt x="3714335" y="2041682"/>
                  <a:pt x="3702840" y="2053176"/>
                  <a:pt x="3688674" y="2053176"/>
                </a:cubicBezTo>
                <a:cubicBezTo>
                  <a:pt x="3674510" y="2053176"/>
                  <a:pt x="3663017" y="2041682"/>
                  <a:pt x="3663017" y="2027517"/>
                </a:cubicBezTo>
                <a:cubicBezTo>
                  <a:pt x="3663017" y="2013352"/>
                  <a:pt x="3674510" y="2001858"/>
                  <a:pt x="3688674" y="2001858"/>
                </a:cubicBezTo>
                <a:close/>
                <a:moveTo>
                  <a:pt x="3624471" y="2001858"/>
                </a:moveTo>
                <a:cubicBezTo>
                  <a:pt x="3638635" y="2001858"/>
                  <a:pt x="3650129" y="2013352"/>
                  <a:pt x="3650129" y="2027517"/>
                </a:cubicBezTo>
                <a:cubicBezTo>
                  <a:pt x="3650129" y="2041682"/>
                  <a:pt x="3638635" y="2053176"/>
                  <a:pt x="3624471" y="2053176"/>
                </a:cubicBezTo>
                <a:cubicBezTo>
                  <a:pt x="3610307" y="2053176"/>
                  <a:pt x="3598810" y="2041682"/>
                  <a:pt x="3598810" y="2027517"/>
                </a:cubicBezTo>
                <a:cubicBezTo>
                  <a:pt x="3598810" y="2013352"/>
                  <a:pt x="3610307" y="2001858"/>
                  <a:pt x="3624471" y="2001858"/>
                </a:cubicBezTo>
                <a:close/>
                <a:moveTo>
                  <a:pt x="3560264" y="2001858"/>
                </a:moveTo>
                <a:cubicBezTo>
                  <a:pt x="3574429" y="2001858"/>
                  <a:pt x="3585923" y="2013352"/>
                  <a:pt x="3585923" y="2027517"/>
                </a:cubicBezTo>
                <a:cubicBezTo>
                  <a:pt x="3585923" y="2041682"/>
                  <a:pt x="3574429" y="2053176"/>
                  <a:pt x="3560264" y="2053176"/>
                </a:cubicBezTo>
                <a:cubicBezTo>
                  <a:pt x="3546099" y="2053176"/>
                  <a:pt x="3534607" y="2041682"/>
                  <a:pt x="3534607" y="2027517"/>
                </a:cubicBezTo>
                <a:cubicBezTo>
                  <a:pt x="3534607" y="2013352"/>
                  <a:pt x="3546099" y="2001858"/>
                  <a:pt x="3560264" y="2001858"/>
                </a:cubicBezTo>
                <a:close/>
                <a:moveTo>
                  <a:pt x="3496060" y="2001858"/>
                </a:moveTo>
                <a:cubicBezTo>
                  <a:pt x="3510225" y="2001858"/>
                  <a:pt x="3521719" y="2013352"/>
                  <a:pt x="3521719" y="2027517"/>
                </a:cubicBezTo>
                <a:cubicBezTo>
                  <a:pt x="3521719" y="2041682"/>
                  <a:pt x="3510225" y="2053176"/>
                  <a:pt x="3496060" y="2053176"/>
                </a:cubicBezTo>
                <a:cubicBezTo>
                  <a:pt x="3481895" y="2053176"/>
                  <a:pt x="3470400" y="2041682"/>
                  <a:pt x="3470400" y="2027517"/>
                </a:cubicBezTo>
                <a:cubicBezTo>
                  <a:pt x="3470400" y="2013352"/>
                  <a:pt x="3481895" y="2001858"/>
                  <a:pt x="3496060" y="2001858"/>
                </a:cubicBezTo>
                <a:close/>
                <a:moveTo>
                  <a:pt x="3431855" y="2001858"/>
                </a:moveTo>
                <a:cubicBezTo>
                  <a:pt x="3446019" y="2001858"/>
                  <a:pt x="3457512" y="2013352"/>
                  <a:pt x="3457512" y="2027517"/>
                </a:cubicBezTo>
                <a:cubicBezTo>
                  <a:pt x="3457512" y="2041682"/>
                  <a:pt x="3446019" y="2053176"/>
                  <a:pt x="3431855" y="2053176"/>
                </a:cubicBezTo>
                <a:cubicBezTo>
                  <a:pt x="3417690" y="2053176"/>
                  <a:pt x="3406196" y="2041682"/>
                  <a:pt x="3406196" y="2027517"/>
                </a:cubicBezTo>
                <a:cubicBezTo>
                  <a:pt x="3406196" y="2013352"/>
                  <a:pt x="3417690" y="2001858"/>
                  <a:pt x="3431855" y="2001858"/>
                </a:cubicBezTo>
                <a:close/>
                <a:moveTo>
                  <a:pt x="3367649" y="2001858"/>
                </a:moveTo>
                <a:cubicBezTo>
                  <a:pt x="3381813" y="2001858"/>
                  <a:pt x="3393308" y="2013352"/>
                  <a:pt x="3393308" y="2027517"/>
                </a:cubicBezTo>
                <a:cubicBezTo>
                  <a:pt x="3393308" y="2041682"/>
                  <a:pt x="3381813" y="2053176"/>
                  <a:pt x="3367649" y="2053176"/>
                </a:cubicBezTo>
                <a:cubicBezTo>
                  <a:pt x="3353484" y="2053176"/>
                  <a:pt x="3341990" y="2041682"/>
                  <a:pt x="3341990" y="2027517"/>
                </a:cubicBezTo>
                <a:cubicBezTo>
                  <a:pt x="3341990" y="2013352"/>
                  <a:pt x="3353484" y="2001858"/>
                  <a:pt x="3367649" y="2001858"/>
                </a:cubicBezTo>
                <a:close/>
                <a:moveTo>
                  <a:pt x="3303444" y="2001858"/>
                </a:moveTo>
                <a:cubicBezTo>
                  <a:pt x="3317609" y="2001858"/>
                  <a:pt x="3329102" y="2013352"/>
                  <a:pt x="3329102" y="2027517"/>
                </a:cubicBezTo>
                <a:cubicBezTo>
                  <a:pt x="3329102" y="2041682"/>
                  <a:pt x="3317609" y="2053176"/>
                  <a:pt x="3303444" y="2053176"/>
                </a:cubicBezTo>
                <a:cubicBezTo>
                  <a:pt x="3289279" y="2053176"/>
                  <a:pt x="3277785" y="2041682"/>
                  <a:pt x="3277785" y="2027517"/>
                </a:cubicBezTo>
                <a:cubicBezTo>
                  <a:pt x="3277785" y="2013352"/>
                  <a:pt x="3289279" y="2001858"/>
                  <a:pt x="3303444" y="2001858"/>
                </a:cubicBezTo>
                <a:close/>
                <a:moveTo>
                  <a:pt x="3239238" y="2001858"/>
                </a:moveTo>
                <a:cubicBezTo>
                  <a:pt x="3253402" y="2001858"/>
                  <a:pt x="3264898" y="2013352"/>
                  <a:pt x="3264898" y="2027517"/>
                </a:cubicBezTo>
                <a:cubicBezTo>
                  <a:pt x="3264898" y="2041682"/>
                  <a:pt x="3253402" y="2053176"/>
                  <a:pt x="3239238" y="2053176"/>
                </a:cubicBezTo>
                <a:cubicBezTo>
                  <a:pt x="3225074" y="2053176"/>
                  <a:pt x="3213580" y="2041682"/>
                  <a:pt x="3213580" y="2027517"/>
                </a:cubicBezTo>
                <a:cubicBezTo>
                  <a:pt x="3213580" y="2013352"/>
                  <a:pt x="3225074" y="2001858"/>
                  <a:pt x="3239238" y="2001858"/>
                </a:cubicBezTo>
                <a:close/>
                <a:moveTo>
                  <a:pt x="3175034" y="2001858"/>
                </a:moveTo>
                <a:cubicBezTo>
                  <a:pt x="3189199" y="2001858"/>
                  <a:pt x="3200692" y="2013352"/>
                  <a:pt x="3200692" y="2027517"/>
                </a:cubicBezTo>
                <a:cubicBezTo>
                  <a:pt x="3200692" y="2041682"/>
                  <a:pt x="3189199" y="2053176"/>
                  <a:pt x="3175034" y="2053176"/>
                </a:cubicBezTo>
                <a:cubicBezTo>
                  <a:pt x="3160869" y="2053176"/>
                  <a:pt x="3149375" y="2041682"/>
                  <a:pt x="3149375" y="2027517"/>
                </a:cubicBezTo>
                <a:cubicBezTo>
                  <a:pt x="3149375" y="2013352"/>
                  <a:pt x="3160869" y="2001858"/>
                  <a:pt x="3175034" y="2001858"/>
                </a:cubicBezTo>
                <a:close/>
                <a:moveTo>
                  <a:pt x="3110828" y="2001858"/>
                </a:moveTo>
                <a:cubicBezTo>
                  <a:pt x="3124992" y="2001858"/>
                  <a:pt x="3136487" y="2013352"/>
                  <a:pt x="3136487" y="2027517"/>
                </a:cubicBezTo>
                <a:cubicBezTo>
                  <a:pt x="3136487" y="2041682"/>
                  <a:pt x="3124992" y="2053176"/>
                  <a:pt x="3110828" y="2053176"/>
                </a:cubicBezTo>
                <a:cubicBezTo>
                  <a:pt x="3096663" y="2053176"/>
                  <a:pt x="3085170" y="2041682"/>
                  <a:pt x="3085170" y="2027517"/>
                </a:cubicBezTo>
                <a:cubicBezTo>
                  <a:pt x="3085170" y="2013352"/>
                  <a:pt x="3096663" y="2001858"/>
                  <a:pt x="3110828" y="2001858"/>
                </a:cubicBezTo>
                <a:close/>
                <a:moveTo>
                  <a:pt x="3046623" y="2001858"/>
                </a:moveTo>
                <a:cubicBezTo>
                  <a:pt x="3060788" y="2001858"/>
                  <a:pt x="3072282" y="2013352"/>
                  <a:pt x="3072282" y="2027517"/>
                </a:cubicBezTo>
                <a:cubicBezTo>
                  <a:pt x="3072282" y="2041682"/>
                  <a:pt x="3060788" y="2053176"/>
                  <a:pt x="3046623" y="2053176"/>
                </a:cubicBezTo>
                <a:cubicBezTo>
                  <a:pt x="3032458" y="2053176"/>
                  <a:pt x="3020964" y="2041682"/>
                  <a:pt x="3020964" y="2027517"/>
                </a:cubicBezTo>
                <a:cubicBezTo>
                  <a:pt x="3020964" y="2013352"/>
                  <a:pt x="3032458" y="2001858"/>
                  <a:pt x="3046623" y="2001858"/>
                </a:cubicBezTo>
                <a:close/>
                <a:moveTo>
                  <a:pt x="2982301" y="2001858"/>
                </a:moveTo>
                <a:cubicBezTo>
                  <a:pt x="2996466" y="2001858"/>
                  <a:pt x="3007960" y="2013352"/>
                  <a:pt x="3007960" y="2027517"/>
                </a:cubicBezTo>
                <a:cubicBezTo>
                  <a:pt x="3007960" y="2041682"/>
                  <a:pt x="2996466" y="2053176"/>
                  <a:pt x="2982301" y="2053176"/>
                </a:cubicBezTo>
                <a:cubicBezTo>
                  <a:pt x="2968137" y="2053176"/>
                  <a:pt x="2956642" y="2041682"/>
                  <a:pt x="2956642" y="2027517"/>
                </a:cubicBezTo>
                <a:cubicBezTo>
                  <a:pt x="2956642" y="2013352"/>
                  <a:pt x="2968137" y="2001858"/>
                  <a:pt x="2982301" y="2001858"/>
                </a:cubicBezTo>
                <a:close/>
                <a:moveTo>
                  <a:pt x="2918096" y="2001858"/>
                </a:moveTo>
                <a:cubicBezTo>
                  <a:pt x="2932261" y="2001858"/>
                  <a:pt x="2943755" y="2013352"/>
                  <a:pt x="2943755" y="2027517"/>
                </a:cubicBezTo>
                <a:cubicBezTo>
                  <a:pt x="2943755" y="2041682"/>
                  <a:pt x="2932261" y="2053176"/>
                  <a:pt x="2918096" y="2053176"/>
                </a:cubicBezTo>
                <a:cubicBezTo>
                  <a:pt x="2903931" y="2053176"/>
                  <a:pt x="2892438" y="2041682"/>
                  <a:pt x="2892438" y="2027517"/>
                </a:cubicBezTo>
                <a:cubicBezTo>
                  <a:pt x="2892438" y="2013352"/>
                  <a:pt x="2903931" y="2001858"/>
                  <a:pt x="2918096" y="2001858"/>
                </a:cubicBezTo>
                <a:close/>
                <a:moveTo>
                  <a:pt x="2853890" y="2001858"/>
                </a:moveTo>
                <a:cubicBezTo>
                  <a:pt x="2868056" y="2001858"/>
                  <a:pt x="2879550" y="2013352"/>
                  <a:pt x="2879550" y="2027517"/>
                </a:cubicBezTo>
                <a:cubicBezTo>
                  <a:pt x="2879550" y="2041682"/>
                  <a:pt x="2868056" y="2053176"/>
                  <a:pt x="2853890" y="2053176"/>
                </a:cubicBezTo>
                <a:cubicBezTo>
                  <a:pt x="2839726" y="2053176"/>
                  <a:pt x="2828231" y="2041682"/>
                  <a:pt x="2828231" y="2027517"/>
                </a:cubicBezTo>
                <a:cubicBezTo>
                  <a:pt x="2828231" y="2013352"/>
                  <a:pt x="2839726" y="2001858"/>
                  <a:pt x="2853890" y="2001858"/>
                </a:cubicBezTo>
                <a:close/>
                <a:moveTo>
                  <a:pt x="2789686" y="2001858"/>
                </a:moveTo>
                <a:cubicBezTo>
                  <a:pt x="2803850" y="2001858"/>
                  <a:pt x="2815344" y="2013352"/>
                  <a:pt x="2815344" y="2027517"/>
                </a:cubicBezTo>
                <a:cubicBezTo>
                  <a:pt x="2815344" y="2041682"/>
                  <a:pt x="2803850" y="2053176"/>
                  <a:pt x="2789686" y="2053176"/>
                </a:cubicBezTo>
                <a:cubicBezTo>
                  <a:pt x="2775521" y="2053176"/>
                  <a:pt x="2764027" y="2041682"/>
                  <a:pt x="2764027" y="2027517"/>
                </a:cubicBezTo>
                <a:cubicBezTo>
                  <a:pt x="2764027" y="2013352"/>
                  <a:pt x="2775521" y="2001858"/>
                  <a:pt x="2789686" y="2001858"/>
                </a:cubicBezTo>
                <a:close/>
                <a:moveTo>
                  <a:pt x="2725480" y="2001858"/>
                </a:moveTo>
                <a:cubicBezTo>
                  <a:pt x="2739644" y="2001858"/>
                  <a:pt x="2751140" y="2013352"/>
                  <a:pt x="2751140" y="2027517"/>
                </a:cubicBezTo>
                <a:cubicBezTo>
                  <a:pt x="2751140" y="2041682"/>
                  <a:pt x="2739644" y="2053176"/>
                  <a:pt x="2725480" y="2053176"/>
                </a:cubicBezTo>
                <a:cubicBezTo>
                  <a:pt x="2711315" y="2053176"/>
                  <a:pt x="2699821" y="2041682"/>
                  <a:pt x="2699821" y="2027517"/>
                </a:cubicBezTo>
                <a:cubicBezTo>
                  <a:pt x="2699821" y="2013352"/>
                  <a:pt x="2711315" y="2001858"/>
                  <a:pt x="2725480" y="2001858"/>
                </a:cubicBezTo>
                <a:close/>
                <a:moveTo>
                  <a:pt x="2661276" y="2001858"/>
                </a:moveTo>
                <a:cubicBezTo>
                  <a:pt x="2675440" y="2001858"/>
                  <a:pt x="2686933" y="2013352"/>
                  <a:pt x="2686933" y="2027517"/>
                </a:cubicBezTo>
                <a:cubicBezTo>
                  <a:pt x="2686933" y="2041682"/>
                  <a:pt x="2675440" y="2053176"/>
                  <a:pt x="2661276" y="2053176"/>
                </a:cubicBezTo>
                <a:cubicBezTo>
                  <a:pt x="2647111" y="2053176"/>
                  <a:pt x="2635616" y="2041682"/>
                  <a:pt x="2635616" y="2027517"/>
                </a:cubicBezTo>
                <a:cubicBezTo>
                  <a:pt x="2635616" y="2013352"/>
                  <a:pt x="2647111" y="2001858"/>
                  <a:pt x="2661276" y="2001858"/>
                </a:cubicBezTo>
                <a:close/>
                <a:moveTo>
                  <a:pt x="2597069" y="2001858"/>
                </a:moveTo>
                <a:cubicBezTo>
                  <a:pt x="2611234" y="2001858"/>
                  <a:pt x="2622729" y="2013352"/>
                  <a:pt x="2622729" y="2027517"/>
                </a:cubicBezTo>
                <a:cubicBezTo>
                  <a:pt x="2622729" y="2041682"/>
                  <a:pt x="2611234" y="2053176"/>
                  <a:pt x="2597069" y="2053176"/>
                </a:cubicBezTo>
                <a:cubicBezTo>
                  <a:pt x="2582904" y="2053176"/>
                  <a:pt x="2571410" y="2041682"/>
                  <a:pt x="2571410" y="2027517"/>
                </a:cubicBezTo>
                <a:cubicBezTo>
                  <a:pt x="2571410" y="2013352"/>
                  <a:pt x="2582904" y="2001858"/>
                  <a:pt x="2597069" y="2001858"/>
                </a:cubicBezTo>
                <a:close/>
                <a:moveTo>
                  <a:pt x="2532865" y="2001858"/>
                </a:moveTo>
                <a:cubicBezTo>
                  <a:pt x="2547030" y="2001858"/>
                  <a:pt x="2558523" y="2013352"/>
                  <a:pt x="2558523" y="2027517"/>
                </a:cubicBezTo>
                <a:cubicBezTo>
                  <a:pt x="2558523" y="2041682"/>
                  <a:pt x="2547030" y="2053176"/>
                  <a:pt x="2532865" y="2053176"/>
                </a:cubicBezTo>
                <a:cubicBezTo>
                  <a:pt x="2518700" y="2053176"/>
                  <a:pt x="2507205" y="2041682"/>
                  <a:pt x="2507205" y="2027517"/>
                </a:cubicBezTo>
                <a:cubicBezTo>
                  <a:pt x="2507205" y="2013352"/>
                  <a:pt x="2518700" y="2001858"/>
                  <a:pt x="2532865" y="2001858"/>
                </a:cubicBezTo>
                <a:close/>
                <a:moveTo>
                  <a:pt x="2468659" y="2001858"/>
                </a:moveTo>
                <a:cubicBezTo>
                  <a:pt x="2482823" y="2001858"/>
                  <a:pt x="2494318" y="2013352"/>
                  <a:pt x="2494318" y="2027517"/>
                </a:cubicBezTo>
                <a:cubicBezTo>
                  <a:pt x="2494318" y="2041682"/>
                  <a:pt x="2482823" y="2053176"/>
                  <a:pt x="2468659" y="2053176"/>
                </a:cubicBezTo>
                <a:cubicBezTo>
                  <a:pt x="2454494" y="2053176"/>
                  <a:pt x="2443000" y="2041682"/>
                  <a:pt x="2443000" y="2027517"/>
                </a:cubicBezTo>
                <a:cubicBezTo>
                  <a:pt x="2443000" y="2013352"/>
                  <a:pt x="2454494" y="2001858"/>
                  <a:pt x="2468659" y="2001858"/>
                </a:cubicBezTo>
                <a:close/>
                <a:moveTo>
                  <a:pt x="2404454" y="2001858"/>
                </a:moveTo>
                <a:cubicBezTo>
                  <a:pt x="2418619" y="2001858"/>
                  <a:pt x="2430112" y="2013352"/>
                  <a:pt x="2430112" y="2027517"/>
                </a:cubicBezTo>
                <a:cubicBezTo>
                  <a:pt x="2430112" y="2041682"/>
                  <a:pt x="2418619" y="2053176"/>
                  <a:pt x="2404454" y="2053176"/>
                </a:cubicBezTo>
                <a:cubicBezTo>
                  <a:pt x="2390289" y="2053176"/>
                  <a:pt x="2378795" y="2041682"/>
                  <a:pt x="2378795" y="2027517"/>
                </a:cubicBezTo>
                <a:cubicBezTo>
                  <a:pt x="2378795" y="2013352"/>
                  <a:pt x="2390289" y="2001858"/>
                  <a:pt x="2404454" y="2001858"/>
                </a:cubicBezTo>
                <a:close/>
                <a:moveTo>
                  <a:pt x="2340249" y="2001858"/>
                </a:moveTo>
                <a:cubicBezTo>
                  <a:pt x="2354413" y="2001858"/>
                  <a:pt x="2365908" y="2013352"/>
                  <a:pt x="2365908" y="2027517"/>
                </a:cubicBezTo>
                <a:cubicBezTo>
                  <a:pt x="2365908" y="2041682"/>
                  <a:pt x="2354413" y="2053176"/>
                  <a:pt x="2340249" y="2053176"/>
                </a:cubicBezTo>
                <a:cubicBezTo>
                  <a:pt x="2326084" y="2053176"/>
                  <a:pt x="2314590" y="2041682"/>
                  <a:pt x="2314590" y="2027517"/>
                </a:cubicBezTo>
                <a:cubicBezTo>
                  <a:pt x="2314590" y="2013352"/>
                  <a:pt x="2326084" y="2001858"/>
                  <a:pt x="2340249" y="2001858"/>
                </a:cubicBezTo>
                <a:close/>
                <a:moveTo>
                  <a:pt x="2276044" y="2001858"/>
                </a:moveTo>
                <a:cubicBezTo>
                  <a:pt x="2290208" y="2001858"/>
                  <a:pt x="2301702" y="2013352"/>
                  <a:pt x="2301702" y="2027517"/>
                </a:cubicBezTo>
                <a:cubicBezTo>
                  <a:pt x="2301702" y="2041682"/>
                  <a:pt x="2290208" y="2053176"/>
                  <a:pt x="2276044" y="2053176"/>
                </a:cubicBezTo>
                <a:cubicBezTo>
                  <a:pt x="2261879" y="2053176"/>
                  <a:pt x="2250385" y="2041682"/>
                  <a:pt x="2250385" y="2027517"/>
                </a:cubicBezTo>
                <a:cubicBezTo>
                  <a:pt x="2250385" y="2013352"/>
                  <a:pt x="2261879" y="2001858"/>
                  <a:pt x="2276044" y="2001858"/>
                </a:cubicBezTo>
                <a:close/>
                <a:moveTo>
                  <a:pt x="2211838" y="2001858"/>
                </a:moveTo>
                <a:cubicBezTo>
                  <a:pt x="2226003" y="2001858"/>
                  <a:pt x="2237497" y="2013352"/>
                  <a:pt x="2237497" y="2027517"/>
                </a:cubicBezTo>
                <a:cubicBezTo>
                  <a:pt x="2237497" y="2041682"/>
                  <a:pt x="2226003" y="2053176"/>
                  <a:pt x="2211838" y="2053176"/>
                </a:cubicBezTo>
                <a:cubicBezTo>
                  <a:pt x="2197673" y="2053176"/>
                  <a:pt x="2186178" y="2041682"/>
                  <a:pt x="2186178" y="2027517"/>
                </a:cubicBezTo>
                <a:cubicBezTo>
                  <a:pt x="2186178" y="2013352"/>
                  <a:pt x="2197673" y="2001858"/>
                  <a:pt x="2211838" y="2001858"/>
                </a:cubicBezTo>
                <a:close/>
                <a:moveTo>
                  <a:pt x="2147633" y="2001858"/>
                </a:moveTo>
                <a:cubicBezTo>
                  <a:pt x="2161798" y="2001858"/>
                  <a:pt x="2173293" y="2013352"/>
                  <a:pt x="2173293" y="2027517"/>
                </a:cubicBezTo>
                <a:cubicBezTo>
                  <a:pt x="2173293" y="2041682"/>
                  <a:pt x="2161798" y="2053176"/>
                  <a:pt x="2147633" y="2053176"/>
                </a:cubicBezTo>
                <a:cubicBezTo>
                  <a:pt x="2133469" y="2053176"/>
                  <a:pt x="2121975" y="2041682"/>
                  <a:pt x="2121975" y="2027517"/>
                </a:cubicBezTo>
                <a:cubicBezTo>
                  <a:pt x="2121975" y="2013352"/>
                  <a:pt x="2133469" y="2001858"/>
                  <a:pt x="2147633" y="2001858"/>
                </a:cubicBezTo>
                <a:close/>
                <a:moveTo>
                  <a:pt x="2083427" y="2001858"/>
                </a:moveTo>
                <a:cubicBezTo>
                  <a:pt x="2097592" y="2001858"/>
                  <a:pt x="2109087" y="2013352"/>
                  <a:pt x="2109087" y="2027517"/>
                </a:cubicBezTo>
                <a:cubicBezTo>
                  <a:pt x="2109087" y="2041682"/>
                  <a:pt x="2097592" y="2053176"/>
                  <a:pt x="2083427" y="2053176"/>
                </a:cubicBezTo>
                <a:cubicBezTo>
                  <a:pt x="2069262" y="2053176"/>
                  <a:pt x="2057768" y="2041682"/>
                  <a:pt x="2057768" y="2027517"/>
                </a:cubicBezTo>
                <a:cubicBezTo>
                  <a:pt x="2057768" y="2013352"/>
                  <a:pt x="2069262" y="2001858"/>
                  <a:pt x="2083427" y="2001858"/>
                </a:cubicBezTo>
                <a:close/>
                <a:moveTo>
                  <a:pt x="2019222" y="2001858"/>
                </a:moveTo>
                <a:cubicBezTo>
                  <a:pt x="2033387" y="2001858"/>
                  <a:pt x="2044880" y="2013352"/>
                  <a:pt x="2044880" y="2027517"/>
                </a:cubicBezTo>
                <a:cubicBezTo>
                  <a:pt x="2044880" y="2041682"/>
                  <a:pt x="2033387" y="2053176"/>
                  <a:pt x="2019222" y="2053176"/>
                </a:cubicBezTo>
                <a:cubicBezTo>
                  <a:pt x="2005058" y="2053176"/>
                  <a:pt x="1993563" y="2041682"/>
                  <a:pt x="1993563" y="2027517"/>
                </a:cubicBezTo>
                <a:cubicBezTo>
                  <a:pt x="1993563" y="2013352"/>
                  <a:pt x="2005058" y="2001858"/>
                  <a:pt x="2019222" y="2001858"/>
                </a:cubicBezTo>
                <a:close/>
                <a:moveTo>
                  <a:pt x="1955016" y="2001858"/>
                </a:moveTo>
                <a:cubicBezTo>
                  <a:pt x="1969181" y="2001858"/>
                  <a:pt x="1980676" y="2013352"/>
                  <a:pt x="1980676" y="2027517"/>
                </a:cubicBezTo>
                <a:cubicBezTo>
                  <a:pt x="1980676" y="2041682"/>
                  <a:pt x="1969181" y="2053176"/>
                  <a:pt x="1955016" y="2053176"/>
                </a:cubicBezTo>
                <a:cubicBezTo>
                  <a:pt x="1940851" y="2053176"/>
                  <a:pt x="1929358" y="2041682"/>
                  <a:pt x="1929358" y="2027517"/>
                </a:cubicBezTo>
                <a:cubicBezTo>
                  <a:pt x="1929358" y="2013352"/>
                  <a:pt x="1940851" y="2001858"/>
                  <a:pt x="1955016" y="2001858"/>
                </a:cubicBezTo>
                <a:close/>
                <a:moveTo>
                  <a:pt x="1890696" y="2001858"/>
                </a:moveTo>
                <a:cubicBezTo>
                  <a:pt x="1904860" y="2001858"/>
                  <a:pt x="1916355" y="2013352"/>
                  <a:pt x="1916355" y="2027517"/>
                </a:cubicBezTo>
                <a:cubicBezTo>
                  <a:pt x="1916355" y="2041682"/>
                  <a:pt x="1904860" y="2053176"/>
                  <a:pt x="1890696" y="2053176"/>
                </a:cubicBezTo>
                <a:cubicBezTo>
                  <a:pt x="1876531" y="2053176"/>
                  <a:pt x="1865037" y="2041682"/>
                  <a:pt x="1865037" y="2027517"/>
                </a:cubicBezTo>
                <a:cubicBezTo>
                  <a:pt x="1865037" y="2013352"/>
                  <a:pt x="1876531" y="2001858"/>
                  <a:pt x="1890696" y="2001858"/>
                </a:cubicBezTo>
                <a:close/>
                <a:moveTo>
                  <a:pt x="1826490" y="2001858"/>
                </a:moveTo>
                <a:cubicBezTo>
                  <a:pt x="1840654" y="2001858"/>
                  <a:pt x="1852149" y="2013352"/>
                  <a:pt x="1852149" y="2027517"/>
                </a:cubicBezTo>
                <a:cubicBezTo>
                  <a:pt x="1852149" y="2041682"/>
                  <a:pt x="1840654" y="2053176"/>
                  <a:pt x="1826490" y="2053176"/>
                </a:cubicBezTo>
                <a:cubicBezTo>
                  <a:pt x="1812325" y="2053176"/>
                  <a:pt x="1800830" y="2041682"/>
                  <a:pt x="1800830" y="2027517"/>
                </a:cubicBezTo>
                <a:cubicBezTo>
                  <a:pt x="1800830" y="2013352"/>
                  <a:pt x="1812325" y="2001858"/>
                  <a:pt x="1826490" y="2001858"/>
                </a:cubicBezTo>
                <a:close/>
                <a:moveTo>
                  <a:pt x="1762285" y="2001858"/>
                </a:moveTo>
                <a:cubicBezTo>
                  <a:pt x="1776450" y="2001858"/>
                  <a:pt x="1787944" y="2013352"/>
                  <a:pt x="1787944" y="2027517"/>
                </a:cubicBezTo>
                <a:cubicBezTo>
                  <a:pt x="1787944" y="2041682"/>
                  <a:pt x="1776450" y="2053176"/>
                  <a:pt x="1762285" y="2053176"/>
                </a:cubicBezTo>
                <a:cubicBezTo>
                  <a:pt x="1748121" y="2053176"/>
                  <a:pt x="1736626" y="2041682"/>
                  <a:pt x="1736626" y="2027517"/>
                </a:cubicBezTo>
                <a:cubicBezTo>
                  <a:pt x="1736626" y="2013352"/>
                  <a:pt x="1748121" y="2001858"/>
                  <a:pt x="1762285" y="2001858"/>
                </a:cubicBezTo>
                <a:close/>
                <a:moveTo>
                  <a:pt x="1698080" y="2001858"/>
                </a:moveTo>
                <a:cubicBezTo>
                  <a:pt x="1712244" y="2001858"/>
                  <a:pt x="1723738" y="2013352"/>
                  <a:pt x="1723738" y="2027517"/>
                </a:cubicBezTo>
                <a:cubicBezTo>
                  <a:pt x="1723738" y="2041682"/>
                  <a:pt x="1712244" y="2053176"/>
                  <a:pt x="1698080" y="2053176"/>
                </a:cubicBezTo>
                <a:cubicBezTo>
                  <a:pt x="1683915" y="2053176"/>
                  <a:pt x="1672420" y="2041682"/>
                  <a:pt x="1672420" y="2027517"/>
                </a:cubicBezTo>
                <a:cubicBezTo>
                  <a:pt x="1672420" y="2013352"/>
                  <a:pt x="1683915" y="2001858"/>
                  <a:pt x="1698080" y="2001858"/>
                </a:cubicBezTo>
                <a:close/>
                <a:moveTo>
                  <a:pt x="1633874" y="2001858"/>
                </a:moveTo>
                <a:cubicBezTo>
                  <a:pt x="1648039" y="2001858"/>
                  <a:pt x="1659533" y="2013352"/>
                  <a:pt x="1659533" y="2027517"/>
                </a:cubicBezTo>
                <a:cubicBezTo>
                  <a:pt x="1659533" y="2041682"/>
                  <a:pt x="1648039" y="2053176"/>
                  <a:pt x="1633874" y="2053176"/>
                </a:cubicBezTo>
                <a:cubicBezTo>
                  <a:pt x="1619710" y="2053176"/>
                  <a:pt x="1608216" y="2041682"/>
                  <a:pt x="1608216" y="2027517"/>
                </a:cubicBezTo>
                <a:cubicBezTo>
                  <a:pt x="1608216" y="2013352"/>
                  <a:pt x="1619710" y="2001858"/>
                  <a:pt x="1633874" y="2001858"/>
                </a:cubicBezTo>
                <a:close/>
                <a:moveTo>
                  <a:pt x="1569669" y="2001858"/>
                </a:moveTo>
                <a:cubicBezTo>
                  <a:pt x="1583834" y="2001858"/>
                  <a:pt x="1595328" y="2013352"/>
                  <a:pt x="1595328" y="2027517"/>
                </a:cubicBezTo>
                <a:cubicBezTo>
                  <a:pt x="1595328" y="2041682"/>
                  <a:pt x="1583834" y="2053176"/>
                  <a:pt x="1569669" y="2053176"/>
                </a:cubicBezTo>
                <a:cubicBezTo>
                  <a:pt x="1555504" y="2053176"/>
                  <a:pt x="1544010" y="2041682"/>
                  <a:pt x="1544010" y="2027517"/>
                </a:cubicBezTo>
                <a:cubicBezTo>
                  <a:pt x="1544010" y="2013352"/>
                  <a:pt x="1555504" y="2001858"/>
                  <a:pt x="1569669" y="2001858"/>
                </a:cubicBezTo>
                <a:close/>
                <a:moveTo>
                  <a:pt x="1505464" y="2001858"/>
                </a:moveTo>
                <a:cubicBezTo>
                  <a:pt x="1519629" y="2001858"/>
                  <a:pt x="1531123" y="2013352"/>
                  <a:pt x="1531123" y="2027517"/>
                </a:cubicBezTo>
                <a:cubicBezTo>
                  <a:pt x="1531123" y="2041682"/>
                  <a:pt x="1519629" y="2053176"/>
                  <a:pt x="1505464" y="2053176"/>
                </a:cubicBezTo>
                <a:cubicBezTo>
                  <a:pt x="1491299" y="2053176"/>
                  <a:pt x="1479806" y="2041682"/>
                  <a:pt x="1479806" y="2027517"/>
                </a:cubicBezTo>
                <a:cubicBezTo>
                  <a:pt x="1479806" y="2013352"/>
                  <a:pt x="1491299" y="2001858"/>
                  <a:pt x="1505464" y="2001858"/>
                </a:cubicBezTo>
                <a:close/>
                <a:moveTo>
                  <a:pt x="1441258" y="2001858"/>
                </a:moveTo>
                <a:cubicBezTo>
                  <a:pt x="1455423" y="2001858"/>
                  <a:pt x="1466917" y="2013352"/>
                  <a:pt x="1466917" y="2027517"/>
                </a:cubicBezTo>
                <a:cubicBezTo>
                  <a:pt x="1466917" y="2041682"/>
                  <a:pt x="1455423" y="2053176"/>
                  <a:pt x="1441258" y="2053176"/>
                </a:cubicBezTo>
                <a:cubicBezTo>
                  <a:pt x="1427093" y="2053176"/>
                  <a:pt x="1415599" y="2041682"/>
                  <a:pt x="1415599" y="2027517"/>
                </a:cubicBezTo>
                <a:cubicBezTo>
                  <a:pt x="1415599" y="2013352"/>
                  <a:pt x="1427093" y="2001858"/>
                  <a:pt x="1441258" y="2001858"/>
                </a:cubicBezTo>
                <a:close/>
                <a:moveTo>
                  <a:pt x="1377053" y="2001858"/>
                </a:moveTo>
                <a:cubicBezTo>
                  <a:pt x="1391218" y="2001858"/>
                  <a:pt x="1402712" y="2013352"/>
                  <a:pt x="1402712" y="2027517"/>
                </a:cubicBezTo>
                <a:cubicBezTo>
                  <a:pt x="1402712" y="2041682"/>
                  <a:pt x="1391218" y="2053176"/>
                  <a:pt x="1377053" y="2053176"/>
                </a:cubicBezTo>
                <a:cubicBezTo>
                  <a:pt x="1362889" y="2053176"/>
                  <a:pt x="1351395" y="2041682"/>
                  <a:pt x="1351395" y="2027517"/>
                </a:cubicBezTo>
                <a:cubicBezTo>
                  <a:pt x="1351395" y="2013352"/>
                  <a:pt x="1362889" y="2001858"/>
                  <a:pt x="1377053" y="2001858"/>
                </a:cubicBezTo>
                <a:close/>
                <a:moveTo>
                  <a:pt x="1312848" y="2001858"/>
                </a:moveTo>
                <a:cubicBezTo>
                  <a:pt x="1327013" y="2001858"/>
                  <a:pt x="1338507" y="2013352"/>
                  <a:pt x="1338507" y="2027517"/>
                </a:cubicBezTo>
                <a:cubicBezTo>
                  <a:pt x="1338507" y="2041682"/>
                  <a:pt x="1327013" y="2053176"/>
                  <a:pt x="1312848" y="2053176"/>
                </a:cubicBezTo>
                <a:cubicBezTo>
                  <a:pt x="1298683" y="2053176"/>
                  <a:pt x="1287190" y="2041682"/>
                  <a:pt x="1287190" y="2027517"/>
                </a:cubicBezTo>
                <a:cubicBezTo>
                  <a:pt x="1287190" y="2013352"/>
                  <a:pt x="1298683" y="2001858"/>
                  <a:pt x="1312848" y="2001858"/>
                </a:cubicBezTo>
                <a:close/>
                <a:moveTo>
                  <a:pt x="1248643" y="2001858"/>
                </a:moveTo>
                <a:cubicBezTo>
                  <a:pt x="1262808" y="2001858"/>
                  <a:pt x="1274302" y="2013352"/>
                  <a:pt x="1274302" y="2027517"/>
                </a:cubicBezTo>
                <a:cubicBezTo>
                  <a:pt x="1274302" y="2041682"/>
                  <a:pt x="1262808" y="2053176"/>
                  <a:pt x="1248643" y="2053176"/>
                </a:cubicBezTo>
                <a:cubicBezTo>
                  <a:pt x="1234479" y="2053176"/>
                  <a:pt x="1222984" y="2041682"/>
                  <a:pt x="1222984" y="2027517"/>
                </a:cubicBezTo>
                <a:cubicBezTo>
                  <a:pt x="1222984" y="2013352"/>
                  <a:pt x="1234479" y="2001858"/>
                  <a:pt x="1248643" y="2001858"/>
                </a:cubicBezTo>
                <a:close/>
                <a:moveTo>
                  <a:pt x="1184437" y="2001858"/>
                </a:moveTo>
                <a:cubicBezTo>
                  <a:pt x="1198602" y="2001858"/>
                  <a:pt x="1210096" y="2013352"/>
                  <a:pt x="1210096" y="2027517"/>
                </a:cubicBezTo>
                <a:cubicBezTo>
                  <a:pt x="1210096" y="2041682"/>
                  <a:pt x="1198602" y="2053176"/>
                  <a:pt x="1184437" y="2053176"/>
                </a:cubicBezTo>
                <a:cubicBezTo>
                  <a:pt x="1170273" y="2053176"/>
                  <a:pt x="1158780" y="2041682"/>
                  <a:pt x="1158780" y="2027517"/>
                </a:cubicBezTo>
                <a:cubicBezTo>
                  <a:pt x="1158780" y="2013352"/>
                  <a:pt x="1170273" y="2001858"/>
                  <a:pt x="1184437" y="2001858"/>
                </a:cubicBezTo>
                <a:close/>
                <a:moveTo>
                  <a:pt x="1120233" y="2001858"/>
                </a:moveTo>
                <a:cubicBezTo>
                  <a:pt x="1134398" y="2001858"/>
                  <a:pt x="1145892" y="2013352"/>
                  <a:pt x="1145892" y="2027517"/>
                </a:cubicBezTo>
                <a:cubicBezTo>
                  <a:pt x="1145892" y="2041682"/>
                  <a:pt x="1134398" y="2053176"/>
                  <a:pt x="1120233" y="2053176"/>
                </a:cubicBezTo>
                <a:cubicBezTo>
                  <a:pt x="1106068" y="2053176"/>
                  <a:pt x="1094573" y="2041682"/>
                  <a:pt x="1094573" y="2027517"/>
                </a:cubicBezTo>
                <a:cubicBezTo>
                  <a:pt x="1094573" y="2013352"/>
                  <a:pt x="1106068" y="2001858"/>
                  <a:pt x="1120233" y="2001858"/>
                </a:cubicBezTo>
                <a:close/>
                <a:moveTo>
                  <a:pt x="1056027" y="2001858"/>
                </a:moveTo>
                <a:cubicBezTo>
                  <a:pt x="1070191" y="2001858"/>
                  <a:pt x="1081685" y="2013352"/>
                  <a:pt x="1081685" y="2027517"/>
                </a:cubicBezTo>
                <a:cubicBezTo>
                  <a:pt x="1081685" y="2041682"/>
                  <a:pt x="1070191" y="2053176"/>
                  <a:pt x="1056027" y="2053176"/>
                </a:cubicBezTo>
                <a:cubicBezTo>
                  <a:pt x="1041862" y="2053176"/>
                  <a:pt x="1030369" y="2041682"/>
                  <a:pt x="1030369" y="2027517"/>
                </a:cubicBezTo>
                <a:cubicBezTo>
                  <a:pt x="1030369" y="2013352"/>
                  <a:pt x="1041862" y="2001858"/>
                  <a:pt x="1056027" y="2001858"/>
                </a:cubicBezTo>
                <a:close/>
                <a:moveTo>
                  <a:pt x="991823" y="2001858"/>
                </a:moveTo>
                <a:cubicBezTo>
                  <a:pt x="1005986" y="2001858"/>
                  <a:pt x="1017481" y="2013352"/>
                  <a:pt x="1017481" y="2027517"/>
                </a:cubicBezTo>
                <a:cubicBezTo>
                  <a:pt x="1017481" y="2041682"/>
                  <a:pt x="1005986" y="2053176"/>
                  <a:pt x="991823" y="2053176"/>
                </a:cubicBezTo>
                <a:cubicBezTo>
                  <a:pt x="977657" y="2053176"/>
                  <a:pt x="966162" y="2041682"/>
                  <a:pt x="966162" y="2027517"/>
                </a:cubicBezTo>
                <a:cubicBezTo>
                  <a:pt x="966162" y="2013352"/>
                  <a:pt x="977657" y="2001858"/>
                  <a:pt x="991823" y="2001858"/>
                </a:cubicBezTo>
                <a:close/>
                <a:moveTo>
                  <a:pt x="927616" y="2001858"/>
                </a:moveTo>
                <a:cubicBezTo>
                  <a:pt x="941781" y="2001858"/>
                  <a:pt x="953275" y="2013352"/>
                  <a:pt x="953275" y="2027517"/>
                </a:cubicBezTo>
                <a:cubicBezTo>
                  <a:pt x="953275" y="2041682"/>
                  <a:pt x="941781" y="2053176"/>
                  <a:pt x="927616" y="2053176"/>
                </a:cubicBezTo>
                <a:cubicBezTo>
                  <a:pt x="913452" y="2053176"/>
                  <a:pt x="901957" y="2041682"/>
                  <a:pt x="901957" y="2027517"/>
                </a:cubicBezTo>
                <a:cubicBezTo>
                  <a:pt x="901957" y="2013352"/>
                  <a:pt x="913452" y="2001858"/>
                  <a:pt x="927616" y="2001858"/>
                </a:cubicBezTo>
                <a:close/>
                <a:moveTo>
                  <a:pt x="863411" y="2001858"/>
                </a:moveTo>
                <a:cubicBezTo>
                  <a:pt x="877576" y="2001858"/>
                  <a:pt x="889071" y="2013352"/>
                  <a:pt x="889071" y="2027517"/>
                </a:cubicBezTo>
                <a:cubicBezTo>
                  <a:pt x="889071" y="2041682"/>
                  <a:pt x="877576" y="2053176"/>
                  <a:pt x="863411" y="2053176"/>
                </a:cubicBezTo>
                <a:cubicBezTo>
                  <a:pt x="849248" y="2053176"/>
                  <a:pt x="837752" y="2041682"/>
                  <a:pt x="837752" y="2027517"/>
                </a:cubicBezTo>
                <a:cubicBezTo>
                  <a:pt x="837752" y="2013352"/>
                  <a:pt x="849248" y="2001858"/>
                  <a:pt x="863411" y="2001858"/>
                </a:cubicBezTo>
                <a:close/>
                <a:moveTo>
                  <a:pt x="799089" y="2001858"/>
                </a:moveTo>
                <a:cubicBezTo>
                  <a:pt x="813255" y="2001858"/>
                  <a:pt x="824748" y="2013352"/>
                  <a:pt x="824748" y="2027517"/>
                </a:cubicBezTo>
                <a:cubicBezTo>
                  <a:pt x="824748" y="2041682"/>
                  <a:pt x="813255" y="2053176"/>
                  <a:pt x="799089" y="2053176"/>
                </a:cubicBezTo>
                <a:cubicBezTo>
                  <a:pt x="784925" y="2053176"/>
                  <a:pt x="773432" y="2041682"/>
                  <a:pt x="773432" y="2027517"/>
                </a:cubicBezTo>
                <a:cubicBezTo>
                  <a:pt x="773432" y="2013352"/>
                  <a:pt x="784925" y="2001858"/>
                  <a:pt x="799089" y="2001858"/>
                </a:cubicBezTo>
                <a:close/>
                <a:moveTo>
                  <a:pt x="734885" y="2001858"/>
                </a:moveTo>
                <a:cubicBezTo>
                  <a:pt x="749049" y="2001858"/>
                  <a:pt x="760544" y="2013352"/>
                  <a:pt x="760544" y="2027517"/>
                </a:cubicBezTo>
                <a:cubicBezTo>
                  <a:pt x="760544" y="2041682"/>
                  <a:pt x="749049" y="2053176"/>
                  <a:pt x="734885" y="2053176"/>
                </a:cubicBezTo>
                <a:cubicBezTo>
                  <a:pt x="720720" y="2053176"/>
                  <a:pt x="709225" y="2041682"/>
                  <a:pt x="709225" y="2027517"/>
                </a:cubicBezTo>
                <a:cubicBezTo>
                  <a:pt x="709225" y="2013352"/>
                  <a:pt x="720720" y="2001858"/>
                  <a:pt x="734885" y="2001858"/>
                </a:cubicBezTo>
                <a:close/>
                <a:moveTo>
                  <a:pt x="670679" y="2001858"/>
                </a:moveTo>
                <a:cubicBezTo>
                  <a:pt x="684844" y="2001858"/>
                  <a:pt x="696338" y="2013352"/>
                  <a:pt x="696338" y="2027517"/>
                </a:cubicBezTo>
                <a:cubicBezTo>
                  <a:pt x="696338" y="2041682"/>
                  <a:pt x="684844" y="2053176"/>
                  <a:pt x="670679" y="2053176"/>
                </a:cubicBezTo>
                <a:cubicBezTo>
                  <a:pt x="656514" y="2053176"/>
                  <a:pt x="645020" y="2041682"/>
                  <a:pt x="645020" y="2027517"/>
                </a:cubicBezTo>
                <a:cubicBezTo>
                  <a:pt x="645020" y="2013352"/>
                  <a:pt x="656514" y="2001858"/>
                  <a:pt x="670679" y="2001858"/>
                </a:cubicBezTo>
                <a:close/>
                <a:moveTo>
                  <a:pt x="606475" y="2001858"/>
                </a:moveTo>
                <a:cubicBezTo>
                  <a:pt x="620639" y="2001858"/>
                  <a:pt x="632134" y="2013352"/>
                  <a:pt x="632134" y="2027517"/>
                </a:cubicBezTo>
                <a:cubicBezTo>
                  <a:pt x="632134" y="2041682"/>
                  <a:pt x="620639" y="2053176"/>
                  <a:pt x="606475" y="2053176"/>
                </a:cubicBezTo>
                <a:cubicBezTo>
                  <a:pt x="592310" y="2053176"/>
                  <a:pt x="580815" y="2041682"/>
                  <a:pt x="580815" y="2027517"/>
                </a:cubicBezTo>
                <a:cubicBezTo>
                  <a:pt x="580815" y="2013352"/>
                  <a:pt x="592310" y="2001858"/>
                  <a:pt x="606475" y="2001858"/>
                </a:cubicBezTo>
                <a:close/>
                <a:moveTo>
                  <a:pt x="542268" y="2001858"/>
                </a:moveTo>
                <a:cubicBezTo>
                  <a:pt x="556433" y="2001858"/>
                  <a:pt x="567927" y="2013352"/>
                  <a:pt x="567927" y="2027517"/>
                </a:cubicBezTo>
                <a:cubicBezTo>
                  <a:pt x="567927" y="2041682"/>
                  <a:pt x="556433" y="2053176"/>
                  <a:pt x="542268" y="2053176"/>
                </a:cubicBezTo>
                <a:cubicBezTo>
                  <a:pt x="528104" y="2053176"/>
                  <a:pt x="516610" y="2041682"/>
                  <a:pt x="516610" y="2027517"/>
                </a:cubicBezTo>
                <a:cubicBezTo>
                  <a:pt x="516610" y="2013352"/>
                  <a:pt x="528104" y="2001858"/>
                  <a:pt x="542268" y="2001858"/>
                </a:cubicBezTo>
                <a:close/>
                <a:moveTo>
                  <a:pt x="478063" y="2001858"/>
                </a:moveTo>
                <a:cubicBezTo>
                  <a:pt x="492228" y="2001858"/>
                  <a:pt x="503724" y="2013352"/>
                  <a:pt x="503724" y="2027517"/>
                </a:cubicBezTo>
                <a:cubicBezTo>
                  <a:pt x="503724" y="2041682"/>
                  <a:pt x="492228" y="2053176"/>
                  <a:pt x="478063" y="2053176"/>
                </a:cubicBezTo>
                <a:cubicBezTo>
                  <a:pt x="463900" y="2053176"/>
                  <a:pt x="452404" y="2041682"/>
                  <a:pt x="452404" y="2027517"/>
                </a:cubicBezTo>
                <a:cubicBezTo>
                  <a:pt x="452404" y="2013352"/>
                  <a:pt x="463900" y="2001858"/>
                  <a:pt x="478063" y="2001858"/>
                </a:cubicBezTo>
                <a:close/>
                <a:moveTo>
                  <a:pt x="413858" y="2001858"/>
                </a:moveTo>
                <a:cubicBezTo>
                  <a:pt x="428023" y="2001858"/>
                  <a:pt x="439517" y="2013352"/>
                  <a:pt x="439517" y="2027517"/>
                </a:cubicBezTo>
                <a:cubicBezTo>
                  <a:pt x="439517" y="2041682"/>
                  <a:pt x="428023" y="2053176"/>
                  <a:pt x="413858" y="2053176"/>
                </a:cubicBezTo>
                <a:cubicBezTo>
                  <a:pt x="399694" y="2053176"/>
                  <a:pt x="388200" y="2041682"/>
                  <a:pt x="388200" y="2027517"/>
                </a:cubicBezTo>
                <a:cubicBezTo>
                  <a:pt x="388200" y="2013352"/>
                  <a:pt x="399694" y="2001858"/>
                  <a:pt x="413858" y="2001858"/>
                </a:cubicBezTo>
                <a:close/>
                <a:moveTo>
                  <a:pt x="346686" y="2001858"/>
                </a:moveTo>
                <a:cubicBezTo>
                  <a:pt x="360849" y="2001858"/>
                  <a:pt x="372344" y="2013352"/>
                  <a:pt x="372344" y="2027517"/>
                </a:cubicBezTo>
                <a:cubicBezTo>
                  <a:pt x="372344" y="2041682"/>
                  <a:pt x="360849" y="2053176"/>
                  <a:pt x="346686" y="2053176"/>
                </a:cubicBezTo>
                <a:cubicBezTo>
                  <a:pt x="332520" y="2053176"/>
                  <a:pt x="321027" y="2041682"/>
                  <a:pt x="321027" y="2027517"/>
                </a:cubicBezTo>
                <a:cubicBezTo>
                  <a:pt x="321027" y="2013352"/>
                  <a:pt x="332520" y="2001858"/>
                  <a:pt x="346686" y="2001858"/>
                </a:cubicBezTo>
                <a:close/>
                <a:moveTo>
                  <a:pt x="282480" y="2001858"/>
                </a:moveTo>
                <a:cubicBezTo>
                  <a:pt x="296644" y="2001858"/>
                  <a:pt x="308138" y="2013352"/>
                  <a:pt x="308138" y="2027517"/>
                </a:cubicBezTo>
                <a:cubicBezTo>
                  <a:pt x="308138" y="2041682"/>
                  <a:pt x="296644" y="2053176"/>
                  <a:pt x="282480" y="2053176"/>
                </a:cubicBezTo>
                <a:cubicBezTo>
                  <a:pt x="268314" y="2053176"/>
                  <a:pt x="256820" y="2041682"/>
                  <a:pt x="256820" y="2027517"/>
                </a:cubicBezTo>
                <a:cubicBezTo>
                  <a:pt x="256820" y="2013352"/>
                  <a:pt x="268314" y="2001858"/>
                  <a:pt x="282480" y="2001858"/>
                </a:cubicBezTo>
                <a:close/>
                <a:moveTo>
                  <a:pt x="218274" y="2001858"/>
                </a:moveTo>
                <a:cubicBezTo>
                  <a:pt x="232438" y="2001858"/>
                  <a:pt x="243932" y="2013352"/>
                  <a:pt x="243932" y="2027517"/>
                </a:cubicBezTo>
                <a:cubicBezTo>
                  <a:pt x="243932" y="2041682"/>
                  <a:pt x="232438" y="2053176"/>
                  <a:pt x="218274" y="2053176"/>
                </a:cubicBezTo>
                <a:cubicBezTo>
                  <a:pt x="204109" y="2053176"/>
                  <a:pt x="192615" y="2041682"/>
                  <a:pt x="192615" y="2027517"/>
                </a:cubicBezTo>
                <a:cubicBezTo>
                  <a:pt x="192615" y="2013352"/>
                  <a:pt x="204109" y="2001858"/>
                  <a:pt x="218274" y="2001858"/>
                </a:cubicBezTo>
                <a:close/>
                <a:moveTo>
                  <a:pt x="154069" y="2001858"/>
                </a:moveTo>
                <a:cubicBezTo>
                  <a:pt x="168233" y="2001858"/>
                  <a:pt x="179727" y="2013352"/>
                  <a:pt x="179727" y="2027517"/>
                </a:cubicBezTo>
                <a:cubicBezTo>
                  <a:pt x="179727" y="2041682"/>
                  <a:pt x="168233" y="2053176"/>
                  <a:pt x="154069" y="2053176"/>
                </a:cubicBezTo>
                <a:cubicBezTo>
                  <a:pt x="139904" y="2053176"/>
                  <a:pt x="128410" y="2041682"/>
                  <a:pt x="128410" y="2027517"/>
                </a:cubicBezTo>
                <a:cubicBezTo>
                  <a:pt x="128410" y="2013352"/>
                  <a:pt x="139904" y="2001858"/>
                  <a:pt x="154069" y="2001858"/>
                </a:cubicBezTo>
                <a:close/>
                <a:moveTo>
                  <a:pt x="89864" y="2001858"/>
                </a:moveTo>
                <a:cubicBezTo>
                  <a:pt x="104029" y="2001858"/>
                  <a:pt x="115522" y="2013352"/>
                  <a:pt x="115522" y="2027517"/>
                </a:cubicBezTo>
                <a:cubicBezTo>
                  <a:pt x="115522" y="2041682"/>
                  <a:pt x="104029" y="2053176"/>
                  <a:pt x="89864" y="2053176"/>
                </a:cubicBezTo>
                <a:cubicBezTo>
                  <a:pt x="75699" y="2053176"/>
                  <a:pt x="64205" y="2041682"/>
                  <a:pt x="64205" y="2027517"/>
                </a:cubicBezTo>
                <a:cubicBezTo>
                  <a:pt x="64205" y="2013352"/>
                  <a:pt x="75699" y="2001858"/>
                  <a:pt x="89864" y="2001858"/>
                </a:cubicBezTo>
                <a:close/>
                <a:moveTo>
                  <a:pt x="25659" y="2001858"/>
                </a:moveTo>
                <a:cubicBezTo>
                  <a:pt x="39824" y="2001858"/>
                  <a:pt x="51317" y="2013352"/>
                  <a:pt x="51317" y="2027517"/>
                </a:cubicBezTo>
                <a:cubicBezTo>
                  <a:pt x="51317" y="2041682"/>
                  <a:pt x="39824" y="2053176"/>
                  <a:pt x="25659" y="2053176"/>
                </a:cubicBezTo>
                <a:cubicBezTo>
                  <a:pt x="11494" y="2053176"/>
                  <a:pt x="0" y="2041682"/>
                  <a:pt x="0" y="2027517"/>
                </a:cubicBezTo>
                <a:cubicBezTo>
                  <a:pt x="0" y="2013352"/>
                  <a:pt x="11494" y="2001858"/>
                  <a:pt x="25659" y="2001858"/>
                </a:cubicBezTo>
                <a:close/>
                <a:moveTo>
                  <a:pt x="12163307" y="1934634"/>
                </a:moveTo>
                <a:cubicBezTo>
                  <a:pt x="12177471" y="1934634"/>
                  <a:pt x="12188965" y="1946129"/>
                  <a:pt x="12188965" y="1960293"/>
                </a:cubicBezTo>
                <a:cubicBezTo>
                  <a:pt x="12188965" y="1974458"/>
                  <a:pt x="12177471" y="1985952"/>
                  <a:pt x="12163307" y="1985952"/>
                </a:cubicBezTo>
                <a:cubicBezTo>
                  <a:pt x="12149141" y="1985952"/>
                  <a:pt x="12137649" y="1974458"/>
                  <a:pt x="12137649" y="1960293"/>
                </a:cubicBezTo>
                <a:cubicBezTo>
                  <a:pt x="12137649" y="1946129"/>
                  <a:pt x="12149141" y="1934634"/>
                  <a:pt x="12163307" y="1934634"/>
                </a:cubicBezTo>
                <a:close/>
                <a:moveTo>
                  <a:pt x="12099103" y="1934634"/>
                </a:moveTo>
                <a:cubicBezTo>
                  <a:pt x="12113273" y="1934634"/>
                  <a:pt x="12124761" y="1946122"/>
                  <a:pt x="12124761" y="1960293"/>
                </a:cubicBezTo>
                <a:cubicBezTo>
                  <a:pt x="12124761" y="1974465"/>
                  <a:pt x="12113273" y="1985952"/>
                  <a:pt x="12099103" y="1985952"/>
                </a:cubicBezTo>
                <a:cubicBezTo>
                  <a:pt x="12084931" y="1985952"/>
                  <a:pt x="12073441" y="1974465"/>
                  <a:pt x="12073441" y="1960293"/>
                </a:cubicBezTo>
                <a:cubicBezTo>
                  <a:pt x="12073441" y="1946122"/>
                  <a:pt x="12084931" y="1934634"/>
                  <a:pt x="12099103" y="1934634"/>
                </a:cubicBezTo>
                <a:close/>
                <a:moveTo>
                  <a:pt x="12034897" y="1934634"/>
                </a:moveTo>
                <a:cubicBezTo>
                  <a:pt x="12049061" y="1934634"/>
                  <a:pt x="12060557" y="1946129"/>
                  <a:pt x="12060557" y="1960293"/>
                </a:cubicBezTo>
                <a:cubicBezTo>
                  <a:pt x="12060557" y="1974458"/>
                  <a:pt x="12049061" y="1985952"/>
                  <a:pt x="12034897" y="1985952"/>
                </a:cubicBezTo>
                <a:cubicBezTo>
                  <a:pt x="12020731" y="1985952"/>
                  <a:pt x="12009237" y="1974458"/>
                  <a:pt x="12009237" y="1960293"/>
                </a:cubicBezTo>
                <a:cubicBezTo>
                  <a:pt x="12009237" y="1946129"/>
                  <a:pt x="12020731" y="1934634"/>
                  <a:pt x="12034897" y="1934634"/>
                </a:cubicBezTo>
                <a:close/>
                <a:moveTo>
                  <a:pt x="11970691" y="1934634"/>
                </a:moveTo>
                <a:cubicBezTo>
                  <a:pt x="11984855" y="1934634"/>
                  <a:pt x="11996349" y="1946129"/>
                  <a:pt x="11996349" y="1960293"/>
                </a:cubicBezTo>
                <a:cubicBezTo>
                  <a:pt x="11996349" y="1974458"/>
                  <a:pt x="11984855" y="1985952"/>
                  <a:pt x="11970691" y="1985952"/>
                </a:cubicBezTo>
                <a:cubicBezTo>
                  <a:pt x="11956525" y="1985952"/>
                  <a:pt x="11945033" y="1974458"/>
                  <a:pt x="11945033" y="1960293"/>
                </a:cubicBezTo>
                <a:cubicBezTo>
                  <a:pt x="11945033" y="1946129"/>
                  <a:pt x="11956525" y="1934634"/>
                  <a:pt x="11970691" y="1934634"/>
                </a:cubicBezTo>
                <a:close/>
                <a:moveTo>
                  <a:pt x="11906483" y="1934634"/>
                </a:moveTo>
                <a:cubicBezTo>
                  <a:pt x="11920649" y="1934634"/>
                  <a:pt x="11932145" y="1946129"/>
                  <a:pt x="11932145" y="1960293"/>
                </a:cubicBezTo>
                <a:cubicBezTo>
                  <a:pt x="11932145" y="1974458"/>
                  <a:pt x="11920649" y="1985952"/>
                  <a:pt x="11906483" y="1985952"/>
                </a:cubicBezTo>
                <a:cubicBezTo>
                  <a:pt x="11892321" y="1985952"/>
                  <a:pt x="11880825" y="1974458"/>
                  <a:pt x="11880825" y="1960293"/>
                </a:cubicBezTo>
                <a:cubicBezTo>
                  <a:pt x="11880825" y="1946129"/>
                  <a:pt x="11892321" y="1934634"/>
                  <a:pt x="11906483" y="1934634"/>
                </a:cubicBezTo>
                <a:close/>
                <a:moveTo>
                  <a:pt x="11842279" y="1934634"/>
                </a:moveTo>
                <a:cubicBezTo>
                  <a:pt x="11856445" y="1934634"/>
                  <a:pt x="11867941" y="1946129"/>
                  <a:pt x="11867941" y="1960293"/>
                </a:cubicBezTo>
                <a:cubicBezTo>
                  <a:pt x="11867941" y="1974458"/>
                  <a:pt x="11856445" y="1985952"/>
                  <a:pt x="11842279" y="1985952"/>
                </a:cubicBezTo>
                <a:cubicBezTo>
                  <a:pt x="11828117" y="1985952"/>
                  <a:pt x="11816621" y="1974458"/>
                  <a:pt x="11816621" y="1960293"/>
                </a:cubicBezTo>
                <a:cubicBezTo>
                  <a:pt x="11816621" y="1946129"/>
                  <a:pt x="11828117" y="1934634"/>
                  <a:pt x="11842279" y="1934634"/>
                </a:cubicBezTo>
                <a:close/>
                <a:moveTo>
                  <a:pt x="11775107" y="1934634"/>
                </a:moveTo>
                <a:cubicBezTo>
                  <a:pt x="11789271" y="1934634"/>
                  <a:pt x="11800767" y="1946129"/>
                  <a:pt x="11800767" y="1960293"/>
                </a:cubicBezTo>
                <a:cubicBezTo>
                  <a:pt x="11800767" y="1974458"/>
                  <a:pt x="11789271" y="1985952"/>
                  <a:pt x="11775107" y="1985952"/>
                </a:cubicBezTo>
                <a:cubicBezTo>
                  <a:pt x="11760941" y="1985952"/>
                  <a:pt x="11749449" y="1974458"/>
                  <a:pt x="11749449" y="1960293"/>
                </a:cubicBezTo>
                <a:cubicBezTo>
                  <a:pt x="11749449" y="1946129"/>
                  <a:pt x="11760941" y="1934634"/>
                  <a:pt x="11775107" y="1934634"/>
                </a:cubicBezTo>
                <a:close/>
                <a:moveTo>
                  <a:pt x="11710901" y="1934634"/>
                </a:moveTo>
                <a:cubicBezTo>
                  <a:pt x="11725067" y="1934634"/>
                  <a:pt x="11736561" y="1946129"/>
                  <a:pt x="11736561" y="1960293"/>
                </a:cubicBezTo>
                <a:cubicBezTo>
                  <a:pt x="11736561" y="1974458"/>
                  <a:pt x="11725067" y="1985952"/>
                  <a:pt x="11710901" y="1985952"/>
                </a:cubicBezTo>
                <a:cubicBezTo>
                  <a:pt x="11696737" y="1985952"/>
                  <a:pt x="11685243" y="1974458"/>
                  <a:pt x="11685243" y="1960293"/>
                </a:cubicBezTo>
                <a:cubicBezTo>
                  <a:pt x="11685243" y="1946129"/>
                  <a:pt x="11696737" y="1934634"/>
                  <a:pt x="11710901" y="1934634"/>
                </a:cubicBezTo>
                <a:close/>
                <a:moveTo>
                  <a:pt x="11646697" y="1934634"/>
                </a:moveTo>
                <a:cubicBezTo>
                  <a:pt x="11660859" y="1934634"/>
                  <a:pt x="11672355" y="1946129"/>
                  <a:pt x="11672355" y="1960293"/>
                </a:cubicBezTo>
                <a:cubicBezTo>
                  <a:pt x="11672355" y="1974458"/>
                  <a:pt x="11660859" y="1985952"/>
                  <a:pt x="11646697" y="1985952"/>
                </a:cubicBezTo>
                <a:cubicBezTo>
                  <a:pt x="11632529" y="1985952"/>
                  <a:pt x="11621037" y="1974458"/>
                  <a:pt x="11621037" y="1960293"/>
                </a:cubicBezTo>
                <a:cubicBezTo>
                  <a:pt x="11621037" y="1946129"/>
                  <a:pt x="11632529" y="1934634"/>
                  <a:pt x="11646697" y="1934634"/>
                </a:cubicBezTo>
                <a:close/>
                <a:moveTo>
                  <a:pt x="11582491" y="1934634"/>
                </a:moveTo>
                <a:cubicBezTo>
                  <a:pt x="11596655" y="1934634"/>
                  <a:pt x="11608149" y="1946129"/>
                  <a:pt x="11608149" y="1960293"/>
                </a:cubicBezTo>
                <a:cubicBezTo>
                  <a:pt x="11608149" y="1974458"/>
                  <a:pt x="11596655" y="1985952"/>
                  <a:pt x="11582491" y="1985952"/>
                </a:cubicBezTo>
                <a:cubicBezTo>
                  <a:pt x="11568325" y="1985952"/>
                  <a:pt x="11556833" y="1974458"/>
                  <a:pt x="11556833" y="1960293"/>
                </a:cubicBezTo>
                <a:cubicBezTo>
                  <a:pt x="11556833" y="1946129"/>
                  <a:pt x="11568325" y="1934634"/>
                  <a:pt x="11582491" y="1934634"/>
                </a:cubicBezTo>
                <a:close/>
                <a:moveTo>
                  <a:pt x="11518287" y="1934634"/>
                </a:moveTo>
                <a:cubicBezTo>
                  <a:pt x="11532457" y="1934634"/>
                  <a:pt x="11543945" y="1946122"/>
                  <a:pt x="11543945" y="1960293"/>
                </a:cubicBezTo>
                <a:cubicBezTo>
                  <a:pt x="11543945" y="1974465"/>
                  <a:pt x="11532457" y="1985952"/>
                  <a:pt x="11518287" y="1985952"/>
                </a:cubicBezTo>
                <a:cubicBezTo>
                  <a:pt x="11504115" y="1985952"/>
                  <a:pt x="11492627" y="1974465"/>
                  <a:pt x="11492627" y="1960293"/>
                </a:cubicBezTo>
                <a:cubicBezTo>
                  <a:pt x="11492627" y="1946122"/>
                  <a:pt x="11504115" y="1934634"/>
                  <a:pt x="11518287" y="1934634"/>
                </a:cubicBezTo>
                <a:close/>
                <a:moveTo>
                  <a:pt x="11454081" y="1934634"/>
                </a:moveTo>
                <a:cubicBezTo>
                  <a:pt x="11468253" y="1934634"/>
                  <a:pt x="11479739" y="1946122"/>
                  <a:pt x="11479739" y="1960293"/>
                </a:cubicBezTo>
                <a:cubicBezTo>
                  <a:pt x="11479739" y="1974465"/>
                  <a:pt x="11468253" y="1985952"/>
                  <a:pt x="11454081" y="1985952"/>
                </a:cubicBezTo>
                <a:cubicBezTo>
                  <a:pt x="11439909" y="1985952"/>
                  <a:pt x="11428421" y="1974465"/>
                  <a:pt x="11428421" y="1960293"/>
                </a:cubicBezTo>
                <a:cubicBezTo>
                  <a:pt x="11428421" y="1946122"/>
                  <a:pt x="11439909" y="1934634"/>
                  <a:pt x="11454081" y="1934634"/>
                </a:cubicBezTo>
                <a:close/>
                <a:moveTo>
                  <a:pt x="11389875" y="1934634"/>
                </a:moveTo>
                <a:cubicBezTo>
                  <a:pt x="11404040" y="1934634"/>
                  <a:pt x="11415533" y="1946129"/>
                  <a:pt x="11415533" y="1960293"/>
                </a:cubicBezTo>
                <a:cubicBezTo>
                  <a:pt x="11415533" y="1974458"/>
                  <a:pt x="11404040" y="1985952"/>
                  <a:pt x="11389875" y="1985952"/>
                </a:cubicBezTo>
                <a:cubicBezTo>
                  <a:pt x="11375710" y="1985952"/>
                  <a:pt x="11364217" y="1974458"/>
                  <a:pt x="11364217" y="1960293"/>
                </a:cubicBezTo>
                <a:cubicBezTo>
                  <a:pt x="11364217" y="1946129"/>
                  <a:pt x="11375710" y="1934634"/>
                  <a:pt x="11389875" y="1934634"/>
                </a:cubicBezTo>
                <a:close/>
                <a:moveTo>
                  <a:pt x="11325670" y="1934634"/>
                </a:moveTo>
                <a:cubicBezTo>
                  <a:pt x="11339835" y="1934634"/>
                  <a:pt x="11351329" y="1946129"/>
                  <a:pt x="11351329" y="1960293"/>
                </a:cubicBezTo>
                <a:cubicBezTo>
                  <a:pt x="11351329" y="1974458"/>
                  <a:pt x="11339835" y="1985952"/>
                  <a:pt x="11325670" y="1985952"/>
                </a:cubicBezTo>
                <a:cubicBezTo>
                  <a:pt x="11311505" y="1985952"/>
                  <a:pt x="11300012" y="1974458"/>
                  <a:pt x="11300012" y="1960293"/>
                </a:cubicBezTo>
                <a:cubicBezTo>
                  <a:pt x="11300012" y="1946129"/>
                  <a:pt x="11311505" y="1934634"/>
                  <a:pt x="11325670" y="1934634"/>
                </a:cubicBezTo>
                <a:close/>
                <a:moveTo>
                  <a:pt x="11261466" y="1934634"/>
                </a:moveTo>
                <a:cubicBezTo>
                  <a:pt x="11275628" y="1934634"/>
                  <a:pt x="11287124" y="1946129"/>
                  <a:pt x="11287124" y="1960293"/>
                </a:cubicBezTo>
                <a:cubicBezTo>
                  <a:pt x="11287124" y="1974458"/>
                  <a:pt x="11275628" y="1985952"/>
                  <a:pt x="11261466" y="1985952"/>
                </a:cubicBezTo>
                <a:cubicBezTo>
                  <a:pt x="11247301" y="1985952"/>
                  <a:pt x="11235805" y="1974458"/>
                  <a:pt x="11235805" y="1960293"/>
                </a:cubicBezTo>
                <a:cubicBezTo>
                  <a:pt x="11235805" y="1946129"/>
                  <a:pt x="11247301" y="1934634"/>
                  <a:pt x="11261466" y="1934634"/>
                </a:cubicBezTo>
                <a:close/>
                <a:moveTo>
                  <a:pt x="11197259" y="1934634"/>
                </a:moveTo>
                <a:cubicBezTo>
                  <a:pt x="11211424" y="1934634"/>
                  <a:pt x="11222917" y="1946129"/>
                  <a:pt x="11222917" y="1960293"/>
                </a:cubicBezTo>
                <a:cubicBezTo>
                  <a:pt x="11222917" y="1974458"/>
                  <a:pt x="11211424" y="1985952"/>
                  <a:pt x="11197259" y="1985952"/>
                </a:cubicBezTo>
                <a:cubicBezTo>
                  <a:pt x="11183094" y="1985952"/>
                  <a:pt x="11171601" y="1974458"/>
                  <a:pt x="11171601" y="1960293"/>
                </a:cubicBezTo>
                <a:cubicBezTo>
                  <a:pt x="11171601" y="1946129"/>
                  <a:pt x="11183094" y="1934634"/>
                  <a:pt x="11197259" y="1934634"/>
                </a:cubicBezTo>
                <a:close/>
                <a:moveTo>
                  <a:pt x="11133055" y="1934634"/>
                </a:moveTo>
                <a:cubicBezTo>
                  <a:pt x="11147225" y="1934634"/>
                  <a:pt x="11158713" y="1946122"/>
                  <a:pt x="11158713" y="1960293"/>
                </a:cubicBezTo>
                <a:cubicBezTo>
                  <a:pt x="11158713" y="1974465"/>
                  <a:pt x="11147225" y="1985952"/>
                  <a:pt x="11133055" y="1985952"/>
                </a:cubicBezTo>
                <a:cubicBezTo>
                  <a:pt x="11118884" y="1985952"/>
                  <a:pt x="11107396" y="1974465"/>
                  <a:pt x="11107396" y="1960293"/>
                </a:cubicBezTo>
                <a:cubicBezTo>
                  <a:pt x="11107396" y="1946122"/>
                  <a:pt x="11118884" y="1934634"/>
                  <a:pt x="11133055" y="1934634"/>
                </a:cubicBezTo>
                <a:close/>
                <a:moveTo>
                  <a:pt x="11068848" y="1934634"/>
                </a:moveTo>
                <a:cubicBezTo>
                  <a:pt x="11083021" y="1934634"/>
                  <a:pt x="11094509" y="1946122"/>
                  <a:pt x="11094509" y="1960293"/>
                </a:cubicBezTo>
                <a:cubicBezTo>
                  <a:pt x="11094509" y="1974465"/>
                  <a:pt x="11083021" y="1985952"/>
                  <a:pt x="11068848" y="1985952"/>
                </a:cubicBezTo>
                <a:cubicBezTo>
                  <a:pt x="11054677" y="1985952"/>
                  <a:pt x="11043189" y="1974465"/>
                  <a:pt x="11043189" y="1960293"/>
                </a:cubicBezTo>
                <a:cubicBezTo>
                  <a:pt x="11043189" y="1946122"/>
                  <a:pt x="11054677" y="1934634"/>
                  <a:pt x="11068848" y="1934634"/>
                </a:cubicBezTo>
                <a:close/>
                <a:moveTo>
                  <a:pt x="11004643" y="1934634"/>
                </a:moveTo>
                <a:cubicBezTo>
                  <a:pt x="11018808" y="1934634"/>
                  <a:pt x="11030301" y="1946129"/>
                  <a:pt x="11030301" y="1960293"/>
                </a:cubicBezTo>
                <a:cubicBezTo>
                  <a:pt x="11030301" y="1974458"/>
                  <a:pt x="11018808" y="1985952"/>
                  <a:pt x="11004643" y="1985952"/>
                </a:cubicBezTo>
                <a:cubicBezTo>
                  <a:pt x="10990478" y="1985952"/>
                  <a:pt x="10978985" y="1974458"/>
                  <a:pt x="10978985" y="1960293"/>
                </a:cubicBezTo>
                <a:cubicBezTo>
                  <a:pt x="10978985" y="1946129"/>
                  <a:pt x="10990478" y="1934634"/>
                  <a:pt x="11004643" y="1934634"/>
                </a:cubicBezTo>
                <a:close/>
                <a:moveTo>
                  <a:pt x="10940321" y="1934634"/>
                </a:moveTo>
                <a:cubicBezTo>
                  <a:pt x="10954604" y="1934634"/>
                  <a:pt x="10965982" y="1946129"/>
                  <a:pt x="10965982" y="1960293"/>
                </a:cubicBezTo>
                <a:cubicBezTo>
                  <a:pt x="10965982" y="1974458"/>
                  <a:pt x="10954486" y="1985952"/>
                  <a:pt x="10940321" y="1985952"/>
                </a:cubicBezTo>
                <a:cubicBezTo>
                  <a:pt x="10926156" y="1985952"/>
                  <a:pt x="10914663" y="1974458"/>
                  <a:pt x="10914663" y="1960293"/>
                </a:cubicBezTo>
                <a:cubicBezTo>
                  <a:pt x="10914663" y="1946129"/>
                  <a:pt x="10926156" y="1934634"/>
                  <a:pt x="10940321" y="1934634"/>
                </a:cubicBezTo>
                <a:close/>
                <a:moveTo>
                  <a:pt x="10876117" y="1934634"/>
                </a:moveTo>
                <a:cubicBezTo>
                  <a:pt x="10890282" y="1934634"/>
                  <a:pt x="10901775" y="1946129"/>
                  <a:pt x="10901775" y="1960293"/>
                </a:cubicBezTo>
                <a:cubicBezTo>
                  <a:pt x="10901775" y="1974458"/>
                  <a:pt x="10890282" y="1985952"/>
                  <a:pt x="10876117" y="1985952"/>
                </a:cubicBezTo>
                <a:cubicBezTo>
                  <a:pt x="10861952" y="1985952"/>
                  <a:pt x="10850459" y="1974458"/>
                  <a:pt x="10850459" y="1960293"/>
                </a:cubicBezTo>
                <a:cubicBezTo>
                  <a:pt x="10850459" y="1946129"/>
                  <a:pt x="10861952" y="1934634"/>
                  <a:pt x="10876117" y="1934634"/>
                </a:cubicBezTo>
                <a:close/>
                <a:moveTo>
                  <a:pt x="10811912" y="1934634"/>
                </a:moveTo>
                <a:cubicBezTo>
                  <a:pt x="10826077" y="1934634"/>
                  <a:pt x="10837571" y="1946129"/>
                  <a:pt x="10837571" y="1960293"/>
                </a:cubicBezTo>
                <a:cubicBezTo>
                  <a:pt x="10837571" y="1974458"/>
                  <a:pt x="10826077" y="1985952"/>
                  <a:pt x="10811912" y="1985952"/>
                </a:cubicBezTo>
                <a:cubicBezTo>
                  <a:pt x="10797747" y="1985952"/>
                  <a:pt x="10786254" y="1974458"/>
                  <a:pt x="10786254" y="1960293"/>
                </a:cubicBezTo>
                <a:cubicBezTo>
                  <a:pt x="10786254" y="1946129"/>
                  <a:pt x="10797747" y="1934634"/>
                  <a:pt x="10811912" y="1934634"/>
                </a:cubicBezTo>
                <a:close/>
                <a:moveTo>
                  <a:pt x="10747708" y="1934634"/>
                </a:moveTo>
                <a:cubicBezTo>
                  <a:pt x="10761878" y="1934634"/>
                  <a:pt x="10773366" y="1946122"/>
                  <a:pt x="10773366" y="1960293"/>
                </a:cubicBezTo>
                <a:cubicBezTo>
                  <a:pt x="10773366" y="1974465"/>
                  <a:pt x="10761878" y="1985952"/>
                  <a:pt x="10747708" y="1985952"/>
                </a:cubicBezTo>
                <a:cubicBezTo>
                  <a:pt x="10733535" y="1985952"/>
                  <a:pt x="10722047" y="1974465"/>
                  <a:pt x="10722047" y="1960293"/>
                </a:cubicBezTo>
                <a:cubicBezTo>
                  <a:pt x="10722047" y="1946122"/>
                  <a:pt x="10733535" y="1934634"/>
                  <a:pt x="10747708" y="1934634"/>
                </a:cubicBezTo>
                <a:close/>
                <a:moveTo>
                  <a:pt x="10683501" y="1934634"/>
                </a:moveTo>
                <a:cubicBezTo>
                  <a:pt x="10697666" y="1934634"/>
                  <a:pt x="10709159" y="1946129"/>
                  <a:pt x="10709159" y="1960293"/>
                </a:cubicBezTo>
                <a:cubicBezTo>
                  <a:pt x="10709159" y="1974458"/>
                  <a:pt x="10697666" y="1985952"/>
                  <a:pt x="10683501" y="1985952"/>
                </a:cubicBezTo>
                <a:cubicBezTo>
                  <a:pt x="10669336" y="1985952"/>
                  <a:pt x="10657843" y="1974458"/>
                  <a:pt x="10657843" y="1960293"/>
                </a:cubicBezTo>
                <a:cubicBezTo>
                  <a:pt x="10657843" y="1946129"/>
                  <a:pt x="10669336" y="1934634"/>
                  <a:pt x="10683501" y="1934634"/>
                </a:cubicBezTo>
                <a:close/>
                <a:moveTo>
                  <a:pt x="10619297" y="1934634"/>
                </a:moveTo>
                <a:cubicBezTo>
                  <a:pt x="10633462" y="1934634"/>
                  <a:pt x="10644955" y="1946129"/>
                  <a:pt x="10644955" y="1960293"/>
                </a:cubicBezTo>
                <a:cubicBezTo>
                  <a:pt x="10644955" y="1974458"/>
                  <a:pt x="10633462" y="1985952"/>
                  <a:pt x="10619297" y="1985952"/>
                </a:cubicBezTo>
                <a:cubicBezTo>
                  <a:pt x="10605132" y="1985952"/>
                  <a:pt x="10593639" y="1974458"/>
                  <a:pt x="10593639" y="1960293"/>
                </a:cubicBezTo>
                <a:cubicBezTo>
                  <a:pt x="10593639" y="1946129"/>
                  <a:pt x="10605132" y="1934634"/>
                  <a:pt x="10619297" y="1934634"/>
                </a:cubicBezTo>
                <a:close/>
                <a:moveTo>
                  <a:pt x="10555092" y="1934634"/>
                </a:moveTo>
                <a:cubicBezTo>
                  <a:pt x="10569255" y="1934634"/>
                  <a:pt x="10580751" y="1946129"/>
                  <a:pt x="10580751" y="1960293"/>
                </a:cubicBezTo>
                <a:cubicBezTo>
                  <a:pt x="10580751" y="1974458"/>
                  <a:pt x="10569255" y="1985952"/>
                  <a:pt x="10555092" y="1985952"/>
                </a:cubicBezTo>
                <a:cubicBezTo>
                  <a:pt x="10540927" y="1985952"/>
                  <a:pt x="10529432" y="1974458"/>
                  <a:pt x="10529432" y="1960293"/>
                </a:cubicBezTo>
                <a:cubicBezTo>
                  <a:pt x="10529432" y="1946129"/>
                  <a:pt x="10540927" y="1934634"/>
                  <a:pt x="10555092" y="1934634"/>
                </a:cubicBezTo>
                <a:close/>
                <a:moveTo>
                  <a:pt x="10490885" y="1934634"/>
                </a:moveTo>
                <a:cubicBezTo>
                  <a:pt x="10505050" y="1934634"/>
                  <a:pt x="10516544" y="1946129"/>
                  <a:pt x="10516544" y="1960293"/>
                </a:cubicBezTo>
                <a:cubicBezTo>
                  <a:pt x="10516544" y="1974458"/>
                  <a:pt x="10505050" y="1985952"/>
                  <a:pt x="10490885" y="1985952"/>
                </a:cubicBezTo>
                <a:cubicBezTo>
                  <a:pt x="10476720" y="1985952"/>
                  <a:pt x="10465227" y="1974458"/>
                  <a:pt x="10465227" y="1960293"/>
                </a:cubicBezTo>
                <a:cubicBezTo>
                  <a:pt x="10465227" y="1946129"/>
                  <a:pt x="10476720" y="1934634"/>
                  <a:pt x="10490885" y="1934634"/>
                </a:cubicBezTo>
                <a:close/>
                <a:moveTo>
                  <a:pt x="10426681" y="1934634"/>
                </a:moveTo>
                <a:cubicBezTo>
                  <a:pt x="10440851" y="1934634"/>
                  <a:pt x="10452339" y="1946122"/>
                  <a:pt x="10452339" y="1960293"/>
                </a:cubicBezTo>
                <a:cubicBezTo>
                  <a:pt x="10452339" y="1974465"/>
                  <a:pt x="10440851" y="1985952"/>
                  <a:pt x="10426681" y="1985952"/>
                </a:cubicBezTo>
                <a:cubicBezTo>
                  <a:pt x="10412508" y="1985952"/>
                  <a:pt x="10401023" y="1974465"/>
                  <a:pt x="10401023" y="1960293"/>
                </a:cubicBezTo>
                <a:cubicBezTo>
                  <a:pt x="10401023" y="1946122"/>
                  <a:pt x="10412508" y="1934634"/>
                  <a:pt x="10426681" y="1934634"/>
                </a:cubicBezTo>
                <a:close/>
                <a:moveTo>
                  <a:pt x="10362474" y="1934634"/>
                </a:moveTo>
                <a:cubicBezTo>
                  <a:pt x="10376647" y="1934634"/>
                  <a:pt x="10388135" y="1946122"/>
                  <a:pt x="10388135" y="1960293"/>
                </a:cubicBezTo>
                <a:cubicBezTo>
                  <a:pt x="10388135" y="1974465"/>
                  <a:pt x="10376647" y="1985952"/>
                  <a:pt x="10362474" y="1985952"/>
                </a:cubicBezTo>
                <a:cubicBezTo>
                  <a:pt x="10348304" y="1985952"/>
                  <a:pt x="10336816" y="1974465"/>
                  <a:pt x="10336816" y="1960293"/>
                </a:cubicBezTo>
                <a:cubicBezTo>
                  <a:pt x="10336816" y="1946122"/>
                  <a:pt x="10348304" y="1934634"/>
                  <a:pt x="10362474" y="1934634"/>
                </a:cubicBezTo>
                <a:close/>
                <a:moveTo>
                  <a:pt x="10298270" y="1934634"/>
                </a:moveTo>
                <a:cubicBezTo>
                  <a:pt x="10312435" y="1934634"/>
                  <a:pt x="10323928" y="1946129"/>
                  <a:pt x="10323928" y="1960293"/>
                </a:cubicBezTo>
                <a:cubicBezTo>
                  <a:pt x="10323928" y="1974458"/>
                  <a:pt x="10312435" y="1985952"/>
                  <a:pt x="10298270" y="1985952"/>
                </a:cubicBezTo>
                <a:cubicBezTo>
                  <a:pt x="10284105" y="1985952"/>
                  <a:pt x="10272611" y="1974458"/>
                  <a:pt x="10272611" y="1960293"/>
                </a:cubicBezTo>
                <a:cubicBezTo>
                  <a:pt x="10272611" y="1946129"/>
                  <a:pt x="10284105" y="1934634"/>
                  <a:pt x="10298270" y="1934634"/>
                </a:cubicBezTo>
                <a:close/>
                <a:moveTo>
                  <a:pt x="10234065" y="1934634"/>
                </a:moveTo>
                <a:cubicBezTo>
                  <a:pt x="10248228" y="1934634"/>
                  <a:pt x="10259723" y="1946129"/>
                  <a:pt x="10259723" y="1960293"/>
                </a:cubicBezTo>
                <a:cubicBezTo>
                  <a:pt x="10259723" y="1974458"/>
                  <a:pt x="10248228" y="1985952"/>
                  <a:pt x="10234065" y="1985952"/>
                </a:cubicBezTo>
                <a:cubicBezTo>
                  <a:pt x="10219900" y="1985952"/>
                  <a:pt x="10208404" y="1974458"/>
                  <a:pt x="10208404" y="1960293"/>
                </a:cubicBezTo>
                <a:cubicBezTo>
                  <a:pt x="10208404" y="1946129"/>
                  <a:pt x="10219900" y="1934634"/>
                  <a:pt x="10234065" y="1934634"/>
                </a:cubicBezTo>
                <a:close/>
                <a:moveTo>
                  <a:pt x="10169858" y="1934634"/>
                </a:moveTo>
                <a:cubicBezTo>
                  <a:pt x="10184023" y="1934634"/>
                  <a:pt x="10195519" y="1946129"/>
                  <a:pt x="10195519" y="1960293"/>
                </a:cubicBezTo>
                <a:cubicBezTo>
                  <a:pt x="10195519" y="1974458"/>
                  <a:pt x="10184023" y="1985952"/>
                  <a:pt x="10169858" y="1985952"/>
                </a:cubicBezTo>
                <a:cubicBezTo>
                  <a:pt x="10155693" y="1985952"/>
                  <a:pt x="10144200" y="1974458"/>
                  <a:pt x="10144200" y="1960293"/>
                </a:cubicBezTo>
                <a:cubicBezTo>
                  <a:pt x="10144200" y="1946129"/>
                  <a:pt x="10155693" y="1934634"/>
                  <a:pt x="10169858" y="1934634"/>
                </a:cubicBezTo>
                <a:close/>
                <a:moveTo>
                  <a:pt x="10105654" y="1934634"/>
                </a:moveTo>
                <a:cubicBezTo>
                  <a:pt x="10119819" y="1934634"/>
                  <a:pt x="10131312" y="1946129"/>
                  <a:pt x="10131312" y="1960293"/>
                </a:cubicBezTo>
                <a:cubicBezTo>
                  <a:pt x="10131312" y="1974458"/>
                  <a:pt x="10119819" y="1985952"/>
                  <a:pt x="10105654" y="1985952"/>
                </a:cubicBezTo>
                <a:cubicBezTo>
                  <a:pt x="10091489" y="1985952"/>
                  <a:pt x="10079996" y="1974458"/>
                  <a:pt x="10079996" y="1960293"/>
                </a:cubicBezTo>
                <a:cubicBezTo>
                  <a:pt x="10079996" y="1946129"/>
                  <a:pt x="10091489" y="1934634"/>
                  <a:pt x="10105654" y="1934634"/>
                </a:cubicBezTo>
                <a:close/>
                <a:moveTo>
                  <a:pt x="10041450" y="1934634"/>
                </a:moveTo>
                <a:cubicBezTo>
                  <a:pt x="10055620" y="1934634"/>
                  <a:pt x="10067108" y="1946122"/>
                  <a:pt x="10067108" y="1960293"/>
                </a:cubicBezTo>
                <a:cubicBezTo>
                  <a:pt x="10067108" y="1974465"/>
                  <a:pt x="10055620" y="1985952"/>
                  <a:pt x="10041450" y="1985952"/>
                </a:cubicBezTo>
                <a:cubicBezTo>
                  <a:pt x="10027279" y="1985952"/>
                  <a:pt x="10015789" y="1974465"/>
                  <a:pt x="10015789" y="1960293"/>
                </a:cubicBezTo>
                <a:cubicBezTo>
                  <a:pt x="10015789" y="1946122"/>
                  <a:pt x="10027279" y="1934634"/>
                  <a:pt x="10041450" y="1934634"/>
                </a:cubicBezTo>
                <a:close/>
                <a:moveTo>
                  <a:pt x="9977242" y="1934634"/>
                </a:moveTo>
                <a:cubicBezTo>
                  <a:pt x="9991416" y="1934634"/>
                  <a:pt x="10002903" y="1946122"/>
                  <a:pt x="10002903" y="1960293"/>
                </a:cubicBezTo>
                <a:cubicBezTo>
                  <a:pt x="10002903" y="1974465"/>
                  <a:pt x="9991416" y="1985952"/>
                  <a:pt x="9977242" y="1985952"/>
                </a:cubicBezTo>
                <a:cubicBezTo>
                  <a:pt x="9963072" y="1985952"/>
                  <a:pt x="9951584" y="1974465"/>
                  <a:pt x="9951584" y="1960293"/>
                </a:cubicBezTo>
                <a:cubicBezTo>
                  <a:pt x="9951584" y="1946122"/>
                  <a:pt x="9963072" y="1934634"/>
                  <a:pt x="9977242" y="1934634"/>
                </a:cubicBezTo>
                <a:close/>
                <a:moveTo>
                  <a:pt x="9913038" y="1934634"/>
                </a:moveTo>
                <a:cubicBezTo>
                  <a:pt x="9927203" y="1934634"/>
                  <a:pt x="9938696" y="1946129"/>
                  <a:pt x="9938696" y="1960293"/>
                </a:cubicBezTo>
                <a:cubicBezTo>
                  <a:pt x="9938696" y="1974458"/>
                  <a:pt x="9927203" y="1985952"/>
                  <a:pt x="9913038" y="1985952"/>
                </a:cubicBezTo>
                <a:cubicBezTo>
                  <a:pt x="9898873" y="1985952"/>
                  <a:pt x="9887380" y="1974458"/>
                  <a:pt x="9887380" y="1960293"/>
                </a:cubicBezTo>
                <a:cubicBezTo>
                  <a:pt x="9887380" y="1946129"/>
                  <a:pt x="9898873" y="1934634"/>
                  <a:pt x="9913038" y="1934634"/>
                </a:cubicBezTo>
                <a:close/>
                <a:moveTo>
                  <a:pt x="9848716" y="1934634"/>
                </a:moveTo>
                <a:cubicBezTo>
                  <a:pt x="9862996" y="1934634"/>
                  <a:pt x="9874374" y="1946129"/>
                  <a:pt x="9874374" y="1960293"/>
                </a:cubicBezTo>
                <a:cubicBezTo>
                  <a:pt x="9874374" y="1974458"/>
                  <a:pt x="9862881" y="1985952"/>
                  <a:pt x="9848716" y="1985952"/>
                </a:cubicBezTo>
                <a:cubicBezTo>
                  <a:pt x="9834551" y="1985952"/>
                  <a:pt x="9823058" y="1974458"/>
                  <a:pt x="9823058" y="1960293"/>
                </a:cubicBezTo>
                <a:cubicBezTo>
                  <a:pt x="9823058" y="1946129"/>
                  <a:pt x="9834551" y="1934634"/>
                  <a:pt x="9848716" y="1934634"/>
                </a:cubicBezTo>
                <a:close/>
                <a:moveTo>
                  <a:pt x="9784512" y="1934634"/>
                </a:moveTo>
                <a:cubicBezTo>
                  <a:pt x="9798677" y="1934634"/>
                  <a:pt x="9810170" y="1946129"/>
                  <a:pt x="9810170" y="1960293"/>
                </a:cubicBezTo>
                <a:cubicBezTo>
                  <a:pt x="9810170" y="1974458"/>
                  <a:pt x="9798677" y="1985952"/>
                  <a:pt x="9784512" y="1985952"/>
                </a:cubicBezTo>
                <a:cubicBezTo>
                  <a:pt x="9770347" y="1985952"/>
                  <a:pt x="9758853" y="1974458"/>
                  <a:pt x="9758853" y="1960293"/>
                </a:cubicBezTo>
                <a:cubicBezTo>
                  <a:pt x="9758853" y="1946129"/>
                  <a:pt x="9770347" y="1934634"/>
                  <a:pt x="9784512" y="1934634"/>
                </a:cubicBezTo>
                <a:close/>
                <a:moveTo>
                  <a:pt x="9720307" y="1934634"/>
                </a:moveTo>
                <a:cubicBezTo>
                  <a:pt x="9734470" y="1934634"/>
                  <a:pt x="9745965" y="1946129"/>
                  <a:pt x="9745965" y="1960293"/>
                </a:cubicBezTo>
                <a:cubicBezTo>
                  <a:pt x="9745965" y="1974458"/>
                  <a:pt x="9734470" y="1985952"/>
                  <a:pt x="9720307" y="1985952"/>
                </a:cubicBezTo>
                <a:cubicBezTo>
                  <a:pt x="9706142" y="1985952"/>
                  <a:pt x="9694646" y="1974458"/>
                  <a:pt x="9694646" y="1960293"/>
                </a:cubicBezTo>
                <a:cubicBezTo>
                  <a:pt x="9694646" y="1946129"/>
                  <a:pt x="9706142" y="1934634"/>
                  <a:pt x="9720307" y="1934634"/>
                </a:cubicBezTo>
                <a:close/>
                <a:moveTo>
                  <a:pt x="9656100" y="1934634"/>
                </a:moveTo>
                <a:cubicBezTo>
                  <a:pt x="9670271" y="1934634"/>
                  <a:pt x="9681758" y="1946122"/>
                  <a:pt x="9681758" y="1960293"/>
                </a:cubicBezTo>
                <a:cubicBezTo>
                  <a:pt x="9681758" y="1974465"/>
                  <a:pt x="9670271" y="1985952"/>
                  <a:pt x="9656100" y="1985952"/>
                </a:cubicBezTo>
                <a:cubicBezTo>
                  <a:pt x="9641930" y="1985952"/>
                  <a:pt x="9630442" y="1974465"/>
                  <a:pt x="9630442" y="1960293"/>
                </a:cubicBezTo>
                <a:cubicBezTo>
                  <a:pt x="9630442" y="1946122"/>
                  <a:pt x="9641930" y="1934634"/>
                  <a:pt x="9656100" y="1934634"/>
                </a:cubicBezTo>
                <a:close/>
                <a:moveTo>
                  <a:pt x="9591896" y="1934634"/>
                </a:moveTo>
                <a:cubicBezTo>
                  <a:pt x="9606061" y="1934634"/>
                  <a:pt x="9617554" y="1946129"/>
                  <a:pt x="9617554" y="1960293"/>
                </a:cubicBezTo>
                <a:cubicBezTo>
                  <a:pt x="9617554" y="1974458"/>
                  <a:pt x="9606061" y="1985952"/>
                  <a:pt x="9591896" y="1985952"/>
                </a:cubicBezTo>
                <a:cubicBezTo>
                  <a:pt x="9577731" y="1985952"/>
                  <a:pt x="9566238" y="1974458"/>
                  <a:pt x="9566238" y="1960293"/>
                </a:cubicBezTo>
                <a:cubicBezTo>
                  <a:pt x="9566238" y="1946129"/>
                  <a:pt x="9577731" y="1934634"/>
                  <a:pt x="9591896" y="1934634"/>
                </a:cubicBezTo>
                <a:close/>
                <a:moveTo>
                  <a:pt x="9527689" y="1934634"/>
                </a:moveTo>
                <a:cubicBezTo>
                  <a:pt x="9541854" y="1934634"/>
                  <a:pt x="9553350" y="1946129"/>
                  <a:pt x="9553350" y="1960293"/>
                </a:cubicBezTo>
                <a:cubicBezTo>
                  <a:pt x="9553350" y="1974458"/>
                  <a:pt x="9541854" y="1985952"/>
                  <a:pt x="9527689" y="1985952"/>
                </a:cubicBezTo>
                <a:cubicBezTo>
                  <a:pt x="9513524" y="1985952"/>
                  <a:pt x="9502031" y="1974458"/>
                  <a:pt x="9502031" y="1960293"/>
                </a:cubicBezTo>
                <a:cubicBezTo>
                  <a:pt x="9502031" y="1946129"/>
                  <a:pt x="9513524" y="1934634"/>
                  <a:pt x="9527689" y="1934634"/>
                </a:cubicBezTo>
                <a:close/>
                <a:moveTo>
                  <a:pt x="9463485" y="1934634"/>
                </a:moveTo>
                <a:cubicBezTo>
                  <a:pt x="9477650" y="1934634"/>
                  <a:pt x="9489143" y="1946129"/>
                  <a:pt x="9489143" y="1960293"/>
                </a:cubicBezTo>
                <a:cubicBezTo>
                  <a:pt x="9489143" y="1974458"/>
                  <a:pt x="9477650" y="1985952"/>
                  <a:pt x="9463485" y="1985952"/>
                </a:cubicBezTo>
                <a:cubicBezTo>
                  <a:pt x="9449320" y="1985952"/>
                  <a:pt x="9437826" y="1974458"/>
                  <a:pt x="9437826" y="1960293"/>
                </a:cubicBezTo>
                <a:cubicBezTo>
                  <a:pt x="9437826" y="1946129"/>
                  <a:pt x="9449320" y="1934634"/>
                  <a:pt x="9463485" y="1934634"/>
                </a:cubicBezTo>
                <a:close/>
                <a:moveTo>
                  <a:pt x="9399280" y="1934634"/>
                </a:moveTo>
                <a:cubicBezTo>
                  <a:pt x="9413445" y="1934634"/>
                  <a:pt x="9424938" y="1946129"/>
                  <a:pt x="9424938" y="1960293"/>
                </a:cubicBezTo>
                <a:cubicBezTo>
                  <a:pt x="9424938" y="1974458"/>
                  <a:pt x="9413445" y="1985952"/>
                  <a:pt x="9399280" y="1985952"/>
                </a:cubicBezTo>
                <a:cubicBezTo>
                  <a:pt x="9385115" y="1985952"/>
                  <a:pt x="9373619" y="1974458"/>
                  <a:pt x="9373619" y="1960293"/>
                </a:cubicBezTo>
                <a:cubicBezTo>
                  <a:pt x="9373619" y="1946129"/>
                  <a:pt x="9385115" y="1934634"/>
                  <a:pt x="9399280" y="1934634"/>
                </a:cubicBezTo>
                <a:close/>
                <a:moveTo>
                  <a:pt x="9335073" y="1934634"/>
                </a:moveTo>
                <a:cubicBezTo>
                  <a:pt x="9349246" y="1934634"/>
                  <a:pt x="9360734" y="1946122"/>
                  <a:pt x="9360734" y="1960293"/>
                </a:cubicBezTo>
                <a:cubicBezTo>
                  <a:pt x="9360734" y="1974465"/>
                  <a:pt x="9349246" y="1985952"/>
                  <a:pt x="9335073" y="1985952"/>
                </a:cubicBezTo>
                <a:cubicBezTo>
                  <a:pt x="9320903" y="1985952"/>
                  <a:pt x="9309415" y="1974465"/>
                  <a:pt x="9309415" y="1960293"/>
                </a:cubicBezTo>
                <a:cubicBezTo>
                  <a:pt x="9309415" y="1946122"/>
                  <a:pt x="9320903" y="1934634"/>
                  <a:pt x="9335073" y="1934634"/>
                </a:cubicBezTo>
                <a:close/>
                <a:moveTo>
                  <a:pt x="9270869" y="1934634"/>
                </a:moveTo>
                <a:cubicBezTo>
                  <a:pt x="9285039" y="1934634"/>
                  <a:pt x="9296527" y="1946122"/>
                  <a:pt x="9296527" y="1960293"/>
                </a:cubicBezTo>
                <a:cubicBezTo>
                  <a:pt x="9296527" y="1974465"/>
                  <a:pt x="9285039" y="1985952"/>
                  <a:pt x="9270869" y="1985952"/>
                </a:cubicBezTo>
                <a:cubicBezTo>
                  <a:pt x="9256698" y="1985952"/>
                  <a:pt x="9245211" y="1974465"/>
                  <a:pt x="9245211" y="1960293"/>
                </a:cubicBezTo>
                <a:cubicBezTo>
                  <a:pt x="9245211" y="1946122"/>
                  <a:pt x="9256698" y="1934634"/>
                  <a:pt x="9270869" y="1934634"/>
                </a:cubicBezTo>
                <a:close/>
                <a:moveTo>
                  <a:pt x="9206664" y="1934634"/>
                </a:moveTo>
                <a:cubicBezTo>
                  <a:pt x="9220829" y="1934634"/>
                  <a:pt x="9232323" y="1946129"/>
                  <a:pt x="9232323" y="1960293"/>
                </a:cubicBezTo>
                <a:cubicBezTo>
                  <a:pt x="9232323" y="1974458"/>
                  <a:pt x="9220829" y="1985952"/>
                  <a:pt x="9206664" y="1985952"/>
                </a:cubicBezTo>
                <a:cubicBezTo>
                  <a:pt x="9192499" y="1985952"/>
                  <a:pt x="9181006" y="1974458"/>
                  <a:pt x="9181006" y="1960293"/>
                </a:cubicBezTo>
                <a:cubicBezTo>
                  <a:pt x="9181006" y="1946129"/>
                  <a:pt x="9192499" y="1934634"/>
                  <a:pt x="9206664" y="1934634"/>
                </a:cubicBezTo>
                <a:close/>
                <a:moveTo>
                  <a:pt x="9142457" y="1934634"/>
                </a:moveTo>
                <a:cubicBezTo>
                  <a:pt x="9156622" y="1934634"/>
                  <a:pt x="9168118" y="1946129"/>
                  <a:pt x="9168118" y="1960293"/>
                </a:cubicBezTo>
                <a:cubicBezTo>
                  <a:pt x="9168118" y="1974458"/>
                  <a:pt x="9156622" y="1985952"/>
                  <a:pt x="9142457" y="1985952"/>
                </a:cubicBezTo>
                <a:cubicBezTo>
                  <a:pt x="9128292" y="1985952"/>
                  <a:pt x="9116799" y="1974458"/>
                  <a:pt x="9116799" y="1960293"/>
                </a:cubicBezTo>
                <a:cubicBezTo>
                  <a:pt x="9116799" y="1946129"/>
                  <a:pt x="9128292" y="1934634"/>
                  <a:pt x="9142457" y="1934634"/>
                </a:cubicBezTo>
                <a:close/>
                <a:moveTo>
                  <a:pt x="9078253" y="1934634"/>
                </a:moveTo>
                <a:cubicBezTo>
                  <a:pt x="9092418" y="1934634"/>
                  <a:pt x="9103911" y="1946129"/>
                  <a:pt x="9103911" y="1960293"/>
                </a:cubicBezTo>
                <a:cubicBezTo>
                  <a:pt x="9103911" y="1974458"/>
                  <a:pt x="9092418" y="1985952"/>
                  <a:pt x="9078253" y="1985952"/>
                </a:cubicBezTo>
                <a:cubicBezTo>
                  <a:pt x="9064088" y="1985952"/>
                  <a:pt x="9052595" y="1974458"/>
                  <a:pt x="9052595" y="1960293"/>
                </a:cubicBezTo>
                <a:cubicBezTo>
                  <a:pt x="9052595" y="1946129"/>
                  <a:pt x="9064088" y="1934634"/>
                  <a:pt x="9078253" y="1934634"/>
                </a:cubicBezTo>
                <a:close/>
                <a:moveTo>
                  <a:pt x="9014049" y="1934634"/>
                </a:moveTo>
                <a:cubicBezTo>
                  <a:pt x="9028214" y="1934634"/>
                  <a:pt x="9039707" y="1946129"/>
                  <a:pt x="9039707" y="1960293"/>
                </a:cubicBezTo>
                <a:cubicBezTo>
                  <a:pt x="9039707" y="1974458"/>
                  <a:pt x="9028214" y="1985952"/>
                  <a:pt x="9014049" y="1985952"/>
                </a:cubicBezTo>
                <a:cubicBezTo>
                  <a:pt x="8999884" y="1985952"/>
                  <a:pt x="8988388" y="1974458"/>
                  <a:pt x="8988388" y="1960293"/>
                </a:cubicBezTo>
                <a:cubicBezTo>
                  <a:pt x="8988388" y="1946129"/>
                  <a:pt x="8999884" y="1934634"/>
                  <a:pt x="9014049" y="1934634"/>
                </a:cubicBezTo>
                <a:close/>
                <a:moveTo>
                  <a:pt x="8949842" y="1934634"/>
                </a:moveTo>
                <a:cubicBezTo>
                  <a:pt x="8964015" y="1934634"/>
                  <a:pt x="8975503" y="1946122"/>
                  <a:pt x="8975503" y="1960293"/>
                </a:cubicBezTo>
                <a:cubicBezTo>
                  <a:pt x="8975503" y="1974465"/>
                  <a:pt x="8964015" y="1985952"/>
                  <a:pt x="8949842" y="1985952"/>
                </a:cubicBezTo>
                <a:cubicBezTo>
                  <a:pt x="8935671" y="1985952"/>
                  <a:pt x="8924183" y="1974465"/>
                  <a:pt x="8924183" y="1960293"/>
                </a:cubicBezTo>
                <a:cubicBezTo>
                  <a:pt x="8924183" y="1946122"/>
                  <a:pt x="8935671" y="1934634"/>
                  <a:pt x="8949842" y="1934634"/>
                </a:cubicBezTo>
                <a:close/>
                <a:moveTo>
                  <a:pt x="8885637" y="1934634"/>
                </a:moveTo>
                <a:cubicBezTo>
                  <a:pt x="8899808" y="1934634"/>
                  <a:pt x="8911296" y="1946122"/>
                  <a:pt x="8911296" y="1960293"/>
                </a:cubicBezTo>
                <a:cubicBezTo>
                  <a:pt x="8911296" y="1974465"/>
                  <a:pt x="8899808" y="1985952"/>
                  <a:pt x="8885637" y="1985952"/>
                </a:cubicBezTo>
                <a:cubicBezTo>
                  <a:pt x="8871467" y="1985952"/>
                  <a:pt x="8859979" y="1974465"/>
                  <a:pt x="8859979" y="1960293"/>
                </a:cubicBezTo>
                <a:cubicBezTo>
                  <a:pt x="8859979" y="1946122"/>
                  <a:pt x="8871467" y="1934634"/>
                  <a:pt x="8885637" y="1934634"/>
                </a:cubicBezTo>
                <a:close/>
                <a:moveTo>
                  <a:pt x="8821433" y="1934634"/>
                </a:moveTo>
                <a:cubicBezTo>
                  <a:pt x="8835598" y="1934634"/>
                  <a:pt x="8847091" y="1946129"/>
                  <a:pt x="8847091" y="1960293"/>
                </a:cubicBezTo>
                <a:cubicBezTo>
                  <a:pt x="8847091" y="1974458"/>
                  <a:pt x="8835598" y="1985952"/>
                  <a:pt x="8821433" y="1985952"/>
                </a:cubicBezTo>
                <a:cubicBezTo>
                  <a:pt x="8807268" y="1985952"/>
                  <a:pt x="8795772" y="1974458"/>
                  <a:pt x="8795772" y="1960293"/>
                </a:cubicBezTo>
                <a:cubicBezTo>
                  <a:pt x="8795772" y="1946129"/>
                  <a:pt x="8807268" y="1934634"/>
                  <a:pt x="8821433" y="1934634"/>
                </a:cubicBezTo>
                <a:close/>
                <a:moveTo>
                  <a:pt x="8757226" y="1934634"/>
                </a:moveTo>
                <a:cubicBezTo>
                  <a:pt x="8771391" y="1934634"/>
                  <a:pt x="8782887" y="1946129"/>
                  <a:pt x="8782887" y="1960293"/>
                </a:cubicBezTo>
                <a:cubicBezTo>
                  <a:pt x="8782887" y="1974458"/>
                  <a:pt x="8771391" y="1985952"/>
                  <a:pt x="8757226" y="1985952"/>
                </a:cubicBezTo>
                <a:cubicBezTo>
                  <a:pt x="8743061" y="1985952"/>
                  <a:pt x="8731568" y="1974458"/>
                  <a:pt x="8731568" y="1960293"/>
                </a:cubicBezTo>
                <a:cubicBezTo>
                  <a:pt x="8731568" y="1946129"/>
                  <a:pt x="8743061" y="1934634"/>
                  <a:pt x="8757226" y="1934634"/>
                </a:cubicBezTo>
                <a:close/>
                <a:moveTo>
                  <a:pt x="8692904" y="1934634"/>
                </a:moveTo>
                <a:cubicBezTo>
                  <a:pt x="8707069" y="1934634"/>
                  <a:pt x="8718565" y="1946129"/>
                  <a:pt x="8718565" y="1960293"/>
                </a:cubicBezTo>
                <a:cubicBezTo>
                  <a:pt x="8718565" y="1974458"/>
                  <a:pt x="8707069" y="1985952"/>
                  <a:pt x="8692904" y="1985952"/>
                </a:cubicBezTo>
                <a:cubicBezTo>
                  <a:pt x="8678741" y="1985952"/>
                  <a:pt x="8667246" y="1974458"/>
                  <a:pt x="8667246" y="1960293"/>
                </a:cubicBezTo>
                <a:cubicBezTo>
                  <a:pt x="8667246" y="1946129"/>
                  <a:pt x="8678741" y="1934634"/>
                  <a:pt x="8692904" y="1934634"/>
                </a:cubicBezTo>
                <a:close/>
                <a:moveTo>
                  <a:pt x="8628699" y="1934634"/>
                </a:moveTo>
                <a:cubicBezTo>
                  <a:pt x="8642864" y="1934634"/>
                  <a:pt x="8654358" y="1946129"/>
                  <a:pt x="8654358" y="1960293"/>
                </a:cubicBezTo>
                <a:cubicBezTo>
                  <a:pt x="8654358" y="1974458"/>
                  <a:pt x="8642864" y="1985952"/>
                  <a:pt x="8628699" y="1985952"/>
                </a:cubicBezTo>
                <a:cubicBezTo>
                  <a:pt x="8614534" y="1985952"/>
                  <a:pt x="8603041" y="1974458"/>
                  <a:pt x="8603041" y="1960293"/>
                </a:cubicBezTo>
                <a:cubicBezTo>
                  <a:pt x="8603041" y="1946129"/>
                  <a:pt x="8614534" y="1934634"/>
                  <a:pt x="8628699" y="1934634"/>
                </a:cubicBezTo>
                <a:close/>
                <a:moveTo>
                  <a:pt x="8564495" y="1934634"/>
                </a:moveTo>
                <a:cubicBezTo>
                  <a:pt x="8578665" y="1934634"/>
                  <a:pt x="8590153" y="1946122"/>
                  <a:pt x="8590153" y="1960293"/>
                </a:cubicBezTo>
                <a:cubicBezTo>
                  <a:pt x="8590153" y="1974465"/>
                  <a:pt x="8578665" y="1985952"/>
                  <a:pt x="8564495" y="1985952"/>
                </a:cubicBezTo>
                <a:cubicBezTo>
                  <a:pt x="8550325" y="1985952"/>
                  <a:pt x="8538837" y="1974465"/>
                  <a:pt x="8538837" y="1960293"/>
                </a:cubicBezTo>
                <a:cubicBezTo>
                  <a:pt x="8538837" y="1946122"/>
                  <a:pt x="8550325" y="1934634"/>
                  <a:pt x="8564495" y="1934634"/>
                </a:cubicBezTo>
                <a:close/>
                <a:moveTo>
                  <a:pt x="8500288" y="1934634"/>
                </a:moveTo>
                <a:cubicBezTo>
                  <a:pt x="8514453" y="1934634"/>
                  <a:pt x="8525949" y="1946129"/>
                  <a:pt x="8525949" y="1960293"/>
                </a:cubicBezTo>
                <a:cubicBezTo>
                  <a:pt x="8525949" y="1974458"/>
                  <a:pt x="8514453" y="1985952"/>
                  <a:pt x="8500288" y="1985952"/>
                </a:cubicBezTo>
                <a:cubicBezTo>
                  <a:pt x="8486126" y="1985952"/>
                  <a:pt x="8474630" y="1974458"/>
                  <a:pt x="8474630" y="1960293"/>
                </a:cubicBezTo>
                <a:cubicBezTo>
                  <a:pt x="8474630" y="1946129"/>
                  <a:pt x="8486126" y="1934634"/>
                  <a:pt x="8500288" y="1934634"/>
                </a:cubicBezTo>
                <a:close/>
                <a:moveTo>
                  <a:pt x="8436084" y="1934634"/>
                </a:moveTo>
                <a:cubicBezTo>
                  <a:pt x="8450249" y="1934634"/>
                  <a:pt x="8461745" y="1946129"/>
                  <a:pt x="8461745" y="1960293"/>
                </a:cubicBezTo>
                <a:cubicBezTo>
                  <a:pt x="8461745" y="1974458"/>
                  <a:pt x="8450249" y="1985952"/>
                  <a:pt x="8436084" y="1985952"/>
                </a:cubicBezTo>
                <a:cubicBezTo>
                  <a:pt x="8421919" y="1985952"/>
                  <a:pt x="8410426" y="1974458"/>
                  <a:pt x="8410426" y="1960293"/>
                </a:cubicBezTo>
                <a:cubicBezTo>
                  <a:pt x="8410426" y="1946129"/>
                  <a:pt x="8421919" y="1934634"/>
                  <a:pt x="8436084" y="1934634"/>
                </a:cubicBezTo>
                <a:close/>
                <a:moveTo>
                  <a:pt x="8371879" y="1934634"/>
                </a:moveTo>
                <a:cubicBezTo>
                  <a:pt x="8386044" y="1934634"/>
                  <a:pt x="8397538" y="1946129"/>
                  <a:pt x="8397538" y="1960293"/>
                </a:cubicBezTo>
                <a:cubicBezTo>
                  <a:pt x="8397538" y="1974458"/>
                  <a:pt x="8386044" y="1985952"/>
                  <a:pt x="8371879" y="1985952"/>
                </a:cubicBezTo>
                <a:cubicBezTo>
                  <a:pt x="8357714" y="1985952"/>
                  <a:pt x="8346221" y="1974458"/>
                  <a:pt x="8346221" y="1960293"/>
                </a:cubicBezTo>
                <a:cubicBezTo>
                  <a:pt x="8346221" y="1946129"/>
                  <a:pt x="8357714" y="1934634"/>
                  <a:pt x="8371879" y="1934634"/>
                </a:cubicBezTo>
                <a:close/>
                <a:moveTo>
                  <a:pt x="8307675" y="1934634"/>
                </a:moveTo>
                <a:cubicBezTo>
                  <a:pt x="8321837" y="1934634"/>
                  <a:pt x="8333333" y="1946129"/>
                  <a:pt x="8333333" y="1960293"/>
                </a:cubicBezTo>
                <a:cubicBezTo>
                  <a:pt x="8333333" y="1974458"/>
                  <a:pt x="8321837" y="1985952"/>
                  <a:pt x="8307675" y="1985952"/>
                </a:cubicBezTo>
                <a:cubicBezTo>
                  <a:pt x="8293510" y="1985952"/>
                  <a:pt x="8282014" y="1974458"/>
                  <a:pt x="8282014" y="1960293"/>
                </a:cubicBezTo>
                <a:cubicBezTo>
                  <a:pt x="8282014" y="1946129"/>
                  <a:pt x="8293510" y="1934634"/>
                  <a:pt x="8307675" y="1934634"/>
                </a:cubicBezTo>
                <a:close/>
                <a:moveTo>
                  <a:pt x="8243468" y="1934634"/>
                </a:moveTo>
                <a:cubicBezTo>
                  <a:pt x="8257638" y="1934634"/>
                  <a:pt x="8269126" y="1946122"/>
                  <a:pt x="8269126" y="1960293"/>
                </a:cubicBezTo>
                <a:cubicBezTo>
                  <a:pt x="8269126" y="1974465"/>
                  <a:pt x="8257638" y="1985952"/>
                  <a:pt x="8243468" y="1985952"/>
                </a:cubicBezTo>
                <a:cubicBezTo>
                  <a:pt x="8229298" y="1985952"/>
                  <a:pt x="8217810" y="1974465"/>
                  <a:pt x="8217810" y="1960293"/>
                </a:cubicBezTo>
                <a:cubicBezTo>
                  <a:pt x="8217810" y="1946122"/>
                  <a:pt x="8229298" y="1934634"/>
                  <a:pt x="8243468" y="1934634"/>
                </a:cubicBezTo>
                <a:close/>
                <a:moveTo>
                  <a:pt x="8179264" y="1934634"/>
                </a:moveTo>
                <a:cubicBezTo>
                  <a:pt x="8193434" y="1934634"/>
                  <a:pt x="8204922" y="1946122"/>
                  <a:pt x="8204922" y="1960293"/>
                </a:cubicBezTo>
                <a:cubicBezTo>
                  <a:pt x="8204922" y="1974465"/>
                  <a:pt x="8193434" y="1985952"/>
                  <a:pt x="8179264" y="1985952"/>
                </a:cubicBezTo>
                <a:cubicBezTo>
                  <a:pt x="8165091" y="1985952"/>
                  <a:pt x="8153603" y="1974465"/>
                  <a:pt x="8153603" y="1960293"/>
                </a:cubicBezTo>
                <a:cubicBezTo>
                  <a:pt x="8153603" y="1946122"/>
                  <a:pt x="8165091" y="1934634"/>
                  <a:pt x="8179264" y="1934634"/>
                </a:cubicBezTo>
                <a:close/>
                <a:moveTo>
                  <a:pt x="8115057" y="1934634"/>
                </a:moveTo>
                <a:cubicBezTo>
                  <a:pt x="8129222" y="1934634"/>
                  <a:pt x="8140717" y="1946129"/>
                  <a:pt x="8140717" y="1960293"/>
                </a:cubicBezTo>
                <a:cubicBezTo>
                  <a:pt x="8140717" y="1974458"/>
                  <a:pt x="8129222" y="1985952"/>
                  <a:pt x="8115057" y="1985952"/>
                </a:cubicBezTo>
                <a:cubicBezTo>
                  <a:pt x="8100894" y="1985952"/>
                  <a:pt x="8089398" y="1974458"/>
                  <a:pt x="8089398" y="1960293"/>
                </a:cubicBezTo>
                <a:cubicBezTo>
                  <a:pt x="8089398" y="1946129"/>
                  <a:pt x="8100894" y="1934634"/>
                  <a:pt x="8115057" y="1934634"/>
                </a:cubicBezTo>
                <a:close/>
                <a:moveTo>
                  <a:pt x="8050852" y="1934634"/>
                </a:moveTo>
                <a:cubicBezTo>
                  <a:pt x="8065017" y="1934634"/>
                  <a:pt x="8076510" y="1946129"/>
                  <a:pt x="8076510" y="1960293"/>
                </a:cubicBezTo>
                <a:cubicBezTo>
                  <a:pt x="8076510" y="1974458"/>
                  <a:pt x="8065017" y="1985952"/>
                  <a:pt x="8050852" y="1985952"/>
                </a:cubicBezTo>
                <a:cubicBezTo>
                  <a:pt x="8036687" y="1985952"/>
                  <a:pt x="8025194" y="1974458"/>
                  <a:pt x="8025194" y="1960293"/>
                </a:cubicBezTo>
                <a:cubicBezTo>
                  <a:pt x="8025194" y="1946129"/>
                  <a:pt x="8036687" y="1934634"/>
                  <a:pt x="8050852" y="1934634"/>
                </a:cubicBezTo>
                <a:close/>
                <a:moveTo>
                  <a:pt x="7986648" y="1934634"/>
                </a:moveTo>
                <a:cubicBezTo>
                  <a:pt x="8000813" y="1934634"/>
                  <a:pt x="8012306" y="1946129"/>
                  <a:pt x="8012306" y="1960293"/>
                </a:cubicBezTo>
                <a:cubicBezTo>
                  <a:pt x="8012306" y="1974458"/>
                  <a:pt x="8000813" y="1985952"/>
                  <a:pt x="7986648" y="1985952"/>
                </a:cubicBezTo>
                <a:cubicBezTo>
                  <a:pt x="7972483" y="1985952"/>
                  <a:pt x="7960990" y="1974458"/>
                  <a:pt x="7960990" y="1960293"/>
                </a:cubicBezTo>
                <a:cubicBezTo>
                  <a:pt x="7960990" y="1946129"/>
                  <a:pt x="7972483" y="1934634"/>
                  <a:pt x="7986648" y="1934634"/>
                </a:cubicBezTo>
                <a:close/>
                <a:moveTo>
                  <a:pt x="7922444" y="1934634"/>
                </a:moveTo>
                <a:cubicBezTo>
                  <a:pt x="7936606" y="1934634"/>
                  <a:pt x="7948102" y="1946129"/>
                  <a:pt x="7948102" y="1960293"/>
                </a:cubicBezTo>
                <a:cubicBezTo>
                  <a:pt x="7948102" y="1974458"/>
                  <a:pt x="7936606" y="1985952"/>
                  <a:pt x="7922444" y="1985952"/>
                </a:cubicBezTo>
                <a:cubicBezTo>
                  <a:pt x="7908279" y="1985952"/>
                  <a:pt x="7896783" y="1974458"/>
                  <a:pt x="7896783" y="1960293"/>
                </a:cubicBezTo>
                <a:cubicBezTo>
                  <a:pt x="7896783" y="1946129"/>
                  <a:pt x="7908279" y="1934634"/>
                  <a:pt x="7922444" y="1934634"/>
                </a:cubicBezTo>
                <a:close/>
                <a:moveTo>
                  <a:pt x="7858237" y="1934634"/>
                </a:moveTo>
                <a:cubicBezTo>
                  <a:pt x="7872407" y="1934634"/>
                  <a:pt x="7883895" y="1946122"/>
                  <a:pt x="7883895" y="1960293"/>
                </a:cubicBezTo>
                <a:cubicBezTo>
                  <a:pt x="7883895" y="1974465"/>
                  <a:pt x="7872407" y="1985952"/>
                  <a:pt x="7858237" y="1985952"/>
                </a:cubicBezTo>
                <a:cubicBezTo>
                  <a:pt x="7844066" y="1985952"/>
                  <a:pt x="7832578" y="1974465"/>
                  <a:pt x="7832578" y="1960293"/>
                </a:cubicBezTo>
                <a:cubicBezTo>
                  <a:pt x="7832578" y="1946122"/>
                  <a:pt x="7844066" y="1934634"/>
                  <a:pt x="7858237" y="1934634"/>
                </a:cubicBezTo>
                <a:close/>
                <a:moveTo>
                  <a:pt x="7794032" y="1934634"/>
                </a:moveTo>
                <a:cubicBezTo>
                  <a:pt x="7808203" y="1934634"/>
                  <a:pt x="7819690" y="1946122"/>
                  <a:pt x="7819690" y="1960293"/>
                </a:cubicBezTo>
                <a:cubicBezTo>
                  <a:pt x="7819690" y="1974465"/>
                  <a:pt x="7808203" y="1985952"/>
                  <a:pt x="7794032" y="1985952"/>
                </a:cubicBezTo>
                <a:cubicBezTo>
                  <a:pt x="7779862" y="1985952"/>
                  <a:pt x="7768371" y="1974465"/>
                  <a:pt x="7768371" y="1960293"/>
                </a:cubicBezTo>
                <a:cubicBezTo>
                  <a:pt x="7768371" y="1946122"/>
                  <a:pt x="7779862" y="1934634"/>
                  <a:pt x="7794032" y="1934634"/>
                </a:cubicBezTo>
                <a:close/>
                <a:moveTo>
                  <a:pt x="7729825" y="1934634"/>
                </a:moveTo>
                <a:cubicBezTo>
                  <a:pt x="7743990" y="1934634"/>
                  <a:pt x="7755486" y="1946129"/>
                  <a:pt x="7755486" y="1960293"/>
                </a:cubicBezTo>
                <a:cubicBezTo>
                  <a:pt x="7755486" y="1974458"/>
                  <a:pt x="7743990" y="1985952"/>
                  <a:pt x="7729825" y="1985952"/>
                </a:cubicBezTo>
                <a:cubicBezTo>
                  <a:pt x="7715660" y="1985952"/>
                  <a:pt x="7704167" y="1974458"/>
                  <a:pt x="7704167" y="1960293"/>
                </a:cubicBezTo>
                <a:cubicBezTo>
                  <a:pt x="7704167" y="1946129"/>
                  <a:pt x="7715660" y="1934634"/>
                  <a:pt x="7729825" y="1934634"/>
                </a:cubicBezTo>
                <a:close/>
                <a:moveTo>
                  <a:pt x="7665621" y="1934634"/>
                </a:moveTo>
                <a:cubicBezTo>
                  <a:pt x="7679786" y="1934634"/>
                  <a:pt x="7691279" y="1946129"/>
                  <a:pt x="7691279" y="1960293"/>
                </a:cubicBezTo>
                <a:cubicBezTo>
                  <a:pt x="7691279" y="1974458"/>
                  <a:pt x="7679786" y="1985952"/>
                  <a:pt x="7665621" y="1985952"/>
                </a:cubicBezTo>
                <a:cubicBezTo>
                  <a:pt x="7651456" y="1985952"/>
                  <a:pt x="7639963" y="1974458"/>
                  <a:pt x="7639963" y="1960293"/>
                </a:cubicBezTo>
                <a:cubicBezTo>
                  <a:pt x="7639963" y="1946129"/>
                  <a:pt x="7651456" y="1934634"/>
                  <a:pt x="7665621" y="1934634"/>
                </a:cubicBezTo>
                <a:close/>
                <a:moveTo>
                  <a:pt x="7601299" y="1934634"/>
                </a:moveTo>
                <a:cubicBezTo>
                  <a:pt x="7615464" y="1934634"/>
                  <a:pt x="7626959" y="1946129"/>
                  <a:pt x="7626959" y="1960293"/>
                </a:cubicBezTo>
                <a:cubicBezTo>
                  <a:pt x="7626959" y="1974458"/>
                  <a:pt x="7615464" y="1985952"/>
                  <a:pt x="7601299" y="1985952"/>
                </a:cubicBezTo>
                <a:cubicBezTo>
                  <a:pt x="7587134" y="1985952"/>
                  <a:pt x="7575640" y="1974458"/>
                  <a:pt x="7575640" y="1960293"/>
                </a:cubicBezTo>
                <a:cubicBezTo>
                  <a:pt x="7575640" y="1946129"/>
                  <a:pt x="7587134" y="1934634"/>
                  <a:pt x="7601299" y="1934634"/>
                </a:cubicBezTo>
                <a:close/>
                <a:moveTo>
                  <a:pt x="7537094" y="1934634"/>
                </a:moveTo>
                <a:cubicBezTo>
                  <a:pt x="7551259" y="1934634"/>
                  <a:pt x="7562752" y="1946129"/>
                  <a:pt x="7562752" y="1960293"/>
                </a:cubicBezTo>
                <a:cubicBezTo>
                  <a:pt x="7562752" y="1974458"/>
                  <a:pt x="7551259" y="1985952"/>
                  <a:pt x="7537094" y="1985952"/>
                </a:cubicBezTo>
                <a:cubicBezTo>
                  <a:pt x="7522929" y="1985952"/>
                  <a:pt x="7511436" y="1974458"/>
                  <a:pt x="7511436" y="1960293"/>
                </a:cubicBezTo>
                <a:cubicBezTo>
                  <a:pt x="7511436" y="1946129"/>
                  <a:pt x="7522929" y="1934634"/>
                  <a:pt x="7537094" y="1934634"/>
                </a:cubicBezTo>
                <a:close/>
                <a:moveTo>
                  <a:pt x="7472890" y="1934634"/>
                </a:moveTo>
                <a:cubicBezTo>
                  <a:pt x="7487060" y="1934634"/>
                  <a:pt x="7498548" y="1946122"/>
                  <a:pt x="7498548" y="1960293"/>
                </a:cubicBezTo>
                <a:cubicBezTo>
                  <a:pt x="7498548" y="1974465"/>
                  <a:pt x="7487060" y="1985952"/>
                  <a:pt x="7472890" y="1985952"/>
                </a:cubicBezTo>
                <a:cubicBezTo>
                  <a:pt x="7458717" y="1985952"/>
                  <a:pt x="7447229" y="1974465"/>
                  <a:pt x="7447229" y="1960293"/>
                </a:cubicBezTo>
                <a:cubicBezTo>
                  <a:pt x="7447229" y="1946122"/>
                  <a:pt x="7458717" y="1934634"/>
                  <a:pt x="7472890" y="1934634"/>
                </a:cubicBezTo>
                <a:close/>
                <a:moveTo>
                  <a:pt x="7408683" y="1934634"/>
                </a:moveTo>
                <a:cubicBezTo>
                  <a:pt x="7422848" y="1934634"/>
                  <a:pt x="7434341" y="1946129"/>
                  <a:pt x="7434341" y="1960293"/>
                </a:cubicBezTo>
                <a:cubicBezTo>
                  <a:pt x="7434341" y="1974458"/>
                  <a:pt x="7422848" y="1985952"/>
                  <a:pt x="7408683" y="1985952"/>
                </a:cubicBezTo>
                <a:cubicBezTo>
                  <a:pt x="7394518" y="1985952"/>
                  <a:pt x="7383025" y="1974458"/>
                  <a:pt x="7383025" y="1960293"/>
                </a:cubicBezTo>
                <a:cubicBezTo>
                  <a:pt x="7383025" y="1946129"/>
                  <a:pt x="7394518" y="1934634"/>
                  <a:pt x="7408683" y="1934634"/>
                </a:cubicBezTo>
                <a:close/>
                <a:moveTo>
                  <a:pt x="7344479" y="1934634"/>
                </a:moveTo>
                <a:cubicBezTo>
                  <a:pt x="7358644" y="1934634"/>
                  <a:pt x="7370137" y="1946129"/>
                  <a:pt x="7370137" y="1960293"/>
                </a:cubicBezTo>
                <a:cubicBezTo>
                  <a:pt x="7370137" y="1974458"/>
                  <a:pt x="7358644" y="1985952"/>
                  <a:pt x="7344479" y="1985952"/>
                </a:cubicBezTo>
                <a:cubicBezTo>
                  <a:pt x="7330314" y="1985952"/>
                  <a:pt x="7318820" y="1974458"/>
                  <a:pt x="7318820" y="1960293"/>
                </a:cubicBezTo>
                <a:cubicBezTo>
                  <a:pt x="7318820" y="1946129"/>
                  <a:pt x="7330314" y="1934634"/>
                  <a:pt x="7344479" y="1934634"/>
                </a:cubicBezTo>
                <a:close/>
                <a:moveTo>
                  <a:pt x="7280274" y="1934634"/>
                </a:moveTo>
                <a:cubicBezTo>
                  <a:pt x="7294437" y="1934634"/>
                  <a:pt x="7305932" y="1946129"/>
                  <a:pt x="7305932" y="1960293"/>
                </a:cubicBezTo>
                <a:cubicBezTo>
                  <a:pt x="7305932" y="1974458"/>
                  <a:pt x="7294437" y="1985952"/>
                  <a:pt x="7280274" y="1985952"/>
                </a:cubicBezTo>
                <a:cubicBezTo>
                  <a:pt x="7266109" y="1985952"/>
                  <a:pt x="7254613" y="1974458"/>
                  <a:pt x="7254613" y="1960293"/>
                </a:cubicBezTo>
                <a:cubicBezTo>
                  <a:pt x="7254613" y="1946129"/>
                  <a:pt x="7266109" y="1934634"/>
                  <a:pt x="7280274" y="1934634"/>
                </a:cubicBezTo>
                <a:close/>
                <a:moveTo>
                  <a:pt x="7216067" y="1934634"/>
                </a:moveTo>
                <a:cubicBezTo>
                  <a:pt x="7230232" y="1934634"/>
                  <a:pt x="7241725" y="1946129"/>
                  <a:pt x="7241725" y="1960293"/>
                </a:cubicBezTo>
                <a:cubicBezTo>
                  <a:pt x="7241725" y="1974458"/>
                  <a:pt x="7230232" y="1985952"/>
                  <a:pt x="7216067" y="1985952"/>
                </a:cubicBezTo>
                <a:cubicBezTo>
                  <a:pt x="7201902" y="1985952"/>
                  <a:pt x="7190409" y="1974458"/>
                  <a:pt x="7190409" y="1960293"/>
                </a:cubicBezTo>
                <a:cubicBezTo>
                  <a:pt x="7190409" y="1946129"/>
                  <a:pt x="7201902" y="1934634"/>
                  <a:pt x="7216067" y="1934634"/>
                </a:cubicBezTo>
                <a:close/>
                <a:moveTo>
                  <a:pt x="7151863" y="1934634"/>
                </a:moveTo>
                <a:cubicBezTo>
                  <a:pt x="7166033" y="1934634"/>
                  <a:pt x="7177521" y="1946122"/>
                  <a:pt x="7177521" y="1960293"/>
                </a:cubicBezTo>
                <a:cubicBezTo>
                  <a:pt x="7177521" y="1974465"/>
                  <a:pt x="7166033" y="1985952"/>
                  <a:pt x="7151863" y="1985952"/>
                </a:cubicBezTo>
                <a:cubicBezTo>
                  <a:pt x="7137692" y="1985952"/>
                  <a:pt x="7126205" y="1974465"/>
                  <a:pt x="7126205" y="1960293"/>
                </a:cubicBezTo>
                <a:cubicBezTo>
                  <a:pt x="7126205" y="1946122"/>
                  <a:pt x="7137692" y="1934634"/>
                  <a:pt x="7151863" y="1934634"/>
                </a:cubicBezTo>
                <a:close/>
                <a:moveTo>
                  <a:pt x="7087658" y="1934634"/>
                </a:moveTo>
                <a:cubicBezTo>
                  <a:pt x="7101829" y="1934634"/>
                  <a:pt x="7113317" y="1946122"/>
                  <a:pt x="7113317" y="1960293"/>
                </a:cubicBezTo>
                <a:cubicBezTo>
                  <a:pt x="7113317" y="1974465"/>
                  <a:pt x="7101829" y="1985952"/>
                  <a:pt x="7087658" y="1985952"/>
                </a:cubicBezTo>
                <a:cubicBezTo>
                  <a:pt x="7073485" y="1985952"/>
                  <a:pt x="7061998" y="1974465"/>
                  <a:pt x="7061998" y="1960293"/>
                </a:cubicBezTo>
                <a:cubicBezTo>
                  <a:pt x="7061998" y="1946122"/>
                  <a:pt x="7073485" y="1934634"/>
                  <a:pt x="7087658" y="1934634"/>
                </a:cubicBezTo>
                <a:close/>
                <a:moveTo>
                  <a:pt x="7023451" y="1934634"/>
                </a:moveTo>
                <a:cubicBezTo>
                  <a:pt x="7037616" y="1934634"/>
                  <a:pt x="7049112" y="1946129"/>
                  <a:pt x="7049112" y="1960293"/>
                </a:cubicBezTo>
                <a:cubicBezTo>
                  <a:pt x="7049112" y="1974458"/>
                  <a:pt x="7037616" y="1985952"/>
                  <a:pt x="7023451" y="1985952"/>
                </a:cubicBezTo>
                <a:cubicBezTo>
                  <a:pt x="7009289" y="1985952"/>
                  <a:pt x="6997793" y="1974458"/>
                  <a:pt x="6997793" y="1960293"/>
                </a:cubicBezTo>
                <a:cubicBezTo>
                  <a:pt x="6997793" y="1946129"/>
                  <a:pt x="7009289" y="1934634"/>
                  <a:pt x="7023451" y="1934634"/>
                </a:cubicBezTo>
                <a:close/>
                <a:moveTo>
                  <a:pt x="6959247" y="1934634"/>
                </a:moveTo>
                <a:cubicBezTo>
                  <a:pt x="6973412" y="1934634"/>
                  <a:pt x="6984905" y="1946129"/>
                  <a:pt x="6984905" y="1960293"/>
                </a:cubicBezTo>
                <a:cubicBezTo>
                  <a:pt x="6984905" y="1974458"/>
                  <a:pt x="6973412" y="1985952"/>
                  <a:pt x="6959247" y="1985952"/>
                </a:cubicBezTo>
                <a:cubicBezTo>
                  <a:pt x="6945082" y="1985952"/>
                  <a:pt x="6933589" y="1974458"/>
                  <a:pt x="6933589" y="1960293"/>
                </a:cubicBezTo>
                <a:cubicBezTo>
                  <a:pt x="6933589" y="1946129"/>
                  <a:pt x="6945082" y="1934634"/>
                  <a:pt x="6959247" y="1934634"/>
                </a:cubicBezTo>
                <a:close/>
                <a:moveTo>
                  <a:pt x="6895043" y="1934634"/>
                </a:moveTo>
                <a:cubicBezTo>
                  <a:pt x="6909208" y="1934634"/>
                  <a:pt x="6920701" y="1946129"/>
                  <a:pt x="6920701" y="1960293"/>
                </a:cubicBezTo>
                <a:cubicBezTo>
                  <a:pt x="6920701" y="1974458"/>
                  <a:pt x="6909208" y="1985952"/>
                  <a:pt x="6895043" y="1985952"/>
                </a:cubicBezTo>
                <a:cubicBezTo>
                  <a:pt x="6880878" y="1985952"/>
                  <a:pt x="6869382" y="1974458"/>
                  <a:pt x="6869382" y="1960293"/>
                </a:cubicBezTo>
                <a:cubicBezTo>
                  <a:pt x="6869382" y="1946129"/>
                  <a:pt x="6880878" y="1934634"/>
                  <a:pt x="6895043" y="1934634"/>
                </a:cubicBezTo>
                <a:close/>
                <a:moveTo>
                  <a:pt x="6830836" y="1934634"/>
                </a:moveTo>
                <a:cubicBezTo>
                  <a:pt x="6845001" y="1934634"/>
                  <a:pt x="6856494" y="1946129"/>
                  <a:pt x="6856494" y="1960293"/>
                </a:cubicBezTo>
                <a:cubicBezTo>
                  <a:pt x="6856494" y="1974458"/>
                  <a:pt x="6845001" y="1985952"/>
                  <a:pt x="6830836" y="1985952"/>
                </a:cubicBezTo>
                <a:cubicBezTo>
                  <a:pt x="6816671" y="1985952"/>
                  <a:pt x="6805178" y="1974458"/>
                  <a:pt x="6805178" y="1960293"/>
                </a:cubicBezTo>
                <a:cubicBezTo>
                  <a:pt x="6805178" y="1946129"/>
                  <a:pt x="6816671" y="1934634"/>
                  <a:pt x="6830836" y="1934634"/>
                </a:cubicBezTo>
                <a:close/>
                <a:moveTo>
                  <a:pt x="6766631" y="1934634"/>
                </a:moveTo>
                <a:cubicBezTo>
                  <a:pt x="6780802" y="1934634"/>
                  <a:pt x="6792290" y="1946122"/>
                  <a:pt x="6792290" y="1960293"/>
                </a:cubicBezTo>
                <a:cubicBezTo>
                  <a:pt x="6792290" y="1974465"/>
                  <a:pt x="6780802" y="1985952"/>
                  <a:pt x="6766631" y="1985952"/>
                </a:cubicBezTo>
                <a:cubicBezTo>
                  <a:pt x="6752461" y="1985952"/>
                  <a:pt x="6740973" y="1974465"/>
                  <a:pt x="6740973" y="1960293"/>
                </a:cubicBezTo>
                <a:cubicBezTo>
                  <a:pt x="6740973" y="1946122"/>
                  <a:pt x="6752461" y="1934634"/>
                  <a:pt x="6766631" y="1934634"/>
                </a:cubicBezTo>
                <a:close/>
                <a:moveTo>
                  <a:pt x="6702427" y="1934634"/>
                </a:moveTo>
                <a:cubicBezTo>
                  <a:pt x="6716597" y="1934634"/>
                  <a:pt x="6728085" y="1946122"/>
                  <a:pt x="6728085" y="1960293"/>
                </a:cubicBezTo>
                <a:cubicBezTo>
                  <a:pt x="6728085" y="1974465"/>
                  <a:pt x="6716597" y="1985952"/>
                  <a:pt x="6702427" y="1985952"/>
                </a:cubicBezTo>
                <a:cubicBezTo>
                  <a:pt x="6688254" y="1985952"/>
                  <a:pt x="6676766" y="1974465"/>
                  <a:pt x="6676766" y="1960293"/>
                </a:cubicBezTo>
                <a:cubicBezTo>
                  <a:pt x="6676766" y="1946122"/>
                  <a:pt x="6688254" y="1934634"/>
                  <a:pt x="6702427" y="1934634"/>
                </a:cubicBezTo>
                <a:close/>
                <a:moveTo>
                  <a:pt x="6638220" y="1934634"/>
                </a:moveTo>
                <a:cubicBezTo>
                  <a:pt x="6652385" y="1934634"/>
                  <a:pt x="6663881" y="1946129"/>
                  <a:pt x="6663881" y="1960293"/>
                </a:cubicBezTo>
                <a:cubicBezTo>
                  <a:pt x="6663881" y="1974458"/>
                  <a:pt x="6652385" y="1985952"/>
                  <a:pt x="6638220" y="1985952"/>
                </a:cubicBezTo>
                <a:cubicBezTo>
                  <a:pt x="6624055" y="1985952"/>
                  <a:pt x="6612562" y="1974458"/>
                  <a:pt x="6612562" y="1960293"/>
                </a:cubicBezTo>
                <a:cubicBezTo>
                  <a:pt x="6612562" y="1946129"/>
                  <a:pt x="6624055" y="1934634"/>
                  <a:pt x="6638220" y="1934634"/>
                </a:cubicBezTo>
                <a:close/>
                <a:moveTo>
                  <a:pt x="6574016" y="1934634"/>
                </a:moveTo>
                <a:cubicBezTo>
                  <a:pt x="6588181" y="1934634"/>
                  <a:pt x="6599674" y="1946129"/>
                  <a:pt x="6599674" y="1960293"/>
                </a:cubicBezTo>
                <a:cubicBezTo>
                  <a:pt x="6599674" y="1974458"/>
                  <a:pt x="6588181" y="1985952"/>
                  <a:pt x="6574016" y="1985952"/>
                </a:cubicBezTo>
                <a:cubicBezTo>
                  <a:pt x="6559851" y="1985952"/>
                  <a:pt x="6548357" y="1974458"/>
                  <a:pt x="6548357" y="1960293"/>
                </a:cubicBezTo>
                <a:cubicBezTo>
                  <a:pt x="6548357" y="1946129"/>
                  <a:pt x="6559851" y="1934634"/>
                  <a:pt x="6574016" y="1934634"/>
                </a:cubicBezTo>
                <a:close/>
                <a:moveTo>
                  <a:pt x="6509693" y="1934634"/>
                </a:moveTo>
                <a:cubicBezTo>
                  <a:pt x="6523858" y="1934634"/>
                  <a:pt x="6535352" y="1946129"/>
                  <a:pt x="6535352" y="1960293"/>
                </a:cubicBezTo>
                <a:cubicBezTo>
                  <a:pt x="6535352" y="1974458"/>
                  <a:pt x="6523858" y="1985952"/>
                  <a:pt x="6509693" y="1985952"/>
                </a:cubicBezTo>
                <a:cubicBezTo>
                  <a:pt x="6495528" y="1985952"/>
                  <a:pt x="6484035" y="1974458"/>
                  <a:pt x="6484035" y="1960293"/>
                </a:cubicBezTo>
                <a:cubicBezTo>
                  <a:pt x="6484035" y="1946129"/>
                  <a:pt x="6495528" y="1934634"/>
                  <a:pt x="6509693" y="1934634"/>
                </a:cubicBezTo>
                <a:close/>
                <a:moveTo>
                  <a:pt x="6445489" y="1934634"/>
                </a:moveTo>
                <a:cubicBezTo>
                  <a:pt x="6459654" y="1934634"/>
                  <a:pt x="6471147" y="1946129"/>
                  <a:pt x="6471147" y="1960293"/>
                </a:cubicBezTo>
                <a:cubicBezTo>
                  <a:pt x="6471147" y="1974458"/>
                  <a:pt x="6459654" y="1985952"/>
                  <a:pt x="6445489" y="1985952"/>
                </a:cubicBezTo>
                <a:cubicBezTo>
                  <a:pt x="6431324" y="1985952"/>
                  <a:pt x="6419831" y="1974458"/>
                  <a:pt x="6419831" y="1960293"/>
                </a:cubicBezTo>
                <a:cubicBezTo>
                  <a:pt x="6419831" y="1946129"/>
                  <a:pt x="6431324" y="1934634"/>
                  <a:pt x="6445489" y="1934634"/>
                </a:cubicBezTo>
                <a:close/>
                <a:moveTo>
                  <a:pt x="6381282" y="1934634"/>
                </a:moveTo>
                <a:cubicBezTo>
                  <a:pt x="6395455" y="1934634"/>
                  <a:pt x="6406943" y="1946122"/>
                  <a:pt x="6406943" y="1960293"/>
                </a:cubicBezTo>
                <a:cubicBezTo>
                  <a:pt x="6406943" y="1974465"/>
                  <a:pt x="6395455" y="1985952"/>
                  <a:pt x="6381282" y="1985952"/>
                </a:cubicBezTo>
                <a:cubicBezTo>
                  <a:pt x="6367112" y="1985952"/>
                  <a:pt x="6355624" y="1974465"/>
                  <a:pt x="6355624" y="1960293"/>
                </a:cubicBezTo>
                <a:cubicBezTo>
                  <a:pt x="6355624" y="1946122"/>
                  <a:pt x="6367112" y="1934634"/>
                  <a:pt x="6381282" y="1934634"/>
                </a:cubicBezTo>
                <a:close/>
                <a:moveTo>
                  <a:pt x="6317078" y="1934634"/>
                </a:moveTo>
                <a:cubicBezTo>
                  <a:pt x="6331243" y="1934634"/>
                  <a:pt x="6342736" y="1946129"/>
                  <a:pt x="6342736" y="1960293"/>
                </a:cubicBezTo>
                <a:cubicBezTo>
                  <a:pt x="6342736" y="1974458"/>
                  <a:pt x="6331243" y="1985952"/>
                  <a:pt x="6317078" y="1985952"/>
                </a:cubicBezTo>
                <a:cubicBezTo>
                  <a:pt x="6302913" y="1985952"/>
                  <a:pt x="6291420" y="1974458"/>
                  <a:pt x="6291420" y="1960293"/>
                </a:cubicBezTo>
                <a:cubicBezTo>
                  <a:pt x="6291420" y="1946129"/>
                  <a:pt x="6302913" y="1934634"/>
                  <a:pt x="6317078" y="1934634"/>
                </a:cubicBezTo>
                <a:close/>
                <a:moveTo>
                  <a:pt x="6252873" y="1934634"/>
                </a:moveTo>
                <a:cubicBezTo>
                  <a:pt x="6267036" y="1934634"/>
                  <a:pt x="6278532" y="1946129"/>
                  <a:pt x="6278532" y="1960293"/>
                </a:cubicBezTo>
                <a:cubicBezTo>
                  <a:pt x="6278532" y="1974458"/>
                  <a:pt x="6267036" y="1985952"/>
                  <a:pt x="6252873" y="1985952"/>
                </a:cubicBezTo>
                <a:cubicBezTo>
                  <a:pt x="6238708" y="1985952"/>
                  <a:pt x="6227213" y="1974458"/>
                  <a:pt x="6227213" y="1960293"/>
                </a:cubicBezTo>
                <a:cubicBezTo>
                  <a:pt x="6227213" y="1946129"/>
                  <a:pt x="6238708" y="1934634"/>
                  <a:pt x="6252873" y="1934634"/>
                </a:cubicBezTo>
                <a:close/>
                <a:moveTo>
                  <a:pt x="6188666" y="1934634"/>
                </a:moveTo>
                <a:cubicBezTo>
                  <a:pt x="6202831" y="1934634"/>
                  <a:pt x="6214327" y="1946129"/>
                  <a:pt x="6214327" y="1960293"/>
                </a:cubicBezTo>
                <a:cubicBezTo>
                  <a:pt x="6214327" y="1974458"/>
                  <a:pt x="6202831" y="1985952"/>
                  <a:pt x="6188666" y="1985952"/>
                </a:cubicBezTo>
                <a:cubicBezTo>
                  <a:pt x="6174504" y="1985952"/>
                  <a:pt x="6163008" y="1974458"/>
                  <a:pt x="6163008" y="1960293"/>
                </a:cubicBezTo>
                <a:cubicBezTo>
                  <a:pt x="6163008" y="1946129"/>
                  <a:pt x="6174504" y="1934634"/>
                  <a:pt x="6188666" y="1934634"/>
                </a:cubicBezTo>
                <a:close/>
                <a:moveTo>
                  <a:pt x="6124462" y="1934634"/>
                </a:moveTo>
                <a:cubicBezTo>
                  <a:pt x="6138627" y="1934634"/>
                  <a:pt x="6150123" y="1946129"/>
                  <a:pt x="6150123" y="1960293"/>
                </a:cubicBezTo>
                <a:cubicBezTo>
                  <a:pt x="6150123" y="1974458"/>
                  <a:pt x="6138627" y="1985952"/>
                  <a:pt x="6124462" y="1985952"/>
                </a:cubicBezTo>
                <a:cubicBezTo>
                  <a:pt x="6110297" y="1985952"/>
                  <a:pt x="6098804" y="1974458"/>
                  <a:pt x="6098804" y="1960293"/>
                </a:cubicBezTo>
                <a:cubicBezTo>
                  <a:pt x="6098804" y="1946129"/>
                  <a:pt x="6110297" y="1934634"/>
                  <a:pt x="6124462" y="1934634"/>
                </a:cubicBezTo>
                <a:close/>
                <a:moveTo>
                  <a:pt x="6064505" y="1934634"/>
                </a:moveTo>
                <a:cubicBezTo>
                  <a:pt x="6078666" y="1934634"/>
                  <a:pt x="6090163" y="1946129"/>
                  <a:pt x="6090163" y="1960293"/>
                </a:cubicBezTo>
                <a:cubicBezTo>
                  <a:pt x="6090163" y="1974458"/>
                  <a:pt x="6078666" y="1985952"/>
                  <a:pt x="6064505" y="1985952"/>
                </a:cubicBezTo>
                <a:cubicBezTo>
                  <a:pt x="6050336" y="1985952"/>
                  <a:pt x="6038844" y="1974458"/>
                  <a:pt x="6038844" y="1960293"/>
                </a:cubicBezTo>
                <a:cubicBezTo>
                  <a:pt x="6038844" y="1946129"/>
                  <a:pt x="6050336" y="1934634"/>
                  <a:pt x="6064505" y="1934634"/>
                </a:cubicBezTo>
                <a:close/>
                <a:moveTo>
                  <a:pt x="6000298" y="1934634"/>
                </a:moveTo>
                <a:cubicBezTo>
                  <a:pt x="6014463" y="1934634"/>
                  <a:pt x="6025956" y="1946129"/>
                  <a:pt x="6025956" y="1960293"/>
                </a:cubicBezTo>
                <a:cubicBezTo>
                  <a:pt x="6025956" y="1974458"/>
                  <a:pt x="6014463" y="1985952"/>
                  <a:pt x="6000298" y="1985952"/>
                </a:cubicBezTo>
                <a:cubicBezTo>
                  <a:pt x="5986133" y="1985952"/>
                  <a:pt x="5974639" y="1974458"/>
                  <a:pt x="5974639" y="1960293"/>
                </a:cubicBezTo>
                <a:cubicBezTo>
                  <a:pt x="5974639" y="1946129"/>
                  <a:pt x="5986133" y="1934634"/>
                  <a:pt x="6000298" y="1934634"/>
                </a:cubicBezTo>
                <a:close/>
                <a:moveTo>
                  <a:pt x="5936092" y="1934634"/>
                </a:moveTo>
                <a:cubicBezTo>
                  <a:pt x="5950255" y="1934634"/>
                  <a:pt x="5961751" y="1946129"/>
                  <a:pt x="5961751" y="1960293"/>
                </a:cubicBezTo>
                <a:cubicBezTo>
                  <a:pt x="5961751" y="1974458"/>
                  <a:pt x="5950255" y="1985952"/>
                  <a:pt x="5936092" y="1985952"/>
                </a:cubicBezTo>
                <a:cubicBezTo>
                  <a:pt x="5921928" y="1985952"/>
                  <a:pt x="5910435" y="1974458"/>
                  <a:pt x="5910435" y="1960293"/>
                </a:cubicBezTo>
                <a:cubicBezTo>
                  <a:pt x="5910435" y="1946129"/>
                  <a:pt x="5921928" y="1934634"/>
                  <a:pt x="5936092" y="1934634"/>
                </a:cubicBezTo>
                <a:close/>
                <a:moveTo>
                  <a:pt x="5871887" y="1934634"/>
                </a:moveTo>
                <a:cubicBezTo>
                  <a:pt x="5886051" y="1934634"/>
                  <a:pt x="5897547" y="1946129"/>
                  <a:pt x="5897547" y="1960293"/>
                </a:cubicBezTo>
                <a:cubicBezTo>
                  <a:pt x="5897547" y="1974458"/>
                  <a:pt x="5886051" y="1985952"/>
                  <a:pt x="5871887" y="1985952"/>
                </a:cubicBezTo>
                <a:cubicBezTo>
                  <a:pt x="5857722" y="1985952"/>
                  <a:pt x="5846228" y="1974458"/>
                  <a:pt x="5846228" y="1960293"/>
                </a:cubicBezTo>
                <a:cubicBezTo>
                  <a:pt x="5846228" y="1946129"/>
                  <a:pt x="5857722" y="1934634"/>
                  <a:pt x="5871887" y="1934634"/>
                </a:cubicBezTo>
                <a:close/>
                <a:moveTo>
                  <a:pt x="5807683" y="1934634"/>
                </a:moveTo>
                <a:cubicBezTo>
                  <a:pt x="5821853" y="1934634"/>
                  <a:pt x="5833341" y="1946122"/>
                  <a:pt x="5833341" y="1960293"/>
                </a:cubicBezTo>
                <a:cubicBezTo>
                  <a:pt x="5833341" y="1974465"/>
                  <a:pt x="5821853" y="1985952"/>
                  <a:pt x="5807683" y="1985952"/>
                </a:cubicBezTo>
                <a:cubicBezTo>
                  <a:pt x="5793512" y="1985952"/>
                  <a:pt x="5782024" y="1974465"/>
                  <a:pt x="5782024" y="1960293"/>
                </a:cubicBezTo>
                <a:cubicBezTo>
                  <a:pt x="5782024" y="1946122"/>
                  <a:pt x="5793512" y="1934634"/>
                  <a:pt x="5807683" y="1934634"/>
                </a:cubicBezTo>
                <a:close/>
                <a:moveTo>
                  <a:pt x="5743477" y="1934634"/>
                </a:moveTo>
                <a:cubicBezTo>
                  <a:pt x="5757648" y="1934634"/>
                  <a:pt x="5769136" y="1946122"/>
                  <a:pt x="5769136" y="1960293"/>
                </a:cubicBezTo>
                <a:cubicBezTo>
                  <a:pt x="5769136" y="1974465"/>
                  <a:pt x="5757648" y="1985952"/>
                  <a:pt x="5743477" y="1985952"/>
                </a:cubicBezTo>
                <a:cubicBezTo>
                  <a:pt x="5729307" y="1985952"/>
                  <a:pt x="5717818" y="1974465"/>
                  <a:pt x="5717818" y="1960293"/>
                </a:cubicBezTo>
                <a:cubicBezTo>
                  <a:pt x="5717818" y="1946122"/>
                  <a:pt x="5729307" y="1934634"/>
                  <a:pt x="5743477" y="1934634"/>
                </a:cubicBezTo>
                <a:close/>
                <a:moveTo>
                  <a:pt x="5679272" y="1934634"/>
                </a:moveTo>
                <a:cubicBezTo>
                  <a:pt x="5693437" y="1934634"/>
                  <a:pt x="5704930" y="1946129"/>
                  <a:pt x="5704930" y="1960293"/>
                </a:cubicBezTo>
                <a:cubicBezTo>
                  <a:pt x="5704930" y="1974458"/>
                  <a:pt x="5693437" y="1985952"/>
                  <a:pt x="5679272" y="1985952"/>
                </a:cubicBezTo>
                <a:cubicBezTo>
                  <a:pt x="5665108" y="1985952"/>
                  <a:pt x="5653614" y="1974458"/>
                  <a:pt x="5653614" y="1960293"/>
                </a:cubicBezTo>
                <a:cubicBezTo>
                  <a:pt x="5653614" y="1946129"/>
                  <a:pt x="5665108" y="1934634"/>
                  <a:pt x="5679272" y="1934634"/>
                </a:cubicBezTo>
                <a:close/>
                <a:moveTo>
                  <a:pt x="5615066" y="1934634"/>
                </a:moveTo>
                <a:cubicBezTo>
                  <a:pt x="5629231" y="1934634"/>
                  <a:pt x="5640726" y="1946129"/>
                  <a:pt x="5640726" y="1960293"/>
                </a:cubicBezTo>
                <a:cubicBezTo>
                  <a:pt x="5640726" y="1974458"/>
                  <a:pt x="5629231" y="1985952"/>
                  <a:pt x="5615066" y="1985952"/>
                </a:cubicBezTo>
                <a:cubicBezTo>
                  <a:pt x="5600901" y="1985952"/>
                  <a:pt x="5589407" y="1974458"/>
                  <a:pt x="5589407" y="1960293"/>
                </a:cubicBezTo>
                <a:cubicBezTo>
                  <a:pt x="5589407" y="1946129"/>
                  <a:pt x="5600901" y="1934634"/>
                  <a:pt x="5615066" y="1934634"/>
                </a:cubicBezTo>
                <a:close/>
                <a:moveTo>
                  <a:pt x="5550862" y="1934634"/>
                </a:moveTo>
                <a:cubicBezTo>
                  <a:pt x="5565027" y="1934634"/>
                  <a:pt x="5576520" y="1946129"/>
                  <a:pt x="5576520" y="1960293"/>
                </a:cubicBezTo>
                <a:cubicBezTo>
                  <a:pt x="5576520" y="1974458"/>
                  <a:pt x="5565027" y="1985952"/>
                  <a:pt x="5550862" y="1985952"/>
                </a:cubicBezTo>
                <a:cubicBezTo>
                  <a:pt x="5536697" y="1985952"/>
                  <a:pt x="5525203" y="1974458"/>
                  <a:pt x="5525203" y="1960293"/>
                </a:cubicBezTo>
                <a:cubicBezTo>
                  <a:pt x="5525203" y="1946129"/>
                  <a:pt x="5536697" y="1934634"/>
                  <a:pt x="5550862" y="1934634"/>
                </a:cubicBezTo>
                <a:close/>
                <a:moveTo>
                  <a:pt x="5486655" y="1934634"/>
                </a:moveTo>
                <a:cubicBezTo>
                  <a:pt x="5500819" y="1934634"/>
                  <a:pt x="5512316" y="1946129"/>
                  <a:pt x="5512316" y="1960293"/>
                </a:cubicBezTo>
                <a:cubicBezTo>
                  <a:pt x="5512316" y="1974458"/>
                  <a:pt x="5500819" y="1985952"/>
                  <a:pt x="5486655" y="1985952"/>
                </a:cubicBezTo>
                <a:cubicBezTo>
                  <a:pt x="5472491" y="1985952"/>
                  <a:pt x="5460997" y="1974458"/>
                  <a:pt x="5460997" y="1960293"/>
                </a:cubicBezTo>
                <a:cubicBezTo>
                  <a:pt x="5460997" y="1946129"/>
                  <a:pt x="5472491" y="1934634"/>
                  <a:pt x="5486655" y="1934634"/>
                </a:cubicBezTo>
                <a:close/>
                <a:moveTo>
                  <a:pt x="5422451" y="1934634"/>
                </a:moveTo>
                <a:cubicBezTo>
                  <a:pt x="5436621" y="1934634"/>
                  <a:pt x="5448109" y="1946122"/>
                  <a:pt x="5448109" y="1960293"/>
                </a:cubicBezTo>
                <a:cubicBezTo>
                  <a:pt x="5448109" y="1974465"/>
                  <a:pt x="5436621" y="1985952"/>
                  <a:pt x="5422451" y="1985952"/>
                </a:cubicBezTo>
                <a:cubicBezTo>
                  <a:pt x="5408280" y="1985952"/>
                  <a:pt x="5396791" y="1974465"/>
                  <a:pt x="5396791" y="1960293"/>
                </a:cubicBezTo>
                <a:cubicBezTo>
                  <a:pt x="5396791" y="1946122"/>
                  <a:pt x="5408280" y="1934634"/>
                  <a:pt x="5422451" y="1934634"/>
                </a:cubicBezTo>
                <a:close/>
                <a:moveTo>
                  <a:pt x="5358245" y="1934634"/>
                </a:moveTo>
                <a:cubicBezTo>
                  <a:pt x="5372417" y="1934634"/>
                  <a:pt x="5383904" y="1946122"/>
                  <a:pt x="5383904" y="1960293"/>
                </a:cubicBezTo>
                <a:cubicBezTo>
                  <a:pt x="5383904" y="1974465"/>
                  <a:pt x="5372417" y="1985952"/>
                  <a:pt x="5358245" y="1985952"/>
                </a:cubicBezTo>
                <a:cubicBezTo>
                  <a:pt x="5344076" y="1985952"/>
                  <a:pt x="5332587" y="1974465"/>
                  <a:pt x="5332587" y="1960293"/>
                </a:cubicBezTo>
                <a:cubicBezTo>
                  <a:pt x="5332587" y="1946122"/>
                  <a:pt x="5344076" y="1934634"/>
                  <a:pt x="5358245" y="1934634"/>
                </a:cubicBezTo>
                <a:close/>
                <a:moveTo>
                  <a:pt x="5294040" y="1934634"/>
                </a:moveTo>
                <a:cubicBezTo>
                  <a:pt x="5308205" y="1934634"/>
                  <a:pt x="5319699" y="1946129"/>
                  <a:pt x="5319699" y="1960293"/>
                </a:cubicBezTo>
                <a:cubicBezTo>
                  <a:pt x="5319699" y="1974458"/>
                  <a:pt x="5308205" y="1985952"/>
                  <a:pt x="5294040" y="1985952"/>
                </a:cubicBezTo>
                <a:cubicBezTo>
                  <a:pt x="5279877" y="1985952"/>
                  <a:pt x="5268382" y="1974458"/>
                  <a:pt x="5268382" y="1960293"/>
                </a:cubicBezTo>
                <a:cubicBezTo>
                  <a:pt x="5268382" y="1946129"/>
                  <a:pt x="5279877" y="1934634"/>
                  <a:pt x="5294040" y="1934634"/>
                </a:cubicBezTo>
                <a:close/>
                <a:moveTo>
                  <a:pt x="5229719" y="1934634"/>
                </a:moveTo>
                <a:cubicBezTo>
                  <a:pt x="5243999" y="1934634"/>
                  <a:pt x="5255377" y="1946129"/>
                  <a:pt x="5255377" y="1960293"/>
                </a:cubicBezTo>
                <a:cubicBezTo>
                  <a:pt x="5255377" y="1974458"/>
                  <a:pt x="5243883" y="1985952"/>
                  <a:pt x="5229719" y="1985952"/>
                </a:cubicBezTo>
                <a:cubicBezTo>
                  <a:pt x="5215554" y="1985952"/>
                  <a:pt x="5204058" y="1974458"/>
                  <a:pt x="5204058" y="1960293"/>
                </a:cubicBezTo>
                <a:cubicBezTo>
                  <a:pt x="5204058" y="1946129"/>
                  <a:pt x="5215554" y="1934634"/>
                  <a:pt x="5229719" y="1934634"/>
                </a:cubicBezTo>
                <a:close/>
                <a:moveTo>
                  <a:pt x="5165514" y="1934634"/>
                </a:moveTo>
                <a:cubicBezTo>
                  <a:pt x="5179678" y="1934634"/>
                  <a:pt x="5191171" y="1946129"/>
                  <a:pt x="5191171" y="1960293"/>
                </a:cubicBezTo>
                <a:cubicBezTo>
                  <a:pt x="5191171" y="1974458"/>
                  <a:pt x="5179678" y="1985952"/>
                  <a:pt x="5165514" y="1985952"/>
                </a:cubicBezTo>
                <a:cubicBezTo>
                  <a:pt x="5151349" y="1985952"/>
                  <a:pt x="5139855" y="1974458"/>
                  <a:pt x="5139855" y="1960293"/>
                </a:cubicBezTo>
                <a:cubicBezTo>
                  <a:pt x="5139855" y="1946129"/>
                  <a:pt x="5151349" y="1934634"/>
                  <a:pt x="5165514" y="1934634"/>
                </a:cubicBezTo>
                <a:close/>
                <a:moveTo>
                  <a:pt x="5101309" y="1934634"/>
                </a:moveTo>
                <a:cubicBezTo>
                  <a:pt x="5115473" y="1934634"/>
                  <a:pt x="5126967" y="1946129"/>
                  <a:pt x="5126967" y="1960293"/>
                </a:cubicBezTo>
                <a:cubicBezTo>
                  <a:pt x="5126967" y="1974458"/>
                  <a:pt x="5115473" y="1985952"/>
                  <a:pt x="5101309" y="1985952"/>
                </a:cubicBezTo>
                <a:cubicBezTo>
                  <a:pt x="5087142" y="1985952"/>
                  <a:pt x="5075649" y="1974458"/>
                  <a:pt x="5075649" y="1960293"/>
                </a:cubicBezTo>
                <a:cubicBezTo>
                  <a:pt x="5075649" y="1946129"/>
                  <a:pt x="5087142" y="1934634"/>
                  <a:pt x="5101309" y="1934634"/>
                </a:cubicBezTo>
                <a:close/>
                <a:moveTo>
                  <a:pt x="5037104" y="1934634"/>
                </a:moveTo>
                <a:cubicBezTo>
                  <a:pt x="5051273" y="1934634"/>
                  <a:pt x="5062762" y="1946122"/>
                  <a:pt x="5062762" y="1960293"/>
                </a:cubicBezTo>
                <a:cubicBezTo>
                  <a:pt x="5062762" y="1974465"/>
                  <a:pt x="5051273" y="1985952"/>
                  <a:pt x="5037104" y="1985952"/>
                </a:cubicBezTo>
                <a:cubicBezTo>
                  <a:pt x="5022930" y="1985952"/>
                  <a:pt x="5011444" y="1974465"/>
                  <a:pt x="5011444" y="1960293"/>
                </a:cubicBezTo>
                <a:cubicBezTo>
                  <a:pt x="5011444" y="1946122"/>
                  <a:pt x="5022930" y="1934634"/>
                  <a:pt x="5037104" y="1934634"/>
                </a:cubicBezTo>
                <a:close/>
                <a:moveTo>
                  <a:pt x="4972896" y="1934634"/>
                </a:moveTo>
                <a:cubicBezTo>
                  <a:pt x="4987063" y="1934634"/>
                  <a:pt x="4998557" y="1946129"/>
                  <a:pt x="4998557" y="1960293"/>
                </a:cubicBezTo>
                <a:cubicBezTo>
                  <a:pt x="4998557" y="1974458"/>
                  <a:pt x="4987063" y="1985952"/>
                  <a:pt x="4972896" y="1985952"/>
                </a:cubicBezTo>
                <a:cubicBezTo>
                  <a:pt x="4958732" y="1985952"/>
                  <a:pt x="4947240" y="1974458"/>
                  <a:pt x="4947240" y="1960293"/>
                </a:cubicBezTo>
                <a:cubicBezTo>
                  <a:pt x="4947240" y="1946129"/>
                  <a:pt x="4958732" y="1934634"/>
                  <a:pt x="4972896" y="1934634"/>
                </a:cubicBezTo>
                <a:close/>
                <a:moveTo>
                  <a:pt x="4908693" y="1934634"/>
                </a:moveTo>
                <a:cubicBezTo>
                  <a:pt x="4922857" y="1934634"/>
                  <a:pt x="4934352" y="1946129"/>
                  <a:pt x="4934352" y="1960293"/>
                </a:cubicBezTo>
                <a:cubicBezTo>
                  <a:pt x="4934352" y="1974458"/>
                  <a:pt x="4922857" y="1985952"/>
                  <a:pt x="4908693" y="1985952"/>
                </a:cubicBezTo>
                <a:cubicBezTo>
                  <a:pt x="4894527" y="1985952"/>
                  <a:pt x="4883033" y="1974458"/>
                  <a:pt x="4883033" y="1960293"/>
                </a:cubicBezTo>
                <a:cubicBezTo>
                  <a:pt x="4883033" y="1946129"/>
                  <a:pt x="4894527" y="1934634"/>
                  <a:pt x="4908693" y="1934634"/>
                </a:cubicBezTo>
                <a:close/>
                <a:moveTo>
                  <a:pt x="4844487" y="1934634"/>
                </a:moveTo>
                <a:cubicBezTo>
                  <a:pt x="4858650" y="1934634"/>
                  <a:pt x="4870146" y="1946129"/>
                  <a:pt x="4870146" y="1960293"/>
                </a:cubicBezTo>
                <a:cubicBezTo>
                  <a:pt x="4870146" y="1974458"/>
                  <a:pt x="4858650" y="1985952"/>
                  <a:pt x="4844487" y="1985952"/>
                </a:cubicBezTo>
                <a:cubicBezTo>
                  <a:pt x="4830322" y="1985952"/>
                  <a:pt x="4818828" y="1974458"/>
                  <a:pt x="4818828" y="1960293"/>
                </a:cubicBezTo>
                <a:cubicBezTo>
                  <a:pt x="4818828" y="1946129"/>
                  <a:pt x="4830322" y="1934634"/>
                  <a:pt x="4844487" y="1934634"/>
                </a:cubicBezTo>
                <a:close/>
                <a:moveTo>
                  <a:pt x="4780282" y="1934634"/>
                </a:moveTo>
                <a:cubicBezTo>
                  <a:pt x="4794447" y="1934634"/>
                  <a:pt x="4805941" y="1946129"/>
                  <a:pt x="4805941" y="1960293"/>
                </a:cubicBezTo>
                <a:cubicBezTo>
                  <a:pt x="4805941" y="1974458"/>
                  <a:pt x="4794447" y="1985952"/>
                  <a:pt x="4780282" y="1985952"/>
                </a:cubicBezTo>
                <a:cubicBezTo>
                  <a:pt x="4766118" y="1985952"/>
                  <a:pt x="4754622" y="1974458"/>
                  <a:pt x="4754622" y="1960293"/>
                </a:cubicBezTo>
                <a:cubicBezTo>
                  <a:pt x="4754622" y="1946129"/>
                  <a:pt x="4766118" y="1934634"/>
                  <a:pt x="4780282" y="1934634"/>
                </a:cubicBezTo>
                <a:close/>
                <a:moveTo>
                  <a:pt x="4716077" y="1934634"/>
                </a:moveTo>
                <a:cubicBezTo>
                  <a:pt x="4730248" y="1934634"/>
                  <a:pt x="4741736" y="1946122"/>
                  <a:pt x="4741736" y="1960293"/>
                </a:cubicBezTo>
                <a:cubicBezTo>
                  <a:pt x="4741736" y="1974465"/>
                  <a:pt x="4730248" y="1985952"/>
                  <a:pt x="4716077" y="1985952"/>
                </a:cubicBezTo>
                <a:cubicBezTo>
                  <a:pt x="4701906" y="1985952"/>
                  <a:pt x="4690419" y="1974465"/>
                  <a:pt x="4690419" y="1960293"/>
                </a:cubicBezTo>
                <a:cubicBezTo>
                  <a:pt x="4690419" y="1946122"/>
                  <a:pt x="4701906" y="1934634"/>
                  <a:pt x="4716077" y="1934634"/>
                </a:cubicBezTo>
                <a:close/>
                <a:moveTo>
                  <a:pt x="4651872" y="1934634"/>
                </a:moveTo>
                <a:cubicBezTo>
                  <a:pt x="4666042" y="1934634"/>
                  <a:pt x="4677531" y="1946122"/>
                  <a:pt x="4677531" y="1960293"/>
                </a:cubicBezTo>
                <a:cubicBezTo>
                  <a:pt x="4677531" y="1974465"/>
                  <a:pt x="4666042" y="1985952"/>
                  <a:pt x="4651872" y="1985952"/>
                </a:cubicBezTo>
                <a:cubicBezTo>
                  <a:pt x="4637700" y="1985952"/>
                  <a:pt x="4626213" y="1974465"/>
                  <a:pt x="4626213" y="1960293"/>
                </a:cubicBezTo>
                <a:cubicBezTo>
                  <a:pt x="4626213" y="1946122"/>
                  <a:pt x="4637700" y="1934634"/>
                  <a:pt x="4651872" y="1934634"/>
                </a:cubicBezTo>
                <a:close/>
                <a:moveTo>
                  <a:pt x="4587666" y="1934634"/>
                </a:moveTo>
                <a:cubicBezTo>
                  <a:pt x="4601830" y="1934634"/>
                  <a:pt x="4613324" y="1946129"/>
                  <a:pt x="4613324" y="1960293"/>
                </a:cubicBezTo>
                <a:cubicBezTo>
                  <a:pt x="4613324" y="1974458"/>
                  <a:pt x="4601830" y="1985952"/>
                  <a:pt x="4587666" y="1985952"/>
                </a:cubicBezTo>
                <a:cubicBezTo>
                  <a:pt x="4573501" y="1985952"/>
                  <a:pt x="4562007" y="1974458"/>
                  <a:pt x="4562007" y="1960293"/>
                </a:cubicBezTo>
                <a:cubicBezTo>
                  <a:pt x="4562007" y="1946129"/>
                  <a:pt x="4573501" y="1934634"/>
                  <a:pt x="4587666" y="1934634"/>
                </a:cubicBezTo>
                <a:close/>
                <a:moveTo>
                  <a:pt x="4523461" y="1934634"/>
                </a:moveTo>
                <a:cubicBezTo>
                  <a:pt x="4537626" y="1934634"/>
                  <a:pt x="4549121" y="1946129"/>
                  <a:pt x="4549121" y="1960293"/>
                </a:cubicBezTo>
                <a:cubicBezTo>
                  <a:pt x="4549121" y="1974458"/>
                  <a:pt x="4537626" y="1985952"/>
                  <a:pt x="4523461" y="1985952"/>
                </a:cubicBezTo>
                <a:cubicBezTo>
                  <a:pt x="4509296" y="1985952"/>
                  <a:pt x="4497802" y="1974458"/>
                  <a:pt x="4497802" y="1960293"/>
                </a:cubicBezTo>
                <a:cubicBezTo>
                  <a:pt x="4497802" y="1946129"/>
                  <a:pt x="4509296" y="1934634"/>
                  <a:pt x="4523461" y="1934634"/>
                </a:cubicBezTo>
                <a:close/>
                <a:moveTo>
                  <a:pt x="4459256" y="1934634"/>
                </a:moveTo>
                <a:cubicBezTo>
                  <a:pt x="4473420" y="1934634"/>
                  <a:pt x="4484914" y="1946129"/>
                  <a:pt x="4484914" y="1960293"/>
                </a:cubicBezTo>
                <a:cubicBezTo>
                  <a:pt x="4484914" y="1974458"/>
                  <a:pt x="4473420" y="1985952"/>
                  <a:pt x="4459256" y="1985952"/>
                </a:cubicBezTo>
                <a:cubicBezTo>
                  <a:pt x="4445091" y="1985952"/>
                  <a:pt x="4433596" y="1974458"/>
                  <a:pt x="4433596" y="1960293"/>
                </a:cubicBezTo>
                <a:cubicBezTo>
                  <a:pt x="4433596" y="1946129"/>
                  <a:pt x="4445091" y="1934634"/>
                  <a:pt x="4459256" y="1934634"/>
                </a:cubicBezTo>
                <a:close/>
                <a:moveTo>
                  <a:pt x="4395050" y="1934634"/>
                </a:moveTo>
                <a:cubicBezTo>
                  <a:pt x="4409214" y="1934634"/>
                  <a:pt x="4420710" y="1946129"/>
                  <a:pt x="4420710" y="1960293"/>
                </a:cubicBezTo>
                <a:cubicBezTo>
                  <a:pt x="4420710" y="1974458"/>
                  <a:pt x="4409214" y="1985952"/>
                  <a:pt x="4395050" y="1985952"/>
                </a:cubicBezTo>
                <a:cubicBezTo>
                  <a:pt x="4380886" y="1985952"/>
                  <a:pt x="4369391" y="1974458"/>
                  <a:pt x="4369391" y="1960293"/>
                </a:cubicBezTo>
                <a:cubicBezTo>
                  <a:pt x="4369391" y="1946129"/>
                  <a:pt x="4380886" y="1934634"/>
                  <a:pt x="4395050" y="1934634"/>
                </a:cubicBezTo>
                <a:close/>
                <a:moveTo>
                  <a:pt x="4330845" y="1934634"/>
                </a:moveTo>
                <a:cubicBezTo>
                  <a:pt x="4345017" y="1934634"/>
                  <a:pt x="4356504" y="1946122"/>
                  <a:pt x="4356504" y="1960293"/>
                </a:cubicBezTo>
                <a:cubicBezTo>
                  <a:pt x="4356504" y="1974465"/>
                  <a:pt x="4345017" y="1985952"/>
                  <a:pt x="4330845" y="1985952"/>
                </a:cubicBezTo>
                <a:cubicBezTo>
                  <a:pt x="4316675" y="1985952"/>
                  <a:pt x="4305186" y="1974465"/>
                  <a:pt x="4305186" y="1960293"/>
                </a:cubicBezTo>
                <a:cubicBezTo>
                  <a:pt x="4305186" y="1946122"/>
                  <a:pt x="4316675" y="1934634"/>
                  <a:pt x="4330845" y="1934634"/>
                </a:cubicBezTo>
                <a:close/>
                <a:moveTo>
                  <a:pt x="4266640" y="1934634"/>
                </a:moveTo>
                <a:cubicBezTo>
                  <a:pt x="4280811" y="1934634"/>
                  <a:pt x="4292298" y="1946122"/>
                  <a:pt x="4292298" y="1960293"/>
                </a:cubicBezTo>
                <a:cubicBezTo>
                  <a:pt x="4292298" y="1974465"/>
                  <a:pt x="4280811" y="1985952"/>
                  <a:pt x="4266640" y="1985952"/>
                </a:cubicBezTo>
                <a:cubicBezTo>
                  <a:pt x="4252470" y="1985952"/>
                  <a:pt x="4240981" y="1974465"/>
                  <a:pt x="4240981" y="1960293"/>
                </a:cubicBezTo>
                <a:cubicBezTo>
                  <a:pt x="4240981" y="1946122"/>
                  <a:pt x="4252470" y="1934634"/>
                  <a:pt x="4266640" y="1934634"/>
                </a:cubicBezTo>
                <a:close/>
                <a:moveTo>
                  <a:pt x="4202435" y="1934634"/>
                </a:moveTo>
                <a:cubicBezTo>
                  <a:pt x="4216598" y="1934634"/>
                  <a:pt x="4228093" y="1946129"/>
                  <a:pt x="4228093" y="1960293"/>
                </a:cubicBezTo>
                <a:cubicBezTo>
                  <a:pt x="4228093" y="1974458"/>
                  <a:pt x="4216598" y="1985952"/>
                  <a:pt x="4202435" y="1985952"/>
                </a:cubicBezTo>
                <a:cubicBezTo>
                  <a:pt x="4188268" y="1985952"/>
                  <a:pt x="4176776" y="1974458"/>
                  <a:pt x="4176776" y="1960293"/>
                </a:cubicBezTo>
                <a:cubicBezTo>
                  <a:pt x="4176776" y="1946129"/>
                  <a:pt x="4188268" y="1934634"/>
                  <a:pt x="4202435" y="1934634"/>
                </a:cubicBezTo>
                <a:close/>
                <a:moveTo>
                  <a:pt x="4138112" y="1934634"/>
                </a:moveTo>
                <a:cubicBezTo>
                  <a:pt x="4152394" y="1934634"/>
                  <a:pt x="4163773" y="1946129"/>
                  <a:pt x="4163773" y="1960293"/>
                </a:cubicBezTo>
                <a:cubicBezTo>
                  <a:pt x="4163773" y="1974458"/>
                  <a:pt x="4152277" y="1985952"/>
                  <a:pt x="4138112" y="1985952"/>
                </a:cubicBezTo>
                <a:cubicBezTo>
                  <a:pt x="4123948" y="1985952"/>
                  <a:pt x="4112454" y="1974458"/>
                  <a:pt x="4112454" y="1960293"/>
                </a:cubicBezTo>
                <a:cubicBezTo>
                  <a:pt x="4112454" y="1946129"/>
                  <a:pt x="4123948" y="1934634"/>
                  <a:pt x="4138112" y="1934634"/>
                </a:cubicBezTo>
                <a:close/>
                <a:moveTo>
                  <a:pt x="4073908" y="1934634"/>
                </a:moveTo>
                <a:cubicBezTo>
                  <a:pt x="4088073" y="1934634"/>
                  <a:pt x="4099565" y="1946129"/>
                  <a:pt x="4099565" y="1960293"/>
                </a:cubicBezTo>
                <a:cubicBezTo>
                  <a:pt x="4099565" y="1974458"/>
                  <a:pt x="4088073" y="1985952"/>
                  <a:pt x="4073908" y="1985952"/>
                </a:cubicBezTo>
                <a:cubicBezTo>
                  <a:pt x="4059743" y="1985952"/>
                  <a:pt x="4048248" y="1974458"/>
                  <a:pt x="4048248" y="1960293"/>
                </a:cubicBezTo>
                <a:cubicBezTo>
                  <a:pt x="4048248" y="1946129"/>
                  <a:pt x="4059743" y="1934634"/>
                  <a:pt x="4073908" y="1934634"/>
                </a:cubicBezTo>
                <a:close/>
                <a:moveTo>
                  <a:pt x="4009702" y="1934634"/>
                </a:moveTo>
                <a:cubicBezTo>
                  <a:pt x="4023866" y="1934634"/>
                  <a:pt x="4035362" y="1946129"/>
                  <a:pt x="4035362" y="1960293"/>
                </a:cubicBezTo>
                <a:cubicBezTo>
                  <a:pt x="4035362" y="1974458"/>
                  <a:pt x="4023866" y="1985952"/>
                  <a:pt x="4009702" y="1985952"/>
                </a:cubicBezTo>
                <a:cubicBezTo>
                  <a:pt x="3995538" y="1985952"/>
                  <a:pt x="3984043" y="1974458"/>
                  <a:pt x="3984043" y="1960293"/>
                </a:cubicBezTo>
                <a:cubicBezTo>
                  <a:pt x="3984043" y="1946129"/>
                  <a:pt x="3995538" y="1934634"/>
                  <a:pt x="4009702" y="1934634"/>
                </a:cubicBezTo>
                <a:close/>
                <a:moveTo>
                  <a:pt x="3945497" y="1934634"/>
                </a:moveTo>
                <a:cubicBezTo>
                  <a:pt x="3959668" y="1934634"/>
                  <a:pt x="3971155" y="1946122"/>
                  <a:pt x="3971155" y="1960293"/>
                </a:cubicBezTo>
                <a:cubicBezTo>
                  <a:pt x="3971155" y="1974465"/>
                  <a:pt x="3959668" y="1985952"/>
                  <a:pt x="3945497" y="1985952"/>
                </a:cubicBezTo>
                <a:cubicBezTo>
                  <a:pt x="3931325" y="1985952"/>
                  <a:pt x="3919838" y="1974465"/>
                  <a:pt x="3919838" y="1960293"/>
                </a:cubicBezTo>
                <a:cubicBezTo>
                  <a:pt x="3919838" y="1946122"/>
                  <a:pt x="3931325" y="1934634"/>
                  <a:pt x="3945497" y="1934634"/>
                </a:cubicBezTo>
                <a:close/>
                <a:moveTo>
                  <a:pt x="3881291" y="1934634"/>
                </a:moveTo>
                <a:cubicBezTo>
                  <a:pt x="3895456" y="1934634"/>
                  <a:pt x="3906950" y="1946129"/>
                  <a:pt x="3906950" y="1960293"/>
                </a:cubicBezTo>
                <a:cubicBezTo>
                  <a:pt x="3906950" y="1974458"/>
                  <a:pt x="3895456" y="1985952"/>
                  <a:pt x="3881291" y="1985952"/>
                </a:cubicBezTo>
                <a:cubicBezTo>
                  <a:pt x="3867127" y="1985952"/>
                  <a:pt x="3855633" y="1974458"/>
                  <a:pt x="3855633" y="1960293"/>
                </a:cubicBezTo>
                <a:cubicBezTo>
                  <a:pt x="3855633" y="1946129"/>
                  <a:pt x="3867127" y="1934634"/>
                  <a:pt x="3881291" y="1934634"/>
                </a:cubicBezTo>
                <a:close/>
                <a:moveTo>
                  <a:pt x="3817085" y="1934634"/>
                </a:moveTo>
                <a:cubicBezTo>
                  <a:pt x="3831252" y="1934634"/>
                  <a:pt x="3842745" y="1946129"/>
                  <a:pt x="3842745" y="1960293"/>
                </a:cubicBezTo>
                <a:cubicBezTo>
                  <a:pt x="3842745" y="1974458"/>
                  <a:pt x="3831252" y="1985952"/>
                  <a:pt x="3817085" y="1985952"/>
                </a:cubicBezTo>
                <a:cubicBezTo>
                  <a:pt x="3802921" y="1985952"/>
                  <a:pt x="3791427" y="1974458"/>
                  <a:pt x="3791427" y="1960293"/>
                </a:cubicBezTo>
                <a:cubicBezTo>
                  <a:pt x="3791427" y="1946129"/>
                  <a:pt x="3802921" y="1934634"/>
                  <a:pt x="3817085" y="1934634"/>
                </a:cubicBezTo>
                <a:close/>
                <a:moveTo>
                  <a:pt x="3752882" y="1934634"/>
                </a:moveTo>
                <a:cubicBezTo>
                  <a:pt x="3767045" y="1934634"/>
                  <a:pt x="3778539" y="1946129"/>
                  <a:pt x="3778539" y="1960293"/>
                </a:cubicBezTo>
                <a:cubicBezTo>
                  <a:pt x="3778539" y="1974458"/>
                  <a:pt x="3767045" y="1985952"/>
                  <a:pt x="3752882" y="1985952"/>
                </a:cubicBezTo>
                <a:cubicBezTo>
                  <a:pt x="3738717" y="1985952"/>
                  <a:pt x="3727221" y="1974458"/>
                  <a:pt x="3727221" y="1960293"/>
                </a:cubicBezTo>
                <a:cubicBezTo>
                  <a:pt x="3727221" y="1946129"/>
                  <a:pt x="3738717" y="1934634"/>
                  <a:pt x="3752882" y="1934634"/>
                </a:cubicBezTo>
                <a:close/>
                <a:moveTo>
                  <a:pt x="3688674" y="1934634"/>
                </a:moveTo>
                <a:cubicBezTo>
                  <a:pt x="3702840" y="1934634"/>
                  <a:pt x="3714335" y="1946129"/>
                  <a:pt x="3714335" y="1960293"/>
                </a:cubicBezTo>
                <a:cubicBezTo>
                  <a:pt x="3714335" y="1974458"/>
                  <a:pt x="3702840" y="1985952"/>
                  <a:pt x="3688674" y="1985952"/>
                </a:cubicBezTo>
                <a:cubicBezTo>
                  <a:pt x="3674510" y="1985952"/>
                  <a:pt x="3663017" y="1974458"/>
                  <a:pt x="3663017" y="1960293"/>
                </a:cubicBezTo>
                <a:cubicBezTo>
                  <a:pt x="3663017" y="1946129"/>
                  <a:pt x="3674510" y="1934634"/>
                  <a:pt x="3688674" y="1934634"/>
                </a:cubicBezTo>
                <a:close/>
                <a:moveTo>
                  <a:pt x="3624472" y="1934634"/>
                </a:moveTo>
                <a:cubicBezTo>
                  <a:pt x="3638640" y="1934634"/>
                  <a:pt x="3650129" y="1946122"/>
                  <a:pt x="3650129" y="1960293"/>
                </a:cubicBezTo>
                <a:cubicBezTo>
                  <a:pt x="3650129" y="1974465"/>
                  <a:pt x="3638640" y="1985952"/>
                  <a:pt x="3624472" y="1985952"/>
                </a:cubicBezTo>
                <a:cubicBezTo>
                  <a:pt x="3610300" y="1985952"/>
                  <a:pt x="3598810" y="1974465"/>
                  <a:pt x="3598810" y="1960293"/>
                </a:cubicBezTo>
                <a:cubicBezTo>
                  <a:pt x="3598810" y="1946122"/>
                  <a:pt x="3610300" y="1934634"/>
                  <a:pt x="3624472" y="1934634"/>
                </a:cubicBezTo>
                <a:close/>
                <a:moveTo>
                  <a:pt x="3560264" y="1934634"/>
                </a:moveTo>
                <a:cubicBezTo>
                  <a:pt x="3574438" y="1934634"/>
                  <a:pt x="3585923" y="1946122"/>
                  <a:pt x="3585923" y="1960293"/>
                </a:cubicBezTo>
                <a:cubicBezTo>
                  <a:pt x="3585923" y="1974465"/>
                  <a:pt x="3574438" y="1985952"/>
                  <a:pt x="3560264" y="1985952"/>
                </a:cubicBezTo>
                <a:cubicBezTo>
                  <a:pt x="3546095" y="1985952"/>
                  <a:pt x="3534607" y="1974465"/>
                  <a:pt x="3534607" y="1960293"/>
                </a:cubicBezTo>
                <a:cubicBezTo>
                  <a:pt x="3534607" y="1946122"/>
                  <a:pt x="3546095" y="1934634"/>
                  <a:pt x="3560264" y="1934634"/>
                </a:cubicBezTo>
                <a:close/>
                <a:moveTo>
                  <a:pt x="3496060" y="1934634"/>
                </a:moveTo>
                <a:cubicBezTo>
                  <a:pt x="3510225" y="1934634"/>
                  <a:pt x="3521719" y="1946129"/>
                  <a:pt x="3521719" y="1960293"/>
                </a:cubicBezTo>
                <a:cubicBezTo>
                  <a:pt x="3521719" y="1974458"/>
                  <a:pt x="3510225" y="1985952"/>
                  <a:pt x="3496060" y="1985952"/>
                </a:cubicBezTo>
                <a:cubicBezTo>
                  <a:pt x="3481895" y="1985952"/>
                  <a:pt x="3470400" y="1974458"/>
                  <a:pt x="3470400" y="1960293"/>
                </a:cubicBezTo>
                <a:cubicBezTo>
                  <a:pt x="3470400" y="1946129"/>
                  <a:pt x="3481895" y="1934634"/>
                  <a:pt x="3496060" y="1934634"/>
                </a:cubicBezTo>
                <a:close/>
                <a:moveTo>
                  <a:pt x="3431855" y="1934634"/>
                </a:moveTo>
                <a:cubicBezTo>
                  <a:pt x="3446019" y="1934634"/>
                  <a:pt x="3457512" y="1946129"/>
                  <a:pt x="3457512" y="1960293"/>
                </a:cubicBezTo>
                <a:cubicBezTo>
                  <a:pt x="3457512" y="1974458"/>
                  <a:pt x="3446019" y="1985952"/>
                  <a:pt x="3431855" y="1985952"/>
                </a:cubicBezTo>
                <a:cubicBezTo>
                  <a:pt x="3417690" y="1985952"/>
                  <a:pt x="3406196" y="1974458"/>
                  <a:pt x="3406196" y="1960293"/>
                </a:cubicBezTo>
                <a:cubicBezTo>
                  <a:pt x="3406196" y="1946129"/>
                  <a:pt x="3417690" y="1934634"/>
                  <a:pt x="3431855" y="1934634"/>
                </a:cubicBezTo>
                <a:close/>
                <a:moveTo>
                  <a:pt x="3367649" y="1934634"/>
                </a:moveTo>
                <a:cubicBezTo>
                  <a:pt x="3381813" y="1934634"/>
                  <a:pt x="3393308" y="1946129"/>
                  <a:pt x="3393308" y="1960293"/>
                </a:cubicBezTo>
                <a:cubicBezTo>
                  <a:pt x="3393308" y="1974458"/>
                  <a:pt x="3381813" y="1985952"/>
                  <a:pt x="3367649" y="1985952"/>
                </a:cubicBezTo>
                <a:cubicBezTo>
                  <a:pt x="3353484" y="1985952"/>
                  <a:pt x="3341990" y="1974458"/>
                  <a:pt x="3341990" y="1960293"/>
                </a:cubicBezTo>
                <a:cubicBezTo>
                  <a:pt x="3341990" y="1946129"/>
                  <a:pt x="3353484" y="1934634"/>
                  <a:pt x="3367649" y="1934634"/>
                </a:cubicBezTo>
                <a:close/>
                <a:moveTo>
                  <a:pt x="3303444" y="1934634"/>
                </a:moveTo>
                <a:cubicBezTo>
                  <a:pt x="3317609" y="1934634"/>
                  <a:pt x="3329102" y="1946129"/>
                  <a:pt x="3329102" y="1960293"/>
                </a:cubicBezTo>
                <a:cubicBezTo>
                  <a:pt x="3329102" y="1974458"/>
                  <a:pt x="3317609" y="1985952"/>
                  <a:pt x="3303444" y="1985952"/>
                </a:cubicBezTo>
                <a:cubicBezTo>
                  <a:pt x="3289279" y="1985952"/>
                  <a:pt x="3277785" y="1974458"/>
                  <a:pt x="3277785" y="1960293"/>
                </a:cubicBezTo>
                <a:cubicBezTo>
                  <a:pt x="3277785" y="1946129"/>
                  <a:pt x="3289279" y="1934634"/>
                  <a:pt x="3303444" y="1934634"/>
                </a:cubicBezTo>
                <a:close/>
                <a:moveTo>
                  <a:pt x="3239238" y="1934634"/>
                </a:moveTo>
                <a:cubicBezTo>
                  <a:pt x="3253410" y="1934634"/>
                  <a:pt x="3264898" y="1946122"/>
                  <a:pt x="3264898" y="1960293"/>
                </a:cubicBezTo>
                <a:cubicBezTo>
                  <a:pt x="3264898" y="1974465"/>
                  <a:pt x="3253410" y="1985952"/>
                  <a:pt x="3239238" y="1985952"/>
                </a:cubicBezTo>
                <a:cubicBezTo>
                  <a:pt x="3225068" y="1985952"/>
                  <a:pt x="3213580" y="1974465"/>
                  <a:pt x="3213580" y="1960293"/>
                </a:cubicBezTo>
                <a:cubicBezTo>
                  <a:pt x="3213580" y="1946122"/>
                  <a:pt x="3225068" y="1934634"/>
                  <a:pt x="3239238" y="1934634"/>
                </a:cubicBezTo>
                <a:close/>
                <a:moveTo>
                  <a:pt x="3175034" y="1934634"/>
                </a:moveTo>
                <a:cubicBezTo>
                  <a:pt x="3189204" y="1934634"/>
                  <a:pt x="3200692" y="1946122"/>
                  <a:pt x="3200692" y="1960293"/>
                </a:cubicBezTo>
                <a:cubicBezTo>
                  <a:pt x="3200692" y="1974465"/>
                  <a:pt x="3189204" y="1985952"/>
                  <a:pt x="3175034" y="1985952"/>
                </a:cubicBezTo>
                <a:cubicBezTo>
                  <a:pt x="3160862" y="1985952"/>
                  <a:pt x="3149375" y="1974465"/>
                  <a:pt x="3149375" y="1960293"/>
                </a:cubicBezTo>
                <a:cubicBezTo>
                  <a:pt x="3149375" y="1946122"/>
                  <a:pt x="3160862" y="1934634"/>
                  <a:pt x="3175034" y="1934634"/>
                </a:cubicBezTo>
                <a:close/>
                <a:moveTo>
                  <a:pt x="3110828" y="1934634"/>
                </a:moveTo>
                <a:cubicBezTo>
                  <a:pt x="3124992" y="1934634"/>
                  <a:pt x="3136487" y="1946129"/>
                  <a:pt x="3136487" y="1960293"/>
                </a:cubicBezTo>
                <a:cubicBezTo>
                  <a:pt x="3136487" y="1974458"/>
                  <a:pt x="3124992" y="1985952"/>
                  <a:pt x="3110828" y="1985952"/>
                </a:cubicBezTo>
                <a:cubicBezTo>
                  <a:pt x="3096663" y="1985952"/>
                  <a:pt x="3085170" y="1974458"/>
                  <a:pt x="3085170" y="1960293"/>
                </a:cubicBezTo>
                <a:cubicBezTo>
                  <a:pt x="3085170" y="1946129"/>
                  <a:pt x="3096663" y="1934634"/>
                  <a:pt x="3110828" y="1934634"/>
                </a:cubicBezTo>
                <a:close/>
                <a:moveTo>
                  <a:pt x="3046623" y="1934634"/>
                </a:moveTo>
                <a:cubicBezTo>
                  <a:pt x="3060788" y="1934634"/>
                  <a:pt x="3072282" y="1946129"/>
                  <a:pt x="3072282" y="1960293"/>
                </a:cubicBezTo>
                <a:cubicBezTo>
                  <a:pt x="3072282" y="1974458"/>
                  <a:pt x="3060788" y="1985952"/>
                  <a:pt x="3046623" y="1985952"/>
                </a:cubicBezTo>
                <a:cubicBezTo>
                  <a:pt x="3032458" y="1985952"/>
                  <a:pt x="3020964" y="1974458"/>
                  <a:pt x="3020964" y="1960293"/>
                </a:cubicBezTo>
                <a:cubicBezTo>
                  <a:pt x="3020964" y="1946129"/>
                  <a:pt x="3032458" y="1934634"/>
                  <a:pt x="3046623" y="1934634"/>
                </a:cubicBezTo>
                <a:close/>
                <a:moveTo>
                  <a:pt x="2982301" y="1934634"/>
                </a:moveTo>
                <a:cubicBezTo>
                  <a:pt x="2996466" y="1934634"/>
                  <a:pt x="3007960" y="1946129"/>
                  <a:pt x="3007960" y="1960293"/>
                </a:cubicBezTo>
                <a:cubicBezTo>
                  <a:pt x="3007960" y="1974458"/>
                  <a:pt x="2996466" y="1985952"/>
                  <a:pt x="2982301" y="1985952"/>
                </a:cubicBezTo>
                <a:cubicBezTo>
                  <a:pt x="2968137" y="1985952"/>
                  <a:pt x="2956642" y="1974458"/>
                  <a:pt x="2956642" y="1960293"/>
                </a:cubicBezTo>
                <a:cubicBezTo>
                  <a:pt x="2956642" y="1946129"/>
                  <a:pt x="2968137" y="1934634"/>
                  <a:pt x="2982301" y="1934634"/>
                </a:cubicBezTo>
                <a:close/>
                <a:moveTo>
                  <a:pt x="2918096" y="1934634"/>
                </a:moveTo>
                <a:cubicBezTo>
                  <a:pt x="2932261" y="1934634"/>
                  <a:pt x="2943755" y="1946129"/>
                  <a:pt x="2943755" y="1960293"/>
                </a:cubicBezTo>
                <a:cubicBezTo>
                  <a:pt x="2943755" y="1974458"/>
                  <a:pt x="2932261" y="1985952"/>
                  <a:pt x="2918096" y="1985952"/>
                </a:cubicBezTo>
                <a:cubicBezTo>
                  <a:pt x="2903931" y="1985952"/>
                  <a:pt x="2892438" y="1974458"/>
                  <a:pt x="2892438" y="1960293"/>
                </a:cubicBezTo>
                <a:cubicBezTo>
                  <a:pt x="2892438" y="1946129"/>
                  <a:pt x="2903931" y="1934634"/>
                  <a:pt x="2918096" y="1934634"/>
                </a:cubicBezTo>
                <a:close/>
                <a:moveTo>
                  <a:pt x="2853890" y="1934634"/>
                </a:moveTo>
                <a:cubicBezTo>
                  <a:pt x="2868062" y="1934634"/>
                  <a:pt x="2879550" y="1946122"/>
                  <a:pt x="2879550" y="1960293"/>
                </a:cubicBezTo>
                <a:cubicBezTo>
                  <a:pt x="2879550" y="1974465"/>
                  <a:pt x="2868062" y="1985952"/>
                  <a:pt x="2853890" y="1985952"/>
                </a:cubicBezTo>
                <a:cubicBezTo>
                  <a:pt x="2839720" y="1985952"/>
                  <a:pt x="2828231" y="1974465"/>
                  <a:pt x="2828231" y="1960293"/>
                </a:cubicBezTo>
                <a:cubicBezTo>
                  <a:pt x="2828231" y="1946122"/>
                  <a:pt x="2839720" y="1934634"/>
                  <a:pt x="2853890" y="1934634"/>
                </a:cubicBezTo>
                <a:close/>
                <a:moveTo>
                  <a:pt x="2789686" y="1934634"/>
                </a:moveTo>
                <a:cubicBezTo>
                  <a:pt x="2803850" y="1934634"/>
                  <a:pt x="2815344" y="1946129"/>
                  <a:pt x="2815344" y="1960293"/>
                </a:cubicBezTo>
                <a:cubicBezTo>
                  <a:pt x="2815344" y="1974458"/>
                  <a:pt x="2803850" y="1985952"/>
                  <a:pt x="2789686" y="1985952"/>
                </a:cubicBezTo>
                <a:cubicBezTo>
                  <a:pt x="2775521" y="1985952"/>
                  <a:pt x="2764027" y="1974458"/>
                  <a:pt x="2764027" y="1960293"/>
                </a:cubicBezTo>
                <a:cubicBezTo>
                  <a:pt x="2764027" y="1946129"/>
                  <a:pt x="2775521" y="1934634"/>
                  <a:pt x="2789686" y="1934634"/>
                </a:cubicBezTo>
                <a:close/>
                <a:moveTo>
                  <a:pt x="2725480" y="1934634"/>
                </a:moveTo>
                <a:cubicBezTo>
                  <a:pt x="2739644" y="1934634"/>
                  <a:pt x="2751140" y="1946129"/>
                  <a:pt x="2751140" y="1960293"/>
                </a:cubicBezTo>
                <a:cubicBezTo>
                  <a:pt x="2751140" y="1974458"/>
                  <a:pt x="2739644" y="1985952"/>
                  <a:pt x="2725480" y="1985952"/>
                </a:cubicBezTo>
                <a:cubicBezTo>
                  <a:pt x="2711315" y="1985952"/>
                  <a:pt x="2699821" y="1974458"/>
                  <a:pt x="2699821" y="1960293"/>
                </a:cubicBezTo>
                <a:cubicBezTo>
                  <a:pt x="2699821" y="1946129"/>
                  <a:pt x="2711315" y="1934634"/>
                  <a:pt x="2725480" y="1934634"/>
                </a:cubicBezTo>
                <a:close/>
                <a:moveTo>
                  <a:pt x="2661276" y="1934634"/>
                </a:moveTo>
                <a:cubicBezTo>
                  <a:pt x="2675440" y="1934634"/>
                  <a:pt x="2686933" y="1946129"/>
                  <a:pt x="2686933" y="1960293"/>
                </a:cubicBezTo>
                <a:cubicBezTo>
                  <a:pt x="2686933" y="1974458"/>
                  <a:pt x="2675440" y="1985952"/>
                  <a:pt x="2661276" y="1985952"/>
                </a:cubicBezTo>
                <a:cubicBezTo>
                  <a:pt x="2647111" y="1985952"/>
                  <a:pt x="2635616" y="1974458"/>
                  <a:pt x="2635616" y="1960293"/>
                </a:cubicBezTo>
                <a:cubicBezTo>
                  <a:pt x="2635616" y="1946129"/>
                  <a:pt x="2647111" y="1934634"/>
                  <a:pt x="2661276" y="1934634"/>
                </a:cubicBezTo>
                <a:close/>
                <a:moveTo>
                  <a:pt x="2597069" y="1934634"/>
                </a:moveTo>
                <a:cubicBezTo>
                  <a:pt x="2611234" y="1934634"/>
                  <a:pt x="2622729" y="1946129"/>
                  <a:pt x="2622729" y="1960293"/>
                </a:cubicBezTo>
                <a:cubicBezTo>
                  <a:pt x="2622729" y="1974458"/>
                  <a:pt x="2611234" y="1985952"/>
                  <a:pt x="2597069" y="1985952"/>
                </a:cubicBezTo>
                <a:cubicBezTo>
                  <a:pt x="2582904" y="1985952"/>
                  <a:pt x="2571410" y="1974458"/>
                  <a:pt x="2571410" y="1960293"/>
                </a:cubicBezTo>
                <a:cubicBezTo>
                  <a:pt x="2571410" y="1946129"/>
                  <a:pt x="2582904" y="1934634"/>
                  <a:pt x="2597069" y="1934634"/>
                </a:cubicBezTo>
                <a:close/>
                <a:moveTo>
                  <a:pt x="2532865" y="1934634"/>
                </a:moveTo>
                <a:cubicBezTo>
                  <a:pt x="2547035" y="1934634"/>
                  <a:pt x="2558523" y="1946122"/>
                  <a:pt x="2558523" y="1960293"/>
                </a:cubicBezTo>
                <a:cubicBezTo>
                  <a:pt x="2558523" y="1974465"/>
                  <a:pt x="2547035" y="1985952"/>
                  <a:pt x="2532865" y="1985952"/>
                </a:cubicBezTo>
                <a:cubicBezTo>
                  <a:pt x="2518693" y="1985952"/>
                  <a:pt x="2507205" y="1974465"/>
                  <a:pt x="2507205" y="1960293"/>
                </a:cubicBezTo>
                <a:cubicBezTo>
                  <a:pt x="2507205" y="1946122"/>
                  <a:pt x="2518693" y="1934634"/>
                  <a:pt x="2532865" y="1934634"/>
                </a:cubicBezTo>
                <a:close/>
                <a:moveTo>
                  <a:pt x="2468658" y="1934634"/>
                </a:moveTo>
                <a:cubicBezTo>
                  <a:pt x="2482831" y="1934634"/>
                  <a:pt x="2494318" y="1946122"/>
                  <a:pt x="2494318" y="1960293"/>
                </a:cubicBezTo>
                <a:cubicBezTo>
                  <a:pt x="2494318" y="1974465"/>
                  <a:pt x="2482831" y="1985952"/>
                  <a:pt x="2468658" y="1985952"/>
                </a:cubicBezTo>
                <a:cubicBezTo>
                  <a:pt x="2454488" y="1985952"/>
                  <a:pt x="2443000" y="1974465"/>
                  <a:pt x="2443000" y="1960293"/>
                </a:cubicBezTo>
                <a:cubicBezTo>
                  <a:pt x="2443000" y="1946122"/>
                  <a:pt x="2454488" y="1934634"/>
                  <a:pt x="2468658" y="1934634"/>
                </a:cubicBezTo>
                <a:close/>
                <a:moveTo>
                  <a:pt x="2404454" y="1934634"/>
                </a:moveTo>
                <a:cubicBezTo>
                  <a:pt x="2418619" y="1934634"/>
                  <a:pt x="2430112" y="1946129"/>
                  <a:pt x="2430112" y="1960293"/>
                </a:cubicBezTo>
                <a:cubicBezTo>
                  <a:pt x="2430112" y="1974458"/>
                  <a:pt x="2418619" y="1985952"/>
                  <a:pt x="2404454" y="1985952"/>
                </a:cubicBezTo>
                <a:cubicBezTo>
                  <a:pt x="2390289" y="1985952"/>
                  <a:pt x="2378795" y="1974458"/>
                  <a:pt x="2378795" y="1960293"/>
                </a:cubicBezTo>
                <a:cubicBezTo>
                  <a:pt x="2378795" y="1946129"/>
                  <a:pt x="2390289" y="1934634"/>
                  <a:pt x="2404454" y="1934634"/>
                </a:cubicBezTo>
                <a:close/>
                <a:moveTo>
                  <a:pt x="2340249" y="1934634"/>
                </a:moveTo>
                <a:cubicBezTo>
                  <a:pt x="2354413" y="1934634"/>
                  <a:pt x="2365908" y="1946129"/>
                  <a:pt x="2365908" y="1960293"/>
                </a:cubicBezTo>
                <a:cubicBezTo>
                  <a:pt x="2365908" y="1974458"/>
                  <a:pt x="2354413" y="1985952"/>
                  <a:pt x="2340249" y="1985952"/>
                </a:cubicBezTo>
                <a:cubicBezTo>
                  <a:pt x="2326084" y="1985952"/>
                  <a:pt x="2314590" y="1974458"/>
                  <a:pt x="2314590" y="1960293"/>
                </a:cubicBezTo>
                <a:cubicBezTo>
                  <a:pt x="2314590" y="1946129"/>
                  <a:pt x="2326084" y="1934634"/>
                  <a:pt x="2340249" y="1934634"/>
                </a:cubicBezTo>
                <a:close/>
                <a:moveTo>
                  <a:pt x="2276044" y="1934634"/>
                </a:moveTo>
                <a:cubicBezTo>
                  <a:pt x="2290208" y="1934634"/>
                  <a:pt x="2301702" y="1946129"/>
                  <a:pt x="2301702" y="1960293"/>
                </a:cubicBezTo>
                <a:cubicBezTo>
                  <a:pt x="2301702" y="1974458"/>
                  <a:pt x="2290208" y="1985952"/>
                  <a:pt x="2276044" y="1985952"/>
                </a:cubicBezTo>
                <a:cubicBezTo>
                  <a:pt x="2261879" y="1985952"/>
                  <a:pt x="2250385" y="1974458"/>
                  <a:pt x="2250385" y="1960293"/>
                </a:cubicBezTo>
                <a:cubicBezTo>
                  <a:pt x="2250385" y="1946129"/>
                  <a:pt x="2261879" y="1934634"/>
                  <a:pt x="2276044" y="1934634"/>
                </a:cubicBezTo>
                <a:close/>
                <a:moveTo>
                  <a:pt x="2211838" y="1934634"/>
                </a:moveTo>
                <a:cubicBezTo>
                  <a:pt x="2226003" y="1934634"/>
                  <a:pt x="2237497" y="1946129"/>
                  <a:pt x="2237497" y="1960293"/>
                </a:cubicBezTo>
                <a:cubicBezTo>
                  <a:pt x="2237497" y="1974458"/>
                  <a:pt x="2226003" y="1985952"/>
                  <a:pt x="2211838" y="1985952"/>
                </a:cubicBezTo>
                <a:cubicBezTo>
                  <a:pt x="2197673" y="1985952"/>
                  <a:pt x="2186178" y="1974458"/>
                  <a:pt x="2186178" y="1960293"/>
                </a:cubicBezTo>
                <a:cubicBezTo>
                  <a:pt x="2186178" y="1946129"/>
                  <a:pt x="2197673" y="1934634"/>
                  <a:pt x="2211838" y="1934634"/>
                </a:cubicBezTo>
                <a:close/>
                <a:moveTo>
                  <a:pt x="2147633" y="1934634"/>
                </a:moveTo>
                <a:cubicBezTo>
                  <a:pt x="2161804" y="1934634"/>
                  <a:pt x="2173293" y="1946122"/>
                  <a:pt x="2173293" y="1960293"/>
                </a:cubicBezTo>
                <a:cubicBezTo>
                  <a:pt x="2173293" y="1974465"/>
                  <a:pt x="2161804" y="1985952"/>
                  <a:pt x="2147633" y="1985952"/>
                </a:cubicBezTo>
                <a:cubicBezTo>
                  <a:pt x="2133462" y="1985952"/>
                  <a:pt x="2121975" y="1974465"/>
                  <a:pt x="2121975" y="1960293"/>
                </a:cubicBezTo>
                <a:cubicBezTo>
                  <a:pt x="2121975" y="1946122"/>
                  <a:pt x="2133462" y="1934634"/>
                  <a:pt x="2147633" y="1934634"/>
                </a:cubicBezTo>
                <a:close/>
                <a:moveTo>
                  <a:pt x="2083427" y="1934634"/>
                </a:moveTo>
                <a:cubicBezTo>
                  <a:pt x="2097599" y="1934634"/>
                  <a:pt x="2109087" y="1946122"/>
                  <a:pt x="2109087" y="1960293"/>
                </a:cubicBezTo>
                <a:cubicBezTo>
                  <a:pt x="2109087" y="1974465"/>
                  <a:pt x="2097599" y="1985952"/>
                  <a:pt x="2083427" y="1985952"/>
                </a:cubicBezTo>
                <a:cubicBezTo>
                  <a:pt x="2069257" y="1985952"/>
                  <a:pt x="2057768" y="1974465"/>
                  <a:pt x="2057768" y="1960293"/>
                </a:cubicBezTo>
                <a:cubicBezTo>
                  <a:pt x="2057768" y="1946122"/>
                  <a:pt x="2069257" y="1934634"/>
                  <a:pt x="2083427" y="1934634"/>
                </a:cubicBezTo>
                <a:close/>
                <a:moveTo>
                  <a:pt x="2019222" y="1934634"/>
                </a:moveTo>
                <a:cubicBezTo>
                  <a:pt x="2033387" y="1934634"/>
                  <a:pt x="2044880" y="1946129"/>
                  <a:pt x="2044880" y="1960293"/>
                </a:cubicBezTo>
                <a:cubicBezTo>
                  <a:pt x="2044880" y="1974458"/>
                  <a:pt x="2033387" y="1985952"/>
                  <a:pt x="2019222" y="1985952"/>
                </a:cubicBezTo>
                <a:cubicBezTo>
                  <a:pt x="2005058" y="1985952"/>
                  <a:pt x="1993563" y="1974458"/>
                  <a:pt x="1993563" y="1960293"/>
                </a:cubicBezTo>
                <a:cubicBezTo>
                  <a:pt x="1993563" y="1946129"/>
                  <a:pt x="2005058" y="1934634"/>
                  <a:pt x="2019222" y="1934634"/>
                </a:cubicBezTo>
                <a:close/>
                <a:moveTo>
                  <a:pt x="1955016" y="1934634"/>
                </a:moveTo>
                <a:cubicBezTo>
                  <a:pt x="1969181" y="1934634"/>
                  <a:pt x="1980676" y="1946129"/>
                  <a:pt x="1980676" y="1960293"/>
                </a:cubicBezTo>
                <a:cubicBezTo>
                  <a:pt x="1980676" y="1974458"/>
                  <a:pt x="1969181" y="1985952"/>
                  <a:pt x="1955016" y="1985952"/>
                </a:cubicBezTo>
                <a:cubicBezTo>
                  <a:pt x="1940851" y="1985952"/>
                  <a:pt x="1929358" y="1974458"/>
                  <a:pt x="1929358" y="1960293"/>
                </a:cubicBezTo>
                <a:cubicBezTo>
                  <a:pt x="1929358" y="1946129"/>
                  <a:pt x="1940851" y="1934634"/>
                  <a:pt x="1955016" y="1934634"/>
                </a:cubicBezTo>
                <a:close/>
                <a:moveTo>
                  <a:pt x="1890696" y="1934634"/>
                </a:moveTo>
                <a:cubicBezTo>
                  <a:pt x="1904860" y="1934634"/>
                  <a:pt x="1916355" y="1946129"/>
                  <a:pt x="1916355" y="1960293"/>
                </a:cubicBezTo>
                <a:cubicBezTo>
                  <a:pt x="1916355" y="1974458"/>
                  <a:pt x="1904860" y="1985952"/>
                  <a:pt x="1890696" y="1985952"/>
                </a:cubicBezTo>
                <a:cubicBezTo>
                  <a:pt x="1876531" y="1985952"/>
                  <a:pt x="1865037" y="1974458"/>
                  <a:pt x="1865037" y="1960293"/>
                </a:cubicBezTo>
                <a:cubicBezTo>
                  <a:pt x="1865037" y="1946129"/>
                  <a:pt x="1876531" y="1934634"/>
                  <a:pt x="1890696" y="1934634"/>
                </a:cubicBezTo>
                <a:close/>
                <a:moveTo>
                  <a:pt x="1826490" y="1934634"/>
                </a:moveTo>
                <a:cubicBezTo>
                  <a:pt x="1840654" y="1934634"/>
                  <a:pt x="1852149" y="1946129"/>
                  <a:pt x="1852149" y="1960293"/>
                </a:cubicBezTo>
                <a:cubicBezTo>
                  <a:pt x="1852149" y="1974458"/>
                  <a:pt x="1840654" y="1985952"/>
                  <a:pt x="1826490" y="1985952"/>
                </a:cubicBezTo>
                <a:cubicBezTo>
                  <a:pt x="1812325" y="1985952"/>
                  <a:pt x="1800830" y="1974458"/>
                  <a:pt x="1800830" y="1960293"/>
                </a:cubicBezTo>
                <a:cubicBezTo>
                  <a:pt x="1800830" y="1946129"/>
                  <a:pt x="1812325" y="1934634"/>
                  <a:pt x="1826490" y="1934634"/>
                </a:cubicBezTo>
                <a:close/>
                <a:moveTo>
                  <a:pt x="1762285" y="1934634"/>
                </a:moveTo>
                <a:cubicBezTo>
                  <a:pt x="1776456" y="1934634"/>
                  <a:pt x="1787944" y="1946122"/>
                  <a:pt x="1787944" y="1960293"/>
                </a:cubicBezTo>
                <a:cubicBezTo>
                  <a:pt x="1787944" y="1974465"/>
                  <a:pt x="1776456" y="1985952"/>
                  <a:pt x="1762285" y="1985952"/>
                </a:cubicBezTo>
                <a:cubicBezTo>
                  <a:pt x="1748114" y="1985952"/>
                  <a:pt x="1736626" y="1974465"/>
                  <a:pt x="1736626" y="1960293"/>
                </a:cubicBezTo>
                <a:cubicBezTo>
                  <a:pt x="1736626" y="1946122"/>
                  <a:pt x="1748114" y="1934634"/>
                  <a:pt x="1762285" y="1934634"/>
                </a:cubicBezTo>
                <a:close/>
                <a:moveTo>
                  <a:pt x="1698080" y="1934634"/>
                </a:moveTo>
                <a:cubicBezTo>
                  <a:pt x="1712244" y="1934634"/>
                  <a:pt x="1723738" y="1946129"/>
                  <a:pt x="1723738" y="1960293"/>
                </a:cubicBezTo>
                <a:cubicBezTo>
                  <a:pt x="1723738" y="1974458"/>
                  <a:pt x="1712244" y="1985952"/>
                  <a:pt x="1698080" y="1985952"/>
                </a:cubicBezTo>
                <a:cubicBezTo>
                  <a:pt x="1683915" y="1985952"/>
                  <a:pt x="1672420" y="1974458"/>
                  <a:pt x="1672420" y="1960293"/>
                </a:cubicBezTo>
                <a:cubicBezTo>
                  <a:pt x="1672420" y="1946129"/>
                  <a:pt x="1683915" y="1934634"/>
                  <a:pt x="1698080" y="1934634"/>
                </a:cubicBezTo>
                <a:close/>
                <a:moveTo>
                  <a:pt x="1633874" y="1934634"/>
                </a:moveTo>
                <a:cubicBezTo>
                  <a:pt x="1648039" y="1934634"/>
                  <a:pt x="1659533" y="1946129"/>
                  <a:pt x="1659533" y="1960293"/>
                </a:cubicBezTo>
                <a:cubicBezTo>
                  <a:pt x="1659533" y="1974458"/>
                  <a:pt x="1648039" y="1985952"/>
                  <a:pt x="1633874" y="1985952"/>
                </a:cubicBezTo>
                <a:cubicBezTo>
                  <a:pt x="1619710" y="1985952"/>
                  <a:pt x="1608216" y="1974458"/>
                  <a:pt x="1608216" y="1960293"/>
                </a:cubicBezTo>
                <a:cubicBezTo>
                  <a:pt x="1608216" y="1946129"/>
                  <a:pt x="1619710" y="1934634"/>
                  <a:pt x="1633874" y="1934634"/>
                </a:cubicBezTo>
                <a:close/>
                <a:moveTo>
                  <a:pt x="1569669" y="1934634"/>
                </a:moveTo>
                <a:cubicBezTo>
                  <a:pt x="1583834" y="1934634"/>
                  <a:pt x="1595328" y="1946129"/>
                  <a:pt x="1595328" y="1960293"/>
                </a:cubicBezTo>
                <a:cubicBezTo>
                  <a:pt x="1595328" y="1974458"/>
                  <a:pt x="1583834" y="1985952"/>
                  <a:pt x="1569669" y="1985952"/>
                </a:cubicBezTo>
                <a:cubicBezTo>
                  <a:pt x="1555504" y="1985952"/>
                  <a:pt x="1544010" y="1974458"/>
                  <a:pt x="1544010" y="1960293"/>
                </a:cubicBezTo>
                <a:cubicBezTo>
                  <a:pt x="1544010" y="1946129"/>
                  <a:pt x="1555504" y="1934634"/>
                  <a:pt x="1569669" y="1934634"/>
                </a:cubicBezTo>
                <a:close/>
                <a:moveTo>
                  <a:pt x="1505464" y="1934634"/>
                </a:moveTo>
                <a:cubicBezTo>
                  <a:pt x="1519629" y="1934634"/>
                  <a:pt x="1531123" y="1946129"/>
                  <a:pt x="1531123" y="1960293"/>
                </a:cubicBezTo>
                <a:cubicBezTo>
                  <a:pt x="1531123" y="1974458"/>
                  <a:pt x="1519629" y="1985952"/>
                  <a:pt x="1505464" y="1985952"/>
                </a:cubicBezTo>
                <a:cubicBezTo>
                  <a:pt x="1491299" y="1985952"/>
                  <a:pt x="1479806" y="1974458"/>
                  <a:pt x="1479806" y="1960293"/>
                </a:cubicBezTo>
                <a:cubicBezTo>
                  <a:pt x="1479806" y="1946129"/>
                  <a:pt x="1491299" y="1934634"/>
                  <a:pt x="1505464" y="1934634"/>
                </a:cubicBezTo>
                <a:close/>
                <a:moveTo>
                  <a:pt x="1441258" y="1934634"/>
                </a:moveTo>
                <a:cubicBezTo>
                  <a:pt x="1455430" y="1934634"/>
                  <a:pt x="1466917" y="1946122"/>
                  <a:pt x="1466917" y="1960293"/>
                </a:cubicBezTo>
                <a:cubicBezTo>
                  <a:pt x="1466917" y="1974465"/>
                  <a:pt x="1455430" y="1985952"/>
                  <a:pt x="1441258" y="1985952"/>
                </a:cubicBezTo>
                <a:cubicBezTo>
                  <a:pt x="1427087" y="1985952"/>
                  <a:pt x="1415599" y="1974465"/>
                  <a:pt x="1415599" y="1960293"/>
                </a:cubicBezTo>
                <a:cubicBezTo>
                  <a:pt x="1415599" y="1946122"/>
                  <a:pt x="1427087" y="1934634"/>
                  <a:pt x="1441258" y="1934634"/>
                </a:cubicBezTo>
                <a:close/>
                <a:moveTo>
                  <a:pt x="1377053" y="1934634"/>
                </a:moveTo>
                <a:cubicBezTo>
                  <a:pt x="1391224" y="1934634"/>
                  <a:pt x="1402712" y="1946122"/>
                  <a:pt x="1402712" y="1960293"/>
                </a:cubicBezTo>
                <a:cubicBezTo>
                  <a:pt x="1402712" y="1974465"/>
                  <a:pt x="1391224" y="1985952"/>
                  <a:pt x="1377053" y="1985952"/>
                </a:cubicBezTo>
                <a:cubicBezTo>
                  <a:pt x="1362882" y="1985952"/>
                  <a:pt x="1351395" y="1974465"/>
                  <a:pt x="1351395" y="1960293"/>
                </a:cubicBezTo>
                <a:cubicBezTo>
                  <a:pt x="1351395" y="1946122"/>
                  <a:pt x="1362882" y="1934634"/>
                  <a:pt x="1377053" y="1934634"/>
                </a:cubicBezTo>
                <a:close/>
                <a:moveTo>
                  <a:pt x="1312848" y="1934634"/>
                </a:moveTo>
                <a:cubicBezTo>
                  <a:pt x="1327013" y="1934634"/>
                  <a:pt x="1338507" y="1946129"/>
                  <a:pt x="1338507" y="1960293"/>
                </a:cubicBezTo>
                <a:cubicBezTo>
                  <a:pt x="1338507" y="1974458"/>
                  <a:pt x="1327013" y="1985952"/>
                  <a:pt x="1312848" y="1985952"/>
                </a:cubicBezTo>
                <a:cubicBezTo>
                  <a:pt x="1298683" y="1985952"/>
                  <a:pt x="1287190" y="1974458"/>
                  <a:pt x="1287190" y="1960293"/>
                </a:cubicBezTo>
                <a:cubicBezTo>
                  <a:pt x="1287190" y="1946129"/>
                  <a:pt x="1298683" y="1934634"/>
                  <a:pt x="1312848" y="1934634"/>
                </a:cubicBezTo>
                <a:close/>
                <a:moveTo>
                  <a:pt x="1248643" y="1934634"/>
                </a:moveTo>
                <a:cubicBezTo>
                  <a:pt x="1262808" y="1934634"/>
                  <a:pt x="1274302" y="1946129"/>
                  <a:pt x="1274302" y="1960293"/>
                </a:cubicBezTo>
                <a:cubicBezTo>
                  <a:pt x="1274302" y="1974458"/>
                  <a:pt x="1262808" y="1985952"/>
                  <a:pt x="1248643" y="1985952"/>
                </a:cubicBezTo>
                <a:cubicBezTo>
                  <a:pt x="1234479" y="1985952"/>
                  <a:pt x="1222984" y="1974458"/>
                  <a:pt x="1222984" y="1960293"/>
                </a:cubicBezTo>
                <a:cubicBezTo>
                  <a:pt x="1222984" y="1946129"/>
                  <a:pt x="1234479" y="1934634"/>
                  <a:pt x="1248643" y="1934634"/>
                </a:cubicBezTo>
                <a:close/>
                <a:moveTo>
                  <a:pt x="1184437" y="1934634"/>
                </a:moveTo>
                <a:cubicBezTo>
                  <a:pt x="1198602" y="1934634"/>
                  <a:pt x="1210096" y="1946129"/>
                  <a:pt x="1210096" y="1960293"/>
                </a:cubicBezTo>
                <a:cubicBezTo>
                  <a:pt x="1210096" y="1974458"/>
                  <a:pt x="1198602" y="1985952"/>
                  <a:pt x="1184437" y="1985952"/>
                </a:cubicBezTo>
                <a:cubicBezTo>
                  <a:pt x="1170273" y="1985952"/>
                  <a:pt x="1158780" y="1974458"/>
                  <a:pt x="1158780" y="1960293"/>
                </a:cubicBezTo>
                <a:cubicBezTo>
                  <a:pt x="1158780" y="1946129"/>
                  <a:pt x="1170273" y="1934634"/>
                  <a:pt x="1184437" y="1934634"/>
                </a:cubicBezTo>
                <a:close/>
                <a:moveTo>
                  <a:pt x="1120233" y="1934634"/>
                </a:moveTo>
                <a:cubicBezTo>
                  <a:pt x="1134398" y="1934634"/>
                  <a:pt x="1145892" y="1946129"/>
                  <a:pt x="1145892" y="1960293"/>
                </a:cubicBezTo>
                <a:cubicBezTo>
                  <a:pt x="1145892" y="1974458"/>
                  <a:pt x="1134398" y="1985952"/>
                  <a:pt x="1120233" y="1985952"/>
                </a:cubicBezTo>
                <a:cubicBezTo>
                  <a:pt x="1106068" y="1985952"/>
                  <a:pt x="1094573" y="1974458"/>
                  <a:pt x="1094573" y="1960293"/>
                </a:cubicBezTo>
                <a:cubicBezTo>
                  <a:pt x="1094573" y="1946129"/>
                  <a:pt x="1106068" y="1934634"/>
                  <a:pt x="1120233" y="1934634"/>
                </a:cubicBezTo>
                <a:close/>
                <a:moveTo>
                  <a:pt x="1056027" y="1934634"/>
                </a:moveTo>
                <a:cubicBezTo>
                  <a:pt x="1070199" y="1934634"/>
                  <a:pt x="1081685" y="1946122"/>
                  <a:pt x="1081685" y="1960293"/>
                </a:cubicBezTo>
                <a:cubicBezTo>
                  <a:pt x="1081685" y="1974465"/>
                  <a:pt x="1070199" y="1985952"/>
                  <a:pt x="1056027" y="1985952"/>
                </a:cubicBezTo>
                <a:cubicBezTo>
                  <a:pt x="1041857" y="1985952"/>
                  <a:pt x="1030369" y="1974465"/>
                  <a:pt x="1030369" y="1960293"/>
                </a:cubicBezTo>
                <a:cubicBezTo>
                  <a:pt x="1030369" y="1946122"/>
                  <a:pt x="1041857" y="1934634"/>
                  <a:pt x="1056027" y="1934634"/>
                </a:cubicBezTo>
                <a:close/>
                <a:moveTo>
                  <a:pt x="991823" y="1934634"/>
                </a:moveTo>
                <a:cubicBezTo>
                  <a:pt x="1005993" y="1934634"/>
                  <a:pt x="1017481" y="1946122"/>
                  <a:pt x="1017481" y="1960293"/>
                </a:cubicBezTo>
                <a:cubicBezTo>
                  <a:pt x="1017481" y="1974465"/>
                  <a:pt x="1005993" y="1985952"/>
                  <a:pt x="991823" y="1985952"/>
                </a:cubicBezTo>
                <a:cubicBezTo>
                  <a:pt x="977652" y="1985952"/>
                  <a:pt x="966162" y="1974465"/>
                  <a:pt x="966162" y="1960293"/>
                </a:cubicBezTo>
                <a:cubicBezTo>
                  <a:pt x="966162" y="1946122"/>
                  <a:pt x="977652" y="1934634"/>
                  <a:pt x="991823" y="1934634"/>
                </a:cubicBezTo>
                <a:close/>
                <a:moveTo>
                  <a:pt x="927616" y="1934634"/>
                </a:moveTo>
                <a:cubicBezTo>
                  <a:pt x="941781" y="1934634"/>
                  <a:pt x="953275" y="1946129"/>
                  <a:pt x="953275" y="1960293"/>
                </a:cubicBezTo>
                <a:cubicBezTo>
                  <a:pt x="953275" y="1974458"/>
                  <a:pt x="941781" y="1985952"/>
                  <a:pt x="927616" y="1985952"/>
                </a:cubicBezTo>
                <a:cubicBezTo>
                  <a:pt x="913452" y="1985952"/>
                  <a:pt x="901957" y="1974458"/>
                  <a:pt x="901957" y="1960293"/>
                </a:cubicBezTo>
                <a:cubicBezTo>
                  <a:pt x="901957" y="1946129"/>
                  <a:pt x="913452" y="1934634"/>
                  <a:pt x="927616" y="1934634"/>
                </a:cubicBezTo>
                <a:close/>
                <a:moveTo>
                  <a:pt x="863411" y="1934634"/>
                </a:moveTo>
                <a:cubicBezTo>
                  <a:pt x="877576" y="1934634"/>
                  <a:pt x="889071" y="1946129"/>
                  <a:pt x="889071" y="1960293"/>
                </a:cubicBezTo>
                <a:cubicBezTo>
                  <a:pt x="889071" y="1974458"/>
                  <a:pt x="877576" y="1985952"/>
                  <a:pt x="863411" y="1985952"/>
                </a:cubicBezTo>
                <a:cubicBezTo>
                  <a:pt x="849248" y="1985952"/>
                  <a:pt x="837752" y="1974458"/>
                  <a:pt x="837752" y="1960293"/>
                </a:cubicBezTo>
                <a:cubicBezTo>
                  <a:pt x="837752" y="1946129"/>
                  <a:pt x="849248" y="1934634"/>
                  <a:pt x="863411" y="1934634"/>
                </a:cubicBezTo>
                <a:close/>
                <a:moveTo>
                  <a:pt x="799089" y="1934634"/>
                </a:moveTo>
                <a:cubicBezTo>
                  <a:pt x="813255" y="1934634"/>
                  <a:pt x="824748" y="1946129"/>
                  <a:pt x="824748" y="1960293"/>
                </a:cubicBezTo>
                <a:cubicBezTo>
                  <a:pt x="824748" y="1974458"/>
                  <a:pt x="813255" y="1985952"/>
                  <a:pt x="799089" y="1985952"/>
                </a:cubicBezTo>
                <a:cubicBezTo>
                  <a:pt x="784925" y="1985952"/>
                  <a:pt x="773432" y="1974458"/>
                  <a:pt x="773432" y="1960293"/>
                </a:cubicBezTo>
                <a:cubicBezTo>
                  <a:pt x="773432" y="1946129"/>
                  <a:pt x="784925" y="1934634"/>
                  <a:pt x="799089" y="1934634"/>
                </a:cubicBezTo>
                <a:close/>
                <a:moveTo>
                  <a:pt x="734885" y="1934634"/>
                </a:moveTo>
                <a:cubicBezTo>
                  <a:pt x="749049" y="1934634"/>
                  <a:pt x="760544" y="1946129"/>
                  <a:pt x="760544" y="1960293"/>
                </a:cubicBezTo>
                <a:cubicBezTo>
                  <a:pt x="760544" y="1974458"/>
                  <a:pt x="749049" y="1985952"/>
                  <a:pt x="734885" y="1985952"/>
                </a:cubicBezTo>
                <a:cubicBezTo>
                  <a:pt x="720720" y="1985952"/>
                  <a:pt x="709225" y="1974458"/>
                  <a:pt x="709225" y="1960293"/>
                </a:cubicBezTo>
                <a:cubicBezTo>
                  <a:pt x="709225" y="1946129"/>
                  <a:pt x="720720" y="1934634"/>
                  <a:pt x="734885" y="1934634"/>
                </a:cubicBezTo>
                <a:close/>
                <a:moveTo>
                  <a:pt x="670679" y="1934634"/>
                </a:moveTo>
                <a:cubicBezTo>
                  <a:pt x="684851" y="1934634"/>
                  <a:pt x="696338" y="1946122"/>
                  <a:pt x="696338" y="1960293"/>
                </a:cubicBezTo>
                <a:cubicBezTo>
                  <a:pt x="696338" y="1974465"/>
                  <a:pt x="684851" y="1985952"/>
                  <a:pt x="670679" y="1985952"/>
                </a:cubicBezTo>
                <a:cubicBezTo>
                  <a:pt x="656509" y="1985952"/>
                  <a:pt x="645020" y="1974465"/>
                  <a:pt x="645020" y="1960293"/>
                </a:cubicBezTo>
                <a:cubicBezTo>
                  <a:pt x="645020" y="1946122"/>
                  <a:pt x="656509" y="1934634"/>
                  <a:pt x="670679" y="1934634"/>
                </a:cubicBezTo>
                <a:close/>
                <a:moveTo>
                  <a:pt x="606475" y="1934634"/>
                </a:moveTo>
                <a:cubicBezTo>
                  <a:pt x="620639" y="1934634"/>
                  <a:pt x="632134" y="1946129"/>
                  <a:pt x="632134" y="1960293"/>
                </a:cubicBezTo>
                <a:cubicBezTo>
                  <a:pt x="632134" y="1974458"/>
                  <a:pt x="620639" y="1985952"/>
                  <a:pt x="606475" y="1985952"/>
                </a:cubicBezTo>
                <a:cubicBezTo>
                  <a:pt x="592310" y="1985952"/>
                  <a:pt x="580815" y="1974458"/>
                  <a:pt x="580815" y="1960293"/>
                </a:cubicBezTo>
                <a:cubicBezTo>
                  <a:pt x="580815" y="1946129"/>
                  <a:pt x="592310" y="1934634"/>
                  <a:pt x="606475" y="1934634"/>
                </a:cubicBezTo>
                <a:close/>
                <a:moveTo>
                  <a:pt x="542268" y="1934634"/>
                </a:moveTo>
                <a:cubicBezTo>
                  <a:pt x="556433" y="1934634"/>
                  <a:pt x="567927" y="1946129"/>
                  <a:pt x="567927" y="1960293"/>
                </a:cubicBezTo>
                <a:cubicBezTo>
                  <a:pt x="567927" y="1974458"/>
                  <a:pt x="556433" y="1985952"/>
                  <a:pt x="542268" y="1985952"/>
                </a:cubicBezTo>
                <a:cubicBezTo>
                  <a:pt x="528104" y="1985952"/>
                  <a:pt x="516610" y="1974458"/>
                  <a:pt x="516610" y="1960293"/>
                </a:cubicBezTo>
                <a:cubicBezTo>
                  <a:pt x="516610" y="1946129"/>
                  <a:pt x="528104" y="1934634"/>
                  <a:pt x="542268" y="1934634"/>
                </a:cubicBezTo>
                <a:close/>
                <a:moveTo>
                  <a:pt x="478063" y="1934634"/>
                </a:moveTo>
                <a:cubicBezTo>
                  <a:pt x="492228" y="1934634"/>
                  <a:pt x="503724" y="1946129"/>
                  <a:pt x="503724" y="1960293"/>
                </a:cubicBezTo>
                <a:cubicBezTo>
                  <a:pt x="503724" y="1974458"/>
                  <a:pt x="492228" y="1985952"/>
                  <a:pt x="478063" y="1985952"/>
                </a:cubicBezTo>
                <a:cubicBezTo>
                  <a:pt x="463900" y="1985952"/>
                  <a:pt x="452404" y="1974458"/>
                  <a:pt x="452404" y="1960293"/>
                </a:cubicBezTo>
                <a:cubicBezTo>
                  <a:pt x="452404" y="1946129"/>
                  <a:pt x="463900" y="1934634"/>
                  <a:pt x="478063" y="1934634"/>
                </a:cubicBezTo>
                <a:close/>
                <a:moveTo>
                  <a:pt x="413858" y="1934634"/>
                </a:moveTo>
                <a:cubicBezTo>
                  <a:pt x="428023" y="1934634"/>
                  <a:pt x="439517" y="1946129"/>
                  <a:pt x="439517" y="1960293"/>
                </a:cubicBezTo>
                <a:cubicBezTo>
                  <a:pt x="439517" y="1974458"/>
                  <a:pt x="428023" y="1985952"/>
                  <a:pt x="413858" y="1985952"/>
                </a:cubicBezTo>
                <a:cubicBezTo>
                  <a:pt x="399694" y="1985952"/>
                  <a:pt x="388200" y="1974458"/>
                  <a:pt x="388200" y="1960293"/>
                </a:cubicBezTo>
                <a:cubicBezTo>
                  <a:pt x="388200" y="1946129"/>
                  <a:pt x="399694" y="1934634"/>
                  <a:pt x="413858" y="1934634"/>
                </a:cubicBezTo>
                <a:close/>
                <a:moveTo>
                  <a:pt x="346686" y="1934634"/>
                </a:moveTo>
                <a:cubicBezTo>
                  <a:pt x="360849" y="1934634"/>
                  <a:pt x="372344" y="1946129"/>
                  <a:pt x="372344" y="1960293"/>
                </a:cubicBezTo>
                <a:cubicBezTo>
                  <a:pt x="372344" y="1974458"/>
                  <a:pt x="360849" y="1985952"/>
                  <a:pt x="346686" y="1985952"/>
                </a:cubicBezTo>
                <a:cubicBezTo>
                  <a:pt x="332520" y="1985952"/>
                  <a:pt x="321027" y="1974458"/>
                  <a:pt x="321027" y="1960293"/>
                </a:cubicBezTo>
                <a:cubicBezTo>
                  <a:pt x="321027" y="1946129"/>
                  <a:pt x="332520" y="1934634"/>
                  <a:pt x="346686" y="1934634"/>
                </a:cubicBezTo>
                <a:close/>
                <a:moveTo>
                  <a:pt x="282480" y="1934634"/>
                </a:moveTo>
                <a:cubicBezTo>
                  <a:pt x="296644" y="1934634"/>
                  <a:pt x="308138" y="1946129"/>
                  <a:pt x="308138" y="1960293"/>
                </a:cubicBezTo>
                <a:cubicBezTo>
                  <a:pt x="308138" y="1974458"/>
                  <a:pt x="296644" y="1985952"/>
                  <a:pt x="282480" y="1985952"/>
                </a:cubicBezTo>
                <a:cubicBezTo>
                  <a:pt x="268314" y="1985952"/>
                  <a:pt x="256820" y="1974458"/>
                  <a:pt x="256820" y="1960293"/>
                </a:cubicBezTo>
                <a:cubicBezTo>
                  <a:pt x="256820" y="1946129"/>
                  <a:pt x="268314" y="1934634"/>
                  <a:pt x="282480" y="1934634"/>
                </a:cubicBezTo>
                <a:close/>
                <a:moveTo>
                  <a:pt x="218274" y="1934634"/>
                </a:moveTo>
                <a:cubicBezTo>
                  <a:pt x="232438" y="1934634"/>
                  <a:pt x="243932" y="1946129"/>
                  <a:pt x="243932" y="1960293"/>
                </a:cubicBezTo>
                <a:cubicBezTo>
                  <a:pt x="243932" y="1974458"/>
                  <a:pt x="232438" y="1985952"/>
                  <a:pt x="218274" y="1985952"/>
                </a:cubicBezTo>
                <a:cubicBezTo>
                  <a:pt x="204109" y="1985952"/>
                  <a:pt x="192615" y="1974458"/>
                  <a:pt x="192615" y="1960293"/>
                </a:cubicBezTo>
                <a:cubicBezTo>
                  <a:pt x="192615" y="1946129"/>
                  <a:pt x="204109" y="1934634"/>
                  <a:pt x="218274" y="1934634"/>
                </a:cubicBezTo>
                <a:close/>
                <a:moveTo>
                  <a:pt x="154069" y="1934634"/>
                </a:moveTo>
                <a:cubicBezTo>
                  <a:pt x="168233" y="1934634"/>
                  <a:pt x="179727" y="1946129"/>
                  <a:pt x="179727" y="1960293"/>
                </a:cubicBezTo>
                <a:cubicBezTo>
                  <a:pt x="179727" y="1974458"/>
                  <a:pt x="168233" y="1985952"/>
                  <a:pt x="154069" y="1985952"/>
                </a:cubicBezTo>
                <a:cubicBezTo>
                  <a:pt x="139904" y="1985952"/>
                  <a:pt x="128410" y="1974458"/>
                  <a:pt x="128410" y="1960293"/>
                </a:cubicBezTo>
                <a:cubicBezTo>
                  <a:pt x="128410" y="1946129"/>
                  <a:pt x="139904" y="1934634"/>
                  <a:pt x="154069" y="1934634"/>
                </a:cubicBezTo>
                <a:close/>
                <a:moveTo>
                  <a:pt x="89864" y="1934634"/>
                </a:moveTo>
                <a:cubicBezTo>
                  <a:pt x="104034" y="1934634"/>
                  <a:pt x="115522" y="1946122"/>
                  <a:pt x="115522" y="1960293"/>
                </a:cubicBezTo>
                <a:cubicBezTo>
                  <a:pt x="115522" y="1974465"/>
                  <a:pt x="104034" y="1985952"/>
                  <a:pt x="89864" y="1985952"/>
                </a:cubicBezTo>
                <a:cubicBezTo>
                  <a:pt x="75693" y="1985952"/>
                  <a:pt x="64205" y="1974465"/>
                  <a:pt x="64205" y="1960293"/>
                </a:cubicBezTo>
                <a:cubicBezTo>
                  <a:pt x="64205" y="1946122"/>
                  <a:pt x="75693" y="1934634"/>
                  <a:pt x="89864" y="1934634"/>
                </a:cubicBezTo>
                <a:close/>
                <a:moveTo>
                  <a:pt x="25659" y="1934634"/>
                </a:moveTo>
                <a:cubicBezTo>
                  <a:pt x="39829" y="1934634"/>
                  <a:pt x="51317" y="1946122"/>
                  <a:pt x="51317" y="1960293"/>
                </a:cubicBezTo>
                <a:cubicBezTo>
                  <a:pt x="51317" y="1974465"/>
                  <a:pt x="39829" y="1985952"/>
                  <a:pt x="25659" y="1985952"/>
                </a:cubicBezTo>
                <a:cubicBezTo>
                  <a:pt x="11488" y="1985952"/>
                  <a:pt x="0" y="1974465"/>
                  <a:pt x="0" y="1960293"/>
                </a:cubicBezTo>
                <a:cubicBezTo>
                  <a:pt x="0" y="1946122"/>
                  <a:pt x="11488" y="1934634"/>
                  <a:pt x="25659" y="1934634"/>
                </a:cubicBezTo>
                <a:close/>
                <a:moveTo>
                  <a:pt x="12163307" y="1867527"/>
                </a:moveTo>
                <a:cubicBezTo>
                  <a:pt x="12177471" y="1867527"/>
                  <a:pt x="12188965" y="1879020"/>
                  <a:pt x="12188965" y="1893185"/>
                </a:cubicBezTo>
                <a:cubicBezTo>
                  <a:pt x="12188965" y="1907350"/>
                  <a:pt x="12177471" y="1918844"/>
                  <a:pt x="12163307" y="1918844"/>
                </a:cubicBezTo>
                <a:cubicBezTo>
                  <a:pt x="12149141" y="1918844"/>
                  <a:pt x="12137649" y="1907350"/>
                  <a:pt x="12137649" y="1893185"/>
                </a:cubicBezTo>
                <a:cubicBezTo>
                  <a:pt x="12137649" y="1879020"/>
                  <a:pt x="12149141" y="1867527"/>
                  <a:pt x="12163307" y="1867527"/>
                </a:cubicBezTo>
                <a:close/>
                <a:moveTo>
                  <a:pt x="12099103" y="1867527"/>
                </a:moveTo>
                <a:cubicBezTo>
                  <a:pt x="12113273" y="1867527"/>
                  <a:pt x="12124761" y="1879014"/>
                  <a:pt x="12124761" y="1893185"/>
                </a:cubicBezTo>
                <a:cubicBezTo>
                  <a:pt x="12124761" y="1907356"/>
                  <a:pt x="12113273" y="1918844"/>
                  <a:pt x="12099103" y="1918844"/>
                </a:cubicBezTo>
                <a:cubicBezTo>
                  <a:pt x="12084931" y="1918844"/>
                  <a:pt x="12073441" y="1907356"/>
                  <a:pt x="12073441" y="1893185"/>
                </a:cubicBezTo>
                <a:cubicBezTo>
                  <a:pt x="12073441" y="1879014"/>
                  <a:pt x="12084931" y="1867527"/>
                  <a:pt x="12099103" y="1867527"/>
                </a:cubicBezTo>
                <a:close/>
                <a:moveTo>
                  <a:pt x="12034897" y="1867527"/>
                </a:moveTo>
                <a:cubicBezTo>
                  <a:pt x="12049061" y="1867527"/>
                  <a:pt x="12060557" y="1879020"/>
                  <a:pt x="12060557" y="1893185"/>
                </a:cubicBezTo>
                <a:cubicBezTo>
                  <a:pt x="12060557" y="1907350"/>
                  <a:pt x="12049061" y="1918844"/>
                  <a:pt x="12034897" y="1918844"/>
                </a:cubicBezTo>
                <a:cubicBezTo>
                  <a:pt x="12020731" y="1918844"/>
                  <a:pt x="12009237" y="1907350"/>
                  <a:pt x="12009237" y="1893185"/>
                </a:cubicBezTo>
                <a:cubicBezTo>
                  <a:pt x="12009237" y="1879020"/>
                  <a:pt x="12020731" y="1867527"/>
                  <a:pt x="12034897" y="1867527"/>
                </a:cubicBezTo>
                <a:close/>
                <a:moveTo>
                  <a:pt x="11970691" y="1867527"/>
                </a:moveTo>
                <a:cubicBezTo>
                  <a:pt x="11984855" y="1867527"/>
                  <a:pt x="11996349" y="1879020"/>
                  <a:pt x="11996349" y="1893185"/>
                </a:cubicBezTo>
                <a:cubicBezTo>
                  <a:pt x="11996349" y="1907350"/>
                  <a:pt x="11984855" y="1918844"/>
                  <a:pt x="11970691" y="1918844"/>
                </a:cubicBezTo>
                <a:cubicBezTo>
                  <a:pt x="11956525" y="1918844"/>
                  <a:pt x="11945033" y="1907350"/>
                  <a:pt x="11945033" y="1893185"/>
                </a:cubicBezTo>
                <a:cubicBezTo>
                  <a:pt x="11945033" y="1879020"/>
                  <a:pt x="11956525" y="1867527"/>
                  <a:pt x="11970691" y="1867527"/>
                </a:cubicBezTo>
                <a:close/>
                <a:moveTo>
                  <a:pt x="11906483" y="1867527"/>
                </a:moveTo>
                <a:cubicBezTo>
                  <a:pt x="11920649" y="1867527"/>
                  <a:pt x="11932145" y="1879020"/>
                  <a:pt x="11932145" y="1893185"/>
                </a:cubicBezTo>
                <a:cubicBezTo>
                  <a:pt x="11932145" y="1907350"/>
                  <a:pt x="11920649" y="1918844"/>
                  <a:pt x="11906483" y="1918844"/>
                </a:cubicBezTo>
                <a:cubicBezTo>
                  <a:pt x="11892321" y="1918844"/>
                  <a:pt x="11880825" y="1907350"/>
                  <a:pt x="11880825" y="1893185"/>
                </a:cubicBezTo>
                <a:cubicBezTo>
                  <a:pt x="11880825" y="1879020"/>
                  <a:pt x="11892321" y="1867527"/>
                  <a:pt x="11906483" y="1867527"/>
                </a:cubicBezTo>
                <a:close/>
                <a:moveTo>
                  <a:pt x="11842279" y="1867527"/>
                </a:moveTo>
                <a:cubicBezTo>
                  <a:pt x="11856445" y="1867527"/>
                  <a:pt x="11867941" y="1879020"/>
                  <a:pt x="11867941" y="1893185"/>
                </a:cubicBezTo>
                <a:cubicBezTo>
                  <a:pt x="11867941" y="1907350"/>
                  <a:pt x="11856445" y="1918844"/>
                  <a:pt x="11842279" y="1918844"/>
                </a:cubicBezTo>
                <a:cubicBezTo>
                  <a:pt x="11828117" y="1918844"/>
                  <a:pt x="11816621" y="1907350"/>
                  <a:pt x="11816621" y="1893185"/>
                </a:cubicBezTo>
                <a:cubicBezTo>
                  <a:pt x="11816621" y="1879020"/>
                  <a:pt x="11828117" y="1867527"/>
                  <a:pt x="11842279" y="1867527"/>
                </a:cubicBezTo>
                <a:close/>
                <a:moveTo>
                  <a:pt x="11775107" y="1867527"/>
                </a:moveTo>
                <a:cubicBezTo>
                  <a:pt x="11789271" y="1867527"/>
                  <a:pt x="11800767" y="1879020"/>
                  <a:pt x="11800767" y="1893185"/>
                </a:cubicBezTo>
                <a:cubicBezTo>
                  <a:pt x="11800767" y="1907350"/>
                  <a:pt x="11789271" y="1918844"/>
                  <a:pt x="11775107" y="1918844"/>
                </a:cubicBezTo>
                <a:cubicBezTo>
                  <a:pt x="11760941" y="1918844"/>
                  <a:pt x="11749449" y="1907350"/>
                  <a:pt x="11749449" y="1893185"/>
                </a:cubicBezTo>
                <a:cubicBezTo>
                  <a:pt x="11749449" y="1879020"/>
                  <a:pt x="11760941" y="1867527"/>
                  <a:pt x="11775107" y="1867527"/>
                </a:cubicBezTo>
                <a:close/>
                <a:moveTo>
                  <a:pt x="11710901" y="1867527"/>
                </a:moveTo>
                <a:cubicBezTo>
                  <a:pt x="11725067" y="1867527"/>
                  <a:pt x="11736561" y="1879020"/>
                  <a:pt x="11736561" y="1893185"/>
                </a:cubicBezTo>
                <a:cubicBezTo>
                  <a:pt x="11736561" y="1907350"/>
                  <a:pt x="11725067" y="1918844"/>
                  <a:pt x="11710901" y="1918844"/>
                </a:cubicBezTo>
                <a:cubicBezTo>
                  <a:pt x="11696737" y="1918844"/>
                  <a:pt x="11685243" y="1907350"/>
                  <a:pt x="11685243" y="1893185"/>
                </a:cubicBezTo>
                <a:cubicBezTo>
                  <a:pt x="11685243" y="1879020"/>
                  <a:pt x="11696737" y="1867527"/>
                  <a:pt x="11710901" y="1867527"/>
                </a:cubicBezTo>
                <a:close/>
                <a:moveTo>
                  <a:pt x="11646697" y="1867527"/>
                </a:moveTo>
                <a:cubicBezTo>
                  <a:pt x="11660859" y="1867527"/>
                  <a:pt x="11672355" y="1879020"/>
                  <a:pt x="11672355" y="1893185"/>
                </a:cubicBezTo>
                <a:cubicBezTo>
                  <a:pt x="11672355" y="1907350"/>
                  <a:pt x="11660859" y="1918844"/>
                  <a:pt x="11646697" y="1918844"/>
                </a:cubicBezTo>
                <a:cubicBezTo>
                  <a:pt x="11632529" y="1918844"/>
                  <a:pt x="11621037" y="1907350"/>
                  <a:pt x="11621037" y="1893185"/>
                </a:cubicBezTo>
                <a:cubicBezTo>
                  <a:pt x="11621037" y="1879020"/>
                  <a:pt x="11632529" y="1867527"/>
                  <a:pt x="11646697" y="1867527"/>
                </a:cubicBezTo>
                <a:close/>
                <a:moveTo>
                  <a:pt x="11582491" y="1867527"/>
                </a:moveTo>
                <a:cubicBezTo>
                  <a:pt x="11596655" y="1867527"/>
                  <a:pt x="11608149" y="1879020"/>
                  <a:pt x="11608149" y="1893185"/>
                </a:cubicBezTo>
                <a:cubicBezTo>
                  <a:pt x="11608149" y="1907350"/>
                  <a:pt x="11596655" y="1918844"/>
                  <a:pt x="11582491" y="1918844"/>
                </a:cubicBezTo>
                <a:cubicBezTo>
                  <a:pt x="11568325" y="1918844"/>
                  <a:pt x="11556833" y="1907350"/>
                  <a:pt x="11556833" y="1893185"/>
                </a:cubicBezTo>
                <a:cubicBezTo>
                  <a:pt x="11556833" y="1879020"/>
                  <a:pt x="11568325" y="1867527"/>
                  <a:pt x="11582491" y="1867527"/>
                </a:cubicBezTo>
                <a:close/>
                <a:moveTo>
                  <a:pt x="11518287" y="1867527"/>
                </a:moveTo>
                <a:cubicBezTo>
                  <a:pt x="11532457" y="1867527"/>
                  <a:pt x="11543945" y="1879014"/>
                  <a:pt x="11543945" y="1893185"/>
                </a:cubicBezTo>
                <a:cubicBezTo>
                  <a:pt x="11543945" y="1907356"/>
                  <a:pt x="11532457" y="1918844"/>
                  <a:pt x="11518287" y="1918844"/>
                </a:cubicBezTo>
                <a:cubicBezTo>
                  <a:pt x="11504115" y="1918844"/>
                  <a:pt x="11492627" y="1907356"/>
                  <a:pt x="11492627" y="1893185"/>
                </a:cubicBezTo>
                <a:cubicBezTo>
                  <a:pt x="11492627" y="1879014"/>
                  <a:pt x="11504115" y="1867527"/>
                  <a:pt x="11518287" y="1867527"/>
                </a:cubicBezTo>
                <a:close/>
                <a:moveTo>
                  <a:pt x="11454081" y="1867527"/>
                </a:moveTo>
                <a:cubicBezTo>
                  <a:pt x="11468253" y="1867527"/>
                  <a:pt x="11479739" y="1879014"/>
                  <a:pt x="11479739" y="1893185"/>
                </a:cubicBezTo>
                <a:cubicBezTo>
                  <a:pt x="11479739" y="1907356"/>
                  <a:pt x="11468253" y="1918844"/>
                  <a:pt x="11454081" y="1918844"/>
                </a:cubicBezTo>
                <a:cubicBezTo>
                  <a:pt x="11439909" y="1918844"/>
                  <a:pt x="11428421" y="1907356"/>
                  <a:pt x="11428421" y="1893185"/>
                </a:cubicBezTo>
                <a:cubicBezTo>
                  <a:pt x="11428421" y="1879014"/>
                  <a:pt x="11439909" y="1867527"/>
                  <a:pt x="11454081" y="1867527"/>
                </a:cubicBezTo>
                <a:close/>
                <a:moveTo>
                  <a:pt x="11389875" y="1867527"/>
                </a:moveTo>
                <a:cubicBezTo>
                  <a:pt x="11404040" y="1867527"/>
                  <a:pt x="11415533" y="1879020"/>
                  <a:pt x="11415533" y="1893185"/>
                </a:cubicBezTo>
                <a:cubicBezTo>
                  <a:pt x="11415533" y="1907350"/>
                  <a:pt x="11404040" y="1918844"/>
                  <a:pt x="11389875" y="1918844"/>
                </a:cubicBezTo>
                <a:cubicBezTo>
                  <a:pt x="11375710" y="1918844"/>
                  <a:pt x="11364217" y="1907350"/>
                  <a:pt x="11364217" y="1893185"/>
                </a:cubicBezTo>
                <a:cubicBezTo>
                  <a:pt x="11364217" y="1879020"/>
                  <a:pt x="11375710" y="1867527"/>
                  <a:pt x="11389875" y="1867527"/>
                </a:cubicBezTo>
                <a:close/>
                <a:moveTo>
                  <a:pt x="11325670" y="1867527"/>
                </a:moveTo>
                <a:cubicBezTo>
                  <a:pt x="11339835" y="1867527"/>
                  <a:pt x="11351329" y="1879020"/>
                  <a:pt x="11351329" y="1893185"/>
                </a:cubicBezTo>
                <a:cubicBezTo>
                  <a:pt x="11351329" y="1907350"/>
                  <a:pt x="11339835" y="1918844"/>
                  <a:pt x="11325670" y="1918844"/>
                </a:cubicBezTo>
                <a:cubicBezTo>
                  <a:pt x="11311505" y="1918844"/>
                  <a:pt x="11300012" y="1907350"/>
                  <a:pt x="11300012" y="1893185"/>
                </a:cubicBezTo>
                <a:cubicBezTo>
                  <a:pt x="11300012" y="1879020"/>
                  <a:pt x="11311505" y="1867527"/>
                  <a:pt x="11325670" y="1867527"/>
                </a:cubicBezTo>
                <a:close/>
                <a:moveTo>
                  <a:pt x="11261466" y="1867527"/>
                </a:moveTo>
                <a:cubicBezTo>
                  <a:pt x="11275628" y="1867527"/>
                  <a:pt x="11287124" y="1879020"/>
                  <a:pt x="11287124" y="1893185"/>
                </a:cubicBezTo>
                <a:cubicBezTo>
                  <a:pt x="11287124" y="1907350"/>
                  <a:pt x="11275628" y="1918844"/>
                  <a:pt x="11261466" y="1918844"/>
                </a:cubicBezTo>
                <a:cubicBezTo>
                  <a:pt x="11247301" y="1918844"/>
                  <a:pt x="11235805" y="1907350"/>
                  <a:pt x="11235805" y="1893185"/>
                </a:cubicBezTo>
                <a:cubicBezTo>
                  <a:pt x="11235805" y="1879020"/>
                  <a:pt x="11247301" y="1867527"/>
                  <a:pt x="11261466" y="1867527"/>
                </a:cubicBezTo>
                <a:close/>
                <a:moveTo>
                  <a:pt x="11197259" y="1867527"/>
                </a:moveTo>
                <a:cubicBezTo>
                  <a:pt x="11211424" y="1867527"/>
                  <a:pt x="11222917" y="1879020"/>
                  <a:pt x="11222917" y="1893185"/>
                </a:cubicBezTo>
                <a:cubicBezTo>
                  <a:pt x="11222917" y="1907350"/>
                  <a:pt x="11211424" y="1918844"/>
                  <a:pt x="11197259" y="1918844"/>
                </a:cubicBezTo>
                <a:cubicBezTo>
                  <a:pt x="11183094" y="1918844"/>
                  <a:pt x="11171601" y="1907350"/>
                  <a:pt x="11171601" y="1893185"/>
                </a:cubicBezTo>
                <a:cubicBezTo>
                  <a:pt x="11171601" y="1879020"/>
                  <a:pt x="11183094" y="1867527"/>
                  <a:pt x="11197259" y="1867527"/>
                </a:cubicBezTo>
                <a:close/>
                <a:moveTo>
                  <a:pt x="11133055" y="1867527"/>
                </a:moveTo>
                <a:cubicBezTo>
                  <a:pt x="11147225" y="1867527"/>
                  <a:pt x="11158713" y="1879014"/>
                  <a:pt x="11158713" y="1893185"/>
                </a:cubicBezTo>
                <a:cubicBezTo>
                  <a:pt x="11158713" y="1907356"/>
                  <a:pt x="11147225" y="1918844"/>
                  <a:pt x="11133055" y="1918844"/>
                </a:cubicBezTo>
                <a:cubicBezTo>
                  <a:pt x="11118884" y="1918844"/>
                  <a:pt x="11107396" y="1907356"/>
                  <a:pt x="11107396" y="1893185"/>
                </a:cubicBezTo>
                <a:cubicBezTo>
                  <a:pt x="11107396" y="1879014"/>
                  <a:pt x="11118884" y="1867527"/>
                  <a:pt x="11133055" y="1867527"/>
                </a:cubicBezTo>
                <a:close/>
                <a:moveTo>
                  <a:pt x="11068848" y="1867527"/>
                </a:moveTo>
                <a:cubicBezTo>
                  <a:pt x="11083021" y="1867527"/>
                  <a:pt x="11094509" y="1879014"/>
                  <a:pt x="11094509" y="1893185"/>
                </a:cubicBezTo>
                <a:cubicBezTo>
                  <a:pt x="11094509" y="1907356"/>
                  <a:pt x="11083021" y="1918844"/>
                  <a:pt x="11068848" y="1918844"/>
                </a:cubicBezTo>
                <a:cubicBezTo>
                  <a:pt x="11054677" y="1918844"/>
                  <a:pt x="11043189" y="1907356"/>
                  <a:pt x="11043189" y="1893185"/>
                </a:cubicBezTo>
                <a:cubicBezTo>
                  <a:pt x="11043189" y="1879014"/>
                  <a:pt x="11054677" y="1867527"/>
                  <a:pt x="11068848" y="1867527"/>
                </a:cubicBezTo>
                <a:close/>
                <a:moveTo>
                  <a:pt x="11004643" y="1867527"/>
                </a:moveTo>
                <a:cubicBezTo>
                  <a:pt x="11018808" y="1867527"/>
                  <a:pt x="11030301" y="1879020"/>
                  <a:pt x="11030301" y="1893185"/>
                </a:cubicBezTo>
                <a:cubicBezTo>
                  <a:pt x="11030301" y="1907350"/>
                  <a:pt x="11018808" y="1918844"/>
                  <a:pt x="11004643" y="1918844"/>
                </a:cubicBezTo>
                <a:cubicBezTo>
                  <a:pt x="10990478" y="1918844"/>
                  <a:pt x="10978985" y="1907350"/>
                  <a:pt x="10978985" y="1893185"/>
                </a:cubicBezTo>
                <a:cubicBezTo>
                  <a:pt x="10978985" y="1879020"/>
                  <a:pt x="10990478" y="1867527"/>
                  <a:pt x="11004643" y="1867527"/>
                </a:cubicBezTo>
                <a:close/>
                <a:moveTo>
                  <a:pt x="10940321" y="1867527"/>
                </a:moveTo>
                <a:cubicBezTo>
                  <a:pt x="10954604" y="1867527"/>
                  <a:pt x="10965982" y="1879020"/>
                  <a:pt x="10965982" y="1893185"/>
                </a:cubicBezTo>
                <a:cubicBezTo>
                  <a:pt x="10965982" y="1907350"/>
                  <a:pt x="10954486" y="1918844"/>
                  <a:pt x="10940321" y="1918844"/>
                </a:cubicBezTo>
                <a:cubicBezTo>
                  <a:pt x="10926156" y="1918844"/>
                  <a:pt x="10914663" y="1907350"/>
                  <a:pt x="10914663" y="1893185"/>
                </a:cubicBezTo>
                <a:cubicBezTo>
                  <a:pt x="10914663" y="1879020"/>
                  <a:pt x="10926156" y="1867527"/>
                  <a:pt x="10940321" y="1867527"/>
                </a:cubicBezTo>
                <a:close/>
                <a:moveTo>
                  <a:pt x="10876117" y="1867527"/>
                </a:moveTo>
                <a:cubicBezTo>
                  <a:pt x="10890282" y="1867527"/>
                  <a:pt x="10901775" y="1879020"/>
                  <a:pt x="10901775" y="1893185"/>
                </a:cubicBezTo>
                <a:cubicBezTo>
                  <a:pt x="10901775" y="1907350"/>
                  <a:pt x="10890282" y="1918844"/>
                  <a:pt x="10876117" y="1918844"/>
                </a:cubicBezTo>
                <a:cubicBezTo>
                  <a:pt x="10861952" y="1918844"/>
                  <a:pt x="10850459" y="1907350"/>
                  <a:pt x="10850459" y="1893185"/>
                </a:cubicBezTo>
                <a:cubicBezTo>
                  <a:pt x="10850459" y="1879020"/>
                  <a:pt x="10861952" y="1867527"/>
                  <a:pt x="10876117" y="1867527"/>
                </a:cubicBezTo>
                <a:close/>
                <a:moveTo>
                  <a:pt x="10811912" y="1867527"/>
                </a:moveTo>
                <a:cubicBezTo>
                  <a:pt x="10826077" y="1867527"/>
                  <a:pt x="10837571" y="1879020"/>
                  <a:pt x="10837571" y="1893185"/>
                </a:cubicBezTo>
                <a:cubicBezTo>
                  <a:pt x="10837571" y="1907350"/>
                  <a:pt x="10826077" y="1918844"/>
                  <a:pt x="10811912" y="1918844"/>
                </a:cubicBezTo>
                <a:cubicBezTo>
                  <a:pt x="10797747" y="1918844"/>
                  <a:pt x="10786254" y="1907350"/>
                  <a:pt x="10786254" y="1893185"/>
                </a:cubicBezTo>
                <a:cubicBezTo>
                  <a:pt x="10786254" y="1879020"/>
                  <a:pt x="10797747" y="1867527"/>
                  <a:pt x="10811912" y="1867527"/>
                </a:cubicBezTo>
                <a:close/>
                <a:moveTo>
                  <a:pt x="10747708" y="1867527"/>
                </a:moveTo>
                <a:cubicBezTo>
                  <a:pt x="10761878" y="1867527"/>
                  <a:pt x="10773366" y="1879014"/>
                  <a:pt x="10773366" y="1893185"/>
                </a:cubicBezTo>
                <a:cubicBezTo>
                  <a:pt x="10773366" y="1907356"/>
                  <a:pt x="10761878" y="1918844"/>
                  <a:pt x="10747708" y="1918844"/>
                </a:cubicBezTo>
                <a:cubicBezTo>
                  <a:pt x="10733535" y="1918844"/>
                  <a:pt x="10722047" y="1907356"/>
                  <a:pt x="10722047" y="1893185"/>
                </a:cubicBezTo>
                <a:cubicBezTo>
                  <a:pt x="10722047" y="1879014"/>
                  <a:pt x="10733535" y="1867527"/>
                  <a:pt x="10747708" y="1867527"/>
                </a:cubicBezTo>
                <a:close/>
                <a:moveTo>
                  <a:pt x="10683501" y="1867527"/>
                </a:moveTo>
                <a:cubicBezTo>
                  <a:pt x="10697666" y="1867527"/>
                  <a:pt x="10709159" y="1879020"/>
                  <a:pt x="10709159" y="1893185"/>
                </a:cubicBezTo>
                <a:cubicBezTo>
                  <a:pt x="10709159" y="1907350"/>
                  <a:pt x="10697666" y="1918844"/>
                  <a:pt x="10683501" y="1918844"/>
                </a:cubicBezTo>
                <a:cubicBezTo>
                  <a:pt x="10669336" y="1918844"/>
                  <a:pt x="10657843" y="1907350"/>
                  <a:pt x="10657843" y="1893185"/>
                </a:cubicBezTo>
                <a:cubicBezTo>
                  <a:pt x="10657843" y="1879020"/>
                  <a:pt x="10669336" y="1867527"/>
                  <a:pt x="10683501" y="1867527"/>
                </a:cubicBezTo>
                <a:close/>
                <a:moveTo>
                  <a:pt x="10619297" y="1867527"/>
                </a:moveTo>
                <a:cubicBezTo>
                  <a:pt x="10633462" y="1867527"/>
                  <a:pt x="10644955" y="1879020"/>
                  <a:pt x="10644955" y="1893185"/>
                </a:cubicBezTo>
                <a:cubicBezTo>
                  <a:pt x="10644955" y="1907350"/>
                  <a:pt x="10633462" y="1918844"/>
                  <a:pt x="10619297" y="1918844"/>
                </a:cubicBezTo>
                <a:cubicBezTo>
                  <a:pt x="10605132" y="1918844"/>
                  <a:pt x="10593639" y="1907350"/>
                  <a:pt x="10593639" y="1893185"/>
                </a:cubicBezTo>
                <a:cubicBezTo>
                  <a:pt x="10593639" y="1879020"/>
                  <a:pt x="10605132" y="1867527"/>
                  <a:pt x="10619297" y="1867527"/>
                </a:cubicBezTo>
                <a:close/>
                <a:moveTo>
                  <a:pt x="10555092" y="1867527"/>
                </a:moveTo>
                <a:cubicBezTo>
                  <a:pt x="10569255" y="1867527"/>
                  <a:pt x="10580751" y="1879020"/>
                  <a:pt x="10580751" y="1893185"/>
                </a:cubicBezTo>
                <a:cubicBezTo>
                  <a:pt x="10580751" y="1907350"/>
                  <a:pt x="10569255" y="1918844"/>
                  <a:pt x="10555092" y="1918844"/>
                </a:cubicBezTo>
                <a:cubicBezTo>
                  <a:pt x="10540927" y="1918844"/>
                  <a:pt x="10529432" y="1907350"/>
                  <a:pt x="10529432" y="1893185"/>
                </a:cubicBezTo>
                <a:cubicBezTo>
                  <a:pt x="10529432" y="1879020"/>
                  <a:pt x="10540927" y="1867527"/>
                  <a:pt x="10555092" y="1867527"/>
                </a:cubicBezTo>
                <a:close/>
                <a:moveTo>
                  <a:pt x="10490885" y="1867527"/>
                </a:moveTo>
                <a:cubicBezTo>
                  <a:pt x="10505050" y="1867527"/>
                  <a:pt x="10516544" y="1879020"/>
                  <a:pt x="10516544" y="1893185"/>
                </a:cubicBezTo>
                <a:cubicBezTo>
                  <a:pt x="10516544" y="1907350"/>
                  <a:pt x="10505050" y="1918844"/>
                  <a:pt x="10490885" y="1918844"/>
                </a:cubicBezTo>
                <a:cubicBezTo>
                  <a:pt x="10476720" y="1918844"/>
                  <a:pt x="10465227" y="1907350"/>
                  <a:pt x="10465227" y="1893185"/>
                </a:cubicBezTo>
                <a:cubicBezTo>
                  <a:pt x="10465227" y="1879020"/>
                  <a:pt x="10476720" y="1867527"/>
                  <a:pt x="10490885" y="1867527"/>
                </a:cubicBezTo>
                <a:close/>
                <a:moveTo>
                  <a:pt x="10426681" y="1867527"/>
                </a:moveTo>
                <a:cubicBezTo>
                  <a:pt x="10440851" y="1867527"/>
                  <a:pt x="10452339" y="1879014"/>
                  <a:pt x="10452339" y="1893185"/>
                </a:cubicBezTo>
                <a:cubicBezTo>
                  <a:pt x="10452339" y="1907356"/>
                  <a:pt x="10440851" y="1918844"/>
                  <a:pt x="10426681" y="1918844"/>
                </a:cubicBezTo>
                <a:cubicBezTo>
                  <a:pt x="10412508" y="1918844"/>
                  <a:pt x="10401023" y="1907356"/>
                  <a:pt x="10401023" y="1893185"/>
                </a:cubicBezTo>
                <a:cubicBezTo>
                  <a:pt x="10401023" y="1879014"/>
                  <a:pt x="10412508" y="1867527"/>
                  <a:pt x="10426681" y="1867527"/>
                </a:cubicBezTo>
                <a:close/>
                <a:moveTo>
                  <a:pt x="10362474" y="1867527"/>
                </a:moveTo>
                <a:cubicBezTo>
                  <a:pt x="10376647" y="1867527"/>
                  <a:pt x="10388135" y="1879014"/>
                  <a:pt x="10388135" y="1893185"/>
                </a:cubicBezTo>
                <a:cubicBezTo>
                  <a:pt x="10388135" y="1907356"/>
                  <a:pt x="10376647" y="1918844"/>
                  <a:pt x="10362474" y="1918844"/>
                </a:cubicBezTo>
                <a:cubicBezTo>
                  <a:pt x="10348304" y="1918844"/>
                  <a:pt x="10336816" y="1907356"/>
                  <a:pt x="10336816" y="1893185"/>
                </a:cubicBezTo>
                <a:cubicBezTo>
                  <a:pt x="10336816" y="1879014"/>
                  <a:pt x="10348304" y="1867527"/>
                  <a:pt x="10362474" y="1867527"/>
                </a:cubicBezTo>
                <a:close/>
                <a:moveTo>
                  <a:pt x="10298270" y="1867527"/>
                </a:moveTo>
                <a:cubicBezTo>
                  <a:pt x="10312435" y="1867527"/>
                  <a:pt x="10323928" y="1879020"/>
                  <a:pt x="10323928" y="1893185"/>
                </a:cubicBezTo>
                <a:cubicBezTo>
                  <a:pt x="10323928" y="1907350"/>
                  <a:pt x="10312435" y="1918844"/>
                  <a:pt x="10298270" y="1918844"/>
                </a:cubicBezTo>
                <a:cubicBezTo>
                  <a:pt x="10284105" y="1918844"/>
                  <a:pt x="10272611" y="1907350"/>
                  <a:pt x="10272611" y="1893185"/>
                </a:cubicBezTo>
                <a:cubicBezTo>
                  <a:pt x="10272611" y="1879020"/>
                  <a:pt x="10284105" y="1867527"/>
                  <a:pt x="10298270" y="1867527"/>
                </a:cubicBezTo>
                <a:close/>
                <a:moveTo>
                  <a:pt x="10234065" y="1867527"/>
                </a:moveTo>
                <a:cubicBezTo>
                  <a:pt x="10248228" y="1867527"/>
                  <a:pt x="10259723" y="1879020"/>
                  <a:pt x="10259723" y="1893185"/>
                </a:cubicBezTo>
                <a:cubicBezTo>
                  <a:pt x="10259723" y="1907350"/>
                  <a:pt x="10248228" y="1918844"/>
                  <a:pt x="10234065" y="1918844"/>
                </a:cubicBezTo>
                <a:cubicBezTo>
                  <a:pt x="10219900" y="1918844"/>
                  <a:pt x="10208404" y="1907350"/>
                  <a:pt x="10208404" y="1893185"/>
                </a:cubicBezTo>
                <a:cubicBezTo>
                  <a:pt x="10208404" y="1879020"/>
                  <a:pt x="10219900" y="1867527"/>
                  <a:pt x="10234065" y="1867527"/>
                </a:cubicBezTo>
                <a:close/>
                <a:moveTo>
                  <a:pt x="10169858" y="1867527"/>
                </a:moveTo>
                <a:cubicBezTo>
                  <a:pt x="10184023" y="1867527"/>
                  <a:pt x="10195519" y="1879020"/>
                  <a:pt x="10195519" y="1893185"/>
                </a:cubicBezTo>
                <a:cubicBezTo>
                  <a:pt x="10195519" y="1907350"/>
                  <a:pt x="10184023" y="1918844"/>
                  <a:pt x="10169858" y="1918844"/>
                </a:cubicBezTo>
                <a:cubicBezTo>
                  <a:pt x="10155693" y="1918844"/>
                  <a:pt x="10144200" y="1907350"/>
                  <a:pt x="10144200" y="1893185"/>
                </a:cubicBezTo>
                <a:cubicBezTo>
                  <a:pt x="10144200" y="1879020"/>
                  <a:pt x="10155693" y="1867527"/>
                  <a:pt x="10169858" y="1867527"/>
                </a:cubicBezTo>
                <a:close/>
                <a:moveTo>
                  <a:pt x="10105654" y="1867527"/>
                </a:moveTo>
                <a:cubicBezTo>
                  <a:pt x="10119819" y="1867527"/>
                  <a:pt x="10131312" y="1879020"/>
                  <a:pt x="10131312" y="1893185"/>
                </a:cubicBezTo>
                <a:cubicBezTo>
                  <a:pt x="10131312" y="1907350"/>
                  <a:pt x="10119819" y="1918844"/>
                  <a:pt x="10105654" y="1918844"/>
                </a:cubicBezTo>
                <a:cubicBezTo>
                  <a:pt x="10091489" y="1918844"/>
                  <a:pt x="10079996" y="1907350"/>
                  <a:pt x="10079996" y="1893185"/>
                </a:cubicBezTo>
                <a:cubicBezTo>
                  <a:pt x="10079996" y="1879020"/>
                  <a:pt x="10091489" y="1867527"/>
                  <a:pt x="10105654" y="1867527"/>
                </a:cubicBezTo>
                <a:close/>
                <a:moveTo>
                  <a:pt x="10041450" y="1867527"/>
                </a:moveTo>
                <a:cubicBezTo>
                  <a:pt x="10055620" y="1867527"/>
                  <a:pt x="10067108" y="1879014"/>
                  <a:pt x="10067108" y="1893185"/>
                </a:cubicBezTo>
                <a:cubicBezTo>
                  <a:pt x="10067108" y="1907356"/>
                  <a:pt x="10055620" y="1918844"/>
                  <a:pt x="10041450" y="1918844"/>
                </a:cubicBezTo>
                <a:cubicBezTo>
                  <a:pt x="10027279" y="1918844"/>
                  <a:pt x="10015789" y="1907356"/>
                  <a:pt x="10015789" y="1893185"/>
                </a:cubicBezTo>
                <a:cubicBezTo>
                  <a:pt x="10015789" y="1879014"/>
                  <a:pt x="10027279" y="1867527"/>
                  <a:pt x="10041450" y="1867527"/>
                </a:cubicBezTo>
                <a:close/>
                <a:moveTo>
                  <a:pt x="9977242" y="1867527"/>
                </a:moveTo>
                <a:cubicBezTo>
                  <a:pt x="9991416" y="1867527"/>
                  <a:pt x="10002903" y="1879014"/>
                  <a:pt x="10002903" y="1893185"/>
                </a:cubicBezTo>
                <a:cubicBezTo>
                  <a:pt x="10002903" y="1907356"/>
                  <a:pt x="9991416" y="1918844"/>
                  <a:pt x="9977242" y="1918844"/>
                </a:cubicBezTo>
                <a:cubicBezTo>
                  <a:pt x="9963072" y="1918844"/>
                  <a:pt x="9951584" y="1907356"/>
                  <a:pt x="9951584" y="1893185"/>
                </a:cubicBezTo>
                <a:cubicBezTo>
                  <a:pt x="9951584" y="1879014"/>
                  <a:pt x="9963072" y="1867527"/>
                  <a:pt x="9977242" y="1867527"/>
                </a:cubicBezTo>
                <a:close/>
                <a:moveTo>
                  <a:pt x="9913038" y="1867527"/>
                </a:moveTo>
                <a:cubicBezTo>
                  <a:pt x="9927203" y="1867527"/>
                  <a:pt x="9938696" y="1879020"/>
                  <a:pt x="9938696" y="1893185"/>
                </a:cubicBezTo>
                <a:cubicBezTo>
                  <a:pt x="9938696" y="1907350"/>
                  <a:pt x="9927203" y="1918844"/>
                  <a:pt x="9913038" y="1918844"/>
                </a:cubicBezTo>
                <a:cubicBezTo>
                  <a:pt x="9898873" y="1918844"/>
                  <a:pt x="9887380" y="1907350"/>
                  <a:pt x="9887380" y="1893185"/>
                </a:cubicBezTo>
                <a:cubicBezTo>
                  <a:pt x="9887380" y="1879020"/>
                  <a:pt x="9898873" y="1867527"/>
                  <a:pt x="9913038" y="1867527"/>
                </a:cubicBezTo>
                <a:close/>
                <a:moveTo>
                  <a:pt x="9848716" y="1867527"/>
                </a:moveTo>
                <a:cubicBezTo>
                  <a:pt x="9862996" y="1867527"/>
                  <a:pt x="9874374" y="1879020"/>
                  <a:pt x="9874374" y="1893185"/>
                </a:cubicBezTo>
                <a:cubicBezTo>
                  <a:pt x="9874374" y="1907350"/>
                  <a:pt x="9862881" y="1918844"/>
                  <a:pt x="9848716" y="1918844"/>
                </a:cubicBezTo>
                <a:cubicBezTo>
                  <a:pt x="9834551" y="1918844"/>
                  <a:pt x="9823058" y="1907350"/>
                  <a:pt x="9823058" y="1893185"/>
                </a:cubicBezTo>
                <a:cubicBezTo>
                  <a:pt x="9823058" y="1879020"/>
                  <a:pt x="9834551" y="1867527"/>
                  <a:pt x="9848716" y="1867527"/>
                </a:cubicBezTo>
                <a:close/>
                <a:moveTo>
                  <a:pt x="9784512" y="1867527"/>
                </a:moveTo>
                <a:cubicBezTo>
                  <a:pt x="9798677" y="1867527"/>
                  <a:pt x="9810170" y="1879020"/>
                  <a:pt x="9810170" y="1893185"/>
                </a:cubicBezTo>
                <a:cubicBezTo>
                  <a:pt x="9810170" y="1907350"/>
                  <a:pt x="9798677" y="1918844"/>
                  <a:pt x="9784512" y="1918844"/>
                </a:cubicBezTo>
                <a:cubicBezTo>
                  <a:pt x="9770347" y="1918844"/>
                  <a:pt x="9758853" y="1907350"/>
                  <a:pt x="9758853" y="1893185"/>
                </a:cubicBezTo>
                <a:cubicBezTo>
                  <a:pt x="9758853" y="1879020"/>
                  <a:pt x="9770347" y="1867527"/>
                  <a:pt x="9784512" y="1867527"/>
                </a:cubicBezTo>
                <a:close/>
                <a:moveTo>
                  <a:pt x="9720307" y="1867527"/>
                </a:moveTo>
                <a:cubicBezTo>
                  <a:pt x="9734470" y="1867527"/>
                  <a:pt x="9745965" y="1879020"/>
                  <a:pt x="9745965" y="1893185"/>
                </a:cubicBezTo>
                <a:cubicBezTo>
                  <a:pt x="9745965" y="1907350"/>
                  <a:pt x="9734470" y="1918844"/>
                  <a:pt x="9720307" y="1918844"/>
                </a:cubicBezTo>
                <a:cubicBezTo>
                  <a:pt x="9706142" y="1918844"/>
                  <a:pt x="9694646" y="1907350"/>
                  <a:pt x="9694646" y="1893185"/>
                </a:cubicBezTo>
                <a:cubicBezTo>
                  <a:pt x="9694646" y="1879020"/>
                  <a:pt x="9706142" y="1867527"/>
                  <a:pt x="9720307" y="1867527"/>
                </a:cubicBezTo>
                <a:close/>
                <a:moveTo>
                  <a:pt x="9656100" y="1867527"/>
                </a:moveTo>
                <a:cubicBezTo>
                  <a:pt x="9670271" y="1867527"/>
                  <a:pt x="9681758" y="1879014"/>
                  <a:pt x="9681758" y="1893185"/>
                </a:cubicBezTo>
                <a:cubicBezTo>
                  <a:pt x="9681758" y="1907356"/>
                  <a:pt x="9670271" y="1918844"/>
                  <a:pt x="9656100" y="1918844"/>
                </a:cubicBezTo>
                <a:cubicBezTo>
                  <a:pt x="9641930" y="1918844"/>
                  <a:pt x="9630442" y="1907356"/>
                  <a:pt x="9630442" y="1893185"/>
                </a:cubicBezTo>
                <a:cubicBezTo>
                  <a:pt x="9630442" y="1879014"/>
                  <a:pt x="9641930" y="1867527"/>
                  <a:pt x="9656100" y="1867527"/>
                </a:cubicBezTo>
                <a:close/>
                <a:moveTo>
                  <a:pt x="9591896" y="1867527"/>
                </a:moveTo>
                <a:cubicBezTo>
                  <a:pt x="9606061" y="1867527"/>
                  <a:pt x="9617554" y="1879020"/>
                  <a:pt x="9617554" y="1893185"/>
                </a:cubicBezTo>
                <a:cubicBezTo>
                  <a:pt x="9617554" y="1907350"/>
                  <a:pt x="9606061" y="1918844"/>
                  <a:pt x="9591896" y="1918844"/>
                </a:cubicBezTo>
                <a:cubicBezTo>
                  <a:pt x="9577731" y="1918844"/>
                  <a:pt x="9566238" y="1907350"/>
                  <a:pt x="9566238" y="1893185"/>
                </a:cubicBezTo>
                <a:cubicBezTo>
                  <a:pt x="9566238" y="1879020"/>
                  <a:pt x="9577731" y="1867527"/>
                  <a:pt x="9591896" y="1867527"/>
                </a:cubicBezTo>
                <a:close/>
                <a:moveTo>
                  <a:pt x="9527689" y="1867527"/>
                </a:moveTo>
                <a:cubicBezTo>
                  <a:pt x="9541854" y="1867527"/>
                  <a:pt x="9553350" y="1879020"/>
                  <a:pt x="9553350" y="1893185"/>
                </a:cubicBezTo>
                <a:cubicBezTo>
                  <a:pt x="9553350" y="1907350"/>
                  <a:pt x="9541854" y="1918844"/>
                  <a:pt x="9527689" y="1918844"/>
                </a:cubicBezTo>
                <a:cubicBezTo>
                  <a:pt x="9513524" y="1918844"/>
                  <a:pt x="9502031" y="1907350"/>
                  <a:pt x="9502031" y="1893185"/>
                </a:cubicBezTo>
                <a:cubicBezTo>
                  <a:pt x="9502031" y="1879020"/>
                  <a:pt x="9513524" y="1867527"/>
                  <a:pt x="9527689" y="1867527"/>
                </a:cubicBezTo>
                <a:close/>
                <a:moveTo>
                  <a:pt x="9463485" y="1867527"/>
                </a:moveTo>
                <a:cubicBezTo>
                  <a:pt x="9477650" y="1867527"/>
                  <a:pt x="9489143" y="1879020"/>
                  <a:pt x="9489143" y="1893185"/>
                </a:cubicBezTo>
                <a:cubicBezTo>
                  <a:pt x="9489143" y="1907350"/>
                  <a:pt x="9477650" y="1918844"/>
                  <a:pt x="9463485" y="1918844"/>
                </a:cubicBezTo>
                <a:cubicBezTo>
                  <a:pt x="9449320" y="1918844"/>
                  <a:pt x="9437826" y="1907350"/>
                  <a:pt x="9437826" y="1893185"/>
                </a:cubicBezTo>
                <a:cubicBezTo>
                  <a:pt x="9437826" y="1879020"/>
                  <a:pt x="9449320" y="1867527"/>
                  <a:pt x="9463485" y="1867527"/>
                </a:cubicBezTo>
                <a:close/>
                <a:moveTo>
                  <a:pt x="9399280" y="1867527"/>
                </a:moveTo>
                <a:cubicBezTo>
                  <a:pt x="9413445" y="1867527"/>
                  <a:pt x="9424938" y="1879020"/>
                  <a:pt x="9424938" y="1893185"/>
                </a:cubicBezTo>
                <a:cubicBezTo>
                  <a:pt x="9424938" y="1907350"/>
                  <a:pt x="9413445" y="1918844"/>
                  <a:pt x="9399280" y="1918844"/>
                </a:cubicBezTo>
                <a:cubicBezTo>
                  <a:pt x="9385115" y="1918844"/>
                  <a:pt x="9373619" y="1907350"/>
                  <a:pt x="9373619" y="1893185"/>
                </a:cubicBezTo>
                <a:cubicBezTo>
                  <a:pt x="9373619" y="1879020"/>
                  <a:pt x="9385115" y="1867527"/>
                  <a:pt x="9399280" y="1867527"/>
                </a:cubicBezTo>
                <a:close/>
                <a:moveTo>
                  <a:pt x="9335073" y="1867527"/>
                </a:moveTo>
                <a:cubicBezTo>
                  <a:pt x="9349246" y="1867527"/>
                  <a:pt x="9360734" y="1879014"/>
                  <a:pt x="9360734" y="1893185"/>
                </a:cubicBezTo>
                <a:cubicBezTo>
                  <a:pt x="9360734" y="1907356"/>
                  <a:pt x="9349246" y="1918844"/>
                  <a:pt x="9335073" y="1918844"/>
                </a:cubicBezTo>
                <a:cubicBezTo>
                  <a:pt x="9320903" y="1918844"/>
                  <a:pt x="9309415" y="1907356"/>
                  <a:pt x="9309415" y="1893185"/>
                </a:cubicBezTo>
                <a:cubicBezTo>
                  <a:pt x="9309415" y="1879014"/>
                  <a:pt x="9320903" y="1867527"/>
                  <a:pt x="9335073" y="1867527"/>
                </a:cubicBezTo>
                <a:close/>
                <a:moveTo>
                  <a:pt x="9270869" y="1867527"/>
                </a:moveTo>
                <a:cubicBezTo>
                  <a:pt x="9285039" y="1867527"/>
                  <a:pt x="9296527" y="1879014"/>
                  <a:pt x="9296527" y="1893185"/>
                </a:cubicBezTo>
                <a:cubicBezTo>
                  <a:pt x="9296527" y="1907356"/>
                  <a:pt x="9285039" y="1918844"/>
                  <a:pt x="9270869" y="1918844"/>
                </a:cubicBezTo>
                <a:cubicBezTo>
                  <a:pt x="9256698" y="1918844"/>
                  <a:pt x="9245211" y="1907356"/>
                  <a:pt x="9245211" y="1893185"/>
                </a:cubicBezTo>
                <a:cubicBezTo>
                  <a:pt x="9245211" y="1879014"/>
                  <a:pt x="9256698" y="1867527"/>
                  <a:pt x="9270869" y="1867527"/>
                </a:cubicBezTo>
                <a:close/>
                <a:moveTo>
                  <a:pt x="9206664" y="1867527"/>
                </a:moveTo>
                <a:cubicBezTo>
                  <a:pt x="9220829" y="1867527"/>
                  <a:pt x="9232323" y="1879020"/>
                  <a:pt x="9232323" y="1893185"/>
                </a:cubicBezTo>
                <a:cubicBezTo>
                  <a:pt x="9232323" y="1907350"/>
                  <a:pt x="9220829" y="1918844"/>
                  <a:pt x="9206664" y="1918844"/>
                </a:cubicBezTo>
                <a:cubicBezTo>
                  <a:pt x="9192499" y="1918844"/>
                  <a:pt x="9181006" y="1907350"/>
                  <a:pt x="9181006" y="1893185"/>
                </a:cubicBezTo>
                <a:cubicBezTo>
                  <a:pt x="9181006" y="1879020"/>
                  <a:pt x="9192499" y="1867527"/>
                  <a:pt x="9206664" y="1867527"/>
                </a:cubicBezTo>
                <a:close/>
                <a:moveTo>
                  <a:pt x="9142457" y="1867527"/>
                </a:moveTo>
                <a:cubicBezTo>
                  <a:pt x="9156622" y="1867527"/>
                  <a:pt x="9168118" y="1879020"/>
                  <a:pt x="9168118" y="1893185"/>
                </a:cubicBezTo>
                <a:cubicBezTo>
                  <a:pt x="9168118" y="1907350"/>
                  <a:pt x="9156622" y="1918844"/>
                  <a:pt x="9142457" y="1918844"/>
                </a:cubicBezTo>
                <a:cubicBezTo>
                  <a:pt x="9128292" y="1918844"/>
                  <a:pt x="9116799" y="1907350"/>
                  <a:pt x="9116799" y="1893185"/>
                </a:cubicBezTo>
                <a:cubicBezTo>
                  <a:pt x="9116799" y="1879020"/>
                  <a:pt x="9128292" y="1867527"/>
                  <a:pt x="9142457" y="1867527"/>
                </a:cubicBezTo>
                <a:close/>
                <a:moveTo>
                  <a:pt x="9078253" y="1867527"/>
                </a:moveTo>
                <a:cubicBezTo>
                  <a:pt x="9092418" y="1867527"/>
                  <a:pt x="9103911" y="1879020"/>
                  <a:pt x="9103911" y="1893185"/>
                </a:cubicBezTo>
                <a:cubicBezTo>
                  <a:pt x="9103911" y="1907350"/>
                  <a:pt x="9092418" y="1918844"/>
                  <a:pt x="9078253" y="1918844"/>
                </a:cubicBezTo>
                <a:cubicBezTo>
                  <a:pt x="9064088" y="1918844"/>
                  <a:pt x="9052595" y="1907350"/>
                  <a:pt x="9052595" y="1893185"/>
                </a:cubicBezTo>
                <a:cubicBezTo>
                  <a:pt x="9052595" y="1879020"/>
                  <a:pt x="9064088" y="1867527"/>
                  <a:pt x="9078253" y="1867527"/>
                </a:cubicBezTo>
                <a:close/>
                <a:moveTo>
                  <a:pt x="9014049" y="1867527"/>
                </a:moveTo>
                <a:cubicBezTo>
                  <a:pt x="9028214" y="1867527"/>
                  <a:pt x="9039707" y="1879020"/>
                  <a:pt x="9039707" y="1893185"/>
                </a:cubicBezTo>
                <a:cubicBezTo>
                  <a:pt x="9039707" y="1907350"/>
                  <a:pt x="9028214" y="1918844"/>
                  <a:pt x="9014049" y="1918844"/>
                </a:cubicBezTo>
                <a:cubicBezTo>
                  <a:pt x="8999884" y="1918844"/>
                  <a:pt x="8988388" y="1907350"/>
                  <a:pt x="8988388" y="1893185"/>
                </a:cubicBezTo>
                <a:cubicBezTo>
                  <a:pt x="8988388" y="1879020"/>
                  <a:pt x="8999884" y="1867527"/>
                  <a:pt x="9014049" y="1867527"/>
                </a:cubicBezTo>
                <a:close/>
                <a:moveTo>
                  <a:pt x="8949842" y="1867527"/>
                </a:moveTo>
                <a:cubicBezTo>
                  <a:pt x="8964015" y="1867527"/>
                  <a:pt x="8975503" y="1879014"/>
                  <a:pt x="8975503" y="1893185"/>
                </a:cubicBezTo>
                <a:cubicBezTo>
                  <a:pt x="8975503" y="1907356"/>
                  <a:pt x="8964015" y="1918844"/>
                  <a:pt x="8949842" y="1918844"/>
                </a:cubicBezTo>
                <a:cubicBezTo>
                  <a:pt x="8935671" y="1918844"/>
                  <a:pt x="8924183" y="1907356"/>
                  <a:pt x="8924183" y="1893185"/>
                </a:cubicBezTo>
                <a:cubicBezTo>
                  <a:pt x="8924183" y="1879014"/>
                  <a:pt x="8935671" y="1867527"/>
                  <a:pt x="8949842" y="1867527"/>
                </a:cubicBezTo>
                <a:close/>
                <a:moveTo>
                  <a:pt x="8885637" y="1867527"/>
                </a:moveTo>
                <a:cubicBezTo>
                  <a:pt x="8899808" y="1867527"/>
                  <a:pt x="8911296" y="1879014"/>
                  <a:pt x="8911296" y="1893185"/>
                </a:cubicBezTo>
                <a:cubicBezTo>
                  <a:pt x="8911296" y="1907356"/>
                  <a:pt x="8899808" y="1918844"/>
                  <a:pt x="8885637" y="1918844"/>
                </a:cubicBezTo>
                <a:cubicBezTo>
                  <a:pt x="8871467" y="1918844"/>
                  <a:pt x="8859979" y="1907356"/>
                  <a:pt x="8859979" y="1893185"/>
                </a:cubicBezTo>
                <a:cubicBezTo>
                  <a:pt x="8859979" y="1879014"/>
                  <a:pt x="8871467" y="1867527"/>
                  <a:pt x="8885637" y="1867527"/>
                </a:cubicBezTo>
                <a:close/>
                <a:moveTo>
                  <a:pt x="8821433" y="1867527"/>
                </a:moveTo>
                <a:cubicBezTo>
                  <a:pt x="8835598" y="1867527"/>
                  <a:pt x="8847091" y="1879020"/>
                  <a:pt x="8847091" y="1893185"/>
                </a:cubicBezTo>
                <a:cubicBezTo>
                  <a:pt x="8847091" y="1907350"/>
                  <a:pt x="8835598" y="1918844"/>
                  <a:pt x="8821433" y="1918844"/>
                </a:cubicBezTo>
                <a:cubicBezTo>
                  <a:pt x="8807268" y="1918844"/>
                  <a:pt x="8795772" y="1907350"/>
                  <a:pt x="8795772" y="1893185"/>
                </a:cubicBezTo>
                <a:cubicBezTo>
                  <a:pt x="8795772" y="1879020"/>
                  <a:pt x="8807268" y="1867527"/>
                  <a:pt x="8821433" y="1867527"/>
                </a:cubicBezTo>
                <a:close/>
                <a:moveTo>
                  <a:pt x="8757226" y="1867527"/>
                </a:moveTo>
                <a:cubicBezTo>
                  <a:pt x="8771391" y="1867527"/>
                  <a:pt x="8782887" y="1879020"/>
                  <a:pt x="8782887" y="1893185"/>
                </a:cubicBezTo>
                <a:cubicBezTo>
                  <a:pt x="8782887" y="1907350"/>
                  <a:pt x="8771391" y="1918844"/>
                  <a:pt x="8757226" y="1918844"/>
                </a:cubicBezTo>
                <a:cubicBezTo>
                  <a:pt x="8743061" y="1918844"/>
                  <a:pt x="8731568" y="1907350"/>
                  <a:pt x="8731568" y="1893185"/>
                </a:cubicBezTo>
                <a:cubicBezTo>
                  <a:pt x="8731568" y="1879020"/>
                  <a:pt x="8743061" y="1867527"/>
                  <a:pt x="8757226" y="1867527"/>
                </a:cubicBezTo>
                <a:close/>
                <a:moveTo>
                  <a:pt x="8692904" y="1867527"/>
                </a:moveTo>
                <a:cubicBezTo>
                  <a:pt x="8707069" y="1867527"/>
                  <a:pt x="8718565" y="1879020"/>
                  <a:pt x="8718565" y="1893185"/>
                </a:cubicBezTo>
                <a:cubicBezTo>
                  <a:pt x="8718565" y="1907350"/>
                  <a:pt x="8707069" y="1918844"/>
                  <a:pt x="8692904" y="1918844"/>
                </a:cubicBezTo>
                <a:cubicBezTo>
                  <a:pt x="8678741" y="1918844"/>
                  <a:pt x="8667246" y="1907350"/>
                  <a:pt x="8667246" y="1893185"/>
                </a:cubicBezTo>
                <a:cubicBezTo>
                  <a:pt x="8667246" y="1879020"/>
                  <a:pt x="8678741" y="1867527"/>
                  <a:pt x="8692904" y="1867527"/>
                </a:cubicBezTo>
                <a:close/>
                <a:moveTo>
                  <a:pt x="8628699" y="1867527"/>
                </a:moveTo>
                <a:cubicBezTo>
                  <a:pt x="8642864" y="1867527"/>
                  <a:pt x="8654358" y="1879020"/>
                  <a:pt x="8654358" y="1893185"/>
                </a:cubicBezTo>
                <a:cubicBezTo>
                  <a:pt x="8654358" y="1907350"/>
                  <a:pt x="8642864" y="1918844"/>
                  <a:pt x="8628699" y="1918844"/>
                </a:cubicBezTo>
                <a:cubicBezTo>
                  <a:pt x="8614534" y="1918844"/>
                  <a:pt x="8603041" y="1907350"/>
                  <a:pt x="8603041" y="1893185"/>
                </a:cubicBezTo>
                <a:cubicBezTo>
                  <a:pt x="8603041" y="1879020"/>
                  <a:pt x="8614534" y="1867527"/>
                  <a:pt x="8628699" y="1867527"/>
                </a:cubicBezTo>
                <a:close/>
                <a:moveTo>
                  <a:pt x="8564495" y="1867527"/>
                </a:moveTo>
                <a:cubicBezTo>
                  <a:pt x="8578665" y="1867527"/>
                  <a:pt x="8590153" y="1879014"/>
                  <a:pt x="8590153" y="1893185"/>
                </a:cubicBezTo>
                <a:cubicBezTo>
                  <a:pt x="8590153" y="1907356"/>
                  <a:pt x="8578665" y="1918844"/>
                  <a:pt x="8564495" y="1918844"/>
                </a:cubicBezTo>
                <a:cubicBezTo>
                  <a:pt x="8550325" y="1918844"/>
                  <a:pt x="8538837" y="1907356"/>
                  <a:pt x="8538837" y="1893185"/>
                </a:cubicBezTo>
                <a:cubicBezTo>
                  <a:pt x="8538837" y="1879014"/>
                  <a:pt x="8550325" y="1867527"/>
                  <a:pt x="8564495" y="1867527"/>
                </a:cubicBezTo>
                <a:close/>
                <a:moveTo>
                  <a:pt x="8500288" y="1867527"/>
                </a:moveTo>
                <a:cubicBezTo>
                  <a:pt x="8514453" y="1867527"/>
                  <a:pt x="8525949" y="1879020"/>
                  <a:pt x="8525949" y="1893185"/>
                </a:cubicBezTo>
                <a:cubicBezTo>
                  <a:pt x="8525949" y="1907350"/>
                  <a:pt x="8514453" y="1918844"/>
                  <a:pt x="8500288" y="1918844"/>
                </a:cubicBezTo>
                <a:cubicBezTo>
                  <a:pt x="8486126" y="1918844"/>
                  <a:pt x="8474630" y="1907350"/>
                  <a:pt x="8474630" y="1893185"/>
                </a:cubicBezTo>
                <a:cubicBezTo>
                  <a:pt x="8474630" y="1879020"/>
                  <a:pt x="8486126" y="1867527"/>
                  <a:pt x="8500288" y="1867527"/>
                </a:cubicBezTo>
                <a:close/>
                <a:moveTo>
                  <a:pt x="8436084" y="1867527"/>
                </a:moveTo>
                <a:cubicBezTo>
                  <a:pt x="8450249" y="1867527"/>
                  <a:pt x="8461745" y="1879020"/>
                  <a:pt x="8461745" y="1893185"/>
                </a:cubicBezTo>
                <a:cubicBezTo>
                  <a:pt x="8461745" y="1907350"/>
                  <a:pt x="8450249" y="1918844"/>
                  <a:pt x="8436084" y="1918844"/>
                </a:cubicBezTo>
                <a:cubicBezTo>
                  <a:pt x="8421919" y="1918844"/>
                  <a:pt x="8410426" y="1907350"/>
                  <a:pt x="8410426" y="1893185"/>
                </a:cubicBezTo>
                <a:cubicBezTo>
                  <a:pt x="8410426" y="1879020"/>
                  <a:pt x="8421919" y="1867527"/>
                  <a:pt x="8436084" y="1867527"/>
                </a:cubicBezTo>
                <a:close/>
                <a:moveTo>
                  <a:pt x="8307675" y="1867527"/>
                </a:moveTo>
                <a:cubicBezTo>
                  <a:pt x="8321837" y="1867527"/>
                  <a:pt x="8333333" y="1879020"/>
                  <a:pt x="8333333" y="1893185"/>
                </a:cubicBezTo>
                <a:cubicBezTo>
                  <a:pt x="8333333" y="1907350"/>
                  <a:pt x="8321837" y="1918844"/>
                  <a:pt x="8307675" y="1918844"/>
                </a:cubicBezTo>
                <a:cubicBezTo>
                  <a:pt x="8293510" y="1918844"/>
                  <a:pt x="8282014" y="1907350"/>
                  <a:pt x="8282014" y="1893185"/>
                </a:cubicBezTo>
                <a:cubicBezTo>
                  <a:pt x="8282014" y="1879020"/>
                  <a:pt x="8293510" y="1867527"/>
                  <a:pt x="8307675" y="1867527"/>
                </a:cubicBezTo>
                <a:close/>
                <a:moveTo>
                  <a:pt x="8243468" y="1867527"/>
                </a:moveTo>
                <a:cubicBezTo>
                  <a:pt x="8257638" y="1867527"/>
                  <a:pt x="8269126" y="1879014"/>
                  <a:pt x="8269126" y="1893185"/>
                </a:cubicBezTo>
                <a:cubicBezTo>
                  <a:pt x="8269126" y="1907356"/>
                  <a:pt x="8257638" y="1918844"/>
                  <a:pt x="8243468" y="1918844"/>
                </a:cubicBezTo>
                <a:cubicBezTo>
                  <a:pt x="8229298" y="1918844"/>
                  <a:pt x="8217810" y="1907356"/>
                  <a:pt x="8217810" y="1893185"/>
                </a:cubicBezTo>
                <a:cubicBezTo>
                  <a:pt x="8217810" y="1879014"/>
                  <a:pt x="8229298" y="1867527"/>
                  <a:pt x="8243468" y="1867527"/>
                </a:cubicBezTo>
                <a:close/>
                <a:moveTo>
                  <a:pt x="8179264" y="1867527"/>
                </a:moveTo>
                <a:cubicBezTo>
                  <a:pt x="8193434" y="1867527"/>
                  <a:pt x="8204922" y="1879014"/>
                  <a:pt x="8204922" y="1893185"/>
                </a:cubicBezTo>
                <a:cubicBezTo>
                  <a:pt x="8204922" y="1907356"/>
                  <a:pt x="8193434" y="1918844"/>
                  <a:pt x="8179264" y="1918844"/>
                </a:cubicBezTo>
                <a:cubicBezTo>
                  <a:pt x="8165091" y="1918844"/>
                  <a:pt x="8153603" y="1907356"/>
                  <a:pt x="8153603" y="1893185"/>
                </a:cubicBezTo>
                <a:cubicBezTo>
                  <a:pt x="8153603" y="1879014"/>
                  <a:pt x="8165091" y="1867527"/>
                  <a:pt x="8179264" y="1867527"/>
                </a:cubicBezTo>
                <a:close/>
                <a:moveTo>
                  <a:pt x="8115057" y="1867527"/>
                </a:moveTo>
                <a:cubicBezTo>
                  <a:pt x="8129222" y="1867527"/>
                  <a:pt x="8140717" y="1879020"/>
                  <a:pt x="8140717" y="1893185"/>
                </a:cubicBezTo>
                <a:cubicBezTo>
                  <a:pt x="8140717" y="1907350"/>
                  <a:pt x="8129222" y="1918844"/>
                  <a:pt x="8115057" y="1918844"/>
                </a:cubicBezTo>
                <a:cubicBezTo>
                  <a:pt x="8100894" y="1918844"/>
                  <a:pt x="8089398" y="1907350"/>
                  <a:pt x="8089398" y="1893185"/>
                </a:cubicBezTo>
                <a:cubicBezTo>
                  <a:pt x="8089398" y="1879020"/>
                  <a:pt x="8100894" y="1867527"/>
                  <a:pt x="8115057" y="1867527"/>
                </a:cubicBezTo>
                <a:close/>
                <a:moveTo>
                  <a:pt x="8050852" y="1867527"/>
                </a:moveTo>
                <a:cubicBezTo>
                  <a:pt x="8065017" y="1867527"/>
                  <a:pt x="8076510" y="1879020"/>
                  <a:pt x="8076510" y="1893185"/>
                </a:cubicBezTo>
                <a:cubicBezTo>
                  <a:pt x="8076510" y="1907350"/>
                  <a:pt x="8065017" y="1918844"/>
                  <a:pt x="8050852" y="1918844"/>
                </a:cubicBezTo>
                <a:cubicBezTo>
                  <a:pt x="8036687" y="1918844"/>
                  <a:pt x="8025194" y="1907350"/>
                  <a:pt x="8025194" y="1893185"/>
                </a:cubicBezTo>
                <a:cubicBezTo>
                  <a:pt x="8025194" y="1879020"/>
                  <a:pt x="8036687" y="1867527"/>
                  <a:pt x="8050852" y="1867527"/>
                </a:cubicBezTo>
                <a:close/>
                <a:moveTo>
                  <a:pt x="7986648" y="1867527"/>
                </a:moveTo>
                <a:cubicBezTo>
                  <a:pt x="8000813" y="1867527"/>
                  <a:pt x="8012306" y="1879020"/>
                  <a:pt x="8012306" y="1893185"/>
                </a:cubicBezTo>
                <a:cubicBezTo>
                  <a:pt x="8012306" y="1907350"/>
                  <a:pt x="8000813" y="1918844"/>
                  <a:pt x="7986648" y="1918844"/>
                </a:cubicBezTo>
                <a:cubicBezTo>
                  <a:pt x="7972483" y="1918844"/>
                  <a:pt x="7960990" y="1907350"/>
                  <a:pt x="7960990" y="1893185"/>
                </a:cubicBezTo>
                <a:cubicBezTo>
                  <a:pt x="7960990" y="1879020"/>
                  <a:pt x="7972483" y="1867527"/>
                  <a:pt x="7986648" y="1867527"/>
                </a:cubicBezTo>
                <a:close/>
                <a:moveTo>
                  <a:pt x="7922444" y="1867527"/>
                </a:moveTo>
                <a:cubicBezTo>
                  <a:pt x="7936606" y="1867527"/>
                  <a:pt x="7948102" y="1879020"/>
                  <a:pt x="7948102" y="1893185"/>
                </a:cubicBezTo>
                <a:cubicBezTo>
                  <a:pt x="7948102" y="1907350"/>
                  <a:pt x="7936606" y="1918844"/>
                  <a:pt x="7922444" y="1918844"/>
                </a:cubicBezTo>
                <a:cubicBezTo>
                  <a:pt x="7908279" y="1918844"/>
                  <a:pt x="7896783" y="1907350"/>
                  <a:pt x="7896783" y="1893185"/>
                </a:cubicBezTo>
                <a:cubicBezTo>
                  <a:pt x="7896783" y="1879020"/>
                  <a:pt x="7908279" y="1867527"/>
                  <a:pt x="7922444" y="1867527"/>
                </a:cubicBezTo>
                <a:close/>
                <a:moveTo>
                  <a:pt x="7858237" y="1867527"/>
                </a:moveTo>
                <a:cubicBezTo>
                  <a:pt x="7872407" y="1867527"/>
                  <a:pt x="7883895" y="1879014"/>
                  <a:pt x="7883895" y="1893185"/>
                </a:cubicBezTo>
                <a:cubicBezTo>
                  <a:pt x="7883895" y="1907356"/>
                  <a:pt x="7872407" y="1918844"/>
                  <a:pt x="7858237" y="1918844"/>
                </a:cubicBezTo>
                <a:cubicBezTo>
                  <a:pt x="7844066" y="1918844"/>
                  <a:pt x="7832578" y="1907356"/>
                  <a:pt x="7832578" y="1893185"/>
                </a:cubicBezTo>
                <a:cubicBezTo>
                  <a:pt x="7832578" y="1879014"/>
                  <a:pt x="7844066" y="1867527"/>
                  <a:pt x="7858237" y="1867527"/>
                </a:cubicBezTo>
                <a:close/>
                <a:moveTo>
                  <a:pt x="7794032" y="1867527"/>
                </a:moveTo>
                <a:cubicBezTo>
                  <a:pt x="7808203" y="1867527"/>
                  <a:pt x="7819690" y="1879014"/>
                  <a:pt x="7819690" y="1893185"/>
                </a:cubicBezTo>
                <a:cubicBezTo>
                  <a:pt x="7819690" y="1907356"/>
                  <a:pt x="7808203" y="1918844"/>
                  <a:pt x="7794032" y="1918844"/>
                </a:cubicBezTo>
                <a:cubicBezTo>
                  <a:pt x="7779862" y="1918844"/>
                  <a:pt x="7768371" y="1907356"/>
                  <a:pt x="7768371" y="1893185"/>
                </a:cubicBezTo>
                <a:cubicBezTo>
                  <a:pt x="7768371" y="1879014"/>
                  <a:pt x="7779862" y="1867527"/>
                  <a:pt x="7794032" y="1867527"/>
                </a:cubicBezTo>
                <a:close/>
                <a:moveTo>
                  <a:pt x="7729825" y="1867527"/>
                </a:moveTo>
                <a:cubicBezTo>
                  <a:pt x="7743990" y="1867527"/>
                  <a:pt x="7755486" y="1879020"/>
                  <a:pt x="7755486" y="1893185"/>
                </a:cubicBezTo>
                <a:cubicBezTo>
                  <a:pt x="7755486" y="1907350"/>
                  <a:pt x="7743990" y="1918844"/>
                  <a:pt x="7729825" y="1918844"/>
                </a:cubicBezTo>
                <a:cubicBezTo>
                  <a:pt x="7715660" y="1918844"/>
                  <a:pt x="7704167" y="1907350"/>
                  <a:pt x="7704167" y="1893185"/>
                </a:cubicBezTo>
                <a:cubicBezTo>
                  <a:pt x="7704167" y="1879020"/>
                  <a:pt x="7715660" y="1867527"/>
                  <a:pt x="7729825" y="1867527"/>
                </a:cubicBezTo>
                <a:close/>
                <a:moveTo>
                  <a:pt x="7665621" y="1867527"/>
                </a:moveTo>
                <a:cubicBezTo>
                  <a:pt x="7679786" y="1867527"/>
                  <a:pt x="7691279" y="1879020"/>
                  <a:pt x="7691279" y="1893185"/>
                </a:cubicBezTo>
                <a:cubicBezTo>
                  <a:pt x="7691279" y="1907350"/>
                  <a:pt x="7679786" y="1918844"/>
                  <a:pt x="7665621" y="1918844"/>
                </a:cubicBezTo>
                <a:cubicBezTo>
                  <a:pt x="7651456" y="1918844"/>
                  <a:pt x="7639963" y="1907350"/>
                  <a:pt x="7639963" y="1893185"/>
                </a:cubicBezTo>
                <a:cubicBezTo>
                  <a:pt x="7639963" y="1879020"/>
                  <a:pt x="7651456" y="1867527"/>
                  <a:pt x="7665621" y="1867527"/>
                </a:cubicBezTo>
                <a:close/>
                <a:moveTo>
                  <a:pt x="7601299" y="1867527"/>
                </a:moveTo>
                <a:cubicBezTo>
                  <a:pt x="7615464" y="1867527"/>
                  <a:pt x="7626959" y="1879020"/>
                  <a:pt x="7626959" y="1893185"/>
                </a:cubicBezTo>
                <a:cubicBezTo>
                  <a:pt x="7626959" y="1907350"/>
                  <a:pt x="7615464" y="1918844"/>
                  <a:pt x="7601299" y="1918844"/>
                </a:cubicBezTo>
                <a:cubicBezTo>
                  <a:pt x="7587134" y="1918844"/>
                  <a:pt x="7575640" y="1907350"/>
                  <a:pt x="7575640" y="1893185"/>
                </a:cubicBezTo>
                <a:cubicBezTo>
                  <a:pt x="7575640" y="1879020"/>
                  <a:pt x="7587134" y="1867527"/>
                  <a:pt x="7601299" y="1867527"/>
                </a:cubicBezTo>
                <a:close/>
                <a:moveTo>
                  <a:pt x="7537094" y="1867527"/>
                </a:moveTo>
                <a:cubicBezTo>
                  <a:pt x="7551259" y="1867527"/>
                  <a:pt x="7562752" y="1879020"/>
                  <a:pt x="7562752" y="1893185"/>
                </a:cubicBezTo>
                <a:cubicBezTo>
                  <a:pt x="7562752" y="1907350"/>
                  <a:pt x="7551259" y="1918844"/>
                  <a:pt x="7537094" y="1918844"/>
                </a:cubicBezTo>
                <a:cubicBezTo>
                  <a:pt x="7522929" y="1918844"/>
                  <a:pt x="7511436" y="1907350"/>
                  <a:pt x="7511436" y="1893185"/>
                </a:cubicBezTo>
                <a:cubicBezTo>
                  <a:pt x="7511436" y="1879020"/>
                  <a:pt x="7522929" y="1867527"/>
                  <a:pt x="7537094" y="1867527"/>
                </a:cubicBezTo>
                <a:close/>
                <a:moveTo>
                  <a:pt x="7472890" y="1867527"/>
                </a:moveTo>
                <a:cubicBezTo>
                  <a:pt x="7487060" y="1867527"/>
                  <a:pt x="7498548" y="1879014"/>
                  <a:pt x="7498548" y="1893185"/>
                </a:cubicBezTo>
                <a:cubicBezTo>
                  <a:pt x="7498548" y="1907356"/>
                  <a:pt x="7487060" y="1918844"/>
                  <a:pt x="7472890" y="1918844"/>
                </a:cubicBezTo>
                <a:cubicBezTo>
                  <a:pt x="7458717" y="1918844"/>
                  <a:pt x="7447229" y="1907356"/>
                  <a:pt x="7447229" y="1893185"/>
                </a:cubicBezTo>
                <a:cubicBezTo>
                  <a:pt x="7447229" y="1879014"/>
                  <a:pt x="7458717" y="1867527"/>
                  <a:pt x="7472890" y="1867527"/>
                </a:cubicBezTo>
                <a:close/>
                <a:moveTo>
                  <a:pt x="7408683" y="1867527"/>
                </a:moveTo>
                <a:cubicBezTo>
                  <a:pt x="7422848" y="1867527"/>
                  <a:pt x="7434341" y="1879020"/>
                  <a:pt x="7434341" y="1893185"/>
                </a:cubicBezTo>
                <a:cubicBezTo>
                  <a:pt x="7434341" y="1907350"/>
                  <a:pt x="7422848" y="1918844"/>
                  <a:pt x="7408683" y="1918844"/>
                </a:cubicBezTo>
                <a:cubicBezTo>
                  <a:pt x="7394518" y="1918844"/>
                  <a:pt x="7383025" y="1907350"/>
                  <a:pt x="7383025" y="1893185"/>
                </a:cubicBezTo>
                <a:cubicBezTo>
                  <a:pt x="7383025" y="1879020"/>
                  <a:pt x="7394518" y="1867527"/>
                  <a:pt x="7408683" y="1867527"/>
                </a:cubicBezTo>
                <a:close/>
                <a:moveTo>
                  <a:pt x="7344479" y="1867527"/>
                </a:moveTo>
                <a:cubicBezTo>
                  <a:pt x="7358644" y="1867527"/>
                  <a:pt x="7370137" y="1879020"/>
                  <a:pt x="7370137" y="1893185"/>
                </a:cubicBezTo>
                <a:cubicBezTo>
                  <a:pt x="7370137" y="1907350"/>
                  <a:pt x="7358644" y="1918844"/>
                  <a:pt x="7344479" y="1918844"/>
                </a:cubicBezTo>
                <a:cubicBezTo>
                  <a:pt x="7330314" y="1918844"/>
                  <a:pt x="7318820" y="1907350"/>
                  <a:pt x="7318820" y="1893185"/>
                </a:cubicBezTo>
                <a:cubicBezTo>
                  <a:pt x="7318820" y="1879020"/>
                  <a:pt x="7330314" y="1867527"/>
                  <a:pt x="7344479" y="1867527"/>
                </a:cubicBezTo>
                <a:close/>
                <a:moveTo>
                  <a:pt x="7280274" y="1867527"/>
                </a:moveTo>
                <a:cubicBezTo>
                  <a:pt x="7294437" y="1867527"/>
                  <a:pt x="7305932" y="1879020"/>
                  <a:pt x="7305932" y="1893185"/>
                </a:cubicBezTo>
                <a:cubicBezTo>
                  <a:pt x="7305932" y="1907350"/>
                  <a:pt x="7294437" y="1918844"/>
                  <a:pt x="7280274" y="1918844"/>
                </a:cubicBezTo>
                <a:cubicBezTo>
                  <a:pt x="7266109" y="1918844"/>
                  <a:pt x="7254613" y="1907350"/>
                  <a:pt x="7254613" y="1893185"/>
                </a:cubicBezTo>
                <a:cubicBezTo>
                  <a:pt x="7254613" y="1879020"/>
                  <a:pt x="7266109" y="1867527"/>
                  <a:pt x="7280274" y="1867527"/>
                </a:cubicBezTo>
                <a:close/>
                <a:moveTo>
                  <a:pt x="7216067" y="1867527"/>
                </a:moveTo>
                <a:cubicBezTo>
                  <a:pt x="7230232" y="1867527"/>
                  <a:pt x="7241725" y="1879020"/>
                  <a:pt x="7241725" y="1893185"/>
                </a:cubicBezTo>
                <a:cubicBezTo>
                  <a:pt x="7241725" y="1907350"/>
                  <a:pt x="7230232" y="1918844"/>
                  <a:pt x="7216067" y="1918844"/>
                </a:cubicBezTo>
                <a:cubicBezTo>
                  <a:pt x="7201902" y="1918844"/>
                  <a:pt x="7190409" y="1907350"/>
                  <a:pt x="7190409" y="1893185"/>
                </a:cubicBezTo>
                <a:cubicBezTo>
                  <a:pt x="7190409" y="1879020"/>
                  <a:pt x="7201902" y="1867527"/>
                  <a:pt x="7216067" y="1867527"/>
                </a:cubicBezTo>
                <a:close/>
                <a:moveTo>
                  <a:pt x="7151863" y="1867527"/>
                </a:moveTo>
                <a:cubicBezTo>
                  <a:pt x="7166033" y="1867527"/>
                  <a:pt x="7177521" y="1879014"/>
                  <a:pt x="7177521" y="1893185"/>
                </a:cubicBezTo>
                <a:cubicBezTo>
                  <a:pt x="7177521" y="1907356"/>
                  <a:pt x="7166033" y="1918844"/>
                  <a:pt x="7151863" y="1918844"/>
                </a:cubicBezTo>
                <a:cubicBezTo>
                  <a:pt x="7137692" y="1918844"/>
                  <a:pt x="7126205" y="1907356"/>
                  <a:pt x="7126205" y="1893185"/>
                </a:cubicBezTo>
                <a:cubicBezTo>
                  <a:pt x="7126205" y="1879014"/>
                  <a:pt x="7137692" y="1867527"/>
                  <a:pt x="7151863" y="1867527"/>
                </a:cubicBezTo>
                <a:close/>
                <a:moveTo>
                  <a:pt x="7087658" y="1867527"/>
                </a:moveTo>
                <a:cubicBezTo>
                  <a:pt x="7101829" y="1867527"/>
                  <a:pt x="7113317" y="1879014"/>
                  <a:pt x="7113317" y="1893185"/>
                </a:cubicBezTo>
                <a:cubicBezTo>
                  <a:pt x="7113317" y="1907356"/>
                  <a:pt x="7101829" y="1918844"/>
                  <a:pt x="7087658" y="1918844"/>
                </a:cubicBezTo>
                <a:cubicBezTo>
                  <a:pt x="7073485" y="1918844"/>
                  <a:pt x="7061998" y="1907356"/>
                  <a:pt x="7061998" y="1893185"/>
                </a:cubicBezTo>
                <a:cubicBezTo>
                  <a:pt x="7061998" y="1879014"/>
                  <a:pt x="7073485" y="1867527"/>
                  <a:pt x="7087658" y="1867527"/>
                </a:cubicBezTo>
                <a:close/>
                <a:moveTo>
                  <a:pt x="7023451" y="1867527"/>
                </a:moveTo>
                <a:cubicBezTo>
                  <a:pt x="7037616" y="1867527"/>
                  <a:pt x="7049112" y="1879020"/>
                  <a:pt x="7049112" y="1893185"/>
                </a:cubicBezTo>
                <a:cubicBezTo>
                  <a:pt x="7049112" y="1907350"/>
                  <a:pt x="7037616" y="1918844"/>
                  <a:pt x="7023451" y="1918844"/>
                </a:cubicBezTo>
                <a:cubicBezTo>
                  <a:pt x="7009289" y="1918844"/>
                  <a:pt x="6997793" y="1907350"/>
                  <a:pt x="6997793" y="1893185"/>
                </a:cubicBezTo>
                <a:cubicBezTo>
                  <a:pt x="6997793" y="1879020"/>
                  <a:pt x="7009289" y="1867527"/>
                  <a:pt x="7023451" y="1867527"/>
                </a:cubicBezTo>
                <a:close/>
                <a:moveTo>
                  <a:pt x="6959247" y="1867527"/>
                </a:moveTo>
                <a:cubicBezTo>
                  <a:pt x="6973412" y="1867527"/>
                  <a:pt x="6984905" y="1879020"/>
                  <a:pt x="6984905" y="1893185"/>
                </a:cubicBezTo>
                <a:cubicBezTo>
                  <a:pt x="6984905" y="1907350"/>
                  <a:pt x="6973412" y="1918844"/>
                  <a:pt x="6959247" y="1918844"/>
                </a:cubicBezTo>
                <a:cubicBezTo>
                  <a:pt x="6945082" y="1918844"/>
                  <a:pt x="6933589" y="1907350"/>
                  <a:pt x="6933589" y="1893185"/>
                </a:cubicBezTo>
                <a:cubicBezTo>
                  <a:pt x="6933589" y="1879020"/>
                  <a:pt x="6945082" y="1867527"/>
                  <a:pt x="6959247" y="1867527"/>
                </a:cubicBezTo>
                <a:close/>
                <a:moveTo>
                  <a:pt x="6895043" y="1867527"/>
                </a:moveTo>
                <a:cubicBezTo>
                  <a:pt x="6909208" y="1867527"/>
                  <a:pt x="6920701" y="1879020"/>
                  <a:pt x="6920701" y="1893185"/>
                </a:cubicBezTo>
                <a:cubicBezTo>
                  <a:pt x="6920701" y="1907350"/>
                  <a:pt x="6909208" y="1918844"/>
                  <a:pt x="6895043" y="1918844"/>
                </a:cubicBezTo>
                <a:cubicBezTo>
                  <a:pt x="6880878" y="1918844"/>
                  <a:pt x="6869382" y="1907350"/>
                  <a:pt x="6869382" y="1893185"/>
                </a:cubicBezTo>
                <a:cubicBezTo>
                  <a:pt x="6869382" y="1879020"/>
                  <a:pt x="6880878" y="1867527"/>
                  <a:pt x="6895043" y="1867527"/>
                </a:cubicBezTo>
                <a:close/>
                <a:moveTo>
                  <a:pt x="6830836" y="1867527"/>
                </a:moveTo>
                <a:cubicBezTo>
                  <a:pt x="6845001" y="1867527"/>
                  <a:pt x="6856494" y="1879020"/>
                  <a:pt x="6856494" y="1893185"/>
                </a:cubicBezTo>
                <a:cubicBezTo>
                  <a:pt x="6856494" y="1907350"/>
                  <a:pt x="6845001" y="1918844"/>
                  <a:pt x="6830836" y="1918844"/>
                </a:cubicBezTo>
                <a:cubicBezTo>
                  <a:pt x="6816671" y="1918844"/>
                  <a:pt x="6805178" y="1907350"/>
                  <a:pt x="6805178" y="1893185"/>
                </a:cubicBezTo>
                <a:cubicBezTo>
                  <a:pt x="6805178" y="1879020"/>
                  <a:pt x="6816671" y="1867527"/>
                  <a:pt x="6830836" y="1867527"/>
                </a:cubicBezTo>
                <a:close/>
                <a:moveTo>
                  <a:pt x="6766631" y="1867527"/>
                </a:moveTo>
                <a:cubicBezTo>
                  <a:pt x="6780802" y="1867527"/>
                  <a:pt x="6792290" y="1879014"/>
                  <a:pt x="6792290" y="1893185"/>
                </a:cubicBezTo>
                <a:cubicBezTo>
                  <a:pt x="6792290" y="1907356"/>
                  <a:pt x="6780802" y="1918844"/>
                  <a:pt x="6766631" y="1918844"/>
                </a:cubicBezTo>
                <a:cubicBezTo>
                  <a:pt x="6752461" y="1918844"/>
                  <a:pt x="6740973" y="1907356"/>
                  <a:pt x="6740973" y="1893185"/>
                </a:cubicBezTo>
                <a:cubicBezTo>
                  <a:pt x="6740973" y="1879014"/>
                  <a:pt x="6752461" y="1867527"/>
                  <a:pt x="6766631" y="1867527"/>
                </a:cubicBezTo>
                <a:close/>
                <a:moveTo>
                  <a:pt x="6702427" y="1867527"/>
                </a:moveTo>
                <a:cubicBezTo>
                  <a:pt x="6716597" y="1867527"/>
                  <a:pt x="6728085" y="1879014"/>
                  <a:pt x="6728085" y="1893185"/>
                </a:cubicBezTo>
                <a:cubicBezTo>
                  <a:pt x="6728085" y="1907356"/>
                  <a:pt x="6716597" y="1918844"/>
                  <a:pt x="6702427" y="1918844"/>
                </a:cubicBezTo>
                <a:cubicBezTo>
                  <a:pt x="6688254" y="1918844"/>
                  <a:pt x="6676766" y="1907356"/>
                  <a:pt x="6676766" y="1893185"/>
                </a:cubicBezTo>
                <a:cubicBezTo>
                  <a:pt x="6676766" y="1879014"/>
                  <a:pt x="6688254" y="1867527"/>
                  <a:pt x="6702427" y="1867527"/>
                </a:cubicBezTo>
                <a:close/>
                <a:moveTo>
                  <a:pt x="6638220" y="1867527"/>
                </a:moveTo>
                <a:cubicBezTo>
                  <a:pt x="6652385" y="1867527"/>
                  <a:pt x="6663881" y="1879020"/>
                  <a:pt x="6663881" y="1893185"/>
                </a:cubicBezTo>
                <a:cubicBezTo>
                  <a:pt x="6663881" y="1907350"/>
                  <a:pt x="6652385" y="1918844"/>
                  <a:pt x="6638220" y="1918844"/>
                </a:cubicBezTo>
                <a:cubicBezTo>
                  <a:pt x="6624055" y="1918844"/>
                  <a:pt x="6612562" y="1907350"/>
                  <a:pt x="6612562" y="1893185"/>
                </a:cubicBezTo>
                <a:cubicBezTo>
                  <a:pt x="6612562" y="1879020"/>
                  <a:pt x="6624055" y="1867527"/>
                  <a:pt x="6638220" y="1867527"/>
                </a:cubicBezTo>
                <a:close/>
                <a:moveTo>
                  <a:pt x="6574016" y="1867527"/>
                </a:moveTo>
                <a:cubicBezTo>
                  <a:pt x="6588181" y="1867527"/>
                  <a:pt x="6599674" y="1879020"/>
                  <a:pt x="6599674" y="1893185"/>
                </a:cubicBezTo>
                <a:cubicBezTo>
                  <a:pt x="6599674" y="1907350"/>
                  <a:pt x="6588181" y="1918844"/>
                  <a:pt x="6574016" y="1918844"/>
                </a:cubicBezTo>
                <a:cubicBezTo>
                  <a:pt x="6559851" y="1918844"/>
                  <a:pt x="6548357" y="1907350"/>
                  <a:pt x="6548357" y="1893185"/>
                </a:cubicBezTo>
                <a:cubicBezTo>
                  <a:pt x="6548357" y="1879020"/>
                  <a:pt x="6559851" y="1867527"/>
                  <a:pt x="6574016" y="1867527"/>
                </a:cubicBezTo>
                <a:close/>
                <a:moveTo>
                  <a:pt x="6509693" y="1867527"/>
                </a:moveTo>
                <a:cubicBezTo>
                  <a:pt x="6523858" y="1867527"/>
                  <a:pt x="6535352" y="1879020"/>
                  <a:pt x="6535352" y="1893185"/>
                </a:cubicBezTo>
                <a:cubicBezTo>
                  <a:pt x="6535352" y="1907350"/>
                  <a:pt x="6523858" y="1918844"/>
                  <a:pt x="6509693" y="1918844"/>
                </a:cubicBezTo>
                <a:cubicBezTo>
                  <a:pt x="6495528" y="1918844"/>
                  <a:pt x="6484035" y="1907350"/>
                  <a:pt x="6484035" y="1893185"/>
                </a:cubicBezTo>
                <a:cubicBezTo>
                  <a:pt x="6484035" y="1879020"/>
                  <a:pt x="6495528" y="1867527"/>
                  <a:pt x="6509693" y="1867527"/>
                </a:cubicBezTo>
                <a:close/>
                <a:moveTo>
                  <a:pt x="6445489" y="1867527"/>
                </a:moveTo>
                <a:cubicBezTo>
                  <a:pt x="6459654" y="1867527"/>
                  <a:pt x="6471147" y="1879020"/>
                  <a:pt x="6471147" y="1893185"/>
                </a:cubicBezTo>
                <a:cubicBezTo>
                  <a:pt x="6471147" y="1907350"/>
                  <a:pt x="6459654" y="1918844"/>
                  <a:pt x="6445489" y="1918844"/>
                </a:cubicBezTo>
                <a:cubicBezTo>
                  <a:pt x="6431324" y="1918844"/>
                  <a:pt x="6419831" y="1907350"/>
                  <a:pt x="6419831" y="1893185"/>
                </a:cubicBezTo>
                <a:cubicBezTo>
                  <a:pt x="6419831" y="1879020"/>
                  <a:pt x="6431324" y="1867527"/>
                  <a:pt x="6445489" y="1867527"/>
                </a:cubicBezTo>
                <a:close/>
                <a:moveTo>
                  <a:pt x="6381282" y="1867527"/>
                </a:moveTo>
                <a:cubicBezTo>
                  <a:pt x="6395455" y="1867527"/>
                  <a:pt x="6406943" y="1879014"/>
                  <a:pt x="6406943" y="1893185"/>
                </a:cubicBezTo>
                <a:cubicBezTo>
                  <a:pt x="6406943" y="1907356"/>
                  <a:pt x="6395455" y="1918844"/>
                  <a:pt x="6381282" y="1918844"/>
                </a:cubicBezTo>
                <a:cubicBezTo>
                  <a:pt x="6367112" y="1918844"/>
                  <a:pt x="6355624" y="1907356"/>
                  <a:pt x="6355624" y="1893185"/>
                </a:cubicBezTo>
                <a:cubicBezTo>
                  <a:pt x="6355624" y="1879014"/>
                  <a:pt x="6367112" y="1867527"/>
                  <a:pt x="6381282" y="1867527"/>
                </a:cubicBezTo>
                <a:close/>
                <a:moveTo>
                  <a:pt x="6317078" y="1867527"/>
                </a:moveTo>
                <a:cubicBezTo>
                  <a:pt x="6331243" y="1867527"/>
                  <a:pt x="6342736" y="1879020"/>
                  <a:pt x="6342736" y="1893185"/>
                </a:cubicBezTo>
                <a:cubicBezTo>
                  <a:pt x="6342736" y="1907350"/>
                  <a:pt x="6331243" y="1918844"/>
                  <a:pt x="6317078" y="1918844"/>
                </a:cubicBezTo>
                <a:cubicBezTo>
                  <a:pt x="6302913" y="1918844"/>
                  <a:pt x="6291420" y="1907350"/>
                  <a:pt x="6291420" y="1893185"/>
                </a:cubicBezTo>
                <a:cubicBezTo>
                  <a:pt x="6291420" y="1879020"/>
                  <a:pt x="6302913" y="1867527"/>
                  <a:pt x="6317078" y="1867527"/>
                </a:cubicBezTo>
                <a:close/>
                <a:moveTo>
                  <a:pt x="6252873" y="1867527"/>
                </a:moveTo>
                <a:cubicBezTo>
                  <a:pt x="6267036" y="1867527"/>
                  <a:pt x="6278532" y="1879020"/>
                  <a:pt x="6278532" y="1893185"/>
                </a:cubicBezTo>
                <a:cubicBezTo>
                  <a:pt x="6278532" y="1907350"/>
                  <a:pt x="6267036" y="1918844"/>
                  <a:pt x="6252873" y="1918844"/>
                </a:cubicBezTo>
                <a:cubicBezTo>
                  <a:pt x="6238708" y="1918844"/>
                  <a:pt x="6227213" y="1907350"/>
                  <a:pt x="6227213" y="1893185"/>
                </a:cubicBezTo>
                <a:cubicBezTo>
                  <a:pt x="6227213" y="1879020"/>
                  <a:pt x="6238708" y="1867527"/>
                  <a:pt x="6252873" y="1867527"/>
                </a:cubicBezTo>
                <a:close/>
                <a:moveTo>
                  <a:pt x="6188666" y="1867527"/>
                </a:moveTo>
                <a:cubicBezTo>
                  <a:pt x="6202831" y="1867527"/>
                  <a:pt x="6214327" y="1879020"/>
                  <a:pt x="6214327" y="1893185"/>
                </a:cubicBezTo>
                <a:cubicBezTo>
                  <a:pt x="6214327" y="1907350"/>
                  <a:pt x="6202831" y="1918844"/>
                  <a:pt x="6188666" y="1918844"/>
                </a:cubicBezTo>
                <a:cubicBezTo>
                  <a:pt x="6174504" y="1918844"/>
                  <a:pt x="6163008" y="1907350"/>
                  <a:pt x="6163008" y="1893185"/>
                </a:cubicBezTo>
                <a:cubicBezTo>
                  <a:pt x="6163008" y="1879020"/>
                  <a:pt x="6174504" y="1867527"/>
                  <a:pt x="6188666" y="1867527"/>
                </a:cubicBezTo>
                <a:close/>
                <a:moveTo>
                  <a:pt x="6124462" y="1867527"/>
                </a:moveTo>
                <a:cubicBezTo>
                  <a:pt x="6138627" y="1867527"/>
                  <a:pt x="6150123" y="1879020"/>
                  <a:pt x="6150123" y="1893185"/>
                </a:cubicBezTo>
                <a:cubicBezTo>
                  <a:pt x="6150123" y="1907350"/>
                  <a:pt x="6138627" y="1918844"/>
                  <a:pt x="6124462" y="1918844"/>
                </a:cubicBezTo>
                <a:cubicBezTo>
                  <a:pt x="6110297" y="1918844"/>
                  <a:pt x="6098804" y="1907350"/>
                  <a:pt x="6098804" y="1893185"/>
                </a:cubicBezTo>
                <a:cubicBezTo>
                  <a:pt x="6098804" y="1879020"/>
                  <a:pt x="6110297" y="1867527"/>
                  <a:pt x="6124462" y="1867527"/>
                </a:cubicBezTo>
                <a:close/>
                <a:moveTo>
                  <a:pt x="6064505" y="1867527"/>
                </a:moveTo>
                <a:cubicBezTo>
                  <a:pt x="6078666" y="1867527"/>
                  <a:pt x="6090163" y="1879020"/>
                  <a:pt x="6090163" y="1893185"/>
                </a:cubicBezTo>
                <a:cubicBezTo>
                  <a:pt x="6090163" y="1907350"/>
                  <a:pt x="6078666" y="1918844"/>
                  <a:pt x="6064505" y="1918844"/>
                </a:cubicBezTo>
                <a:cubicBezTo>
                  <a:pt x="6050336" y="1918844"/>
                  <a:pt x="6038844" y="1907350"/>
                  <a:pt x="6038844" y="1893185"/>
                </a:cubicBezTo>
                <a:cubicBezTo>
                  <a:pt x="6038844" y="1879020"/>
                  <a:pt x="6050336" y="1867527"/>
                  <a:pt x="6064505" y="1867527"/>
                </a:cubicBezTo>
                <a:close/>
                <a:moveTo>
                  <a:pt x="6000298" y="1867527"/>
                </a:moveTo>
                <a:cubicBezTo>
                  <a:pt x="6014463" y="1867527"/>
                  <a:pt x="6025956" y="1879020"/>
                  <a:pt x="6025956" y="1893185"/>
                </a:cubicBezTo>
                <a:cubicBezTo>
                  <a:pt x="6025956" y="1907350"/>
                  <a:pt x="6014463" y="1918844"/>
                  <a:pt x="6000298" y="1918844"/>
                </a:cubicBezTo>
                <a:cubicBezTo>
                  <a:pt x="5986133" y="1918844"/>
                  <a:pt x="5974639" y="1907350"/>
                  <a:pt x="5974639" y="1893185"/>
                </a:cubicBezTo>
                <a:cubicBezTo>
                  <a:pt x="5974639" y="1879020"/>
                  <a:pt x="5986133" y="1867527"/>
                  <a:pt x="6000298" y="1867527"/>
                </a:cubicBezTo>
                <a:close/>
                <a:moveTo>
                  <a:pt x="5936092" y="1867527"/>
                </a:moveTo>
                <a:cubicBezTo>
                  <a:pt x="5950255" y="1867527"/>
                  <a:pt x="5961751" y="1879020"/>
                  <a:pt x="5961751" y="1893185"/>
                </a:cubicBezTo>
                <a:cubicBezTo>
                  <a:pt x="5961751" y="1907350"/>
                  <a:pt x="5950255" y="1918844"/>
                  <a:pt x="5936092" y="1918844"/>
                </a:cubicBezTo>
                <a:cubicBezTo>
                  <a:pt x="5921928" y="1918844"/>
                  <a:pt x="5910435" y="1907350"/>
                  <a:pt x="5910435" y="1893185"/>
                </a:cubicBezTo>
                <a:cubicBezTo>
                  <a:pt x="5910435" y="1879020"/>
                  <a:pt x="5921928" y="1867527"/>
                  <a:pt x="5936092" y="1867527"/>
                </a:cubicBezTo>
                <a:close/>
                <a:moveTo>
                  <a:pt x="5871887" y="1867527"/>
                </a:moveTo>
                <a:cubicBezTo>
                  <a:pt x="5886051" y="1867527"/>
                  <a:pt x="5897547" y="1879020"/>
                  <a:pt x="5897547" y="1893185"/>
                </a:cubicBezTo>
                <a:cubicBezTo>
                  <a:pt x="5897547" y="1907350"/>
                  <a:pt x="5886051" y="1918844"/>
                  <a:pt x="5871887" y="1918844"/>
                </a:cubicBezTo>
                <a:cubicBezTo>
                  <a:pt x="5857722" y="1918844"/>
                  <a:pt x="5846228" y="1907350"/>
                  <a:pt x="5846228" y="1893185"/>
                </a:cubicBezTo>
                <a:cubicBezTo>
                  <a:pt x="5846228" y="1879020"/>
                  <a:pt x="5857722" y="1867527"/>
                  <a:pt x="5871887" y="1867527"/>
                </a:cubicBezTo>
                <a:close/>
                <a:moveTo>
                  <a:pt x="5807683" y="1867527"/>
                </a:moveTo>
                <a:cubicBezTo>
                  <a:pt x="5821853" y="1867527"/>
                  <a:pt x="5833341" y="1879014"/>
                  <a:pt x="5833341" y="1893185"/>
                </a:cubicBezTo>
                <a:cubicBezTo>
                  <a:pt x="5833341" y="1907356"/>
                  <a:pt x="5821853" y="1918844"/>
                  <a:pt x="5807683" y="1918844"/>
                </a:cubicBezTo>
                <a:cubicBezTo>
                  <a:pt x="5793512" y="1918844"/>
                  <a:pt x="5782024" y="1907356"/>
                  <a:pt x="5782024" y="1893185"/>
                </a:cubicBezTo>
                <a:cubicBezTo>
                  <a:pt x="5782024" y="1879014"/>
                  <a:pt x="5793512" y="1867527"/>
                  <a:pt x="5807683" y="1867527"/>
                </a:cubicBezTo>
                <a:close/>
                <a:moveTo>
                  <a:pt x="5743477" y="1867527"/>
                </a:moveTo>
                <a:cubicBezTo>
                  <a:pt x="5757648" y="1867527"/>
                  <a:pt x="5769136" y="1879014"/>
                  <a:pt x="5769136" y="1893185"/>
                </a:cubicBezTo>
                <a:cubicBezTo>
                  <a:pt x="5769136" y="1907356"/>
                  <a:pt x="5757648" y="1918844"/>
                  <a:pt x="5743477" y="1918844"/>
                </a:cubicBezTo>
                <a:cubicBezTo>
                  <a:pt x="5729307" y="1918844"/>
                  <a:pt x="5717818" y="1907356"/>
                  <a:pt x="5717818" y="1893185"/>
                </a:cubicBezTo>
                <a:cubicBezTo>
                  <a:pt x="5717818" y="1879014"/>
                  <a:pt x="5729307" y="1867527"/>
                  <a:pt x="5743477" y="1867527"/>
                </a:cubicBezTo>
                <a:close/>
                <a:moveTo>
                  <a:pt x="5679272" y="1867527"/>
                </a:moveTo>
                <a:cubicBezTo>
                  <a:pt x="5693437" y="1867527"/>
                  <a:pt x="5704930" y="1879020"/>
                  <a:pt x="5704930" y="1893185"/>
                </a:cubicBezTo>
                <a:cubicBezTo>
                  <a:pt x="5704930" y="1907350"/>
                  <a:pt x="5693437" y="1918844"/>
                  <a:pt x="5679272" y="1918844"/>
                </a:cubicBezTo>
                <a:cubicBezTo>
                  <a:pt x="5665108" y="1918844"/>
                  <a:pt x="5653614" y="1907350"/>
                  <a:pt x="5653614" y="1893185"/>
                </a:cubicBezTo>
                <a:cubicBezTo>
                  <a:pt x="5653614" y="1879020"/>
                  <a:pt x="5665108" y="1867527"/>
                  <a:pt x="5679272" y="1867527"/>
                </a:cubicBezTo>
                <a:close/>
                <a:moveTo>
                  <a:pt x="5615066" y="1867527"/>
                </a:moveTo>
                <a:cubicBezTo>
                  <a:pt x="5629231" y="1867527"/>
                  <a:pt x="5640726" y="1879020"/>
                  <a:pt x="5640726" y="1893185"/>
                </a:cubicBezTo>
                <a:cubicBezTo>
                  <a:pt x="5640726" y="1907350"/>
                  <a:pt x="5629231" y="1918844"/>
                  <a:pt x="5615066" y="1918844"/>
                </a:cubicBezTo>
                <a:cubicBezTo>
                  <a:pt x="5600901" y="1918844"/>
                  <a:pt x="5589407" y="1907350"/>
                  <a:pt x="5589407" y="1893185"/>
                </a:cubicBezTo>
                <a:cubicBezTo>
                  <a:pt x="5589407" y="1879020"/>
                  <a:pt x="5600901" y="1867527"/>
                  <a:pt x="5615066" y="1867527"/>
                </a:cubicBezTo>
                <a:close/>
                <a:moveTo>
                  <a:pt x="5550862" y="1867527"/>
                </a:moveTo>
                <a:cubicBezTo>
                  <a:pt x="5565027" y="1867527"/>
                  <a:pt x="5576520" y="1879020"/>
                  <a:pt x="5576520" y="1893185"/>
                </a:cubicBezTo>
                <a:cubicBezTo>
                  <a:pt x="5576520" y="1907350"/>
                  <a:pt x="5565027" y="1918844"/>
                  <a:pt x="5550862" y="1918844"/>
                </a:cubicBezTo>
                <a:cubicBezTo>
                  <a:pt x="5536697" y="1918844"/>
                  <a:pt x="5525203" y="1907350"/>
                  <a:pt x="5525203" y="1893185"/>
                </a:cubicBezTo>
                <a:cubicBezTo>
                  <a:pt x="5525203" y="1879020"/>
                  <a:pt x="5536697" y="1867527"/>
                  <a:pt x="5550862" y="1867527"/>
                </a:cubicBezTo>
                <a:close/>
                <a:moveTo>
                  <a:pt x="5486655" y="1867527"/>
                </a:moveTo>
                <a:cubicBezTo>
                  <a:pt x="5500819" y="1867527"/>
                  <a:pt x="5512316" y="1879020"/>
                  <a:pt x="5512316" y="1893185"/>
                </a:cubicBezTo>
                <a:cubicBezTo>
                  <a:pt x="5512316" y="1907350"/>
                  <a:pt x="5500819" y="1918844"/>
                  <a:pt x="5486655" y="1918844"/>
                </a:cubicBezTo>
                <a:cubicBezTo>
                  <a:pt x="5472491" y="1918844"/>
                  <a:pt x="5460997" y="1907350"/>
                  <a:pt x="5460997" y="1893185"/>
                </a:cubicBezTo>
                <a:cubicBezTo>
                  <a:pt x="5460997" y="1879020"/>
                  <a:pt x="5472491" y="1867527"/>
                  <a:pt x="5486655" y="1867527"/>
                </a:cubicBezTo>
                <a:close/>
                <a:moveTo>
                  <a:pt x="5422451" y="1867527"/>
                </a:moveTo>
                <a:cubicBezTo>
                  <a:pt x="5436621" y="1867527"/>
                  <a:pt x="5448109" y="1879014"/>
                  <a:pt x="5448109" y="1893185"/>
                </a:cubicBezTo>
                <a:cubicBezTo>
                  <a:pt x="5448109" y="1907356"/>
                  <a:pt x="5436621" y="1918844"/>
                  <a:pt x="5422451" y="1918844"/>
                </a:cubicBezTo>
                <a:cubicBezTo>
                  <a:pt x="5408280" y="1918844"/>
                  <a:pt x="5396791" y="1907356"/>
                  <a:pt x="5396791" y="1893185"/>
                </a:cubicBezTo>
                <a:cubicBezTo>
                  <a:pt x="5396791" y="1879014"/>
                  <a:pt x="5408280" y="1867527"/>
                  <a:pt x="5422451" y="1867527"/>
                </a:cubicBezTo>
                <a:close/>
                <a:moveTo>
                  <a:pt x="5358245" y="1867527"/>
                </a:moveTo>
                <a:cubicBezTo>
                  <a:pt x="5372417" y="1867527"/>
                  <a:pt x="5383904" y="1879014"/>
                  <a:pt x="5383904" y="1893185"/>
                </a:cubicBezTo>
                <a:cubicBezTo>
                  <a:pt x="5383904" y="1907356"/>
                  <a:pt x="5372417" y="1918844"/>
                  <a:pt x="5358245" y="1918844"/>
                </a:cubicBezTo>
                <a:cubicBezTo>
                  <a:pt x="5344076" y="1918844"/>
                  <a:pt x="5332587" y="1907356"/>
                  <a:pt x="5332587" y="1893185"/>
                </a:cubicBezTo>
                <a:cubicBezTo>
                  <a:pt x="5332587" y="1879014"/>
                  <a:pt x="5344076" y="1867527"/>
                  <a:pt x="5358245" y="1867527"/>
                </a:cubicBezTo>
                <a:close/>
                <a:moveTo>
                  <a:pt x="5294040" y="1867527"/>
                </a:moveTo>
                <a:cubicBezTo>
                  <a:pt x="5308205" y="1867527"/>
                  <a:pt x="5319699" y="1879020"/>
                  <a:pt x="5319699" y="1893185"/>
                </a:cubicBezTo>
                <a:cubicBezTo>
                  <a:pt x="5319699" y="1907350"/>
                  <a:pt x="5308205" y="1918844"/>
                  <a:pt x="5294040" y="1918844"/>
                </a:cubicBezTo>
                <a:cubicBezTo>
                  <a:pt x="5279877" y="1918844"/>
                  <a:pt x="5268382" y="1907350"/>
                  <a:pt x="5268382" y="1893185"/>
                </a:cubicBezTo>
                <a:cubicBezTo>
                  <a:pt x="5268382" y="1879020"/>
                  <a:pt x="5279877" y="1867527"/>
                  <a:pt x="5294040" y="1867527"/>
                </a:cubicBezTo>
                <a:close/>
                <a:moveTo>
                  <a:pt x="5229719" y="1867527"/>
                </a:moveTo>
                <a:cubicBezTo>
                  <a:pt x="5243999" y="1867527"/>
                  <a:pt x="5255377" y="1879020"/>
                  <a:pt x="5255377" y="1893185"/>
                </a:cubicBezTo>
                <a:cubicBezTo>
                  <a:pt x="5255377" y="1907350"/>
                  <a:pt x="5243883" y="1918844"/>
                  <a:pt x="5229719" y="1918844"/>
                </a:cubicBezTo>
                <a:cubicBezTo>
                  <a:pt x="5215554" y="1918844"/>
                  <a:pt x="5204058" y="1907350"/>
                  <a:pt x="5204058" y="1893185"/>
                </a:cubicBezTo>
                <a:cubicBezTo>
                  <a:pt x="5204058" y="1879020"/>
                  <a:pt x="5215554" y="1867527"/>
                  <a:pt x="5229719" y="1867527"/>
                </a:cubicBezTo>
                <a:close/>
                <a:moveTo>
                  <a:pt x="5165514" y="1867527"/>
                </a:moveTo>
                <a:cubicBezTo>
                  <a:pt x="5179678" y="1867527"/>
                  <a:pt x="5191171" y="1879020"/>
                  <a:pt x="5191171" y="1893185"/>
                </a:cubicBezTo>
                <a:cubicBezTo>
                  <a:pt x="5191171" y="1907350"/>
                  <a:pt x="5179678" y="1918844"/>
                  <a:pt x="5165514" y="1918844"/>
                </a:cubicBezTo>
                <a:cubicBezTo>
                  <a:pt x="5151349" y="1918844"/>
                  <a:pt x="5139855" y="1907350"/>
                  <a:pt x="5139855" y="1893185"/>
                </a:cubicBezTo>
                <a:cubicBezTo>
                  <a:pt x="5139855" y="1879020"/>
                  <a:pt x="5151349" y="1867527"/>
                  <a:pt x="5165514" y="1867527"/>
                </a:cubicBezTo>
                <a:close/>
                <a:moveTo>
                  <a:pt x="5101309" y="1867527"/>
                </a:moveTo>
                <a:cubicBezTo>
                  <a:pt x="5115473" y="1867527"/>
                  <a:pt x="5126967" y="1879020"/>
                  <a:pt x="5126967" y="1893185"/>
                </a:cubicBezTo>
                <a:cubicBezTo>
                  <a:pt x="5126967" y="1907350"/>
                  <a:pt x="5115473" y="1918844"/>
                  <a:pt x="5101309" y="1918844"/>
                </a:cubicBezTo>
                <a:cubicBezTo>
                  <a:pt x="5087142" y="1918844"/>
                  <a:pt x="5075649" y="1907350"/>
                  <a:pt x="5075649" y="1893185"/>
                </a:cubicBezTo>
                <a:cubicBezTo>
                  <a:pt x="5075649" y="1879020"/>
                  <a:pt x="5087142" y="1867527"/>
                  <a:pt x="5101309" y="1867527"/>
                </a:cubicBezTo>
                <a:close/>
                <a:moveTo>
                  <a:pt x="5037104" y="1867527"/>
                </a:moveTo>
                <a:cubicBezTo>
                  <a:pt x="5051273" y="1867527"/>
                  <a:pt x="5062762" y="1879014"/>
                  <a:pt x="5062762" y="1893185"/>
                </a:cubicBezTo>
                <a:cubicBezTo>
                  <a:pt x="5062762" y="1907356"/>
                  <a:pt x="5051273" y="1918844"/>
                  <a:pt x="5037104" y="1918844"/>
                </a:cubicBezTo>
                <a:cubicBezTo>
                  <a:pt x="5022930" y="1918844"/>
                  <a:pt x="5011444" y="1907356"/>
                  <a:pt x="5011444" y="1893185"/>
                </a:cubicBezTo>
                <a:cubicBezTo>
                  <a:pt x="5011444" y="1879014"/>
                  <a:pt x="5022930" y="1867527"/>
                  <a:pt x="5037104" y="1867527"/>
                </a:cubicBezTo>
                <a:close/>
                <a:moveTo>
                  <a:pt x="4972896" y="1867527"/>
                </a:moveTo>
                <a:cubicBezTo>
                  <a:pt x="4987063" y="1867527"/>
                  <a:pt x="4998557" y="1879020"/>
                  <a:pt x="4998557" y="1893185"/>
                </a:cubicBezTo>
                <a:cubicBezTo>
                  <a:pt x="4998557" y="1907350"/>
                  <a:pt x="4987063" y="1918844"/>
                  <a:pt x="4972896" y="1918844"/>
                </a:cubicBezTo>
                <a:cubicBezTo>
                  <a:pt x="4958732" y="1918844"/>
                  <a:pt x="4947240" y="1907350"/>
                  <a:pt x="4947240" y="1893185"/>
                </a:cubicBezTo>
                <a:cubicBezTo>
                  <a:pt x="4947240" y="1879020"/>
                  <a:pt x="4958732" y="1867527"/>
                  <a:pt x="4972896" y="1867527"/>
                </a:cubicBezTo>
                <a:close/>
                <a:moveTo>
                  <a:pt x="4908693" y="1867527"/>
                </a:moveTo>
                <a:cubicBezTo>
                  <a:pt x="4922857" y="1867527"/>
                  <a:pt x="4934352" y="1879020"/>
                  <a:pt x="4934352" y="1893185"/>
                </a:cubicBezTo>
                <a:cubicBezTo>
                  <a:pt x="4934352" y="1907350"/>
                  <a:pt x="4922857" y="1918844"/>
                  <a:pt x="4908693" y="1918844"/>
                </a:cubicBezTo>
                <a:cubicBezTo>
                  <a:pt x="4894527" y="1918844"/>
                  <a:pt x="4883033" y="1907350"/>
                  <a:pt x="4883033" y="1893185"/>
                </a:cubicBezTo>
                <a:cubicBezTo>
                  <a:pt x="4883033" y="1879020"/>
                  <a:pt x="4894527" y="1867527"/>
                  <a:pt x="4908693" y="1867527"/>
                </a:cubicBezTo>
                <a:close/>
                <a:moveTo>
                  <a:pt x="4844487" y="1867527"/>
                </a:moveTo>
                <a:cubicBezTo>
                  <a:pt x="4858650" y="1867527"/>
                  <a:pt x="4870146" y="1879020"/>
                  <a:pt x="4870146" y="1893185"/>
                </a:cubicBezTo>
                <a:cubicBezTo>
                  <a:pt x="4870146" y="1907350"/>
                  <a:pt x="4858650" y="1918844"/>
                  <a:pt x="4844487" y="1918844"/>
                </a:cubicBezTo>
                <a:cubicBezTo>
                  <a:pt x="4830322" y="1918844"/>
                  <a:pt x="4818828" y="1907350"/>
                  <a:pt x="4818828" y="1893185"/>
                </a:cubicBezTo>
                <a:cubicBezTo>
                  <a:pt x="4818828" y="1879020"/>
                  <a:pt x="4830322" y="1867527"/>
                  <a:pt x="4844487" y="1867527"/>
                </a:cubicBezTo>
                <a:close/>
                <a:moveTo>
                  <a:pt x="4780282" y="1867527"/>
                </a:moveTo>
                <a:cubicBezTo>
                  <a:pt x="4794447" y="1867527"/>
                  <a:pt x="4805941" y="1879020"/>
                  <a:pt x="4805941" y="1893185"/>
                </a:cubicBezTo>
                <a:cubicBezTo>
                  <a:pt x="4805941" y="1907350"/>
                  <a:pt x="4794447" y="1918844"/>
                  <a:pt x="4780282" y="1918844"/>
                </a:cubicBezTo>
                <a:cubicBezTo>
                  <a:pt x="4766118" y="1918844"/>
                  <a:pt x="4754622" y="1907350"/>
                  <a:pt x="4754622" y="1893185"/>
                </a:cubicBezTo>
                <a:cubicBezTo>
                  <a:pt x="4754622" y="1879020"/>
                  <a:pt x="4766118" y="1867527"/>
                  <a:pt x="4780282" y="1867527"/>
                </a:cubicBezTo>
                <a:close/>
                <a:moveTo>
                  <a:pt x="4716077" y="1867527"/>
                </a:moveTo>
                <a:cubicBezTo>
                  <a:pt x="4730248" y="1867527"/>
                  <a:pt x="4741736" y="1879014"/>
                  <a:pt x="4741736" y="1893185"/>
                </a:cubicBezTo>
                <a:cubicBezTo>
                  <a:pt x="4741736" y="1907356"/>
                  <a:pt x="4730248" y="1918844"/>
                  <a:pt x="4716077" y="1918844"/>
                </a:cubicBezTo>
                <a:cubicBezTo>
                  <a:pt x="4701906" y="1918844"/>
                  <a:pt x="4690419" y="1907356"/>
                  <a:pt x="4690419" y="1893185"/>
                </a:cubicBezTo>
                <a:cubicBezTo>
                  <a:pt x="4690419" y="1879014"/>
                  <a:pt x="4701906" y="1867527"/>
                  <a:pt x="4716077" y="1867527"/>
                </a:cubicBezTo>
                <a:close/>
                <a:moveTo>
                  <a:pt x="4651872" y="1867527"/>
                </a:moveTo>
                <a:cubicBezTo>
                  <a:pt x="4666042" y="1867527"/>
                  <a:pt x="4677531" y="1879014"/>
                  <a:pt x="4677531" y="1893185"/>
                </a:cubicBezTo>
                <a:cubicBezTo>
                  <a:pt x="4677531" y="1907356"/>
                  <a:pt x="4666042" y="1918844"/>
                  <a:pt x="4651872" y="1918844"/>
                </a:cubicBezTo>
                <a:cubicBezTo>
                  <a:pt x="4637700" y="1918844"/>
                  <a:pt x="4626213" y="1907356"/>
                  <a:pt x="4626213" y="1893185"/>
                </a:cubicBezTo>
                <a:cubicBezTo>
                  <a:pt x="4626213" y="1879014"/>
                  <a:pt x="4637700" y="1867527"/>
                  <a:pt x="4651872" y="1867527"/>
                </a:cubicBezTo>
                <a:close/>
                <a:moveTo>
                  <a:pt x="4587666" y="1867527"/>
                </a:moveTo>
                <a:cubicBezTo>
                  <a:pt x="4601830" y="1867527"/>
                  <a:pt x="4613324" y="1879020"/>
                  <a:pt x="4613324" y="1893185"/>
                </a:cubicBezTo>
                <a:cubicBezTo>
                  <a:pt x="4613324" y="1907350"/>
                  <a:pt x="4601830" y="1918844"/>
                  <a:pt x="4587666" y="1918844"/>
                </a:cubicBezTo>
                <a:cubicBezTo>
                  <a:pt x="4573501" y="1918844"/>
                  <a:pt x="4562007" y="1907350"/>
                  <a:pt x="4562007" y="1893185"/>
                </a:cubicBezTo>
                <a:cubicBezTo>
                  <a:pt x="4562007" y="1879020"/>
                  <a:pt x="4573501" y="1867527"/>
                  <a:pt x="4587666" y="1867527"/>
                </a:cubicBezTo>
                <a:close/>
                <a:moveTo>
                  <a:pt x="4523461" y="1867527"/>
                </a:moveTo>
                <a:cubicBezTo>
                  <a:pt x="4537626" y="1867527"/>
                  <a:pt x="4549121" y="1879020"/>
                  <a:pt x="4549121" y="1893185"/>
                </a:cubicBezTo>
                <a:cubicBezTo>
                  <a:pt x="4549121" y="1907350"/>
                  <a:pt x="4537626" y="1918844"/>
                  <a:pt x="4523461" y="1918844"/>
                </a:cubicBezTo>
                <a:cubicBezTo>
                  <a:pt x="4509296" y="1918844"/>
                  <a:pt x="4497802" y="1907350"/>
                  <a:pt x="4497802" y="1893185"/>
                </a:cubicBezTo>
                <a:cubicBezTo>
                  <a:pt x="4497802" y="1879020"/>
                  <a:pt x="4509296" y="1867527"/>
                  <a:pt x="4523461" y="1867527"/>
                </a:cubicBezTo>
                <a:close/>
                <a:moveTo>
                  <a:pt x="4459256" y="1867527"/>
                </a:moveTo>
                <a:cubicBezTo>
                  <a:pt x="4473420" y="1867527"/>
                  <a:pt x="4484914" y="1879020"/>
                  <a:pt x="4484914" y="1893185"/>
                </a:cubicBezTo>
                <a:cubicBezTo>
                  <a:pt x="4484914" y="1907350"/>
                  <a:pt x="4473420" y="1918844"/>
                  <a:pt x="4459256" y="1918844"/>
                </a:cubicBezTo>
                <a:cubicBezTo>
                  <a:pt x="4445091" y="1918844"/>
                  <a:pt x="4433596" y="1907350"/>
                  <a:pt x="4433596" y="1893185"/>
                </a:cubicBezTo>
                <a:cubicBezTo>
                  <a:pt x="4433596" y="1879020"/>
                  <a:pt x="4445091" y="1867527"/>
                  <a:pt x="4459256" y="1867527"/>
                </a:cubicBezTo>
                <a:close/>
                <a:moveTo>
                  <a:pt x="4395050" y="1867527"/>
                </a:moveTo>
                <a:cubicBezTo>
                  <a:pt x="4409214" y="1867527"/>
                  <a:pt x="4420710" y="1879020"/>
                  <a:pt x="4420710" y="1893185"/>
                </a:cubicBezTo>
                <a:cubicBezTo>
                  <a:pt x="4420710" y="1907350"/>
                  <a:pt x="4409214" y="1918844"/>
                  <a:pt x="4395050" y="1918844"/>
                </a:cubicBezTo>
                <a:cubicBezTo>
                  <a:pt x="4380886" y="1918844"/>
                  <a:pt x="4369391" y="1907350"/>
                  <a:pt x="4369391" y="1893185"/>
                </a:cubicBezTo>
                <a:cubicBezTo>
                  <a:pt x="4369391" y="1879020"/>
                  <a:pt x="4380886" y="1867527"/>
                  <a:pt x="4395050" y="1867527"/>
                </a:cubicBezTo>
                <a:close/>
                <a:moveTo>
                  <a:pt x="4330845" y="1867527"/>
                </a:moveTo>
                <a:cubicBezTo>
                  <a:pt x="4345017" y="1867527"/>
                  <a:pt x="4356504" y="1879014"/>
                  <a:pt x="4356504" y="1893185"/>
                </a:cubicBezTo>
                <a:cubicBezTo>
                  <a:pt x="4356504" y="1907356"/>
                  <a:pt x="4345017" y="1918844"/>
                  <a:pt x="4330845" y="1918844"/>
                </a:cubicBezTo>
                <a:cubicBezTo>
                  <a:pt x="4316675" y="1918844"/>
                  <a:pt x="4305186" y="1907356"/>
                  <a:pt x="4305186" y="1893185"/>
                </a:cubicBezTo>
                <a:cubicBezTo>
                  <a:pt x="4305186" y="1879014"/>
                  <a:pt x="4316675" y="1867527"/>
                  <a:pt x="4330845" y="1867527"/>
                </a:cubicBezTo>
                <a:close/>
                <a:moveTo>
                  <a:pt x="4266640" y="1867527"/>
                </a:moveTo>
                <a:cubicBezTo>
                  <a:pt x="4280811" y="1867527"/>
                  <a:pt x="4292298" y="1879014"/>
                  <a:pt x="4292298" y="1893185"/>
                </a:cubicBezTo>
                <a:cubicBezTo>
                  <a:pt x="4292298" y="1907356"/>
                  <a:pt x="4280811" y="1918844"/>
                  <a:pt x="4266640" y="1918844"/>
                </a:cubicBezTo>
                <a:cubicBezTo>
                  <a:pt x="4252470" y="1918844"/>
                  <a:pt x="4240981" y="1907356"/>
                  <a:pt x="4240981" y="1893185"/>
                </a:cubicBezTo>
                <a:cubicBezTo>
                  <a:pt x="4240981" y="1879014"/>
                  <a:pt x="4252470" y="1867527"/>
                  <a:pt x="4266640" y="1867527"/>
                </a:cubicBezTo>
                <a:close/>
                <a:moveTo>
                  <a:pt x="4202435" y="1867527"/>
                </a:moveTo>
                <a:cubicBezTo>
                  <a:pt x="4216598" y="1867527"/>
                  <a:pt x="4228093" y="1879020"/>
                  <a:pt x="4228093" y="1893185"/>
                </a:cubicBezTo>
                <a:cubicBezTo>
                  <a:pt x="4228093" y="1907350"/>
                  <a:pt x="4216598" y="1918844"/>
                  <a:pt x="4202435" y="1918844"/>
                </a:cubicBezTo>
                <a:cubicBezTo>
                  <a:pt x="4188268" y="1918844"/>
                  <a:pt x="4176776" y="1907350"/>
                  <a:pt x="4176776" y="1893185"/>
                </a:cubicBezTo>
                <a:cubicBezTo>
                  <a:pt x="4176776" y="1879020"/>
                  <a:pt x="4188268" y="1867527"/>
                  <a:pt x="4202435" y="1867527"/>
                </a:cubicBezTo>
                <a:close/>
                <a:moveTo>
                  <a:pt x="4138112" y="1867527"/>
                </a:moveTo>
                <a:cubicBezTo>
                  <a:pt x="4152394" y="1867527"/>
                  <a:pt x="4163773" y="1879020"/>
                  <a:pt x="4163773" y="1893185"/>
                </a:cubicBezTo>
                <a:cubicBezTo>
                  <a:pt x="4163773" y="1907350"/>
                  <a:pt x="4152277" y="1918844"/>
                  <a:pt x="4138112" y="1918844"/>
                </a:cubicBezTo>
                <a:cubicBezTo>
                  <a:pt x="4123948" y="1918844"/>
                  <a:pt x="4112454" y="1907350"/>
                  <a:pt x="4112454" y="1893185"/>
                </a:cubicBezTo>
                <a:cubicBezTo>
                  <a:pt x="4112454" y="1879020"/>
                  <a:pt x="4123948" y="1867527"/>
                  <a:pt x="4138112" y="1867527"/>
                </a:cubicBezTo>
                <a:close/>
                <a:moveTo>
                  <a:pt x="4073908" y="1867527"/>
                </a:moveTo>
                <a:cubicBezTo>
                  <a:pt x="4088073" y="1867527"/>
                  <a:pt x="4099565" y="1879020"/>
                  <a:pt x="4099565" y="1893185"/>
                </a:cubicBezTo>
                <a:cubicBezTo>
                  <a:pt x="4099565" y="1907350"/>
                  <a:pt x="4088073" y="1918844"/>
                  <a:pt x="4073908" y="1918844"/>
                </a:cubicBezTo>
                <a:cubicBezTo>
                  <a:pt x="4059743" y="1918844"/>
                  <a:pt x="4048248" y="1907350"/>
                  <a:pt x="4048248" y="1893185"/>
                </a:cubicBezTo>
                <a:cubicBezTo>
                  <a:pt x="4048248" y="1879020"/>
                  <a:pt x="4059743" y="1867527"/>
                  <a:pt x="4073908" y="1867527"/>
                </a:cubicBezTo>
                <a:close/>
                <a:moveTo>
                  <a:pt x="4009702" y="1867527"/>
                </a:moveTo>
                <a:cubicBezTo>
                  <a:pt x="4023866" y="1867527"/>
                  <a:pt x="4035362" y="1879020"/>
                  <a:pt x="4035362" y="1893185"/>
                </a:cubicBezTo>
                <a:cubicBezTo>
                  <a:pt x="4035362" y="1907350"/>
                  <a:pt x="4023866" y="1918844"/>
                  <a:pt x="4009702" y="1918844"/>
                </a:cubicBezTo>
                <a:cubicBezTo>
                  <a:pt x="3995538" y="1918844"/>
                  <a:pt x="3984043" y="1907350"/>
                  <a:pt x="3984043" y="1893185"/>
                </a:cubicBezTo>
                <a:cubicBezTo>
                  <a:pt x="3984043" y="1879020"/>
                  <a:pt x="3995538" y="1867527"/>
                  <a:pt x="4009702" y="1867527"/>
                </a:cubicBezTo>
                <a:close/>
                <a:moveTo>
                  <a:pt x="3945497" y="1867527"/>
                </a:moveTo>
                <a:cubicBezTo>
                  <a:pt x="3959668" y="1867527"/>
                  <a:pt x="3971155" y="1879014"/>
                  <a:pt x="3971155" y="1893185"/>
                </a:cubicBezTo>
                <a:cubicBezTo>
                  <a:pt x="3971155" y="1907356"/>
                  <a:pt x="3959668" y="1918844"/>
                  <a:pt x="3945497" y="1918844"/>
                </a:cubicBezTo>
                <a:cubicBezTo>
                  <a:pt x="3931325" y="1918844"/>
                  <a:pt x="3919838" y="1907356"/>
                  <a:pt x="3919838" y="1893185"/>
                </a:cubicBezTo>
                <a:cubicBezTo>
                  <a:pt x="3919838" y="1879014"/>
                  <a:pt x="3931325" y="1867527"/>
                  <a:pt x="3945497" y="1867527"/>
                </a:cubicBezTo>
                <a:close/>
                <a:moveTo>
                  <a:pt x="3881291" y="1867527"/>
                </a:moveTo>
                <a:cubicBezTo>
                  <a:pt x="3895456" y="1867527"/>
                  <a:pt x="3906950" y="1879020"/>
                  <a:pt x="3906950" y="1893185"/>
                </a:cubicBezTo>
                <a:cubicBezTo>
                  <a:pt x="3906950" y="1907350"/>
                  <a:pt x="3895456" y="1918844"/>
                  <a:pt x="3881291" y="1918844"/>
                </a:cubicBezTo>
                <a:cubicBezTo>
                  <a:pt x="3867127" y="1918844"/>
                  <a:pt x="3855633" y="1907350"/>
                  <a:pt x="3855633" y="1893185"/>
                </a:cubicBezTo>
                <a:cubicBezTo>
                  <a:pt x="3855633" y="1879020"/>
                  <a:pt x="3867127" y="1867527"/>
                  <a:pt x="3881291" y="1867527"/>
                </a:cubicBezTo>
                <a:close/>
                <a:moveTo>
                  <a:pt x="3817085" y="1867527"/>
                </a:moveTo>
                <a:cubicBezTo>
                  <a:pt x="3831252" y="1867527"/>
                  <a:pt x="3842745" y="1879020"/>
                  <a:pt x="3842745" y="1893185"/>
                </a:cubicBezTo>
                <a:cubicBezTo>
                  <a:pt x="3842745" y="1907350"/>
                  <a:pt x="3831252" y="1918844"/>
                  <a:pt x="3817085" y="1918844"/>
                </a:cubicBezTo>
                <a:cubicBezTo>
                  <a:pt x="3802921" y="1918844"/>
                  <a:pt x="3791427" y="1907350"/>
                  <a:pt x="3791427" y="1893185"/>
                </a:cubicBezTo>
                <a:cubicBezTo>
                  <a:pt x="3791427" y="1879020"/>
                  <a:pt x="3802921" y="1867527"/>
                  <a:pt x="3817085" y="1867527"/>
                </a:cubicBezTo>
                <a:close/>
                <a:moveTo>
                  <a:pt x="3752882" y="1867527"/>
                </a:moveTo>
                <a:cubicBezTo>
                  <a:pt x="3767045" y="1867527"/>
                  <a:pt x="3778539" y="1879020"/>
                  <a:pt x="3778539" y="1893185"/>
                </a:cubicBezTo>
                <a:cubicBezTo>
                  <a:pt x="3778539" y="1907350"/>
                  <a:pt x="3767045" y="1918844"/>
                  <a:pt x="3752882" y="1918844"/>
                </a:cubicBezTo>
                <a:cubicBezTo>
                  <a:pt x="3738717" y="1918844"/>
                  <a:pt x="3727221" y="1907350"/>
                  <a:pt x="3727221" y="1893185"/>
                </a:cubicBezTo>
                <a:cubicBezTo>
                  <a:pt x="3727221" y="1879020"/>
                  <a:pt x="3738717" y="1867527"/>
                  <a:pt x="3752882" y="1867527"/>
                </a:cubicBezTo>
                <a:close/>
                <a:moveTo>
                  <a:pt x="3688674" y="1867527"/>
                </a:moveTo>
                <a:cubicBezTo>
                  <a:pt x="3702840" y="1867527"/>
                  <a:pt x="3714335" y="1879020"/>
                  <a:pt x="3714335" y="1893185"/>
                </a:cubicBezTo>
                <a:cubicBezTo>
                  <a:pt x="3714335" y="1907350"/>
                  <a:pt x="3702840" y="1918844"/>
                  <a:pt x="3688674" y="1918844"/>
                </a:cubicBezTo>
                <a:cubicBezTo>
                  <a:pt x="3674510" y="1918844"/>
                  <a:pt x="3663017" y="1907350"/>
                  <a:pt x="3663017" y="1893185"/>
                </a:cubicBezTo>
                <a:cubicBezTo>
                  <a:pt x="3663017" y="1879020"/>
                  <a:pt x="3674510" y="1867527"/>
                  <a:pt x="3688674" y="1867527"/>
                </a:cubicBezTo>
                <a:close/>
                <a:moveTo>
                  <a:pt x="3624472" y="1867527"/>
                </a:moveTo>
                <a:cubicBezTo>
                  <a:pt x="3638640" y="1867527"/>
                  <a:pt x="3650129" y="1879014"/>
                  <a:pt x="3650129" y="1893185"/>
                </a:cubicBezTo>
                <a:cubicBezTo>
                  <a:pt x="3650129" y="1907356"/>
                  <a:pt x="3638640" y="1918844"/>
                  <a:pt x="3624472" y="1918844"/>
                </a:cubicBezTo>
                <a:cubicBezTo>
                  <a:pt x="3610300" y="1918844"/>
                  <a:pt x="3598810" y="1907356"/>
                  <a:pt x="3598810" y="1893185"/>
                </a:cubicBezTo>
                <a:cubicBezTo>
                  <a:pt x="3598810" y="1879014"/>
                  <a:pt x="3610300" y="1867527"/>
                  <a:pt x="3624472" y="1867527"/>
                </a:cubicBezTo>
                <a:close/>
                <a:moveTo>
                  <a:pt x="3560264" y="1867527"/>
                </a:moveTo>
                <a:cubicBezTo>
                  <a:pt x="3574438" y="1867527"/>
                  <a:pt x="3585923" y="1879014"/>
                  <a:pt x="3585923" y="1893185"/>
                </a:cubicBezTo>
                <a:cubicBezTo>
                  <a:pt x="3585923" y="1907356"/>
                  <a:pt x="3574438" y="1918844"/>
                  <a:pt x="3560264" y="1918844"/>
                </a:cubicBezTo>
                <a:cubicBezTo>
                  <a:pt x="3546095" y="1918844"/>
                  <a:pt x="3534607" y="1907356"/>
                  <a:pt x="3534607" y="1893185"/>
                </a:cubicBezTo>
                <a:cubicBezTo>
                  <a:pt x="3534607" y="1879014"/>
                  <a:pt x="3546095" y="1867527"/>
                  <a:pt x="3560264" y="1867527"/>
                </a:cubicBezTo>
                <a:close/>
                <a:moveTo>
                  <a:pt x="3496060" y="1867527"/>
                </a:moveTo>
                <a:cubicBezTo>
                  <a:pt x="3510225" y="1867527"/>
                  <a:pt x="3521719" y="1879020"/>
                  <a:pt x="3521719" y="1893185"/>
                </a:cubicBezTo>
                <a:cubicBezTo>
                  <a:pt x="3521719" y="1907350"/>
                  <a:pt x="3510225" y="1918844"/>
                  <a:pt x="3496060" y="1918844"/>
                </a:cubicBezTo>
                <a:cubicBezTo>
                  <a:pt x="3481895" y="1918844"/>
                  <a:pt x="3470400" y="1907350"/>
                  <a:pt x="3470400" y="1893185"/>
                </a:cubicBezTo>
                <a:cubicBezTo>
                  <a:pt x="3470400" y="1879020"/>
                  <a:pt x="3481895" y="1867527"/>
                  <a:pt x="3496060" y="1867527"/>
                </a:cubicBezTo>
                <a:close/>
                <a:moveTo>
                  <a:pt x="3431855" y="1867527"/>
                </a:moveTo>
                <a:cubicBezTo>
                  <a:pt x="3446019" y="1867527"/>
                  <a:pt x="3457512" y="1879020"/>
                  <a:pt x="3457512" y="1893185"/>
                </a:cubicBezTo>
                <a:cubicBezTo>
                  <a:pt x="3457512" y="1907350"/>
                  <a:pt x="3446019" y="1918844"/>
                  <a:pt x="3431855" y="1918844"/>
                </a:cubicBezTo>
                <a:cubicBezTo>
                  <a:pt x="3417690" y="1918844"/>
                  <a:pt x="3406196" y="1907350"/>
                  <a:pt x="3406196" y="1893185"/>
                </a:cubicBezTo>
                <a:cubicBezTo>
                  <a:pt x="3406196" y="1879020"/>
                  <a:pt x="3417690" y="1867527"/>
                  <a:pt x="3431855" y="1867527"/>
                </a:cubicBezTo>
                <a:close/>
                <a:moveTo>
                  <a:pt x="3367649" y="1867527"/>
                </a:moveTo>
                <a:cubicBezTo>
                  <a:pt x="3381813" y="1867527"/>
                  <a:pt x="3393308" y="1879020"/>
                  <a:pt x="3393308" y="1893185"/>
                </a:cubicBezTo>
                <a:cubicBezTo>
                  <a:pt x="3393308" y="1907350"/>
                  <a:pt x="3381813" y="1918844"/>
                  <a:pt x="3367649" y="1918844"/>
                </a:cubicBezTo>
                <a:cubicBezTo>
                  <a:pt x="3353484" y="1918844"/>
                  <a:pt x="3341990" y="1907350"/>
                  <a:pt x="3341990" y="1893185"/>
                </a:cubicBezTo>
                <a:cubicBezTo>
                  <a:pt x="3341990" y="1879020"/>
                  <a:pt x="3353484" y="1867527"/>
                  <a:pt x="3367649" y="1867527"/>
                </a:cubicBezTo>
                <a:close/>
                <a:moveTo>
                  <a:pt x="3303444" y="1867527"/>
                </a:moveTo>
                <a:cubicBezTo>
                  <a:pt x="3317609" y="1867527"/>
                  <a:pt x="3329102" y="1879020"/>
                  <a:pt x="3329102" y="1893185"/>
                </a:cubicBezTo>
                <a:cubicBezTo>
                  <a:pt x="3329102" y="1907350"/>
                  <a:pt x="3317609" y="1918844"/>
                  <a:pt x="3303444" y="1918844"/>
                </a:cubicBezTo>
                <a:cubicBezTo>
                  <a:pt x="3289279" y="1918844"/>
                  <a:pt x="3277785" y="1907350"/>
                  <a:pt x="3277785" y="1893185"/>
                </a:cubicBezTo>
                <a:cubicBezTo>
                  <a:pt x="3277785" y="1879020"/>
                  <a:pt x="3289279" y="1867527"/>
                  <a:pt x="3303444" y="1867527"/>
                </a:cubicBezTo>
                <a:close/>
                <a:moveTo>
                  <a:pt x="3239238" y="1867527"/>
                </a:moveTo>
                <a:cubicBezTo>
                  <a:pt x="3253410" y="1867527"/>
                  <a:pt x="3264898" y="1879014"/>
                  <a:pt x="3264898" y="1893185"/>
                </a:cubicBezTo>
                <a:cubicBezTo>
                  <a:pt x="3264898" y="1907356"/>
                  <a:pt x="3253410" y="1918844"/>
                  <a:pt x="3239238" y="1918844"/>
                </a:cubicBezTo>
                <a:cubicBezTo>
                  <a:pt x="3225068" y="1918844"/>
                  <a:pt x="3213580" y="1907356"/>
                  <a:pt x="3213580" y="1893185"/>
                </a:cubicBezTo>
                <a:cubicBezTo>
                  <a:pt x="3213580" y="1879014"/>
                  <a:pt x="3225068" y="1867527"/>
                  <a:pt x="3239238" y="1867527"/>
                </a:cubicBezTo>
                <a:close/>
                <a:moveTo>
                  <a:pt x="3175034" y="1867527"/>
                </a:moveTo>
                <a:cubicBezTo>
                  <a:pt x="3189204" y="1867527"/>
                  <a:pt x="3200692" y="1879014"/>
                  <a:pt x="3200692" y="1893185"/>
                </a:cubicBezTo>
                <a:cubicBezTo>
                  <a:pt x="3200692" y="1907356"/>
                  <a:pt x="3189204" y="1918844"/>
                  <a:pt x="3175034" y="1918844"/>
                </a:cubicBezTo>
                <a:cubicBezTo>
                  <a:pt x="3160862" y="1918844"/>
                  <a:pt x="3149375" y="1907356"/>
                  <a:pt x="3149375" y="1893185"/>
                </a:cubicBezTo>
                <a:cubicBezTo>
                  <a:pt x="3149375" y="1879014"/>
                  <a:pt x="3160862" y="1867527"/>
                  <a:pt x="3175034" y="1867527"/>
                </a:cubicBezTo>
                <a:close/>
                <a:moveTo>
                  <a:pt x="3110828" y="1867527"/>
                </a:moveTo>
                <a:cubicBezTo>
                  <a:pt x="3124992" y="1867527"/>
                  <a:pt x="3136487" y="1879020"/>
                  <a:pt x="3136487" y="1893185"/>
                </a:cubicBezTo>
                <a:cubicBezTo>
                  <a:pt x="3136487" y="1907350"/>
                  <a:pt x="3124992" y="1918844"/>
                  <a:pt x="3110828" y="1918844"/>
                </a:cubicBezTo>
                <a:cubicBezTo>
                  <a:pt x="3096663" y="1918844"/>
                  <a:pt x="3085170" y="1907350"/>
                  <a:pt x="3085170" y="1893185"/>
                </a:cubicBezTo>
                <a:cubicBezTo>
                  <a:pt x="3085170" y="1879020"/>
                  <a:pt x="3096663" y="1867527"/>
                  <a:pt x="3110828" y="1867527"/>
                </a:cubicBezTo>
                <a:close/>
                <a:moveTo>
                  <a:pt x="3046623" y="1867527"/>
                </a:moveTo>
                <a:cubicBezTo>
                  <a:pt x="3060788" y="1867527"/>
                  <a:pt x="3072282" y="1879020"/>
                  <a:pt x="3072282" y="1893185"/>
                </a:cubicBezTo>
                <a:cubicBezTo>
                  <a:pt x="3072282" y="1907350"/>
                  <a:pt x="3060788" y="1918844"/>
                  <a:pt x="3046623" y="1918844"/>
                </a:cubicBezTo>
                <a:cubicBezTo>
                  <a:pt x="3032458" y="1918844"/>
                  <a:pt x="3020964" y="1907350"/>
                  <a:pt x="3020964" y="1893185"/>
                </a:cubicBezTo>
                <a:cubicBezTo>
                  <a:pt x="3020964" y="1879020"/>
                  <a:pt x="3032458" y="1867527"/>
                  <a:pt x="3046623" y="1867527"/>
                </a:cubicBezTo>
                <a:close/>
                <a:moveTo>
                  <a:pt x="2982301" y="1867527"/>
                </a:moveTo>
                <a:cubicBezTo>
                  <a:pt x="2996466" y="1867527"/>
                  <a:pt x="3007960" y="1879020"/>
                  <a:pt x="3007960" y="1893185"/>
                </a:cubicBezTo>
                <a:cubicBezTo>
                  <a:pt x="3007960" y="1907350"/>
                  <a:pt x="2996466" y="1918844"/>
                  <a:pt x="2982301" y="1918844"/>
                </a:cubicBezTo>
                <a:cubicBezTo>
                  <a:pt x="2968137" y="1918844"/>
                  <a:pt x="2956642" y="1907350"/>
                  <a:pt x="2956642" y="1893185"/>
                </a:cubicBezTo>
                <a:cubicBezTo>
                  <a:pt x="2956642" y="1879020"/>
                  <a:pt x="2968137" y="1867527"/>
                  <a:pt x="2982301" y="1867527"/>
                </a:cubicBezTo>
                <a:close/>
                <a:moveTo>
                  <a:pt x="2918096" y="1867527"/>
                </a:moveTo>
                <a:cubicBezTo>
                  <a:pt x="2932261" y="1867527"/>
                  <a:pt x="2943755" y="1879020"/>
                  <a:pt x="2943755" y="1893185"/>
                </a:cubicBezTo>
                <a:cubicBezTo>
                  <a:pt x="2943755" y="1907350"/>
                  <a:pt x="2932261" y="1918844"/>
                  <a:pt x="2918096" y="1918844"/>
                </a:cubicBezTo>
                <a:cubicBezTo>
                  <a:pt x="2903931" y="1918844"/>
                  <a:pt x="2892438" y="1907350"/>
                  <a:pt x="2892438" y="1893185"/>
                </a:cubicBezTo>
                <a:cubicBezTo>
                  <a:pt x="2892438" y="1879020"/>
                  <a:pt x="2903931" y="1867527"/>
                  <a:pt x="2918096" y="1867527"/>
                </a:cubicBezTo>
                <a:close/>
                <a:moveTo>
                  <a:pt x="2853890" y="1867527"/>
                </a:moveTo>
                <a:cubicBezTo>
                  <a:pt x="2868062" y="1867527"/>
                  <a:pt x="2879550" y="1879014"/>
                  <a:pt x="2879550" y="1893185"/>
                </a:cubicBezTo>
                <a:cubicBezTo>
                  <a:pt x="2879550" y="1907356"/>
                  <a:pt x="2868062" y="1918844"/>
                  <a:pt x="2853890" y="1918844"/>
                </a:cubicBezTo>
                <a:cubicBezTo>
                  <a:pt x="2839720" y="1918844"/>
                  <a:pt x="2828231" y="1907356"/>
                  <a:pt x="2828231" y="1893185"/>
                </a:cubicBezTo>
                <a:cubicBezTo>
                  <a:pt x="2828231" y="1879014"/>
                  <a:pt x="2839720" y="1867527"/>
                  <a:pt x="2853890" y="1867527"/>
                </a:cubicBezTo>
                <a:close/>
                <a:moveTo>
                  <a:pt x="2789686" y="1867527"/>
                </a:moveTo>
                <a:cubicBezTo>
                  <a:pt x="2803850" y="1867527"/>
                  <a:pt x="2815344" y="1879020"/>
                  <a:pt x="2815344" y="1893185"/>
                </a:cubicBezTo>
                <a:cubicBezTo>
                  <a:pt x="2815344" y="1907350"/>
                  <a:pt x="2803850" y="1918844"/>
                  <a:pt x="2789686" y="1918844"/>
                </a:cubicBezTo>
                <a:cubicBezTo>
                  <a:pt x="2775521" y="1918844"/>
                  <a:pt x="2764027" y="1907350"/>
                  <a:pt x="2764027" y="1893185"/>
                </a:cubicBezTo>
                <a:cubicBezTo>
                  <a:pt x="2764027" y="1879020"/>
                  <a:pt x="2775521" y="1867527"/>
                  <a:pt x="2789686" y="1867527"/>
                </a:cubicBezTo>
                <a:close/>
                <a:moveTo>
                  <a:pt x="2725480" y="1867527"/>
                </a:moveTo>
                <a:cubicBezTo>
                  <a:pt x="2739644" y="1867527"/>
                  <a:pt x="2751140" y="1879020"/>
                  <a:pt x="2751140" y="1893185"/>
                </a:cubicBezTo>
                <a:cubicBezTo>
                  <a:pt x="2751140" y="1907350"/>
                  <a:pt x="2739644" y="1918844"/>
                  <a:pt x="2725480" y="1918844"/>
                </a:cubicBezTo>
                <a:cubicBezTo>
                  <a:pt x="2711315" y="1918844"/>
                  <a:pt x="2699821" y="1907350"/>
                  <a:pt x="2699821" y="1893185"/>
                </a:cubicBezTo>
                <a:cubicBezTo>
                  <a:pt x="2699821" y="1879020"/>
                  <a:pt x="2711315" y="1867527"/>
                  <a:pt x="2725480" y="1867527"/>
                </a:cubicBezTo>
                <a:close/>
                <a:moveTo>
                  <a:pt x="2597069" y="1867527"/>
                </a:moveTo>
                <a:cubicBezTo>
                  <a:pt x="2611234" y="1867527"/>
                  <a:pt x="2622729" y="1879020"/>
                  <a:pt x="2622729" y="1893185"/>
                </a:cubicBezTo>
                <a:cubicBezTo>
                  <a:pt x="2622729" y="1907350"/>
                  <a:pt x="2611234" y="1918844"/>
                  <a:pt x="2597069" y="1918844"/>
                </a:cubicBezTo>
                <a:cubicBezTo>
                  <a:pt x="2582904" y="1918844"/>
                  <a:pt x="2571410" y="1907350"/>
                  <a:pt x="2571410" y="1893185"/>
                </a:cubicBezTo>
                <a:cubicBezTo>
                  <a:pt x="2571410" y="1879020"/>
                  <a:pt x="2582904" y="1867527"/>
                  <a:pt x="2597069" y="1867527"/>
                </a:cubicBezTo>
                <a:close/>
                <a:moveTo>
                  <a:pt x="2532865" y="1867527"/>
                </a:moveTo>
                <a:cubicBezTo>
                  <a:pt x="2547035" y="1867527"/>
                  <a:pt x="2558523" y="1879014"/>
                  <a:pt x="2558523" y="1893185"/>
                </a:cubicBezTo>
                <a:cubicBezTo>
                  <a:pt x="2558523" y="1907356"/>
                  <a:pt x="2547035" y="1918844"/>
                  <a:pt x="2532865" y="1918844"/>
                </a:cubicBezTo>
                <a:cubicBezTo>
                  <a:pt x="2518693" y="1918844"/>
                  <a:pt x="2507205" y="1907356"/>
                  <a:pt x="2507205" y="1893185"/>
                </a:cubicBezTo>
                <a:cubicBezTo>
                  <a:pt x="2507205" y="1879014"/>
                  <a:pt x="2518693" y="1867527"/>
                  <a:pt x="2532865" y="1867527"/>
                </a:cubicBezTo>
                <a:close/>
                <a:moveTo>
                  <a:pt x="2468658" y="1867527"/>
                </a:moveTo>
                <a:cubicBezTo>
                  <a:pt x="2482831" y="1867527"/>
                  <a:pt x="2494318" y="1879014"/>
                  <a:pt x="2494318" y="1893185"/>
                </a:cubicBezTo>
                <a:cubicBezTo>
                  <a:pt x="2494318" y="1907356"/>
                  <a:pt x="2482831" y="1918844"/>
                  <a:pt x="2468658" y="1918844"/>
                </a:cubicBezTo>
                <a:cubicBezTo>
                  <a:pt x="2454488" y="1918844"/>
                  <a:pt x="2443000" y="1907356"/>
                  <a:pt x="2443000" y="1893185"/>
                </a:cubicBezTo>
                <a:cubicBezTo>
                  <a:pt x="2443000" y="1879014"/>
                  <a:pt x="2454488" y="1867527"/>
                  <a:pt x="2468658" y="1867527"/>
                </a:cubicBezTo>
                <a:close/>
                <a:moveTo>
                  <a:pt x="2404454" y="1867527"/>
                </a:moveTo>
                <a:cubicBezTo>
                  <a:pt x="2418619" y="1867527"/>
                  <a:pt x="2430112" y="1879020"/>
                  <a:pt x="2430112" y="1893185"/>
                </a:cubicBezTo>
                <a:cubicBezTo>
                  <a:pt x="2430112" y="1907350"/>
                  <a:pt x="2418619" y="1918844"/>
                  <a:pt x="2404454" y="1918844"/>
                </a:cubicBezTo>
                <a:cubicBezTo>
                  <a:pt x="2390289" y="1918844"/>
                  <a:pt x="2378795" y="1907350"/>
                  <a:pt x="2378795" y="1893185"/>
                </a:cubicBezTo>
                <a:cubicBezTo>
                  <a:pt x="2378795" y="1879020"/>
                  <a:pt x="2390289" y="1867527"/>
                  <a:pt x="2404454" y="1867527"/>
                </a:cubicBezTo>
                <a:close/>
                <a:moveTo>
                  <a:pt x="2340249" y="1867527"/>
                </a:moveTo>
                <a:cubicBezTo>
                  <a:pt x="2354413" y="1867527"/>
                  <a:pt x="2365908" y="1879020"/>
                  <a:pt x="2365908" y="1893185"/>
                </a:cubicBezTo>
                <a:cubicBezTo>
                  <a:pt x="2365908" y="1907350"/>
                  <a:pt x="2354413" y="1918844"/>
                  <a:pt x="2340249" y="1918844"/>
                </a:cubicBezTo>
                <a:cubicBezTo>
                  <a:pt x="2326084" y="1918844"/>
                  <a:pt x="2314590" y="1907350"/>
                  <a:pt x="2314590" y="1893185"/>
                </a:cubicBezTo>
                <a:cubicBezTo>
                  <a:pt x="2314590" y="1879020"/>
                  <a:pt x="2326084" y="1867527"/>
                  <a:pt x="2340249" y="1867527"/>
                </a:cubicBezTo>
                <a:close/>
                <a:moveTo>
                  <a:pt x="2276044" y="1867527"/>
                </a:moveTo>
                <a:cubicBezTo>
                  <a:pt x="2290208" y="1867527"/>
                  <a:pt x="2301702" y="1879020"/>
                  <a:pt x="2301702" y="1893185"/>
                </a:cubicBezTo>
                <a:cubicBezTo>
                  <a:pt x="2301702" y="1907350"/>
                  <a:pt x="2290208" y="1918844"/>
                  <a:pt x="2276044" y="1918844"/>
                </a:cubicBezTo>
                <a:cubicBezTo>
                  <a:pt x="2261879" y="1918844"/>
                  <a:pt x="2250385" y="1907350"/>
                  <a:pt x="2250385" y="1893185"/>
                </a:cubicBezTo>
                <a:cubicBezTo>
                  <a:pt x="2250385" y="1879020"/>
                  <a:pt x="2261879" y="1867527"/>
                  <a:pt x="2276044" y="1867527"/>
                </a:cubicBezTo>
                <a:close/>
                <a:moveTo>
                  <a:pt x="2211838" y="1867527"/>
                </a:moveTo>
                <a:cubicBezTo>
                  <a:pt x="2226003" y="1867527"/>
                  <a:pt x="2237497" y="1879020"/>
                  <a:pt x="2237497" y="1893185"/>
                </a:cubicBezTo>
                <a:cubicBezTo>
                  <a:pt x="2237497" y="1907350"/>
                  <a:pt x="2226003" y="1918844"/>
                  <a:pt x="2211838" y="1918844"/>
                </a:cubicBezTo>
                <a:cubicBezTo>
                  <a:pt x="2197673" y="1918844"/>
                  <a:pt x="2186178" y="1907350"/>
                  <a:pt x="2186178" y="1893185"/>
                </a:cubicBezTo>
                <a:cubicBezTo>
                  <a:pt x="2186178" y="1879020"/>
                  <a:pt x="2197673" y="1867527"/>
                  <a:pt x="2211838" y="1867527"/>
                </a:cubicBezTo>
                <a:close/>
                <a:moveTo>
                  <a:pt x="2147633" y="1867527"/>
                </a:moveTo>
                <a:cubicBezTo>
                  <a:pt x="2161804" y="1867527"/>
                  <a:pt x="2173293" y="1879014"/>
                  <a:pt x="2173293" y="1893185"/>
                </a:cubicBezTo>
                <a:cubicBezTo>
                  <a:pt x="2173293" y="1907356"/>
                  <a:pt x="2161804" y="1918844"/>
                  <a:pt x="2147633" y="1918844"/>
                </a:cubicBezTo>
                <a:cubicBezTo>
                  <a:pt x="2133462" y="1918844"/>
                  <a:pt x="2121975" y="1907356"/>
                  <a:pt x="2121975" y="1893185"/>
                </a:cubicBezTo>
                <a:cubicBezTo>
                  <a:pt x="2121975" y="1879014"/>
                  <a:pt x="2133462" y="1867527"/>
                  <a:pt x="2147633" y="1867527"/>
                </a:cubicBezTo>
                <a:close/>
                <a:moveTo>
                  <a:pt x="2083427" y="1867527"/>
                </a:moveTo>
                <a:cubicBezTo>
                  <a:pt x="2097599" y="1867527"/>
                  <a:pt x="2109087" y="1879014"/>
                  <a:pt x="2109087" y="1893185"/>
                </a:cubicBezTo>
                <a:cubicBezTo>
                  <a:pt x="2109087" y="1907356"/>
                  <a:pt x="2097599" y="1918844"/>
                  <a:pt x="2083427" y="1918844"/>
                </a:cubicBezTo>
                <a:cubicBezTo>
                  <a:pt x="2069257" y="1918844"/>
                  <a:pt x="2057768" y="1907356"/>
                  <a:pt x="2057768" y="1893185"/>
                </a:cubicBezTo>
                <a:cubicBezTo>
                  <a:pt x="2057768" y="1879014"/>
                  <a:pt x="2069257" y="1867527"/>
                  <a:pt x="2083427" y="1867527"/>
                </a:cubicBezTo>
                <a:close/>
                <a:moveTo>
                  <a:pt x="2019222" y="1867527"/>
                </a:moveTo>
                <a:cubicBezTo>
                  <a:pt x="2033387" y="1867527"/>
                  <a:pt x="2044880" y="1879020"/>
                  <a:pt x="2044880" y="1893185"/>
                </a:cubicBezTo>
                <a:cubicBezTo>
                  <a:pt x="2044880" y="1907350"/>
                  <a:pt x="2033387" y="1918844"/>
                  <a:pt x="2019222" y="1918844"/>
                </a:cubicBezTo>
                <a:cubicBezTo>
                  <a:pt x="2005058" y="1918844"/>
                  <a:pt x="1993563" y="1907350"/>
                  <a:pt x="1993563" y="1893185"/>
                </a:cubicBezTo>
                <a:cubicBezTo>
                  <a:pt x="1993563" y="1879020"/>
                  <a:pt x="2005058" y="1867527"/>
                  <a:pt x="2019222" y="1867527"/>
                </a:cubicBezTo>
                <a:close/>
                <a:moveTo>
                  <a:pt x="1955016" y="1867527"/>
                </a:moveTo>
                <a:cubicBezTo>
                  <a:pt x="1969181" y="1867527"/>
                  <a:pt x="1980676" y="1879020"/>
                  <a:pt x="1980676" y="1893185"/>
                </a:cubicBezTo>
                <a:cubicBezTo>
                  <a:pt x="1980676" y="1907350"/>
                  <a:pt x="1969181" y="1918844"/>
                  <a:pt x="1955016" y="1918844"/>
                </a:cubicBezTo>
                <a:cubicBezTo>
                  <a:pt x="1940851" y="1918844"/>
                  <a:pt x="1929358" y="1907350"/>
                  <a:pt x="1929358" y="1893185"/>
                </a:cubicBezTo>
                <a:cubicBezTo>
                  <a:pt x="1929358" y="1879020"/>
                  <a:pt x="1940851" y="1867527"/>
                  <a:pt x="1955016" y="1867527"/>
                </a:cubicBezTo>
                <a:close/>
                <a:moveTo>
                  <a:pt x="1890696" y="1867527"/>
                </a:moveTo>
                <a:cubicBezTo>
                  <a:pt x="1904860" y="1867527"/>
                  <a:pt x="1916355" y="1879020"/>
                  <a:pt x="1916355" y="1893185"/>
                </a:cubicBezTo>
                <a:cubicBezTo>
                  <a:pt x="1916355" y="1907350"/>
                  <a:pt x="1904860" y="1918844"/>
                  <a:pt x="1890696" y="1918844"/>
                </a:cubicBezTo>
                <a:cubicBezTo>
                  <a:pt x="1876531" y="1918844"/>
                  <a:pt x="1865037" y="1907350"/>
                  <a:pt x="1865037" y="1893185"/>
                </a:cubicBezTo>
                <a:cubicBezTo>
                  <a:pt x="1865037" y="1879020"/>
                  <a:pt x="1876531" y="1867527"/>
                  <a:pt x="1890696" y="1867527"/>
                </a:cubicBezTo>
                <a:close/>
                <a:moveTo>
                  <a:pt x="1826490" y="1867527"/>
                </a:moveTo>
                <a:cubicBezTo>
                  <a:pt x="1840654" y="1867527"/>
                  <a:pt x="1852149" y="1879020"/>
                  <a:pt x="1852149" y="1893185"/>
                </a:cubicBezTo>
                <a:cubicBezTo>
                  <a:pt x="1852149" y="1907350"/>
                  <a:pt x="1840654" y="1918844"/>
                  <a:pt x="1826490" y="1918844"/>
                </a:cubicBezTo>
                <a:cubicBezTo>
                  <a:pt x="1812325" y="1918844"/>
                  <a:pt x="1800830" y="1907350"/>
                  <a:pt x="1800830" y="1893185"/>
                </a:cubicBezTo>
                <a:cubicBezTo>
                  <a:pt x="1800830" y="1879020"/>
                  <a:pt x="1812325" y="1867527"/>
                  <a:pt x="1826490" y="1867527"/>
                </a:cubicBezTo>
                <a:close/>
                <a:moveTo>
                  <a:pt x="1762285" y="1867527"/>
                </a:moveTo>
                <a:cubicBezTo>
                  <a:pt x="1776456" y="1867527"/>
                  <a:pt x="1787944" y="1879014"/>
                  <a:pt x="1787944" y="1893185"/>
                </a:cubicBezTo>
                <a:cubicBezTo>
                  <a:pt x="1787944" y="1907356"/>
                  <a:pt x="1776456" y="1918844"/>
                  <a:pt x="1762285" y="1918844"/>
                </a:cubicBezTo>
                <a:cubicBezTo>
                  <a:pt x="1748114" y="1918844"/>
                  <a:pt x="1736626" y="1907356"/>
                  <a:pt x="1736626" y="1893185"/>
                </a:cubicBezTo>
                <a:cubicBezTo>
                  <a:pt x="1736626" y="1879014"/>
                  <a:pt x="1748114" y="1867527"/>
                  <a:pt x="1762285" y="1867527"/>
                </a:cubicBezTo>
                <a:close/>
                <a:moveTo>
                  <a:pt x="1698080" y="1867527"/>
                </a:moveTo>
                <a:cubicBezTo>
                  <a:pt x="1712244" y="1867527"/>
                  <a:pt x="1723738" y="1879020"/>
                  <a:pt x="1723738" y="1893185"/>
                </a:cubicBezTo>
                <a:cubicBezTo>
                  <a:pt x="1723738" y="1907350"/>
                  <a:pt x="1712244" y="1918844"/>
                  <a:pt x="1698080" y="1918844"/>
                </a:cubicBezTo>
                <a:cubicBezTo>
                  <a:pt x="1683915" y="1918844"/>
                  <a:pt x="1672420" y="1907350"/>
                  <a:pt x="1672420" y="1893185"/>
                </a:cubicBezTo>
                <a:cubicBezTo>
                  <a:pt x="1672420" y="1879020"/>
                  <a:pt x="1683915" y="1867527"/>
                  <a:pt x="1698080" y="1867527"/>
                </a:cubicBezTo>
                <a:close/>
                <a:moveTo>
                  <a:pt x="1633874" y="1867527"/>
                </a:moveTo>
                <a:cubicBezTo>
                  <a:pt x="1648039" y="1867527"/>
                  <a:pt x="1659533" y="1879020"/>
                  <a:pt x="1659533" y="1893185"/>
                </a:cubicBezTo>
                <a:cubicBezTo>
                  <a:pt x="1659533" y="1907350"/>
                  <a:pt x="1648039" y="1918844"/>
                  <a:pt x="1633874" y="1918844"/>
                </a:cubicBezTo>
                <a:cubicBezTo>
                  <a:pt x="1619710" y="1918844"/>
                  <a:pt x="1608216" y="1907350"/>
                  <a:pt x="1608216" y="1893185"/>
                </a:cubicBezTo>
                <a:cubicBezTo>
                  <a:pt x="1608216" y="1879020"/>
                  <a:pt x="1619710" y="1867527"/>
                  <a:pt x="1633874" y="1867527"/>
                </a:cubicBezTo>
                <a:close/>
                <a:moveTo>
                  <a:pt x="1569669" y="1867527"/>
                </a:moveTo>
                <a:cubicBezTo>
                  <a:pt x="1583834" y="1867527"/>
                  <a:pt x="1595328" y="1879020"/>
                  <a:pt x="1595328" y="1893185"/>
                </a:cubicBezTo>
                <a:cubicBezTo>
                  <a:pt x="1595328" y="1907350"/>
                  <a:pt x="1583834" y="1918844"/>
                  <a:pt x="1569669" y="1918844"/>
                </a:cubicBezTo>
                <a:cubicBezTo>
                  <a:pt x="1555504" y="1918844"/>
                  <a:pt x="1544010" y="1907350"/>
                  <a:pt x="1544010" y="1893185"/>
                </a:cubicBezTo>
                <a:cubicBezTo>
                  <a:pt x="1544010" y="1879020"/>
                  <a:pt x="1555504" y="1867527"/>
                  <a:pt x="1569669" y="1867527"/>
                </a:cubicBezTo>
                <a:close/>
                <a:moveTo>
                  <a:pt x="1505464" y="1867527"/>
                </a:moveTo>
                <a:cubicBezTo>
                  <a:pt x="1519629" y="1867527"/>
                  <a:pt x="1531123" y="1879020"/>
                  <a:pt x="1531123" y="1893185"/>
                </a:cubicBezTo>
                <a:cubicBezTo>
                  <a:pt x="1531123" y="1907350"/>
                  <a:pt x="1519629" y="1918844"/>
                  <a:pt x="1505464" y="1918844"/>
                </a:cubicBezTo>
                <a:cubicBezTo>
                  <a:pt x="1491299" y="1918844"/>
                  <a:pt x="1479806" y="1907350"/>
                  <a:pt x="1479806" y="1893185"/>
                </a:cubicBezTo>
                <a:cubicBezTo>
                  <a:pt x="1479806" y="1879020"/>
                  <a:pt x="1491299" y="1867527"/>
                  <a:pt x="1505464" y="1867527"/>
                </a:cubicBezTo>
                <a:close/>
                <a:moveTo>
                  <a:pt x="1441258" y="1867527"/>
                </a:moveTo>
                <a:cubicBezTo>
                  <a:pt x="1455430" y="1867527"/>
                  <a:pt x="1466917" y="1879014"/>
                  <a:pt x="1466917" y="1893185"/>
                </a:cubicBezTo>
                <a:cubicBezTo>
                  <a:pt x="1466917" y="1907356"/>
                  <a:pt x="1455430" y="1918844"/>
                  <a:pt x="1441258" y="1918844"/>
                </a:cubicBezTo>
                <a:cubicBezTo>
                  <a:pt x="1427087" y="1918844"/>
                  <a:pt x="1415599" y="1907356"/>
                  <a:pt x="1415599" y="1893185"/>
                </a:cubicBezTo>
                <a:cubicBezTo>
                  <a:pt x="1415599" y="1879014"/>
                  <a:pt x="1427087" y="1867527"/>
                  <a:pt x="1441258" y="1867527"/>
                </a:cubicBezTo>
                <a:close/>
                <a:moveTo>
                  <a:pt x="1377053" y="1867527"/>
                </a:moveTo>
                <a:cubicBezTo>
                  <a:pt x="1391224" y="1867527"/>
                  <a:pt x="1402712" y="1879014"/>
                  <a:pt x="1402712" y="1893185"/>
                </a:cubicBezTo>
                <a:cubicBezTo>
                  <a:pt x="1402712" y="1907356"/>
                  <a:pt x="1391224" y="1918844"/>
                  <a:pt x="1377053" y="1918844"/>
                </a:cubicBezTo>
                <a:cubicBezTo>
                  <a:pt x="1362882" y="1918844"/>
                  <a:pt x="1351395" y="1907356"/>
                  <a:pt x="1351395" y="1893185"/>
                </a:cubicBezTo>
                <a:cubicBezTo>
                  <a:pt x="1351395" y="1879014"/>
                  <a:pt x="1362882" y="1867527"/>
                  <a:pt x="1377053" y="1867527"/>
                </a:cubicBezTo>
                <a:close/>
                <a:moveTo>
                  <a:pt x="1312848" y="1867527"/>
                </a:moveTo>
                <a:cubicBezTo>
                  <a:pt x="1327013" y="1867527"/>
                  <a:pt x="1338507" y="1879020"/>
                  <a:pt x="1338507" y="1893185"/>
                </a:cubicBezTo>
                <a:cubicBezTo>
                  <a:pt x="1338507" y="1907350"/>
                  <a:pt x="1327013" y="1918844"/>
                  <a:pt x="1312848" y="1918844"/>
                </a:cubicBezTo>
                <a:cubicBezTo>
                  <a:pt x="1298683" y="1918844"/>
                  <a:pt x="1287190" y="1907350"/>
                  <a:pt x="1287190" y="1893185"/>
                </a:cubicBezTo>
                <a:cubicBezTo>
                  <a:pt x="1287190" y="1879020"/>
                  <a:pt x="1298683" y="1867527"/>
                  <a:pt x="1312848" y="1867527"/>
                </a:cubicBezTo>
                <a:close/>
                <a:moveTo>
                  <a:pt x="1248643" y="1867527"/>
                </a:moveTo>
                <a:cubicBezTo>
                  <a:pt x="1262808" y="1867527"/>
                  <a:pt x="1274302" y="1879020"/>
                  <a:pt x="1274302" y="1893185"/>
                </a:cubicBezTo>
                <a:cubicBezTo>
                  <a:pt x="1274302" y="1907350"/>
                  <a:pt x="1262808" y="1918844"/>
                  <a:pt x="1248643" y="1918844"/>
                </a:cubicBezTo>
                <a:cubicBezTo>
                  <a:pt x="1234479" y="1918844"/>
                  <a:pt x="1222984" y="1907350"/>
                  <a:pt x="1222984" y="1893185"/>
                </a:cubicBezTo>
                <a:cubicBezTo>
                  <a:pt x="1222984" y="1879020"/>
                  <a:pt x="1234479" y="1867527"/>
                  <a:pt x="1248643" y="1867527"/>
                </a:cubicBezTo>
                <a:close/>
                <a:moveTo>
                  <a:pt x="1184437" y="1867527"/>
                </a:moveTo>
                <a:cubicBezTo>
                  <a:pt x="1198602" y="1867527"/>
                  <a:pt x="1210096" y="1879020"/>
                  <a:pt x="1210096" y="1893185"/>
                </a:cubicBezTo>
                <a:cubicBezTo>
                  <a:pt x="1210096" y="1907350"/>
                  <a:pt x="1198602" y="1918844"/>
                  <a:pt x="1184437" y="1918844"/>
                </a:cubicBezTo>
                <a:cubicBezTo>
                  <a:pt x="1170273" y="1918844"/>
                  <a:pt x="1158780" y="1907350"/>
                  <a:pt x="1158780" y="1893185"/>
                </a:cubicBezTo>
                <a:cubicBezTo>
                  <a:pt x="1158780" y="1879020"/>
                  <a:pt x="1170273" y="1867527"/>
                  <a:pt x="1184437" y="1867527"/>
                </a:cubicBezTo>
                <a:close/>
                <a:moveTo>
                  <a:pt x="1120233" y="1867527"/>
                </a:moveTo>
                <a:cubicBezTo>
                  <a:pt x="1134398" y="1867527"/>
                  <a:pt x="1145892" y="1879020"/>
                  <a:pt x="1145892" y="1893185"/>
                </a:cubicBezTo>
                <a:cubicBezTo>
                  <a:pt x="1145892" y="1907350"/>
                  <a:pt x="1134398" y="1918844"/>
                  <a:pt x="1120233" y="1918844"/>
                </a:cubicBezTo>
                <a:cubicBezTo>
                  <a:pt x="1106068" y="1918844"/>
                  <a:pt x="1094573" y="1907350"/>
                  <a:pt x="1094573" y="1893185"/>
                </a:cubicBezTo>
                <a:cubicBezTo>
                  <a:pt x="1094573" y="1879020"/>
                  <a:pt x="1106068" y="1867527"/>
                  <a:pt x="1120233" y="1867527"/>
                </a:cubicBezTo>
                <a:close/>
                <a:moveTo>
                  <a:pt x="1056027" y="1867527"/>
                </a:moveTo>
                <a:cubicBezTo>
                  <a:pt x="1070199" y="1867527"/>
                  <a:pt x="1081685" y="1879014"/>
                  <a:pt x="1081685" y="1893185"/>
                </a:cubicBezTo>
                <a:cubicBezTo>
                  <a:pt x="1081685" y="1907356"/>
                  <a:pt x="1070199" y="1918844"/>
                  <a:pt x="1056027" y="1918844"/>
                </a:cubicBezTo>
                <a:cubicBezTo>
                  <a:pt x="1041857" y="1918844"/>
                  <a:pt x="1030369" y="1907356"/>
                  <a:pt x="1030369" y="1893185"/>
                </a:cubicBezTo>
                <a:cubicBezTo>
                  <a:pt x="1030369" y="1879014"/>
                  <a:pt x="1041857" y="1867527"/>
                  <a:pt x="1056027" y="1867527"/>
                </a:cubicBezTo>
                <a:close/>
                <a:moveTo>
                  <a:pt x="991823" y="1867527"/>
                </a:moveTo>
                <a:cubicBezTo>
                  <a:pt x="1005993" y="1867527"/>
                  <a:pt x="1017481" y="1879014"/>
                  <a:pt x="1017481" y="1893185"/>
                </a:cubicBezTo>
                <a:cubicBezTo>
                  <a:pt x="1017481" y="1907356"/>
                  <a:pt x="1005993" y="1918844"/>
                  <a:pt x="991823" y="1918844"/>
                </a:cubicBezTo>
                <a:cubicBezTo>
                  <a:pt x="977652" y="1918844"/>
                  <a:pt x="966162" y="1907356"/>
                  <a:pt x="966162" y="1893185"/>
                </a:cubicBezTo>
                <a:cubicBezTo>
                  <a:pt x="966162" y="1879014"/>
                  <a:pt x="977652" y="1867527"/>
                  <a:pt x="991823" y="1867527"/>
                </a:cubicBezTo>
                <a:close/>
                <a:moveTo>
                  <a:pt x="927616" y="1867527"/>
                </a:moveTo>
                <a:cubicBezTo>
                  <a:pt x="941781" y="1867527"/>
                  <a:pt x="953275" y="1879020"/>
                  <a:pt x="953275" y="1893185"/>
                </a:cubicBezTo>
                <a:cubicBezTo>
                  <a:pt x="953275" y="1907350"/>
                  <a:pt x="941781" y="1918844"/>
                  <a:pt x="927616" y="1918844"/>
                </a:cubicBezTo>
                <a:cubicBezTo>
                  <a:pt x="913452" y="1918844"/>
                  <a:pt x="901957" y="1907350"/>
                  <a:pt x="901957" y="1893185"/>
                </a:cubicBezTo>
                <a:cubicBezTo>
                  <a:pt x="901957" y="1879020"/>
                  <a:pt x="913452" y="1867527"/>
                  <a:pt x="927616" y="1867527"/>
                </a:cubicBezTo>
                <a:close/>
                <a:moveTo>
                  <a:pt x="863411" y="1867527"/>
                </a:moveTo>
                <a:cubicBezTo>
                  <a:pt x="877576" y="1867527"/>
                  <a:pt x="889071" y="1879020"/>
                  <a:pt x="889071" y="1893185"/>
                </a:cubicBezTo>
                <a:cubicBezTo>
                  <a:pt x="889071" y="1907350"/>
                  <a:pt x="877576" y="1918844"/>
                  <a:pt x="863411" y="1918844"/>
                </a:cubicBezTo>
                <a:cubicBezTo>
                  <a:pt x="849248" y="1918844"/>
                  <a:pt x="837752" y="1907350"/>
                  <a:pt x="837752" y="1893185"/>
                </a:cubicBezTo>
                <a:cubicBezTo>
                  <a:pt x="837752" y="1879020"/>
                  <a:pt x="849248" y="1867527"/>
                  <a:pt x="863411" y="1867527"/>
                </a:cubicBezTo>
                <a:close/>
                <a:moveTo>
                  <a:pt x="799089" y="1867527"/>
                </a:moveTo>
                <a:cubicBezTo>
                  <a:pt x="813255" y="1867527"/>
                  <a:pt x="824748" y="1879020"/>
                  <a:pt x="824748" y="1893185"/>
                </a:cubicBezTo>
                <a:cubicBezTo>
                  <a:pt x="824748" y="1907350"/>
                  <a:pt x="813255" y="1918844"/>
                  <a:pt x="799089" y="1918844"/>
                </a:cubicBezTo>
                <a:cubicBezTo>
                  <a:pt x="784925" y="1918844"/>
                  <a:pt x="773432" y="1907350"/>
                  <a:pt x="773432" y="1893185"/>
                </a:cubicBezTo>
                <a:cubicBezTo>
                  <a:pt x="773432" y="1879020"/>
                  <a:pt x="784925" y="1867527"/>
                  <a:pt x="799089" y="1867527"/>
                </a:cubicBezTo>
                <a:close/>
                <a:moveTo>
                  <a:pt x="734885" y="1867527"/>
                </a:moveTo>
                <a:cubicBezTo>
                  <a:pt x="749049" y="1867527"/>
                  <a:pt x="760544" y="1879020"/>
                  <a:pt x="760544" y="1893185"/>
                </a:cubicBezTo>
                <a:cubicBezTo>
                  <a:pt x="760544" y="1907350"/>
                  <a:pt x="749049" y="1918844"/>
                  <a:pt x="734885" y="1918844"/>
                </a:cubicBezTo>
                <a:cubicBezTo>
                  <a:pt x="720720" y="1918844"/>
                  <a:pt x="709225" y="1907350"/>
                  <a:pt x="709225" y="1893185"/>
                </a:cubicBezTo>
                <a:cubicBezTo>
                  <a:pt x="709225" y="1879020"/>
                  <a:pt x="720720" y="1867527"/>
                  <a:pt x="734885" y="1867527"/>
                </a:cubicBezTo>
                <a:close/>
                <a:moveTo>
                  <a:pt x="670679" y="1867527"/>
                </a:moveTo>
                <a:cubicBezTo>
                  <a:pt x="684851" y="1867527"/>
                  <a:pt x="696338" y="1879014"/>
                  <a:pt x="696338" y="1893185"/>
                </a:cubicBezTo>
                <a:cubicBezTo>
                  <a:pt x="696338" y="1907356"/>
                  <a:pt x="684851" y="1918844"/>
                  <a:pt x="670679" y="1918844"/>
                </a:cubicBezTo>
                <a:cubicBezTo>
                  <a:pt x="656509" y="1918844"/>
                  <a:pt x="645020" y="1907356"/>
                  <a:pt x="645020" y="1893185"/>
                </a:cubicBezTo>
                <a:cubicBezTo>
                  <a:pt x="645020" y="1879014"/>
                  <a:pt x="656509" y="1867527"/>
                  <a:pt x="670679" y="1867527"/>
                </a:cubicBezTo>
                <a:close/>
                <a:moveTo>
                  <a:pt x="606475" y="1867527"/>
                </a:moveTo>
                <a:cubicBezTo>
                  <a:pt x="620639" y="1867527"/>
                  <a:pt x="632134" y="1879020"/>
                  <a:pt x="632134" y="1893185"/>
                </a:cubicBezTo>
                <a:cubicBezTo>
                  <a:pt x="632134" y="1907350"/>
                  <a:pt x="620639" y="1918844"/>
                  <a:pt x="606475" y="1918844"/>
                </a:cubicBezTo>
                <a:cubicBezTo>
                  <a:pt x="592310" y="1918844"/>
                  <a:pt x="580815" y="1907350"/>
                  <a:pt x="580815" y="1893185"/>
                </a:cubicBezTo>
                <a:cubicBezTo>
                  <a:pt x="580815" y="1879020"/>
                  <a:pt x="592310" y="1867527"/>
                  <a:pt x="606475" y="1867527"/>
                </a:cubicBezTo>
                <a:close/>
                <a:moveTo>
                  <a:pt x="542268" y="1867527"/>
                </a:moveTo>
                <a:cubicBezTo>
                  <a:pt x="556433" y="1867527"/>
                  <a:pt x="567927" y="1879020"/>
                  <a:pt x="567927" y="1893185"/>
                </a:cubicBezTo>
                <a:cubicBezTo>
                  <a:pt x="567927" y="1907350"/>
                  <a:pt x="556433" y="1918844"/>
                  <a:pt x="542268" y="1918844"/>
                </a:cubicBezTo>
                <a:cubicBezTo>
                  <a:pt x="528104" y="1918844"/>
                  <a:pt x="516610" y="1907350"/>
                  <a:pt x="516610" y="1893185"/>
                </a:cubicBezTo>
                <a:cubicBezTo>
                  <a:pt x="516610" y="1879020"/>
                  <a:pt x="528104" y="1867527"/>
                  <a:pt x="542268" y="1867527"/>
                </a:cubicBezTo>
                <a:close/>
                <a:moveTo>
                  <a:pt x="478063" y="1867527"/>
                </a:moveTo>
                <a:cubicBezTo>
                  <a:pt x="492228" y="1867527"/>
                  <a:pt x="503724" y="1879020"/>
                  <a:pt x="503724" y="1893185"/>
                </a:cubicBezTo>
                <a:cubicBezTo>
                  <a:pt x="503724" y="1907350"/>
                  <a:pt x="492228" y="1918844"/>
                  <a:pt x="478063" y="1918844"/>
                </a:cubicBezTo>
                <a:cubicBezTo>
                  <a:pt x="463900" y="1918844"/>
                  <a:pt x="452404" y="1907350"/>
                  <a:pt x="452404" y="1893185"/>
                </a:cubicBezTo>
                <a:cubicBezTo>
                  <a:pt x="452404" y="1879020"/>
                  <a:pt x="463900" y="1867527"/>
                  <a:pt x="478063" y="1867527"/>
                </a:cubicBezTo>
                <a:close/>
                <a:moveTo>
                  <a:pt x="413858" y="1867527"/>
                </a:moveTo>
                <a:cubicBezTo>
                  <a:pt x="428023" y="1867527"/>
                  <a:pt x="439517" y="1879020"/>
                  <a:pt x="439517" y="1893185"/>
                </a:cubicBezTo>
                <a:cubicBezTo>
                  <a:pt x="439517" y="1907350"/>
                  <a:pt x="428023" y="1918844"/>
                  <a:pt x="413858" y="1918844"/>
                </a:cubicBezTo>
                <a:cubicBezTo>
                  <a:pt x="399694" y="1918844"/>
                  <a:pt x="388200" y="1907350"/>
                  <a:pt x="388200" y="1893185"/>
                </a:cubicBezTo>
                <a:cubicBezTo>
                  <a:pt x="388200" y="1879020"/>
                  <a:pt x="399694" y="1867527"/>
                  <a:pt x="413858" y="1867527"/>
                </a:cubicBezTo>
                <a:close/>
                <a:moveTo>
                  <a:pt x="346686" y="1867527"/>
                </a:moveTo>
                <a:cubicBezTo>
                  <a:pt x="360849" y="1867527"/>
                  <a:pt x="372344" y="1879020"/>
                  <a:pt x="372344" y="1893185"/>
                </a:cubicBezTo>
                <a:cubicBezTo>
                  <a:pt x="372344" y="1907350"/>
                  <a:pt x="360849" y="1918844"/>
                  <a:pt x="346686" y="1918844"/>
                </a:cubicBezTo>
                <a:cubicBezTo>
                  <a:pt x="332520" y="1918844"/>
                  <a:pt x="321027" y="1907350"/>
                  <a:pt x="321027" y="1893185"/>
                </a:cubicBezTo>
                <a:cubicBezTo>
                  <a:pt x="321027" y="1879020"/>
                  <a:pt x="332520" y="1867527"/>
                  <a:pt x="346686" y="1867527"/>
                </a:cubicBezTo>
                <a:close/>
                <a:moveTo>
                  <a:pt x="282480" y="1867527"/>
                </a:moveTo>
                <a:cubicBezTo>
                  <a:pt x="296644" y="1867527"/>
                  <a:pt x="308138" y="1879020"/>
                  <a:pt x="308138" y="1893185"/>
                </a:cubicBezTo>
                <a:cubicBezTo>
                  <a:pt x="308138" y="1907350"/>
                  <a:pt x="296644" y="1918844"/>
                  <a:pt x="282480" y="1918844"/>
                </a:cubicBezTo>
                <a:cubicBezTo>
                  <a:pt x="268314" y="1918844"/>
                  <a:pt x="256820" y="1907350"/>
                  <a:pt x="256820" y="1893185"/>
                </a:cubicBezTo>
                <a:cubicBezTo>
                  <a:pt x="256820" y="1879020"/>
                  <a:pt x="268314" y="1867527"/>
                  <a:pt x="282480" y="1867527"/>
                </a:cubicBezTo>
                <a:close/>
                <a:moveTo>
                  <a:pt x="218274" y="1867527"/>
                </a:moveTo>
                <a:cubicBezTo>
                  <a:pt x="232438" y="1867527"/>
                  <a:pt x="243932" y="1879020"/>
                  <a:pt x="243932" y="1893185"/>
                </a:cubicBezTo>
                <a:cubicBezTo>
                  <a:pt x="243932" y="1907350"/>
                  <a:pt x="232438" y="1918844"/>
                  <a:pt x="218274" y="1918844"/>
                </a:cubicBezTo>
                <a:cubicBezTo>
                  <a:pt x="204109" y="1918844"/>
                  <a:pt x="192615" y="1907350"/>
                  <a:pt x="192615" y="1893185"/>
                </a:cubicBezTo>
                <a:cubicBezTo>
                  <a:pt x="192615" y="1879020"/>
                  <a:pt x="204109" y="1867527"/>
                  <a:pt x="218274" y="1867527"/>
                </a:cubicBezTo>
                <a:close/>
                <a:moveTo>
                  <a:pt x="154069" y="1867527"/>
                </a:moveTo>
                <a:cubicBezTo>
                  <a:pt x="168233" y="1867527"/>
                  <a:pt x="179727" y="1879020"/>
                  <a:pt x="179727" y="1893185"/>
                </a:cubicBezTo>
                <a:cubicBezTo>
                  <a:pt x="179727" y="1907350"/>
                  <a:pt x="168233" y="1918844"/>
                  <a:pt x="154069" y="1918844"/>
                </a:cubicBezTo>
                <a:cubicBezTo>
                  <a:pt x="139904" y="1918844"/>
                  <a:pt x="128410" y="1907350"/>
                  <a:pt x="128410" y="1893185"/>
                </a:cubicBezTo>
                <a:cubicBezTo>
                  <a:pt x="128410" y="1879020"/>
                  <a:pt x="139904" y="1867527"/>
                  <a:pt x="154069" y="1867527"/>
                </a:cubicBezTo>
                <a:close/>
                <a:moveTo>
                  <a:pt x="89864" y="1867527"/>
                </a:moveTo>
                <a:cubicBezTo>
                  <a:pt x="104034" y="1867527"/>
                  <a:pt x="115522" y="1879014"/>
                  <a:pt x="115522" y="1893185"/>
                </a:cubicBezTo>
                <a:cubicBezTo>
                  <a:pt x="115522" y="1907356"/>
                  <a:pt x="104034" y="1918844"/>
                  <a:pt x="89864" y="1918844"/>
                </a:cubicBezTo>
                <a:cubicBezTo>
                  <a:pt x="75693" y="1918844"/>
                  <a:pt x="64205" y="1907356"/>
                  <a:pt x="64205" y="1893185"/>
                </a:cubicBezTo>
                <a:cubicBezTo>
                  <a:pt x="64205" y="1879014"/>
                  <a:pt x="75693" y="1867527"/>
                  <a:pt x="89864" y="1867527"/>
                </a:cubicBezTo>
                <a:close/>
                <a:moveTo>
                  <a:pt x="25659" y="1867527"/>
                </a:moveTo>
                <a:cubicBezTo>
                  <a:pt x="39829" y="1867527"/>
                  <a:pt x="51317" y="1879014"/>
                  <a:pt x="51317" y="1893185"/>
                </a:cubicBezTo>
                <a:cubicBezTo>
                  <a:pt x="51317" y="1907356"/>
                  <a:pt x="39829" y="1918844"/>
                  <a:pt x="25659" y="1918844"/>
                </a:cubicBezTo>
                <a:cubicBezTo>
                  <a:pt x="11488" y="1918844"/>
                  <a:pt x="0" y="1907356"/>
                  <a:pt x="0" y="1893185"/>
                </a:cubicBezTo>
                <a:cubicBezTo>
                  <a:pt x="0" y="1879014"/>
                  <a:pt x="11488" y="1867527"/>
                  <a:pt x="25659" y="1867527"/>
                </a:cubicBezTo>
                <a:close/>
                <a:moveTo>
                  <a:pt x="12163307" y="1800419"/>
                </a:moveTo>
                <a:cubicBezTo>
                  <a:pt x="12177471" y="1800419"/>
                  <a:pt x="12188965" y="1811912"/>
                  <a:pt x="12188965" y="1826077"/>
                </a:cubicBezTo>
                <a:cubicBezTo>
                  <a:pt x="12188965" y="1840242"/>
                  <a:pt x="12177471" y="1851737"/>
                  <a:pt x="12163307" y="1851737"/>
                </a:cubicBezTo>
                <a:cubicBezTo>
                  <a:pt x="12149141" y="1851737"/>
                  <a:pt x="12137649" y="1840242"/>
                  <a:pt x="12137649" y="1826077"/>
                </a:cubicBezTo>
                <a:cubicBezTo>
                  <a:pt x="12137649" y="1811912"/>
                  <a:pt x="12149141" y="1800419"/>
                  <a:pt x="12163307" y="1800419"/>
                </a:cubicBezTo>
                <a:close/>
                <a:moveTo>
                  <a:pt x="12034897" y="1800419"/>
                </a:moveTo>
                <a:cubicBezTo>
                  <a:pt x="12049061" y="1800419"/>
                  <a:pt x="12060557" y="1811912"/>
                  <a:pt x="12060557" y="1826077"/>
                </a:cubicBezTo>
                <a:cubicBezTo>
                  <a:pt x="12060557" y="1840242"/>
                  <a:pt x="12049061" y="1851737"/>
                  <a:pt x="12034897" y="1851737"/>
                </a:cubicBezTo>
                <a:cubicBezTo>
                  <a:pt x="12020731" y="1851737"/>
                  <a:pt x="12009237" y="1840242"/>
                  <a:pt x="12009237" y="1826077"/>
                </a:cubicBezTo>
                <a:cubicBezTo>
                  <a:pt x="12009237" y="1811912"/>
                  <a:pt x="12020731" y="1800419"/>
                  <a:pt x="12034897" y="1800419"/>
                </a:cubicBezTo>
                <a:close/>
                <a:moveTo>
                  <a:pt x="11970691" y="1800419"/>
                </a:moveTo>
                <a:cubicBezTo>
                  <a:pt x="11984855" y="1800419"/>
                  <a:pt x="11996349" y="1811912"/>
                  <a:pt x="11996349" y="1826077"/>
                </a:cubicBezTo>
                <a:cubicBezTo>
                  <a:pt x="11996349" y="1840242"/>
                  <a:pt x="11984855" y="1851737"/>
                  <a:pt x="11970691" y="1851737"/>
                </a:cubicBezTo>
                <a:cubicBezTo>
                  <a:pt x="11956525" y="1851737"/>
                  <a:pt x="11945033" y="1840242"/>
                  <a:pt x="11945033" y="1826077"/>
                </a:cubicBezTo>
                <a:cubicBezTo>
                  <a:pt x="11945033" y="1811912"/>
                  <a:pt x="11956525" y="1800419"/>
                  <a:pt x="11970691" y="1800419"/>
                </a:cubicBezTo>
                <a:close/>
                <a:moveTo>
                  <a:pt x="11906483" y="1800419"/>
                </a:moveTo>
                <a:cubicBezTo>
                  <a:pt x="11920649" y="1800419"/>
                  <a:pt x="11932145" y="1811912"/>
                  <a:pt x="11932145" y="1826077"/>
                </a:cubicBezTo>
                <a:cubicBezTo>
                  <a:pt x="11932145" y="1840242"/>
                  <a:pt x="11920649" y="1851737"/>
                  <a:pt x="11906483" y="1851737"/>
                </a:cubicBezTo>
                <a:cubicBezTo>
                  <a:pt x="11892321" y="1851737"/>
                  <a:pt x="11880825" y="1840242"/>
                  <a:pt x="11880825" y="1826077"/>
                </a:cubicBezTo>
                <a:cubicBezTo>
                  <a:pt x="11880825" y="1811912"/>
                  <a:pt x="11892321" y="1800419"/>
                  <a:pt x="11906483" y="1800419"/>
                </a:cubicBezTo>
                <a:close/>
                <a:moveTo>
                  <a:pt x="11842279" y="1800419"/>
                </a:moveTo>
                <a:cubicBezTo>
                  <a:pt x="11856445" y="1800419"/>
                  <a:pt x="11867941" y="1811912"/>
                  <a:pt x="11867941" y="1826077"/>
                </a:cubicBezTo>
                <a:cubicBezTo>
                  <a:pt x="11867941" y="1840242"/>
                  <a:pt x="11856445" y="1851737"/>
                  <a:pt x="11842279" y="1851737"/>
                </a:cubicBezTo>
                <a:cubicBezTo>
                  <a:pt x="11828117" y="1851737"/>
                  <a:pt x="11816621" y="1840242"/>
                  <a:pt x="11816621" y="1826077"/>
                </a:cubicBezTo>
                <a:cubicBezTo>
                  <a:pt x="11816621" y="1811912"/>
                  <a:pt x="11828117" y="1800419"/>
                  <a:pt x="11842279" y="1800419"/>
                </a:cubicBezTo>
                <a:close/>
                <a:moveTo>
                  <a:pt x="11775107" y="1800419"/>
                </a:moveTo>
                <a:cubicBezTo>
                  <a:pt x="11789271" y="1800419"/>
                  <a:pt x="11800767" y="1811912"/>
                  <a:pt x="11800767" y="1826077"/>
                </a:cubicBezTo>
                <a:cubicBezTo>
                  <a:pt x="11800767" y="1840242"/>
                  <a:pt x="11789271" y="1851737"/>
                  <a:pt x="11775107" y="1851737"/>
                </a:cubicBezTo>
                <a:cubicBezTo>
                  <a:pt x="11760941" y="1851737"/>
                  <a:pt x="11749449" y="1840242"/>
                  <a:pt x="11749449" y="1826077"/>
                </a:cubicBezTo>
                <a:cubicBezTo>
                  <a:pt x="11749449" y="1811912"/>
                  <a:pt x="11760941" y="1800419"/>
                  <a:pt x="11775107" y="1800419"/>
                </a:cubicBezTo>
                <a:close/>
                <a:moveTo>
                  <a:pt x="11710901" y="1800419"/>
                </a:moveTo>
                <a:cubicBezTo>
                  <a:pt x="11725067" y="1800419"/>
                  <a:pt x="11736561" y="1811912"/>
                  <a:pt x="11736561" y="1826077"/>
                </a:cubicBezTo>
                <a:cubicBezTo>
                  <a:pt x="11736561" y="1840242"/>
                  <a:pt x="11725067" y="1851737"/>
                  <a:pt x="11710901" y="1851737"/>
                </a:cubicBezTo>
                <a:cubicBezTo>
                  <a:pt x="11696737" y="1851737"/>
                  <a:pt x="11685243" y="1840242"/>
                  <a:pt x="11685243" y="1826077"/>
                </a:cubicBezTo>
                <a:cubicBezTo>
                  <a:pt x="11685243" y="1811912"/>
                  <a:pt x="11696737" y="1800419"/>
                  <a:pt x="11710901" y="1800419"/>
                </a:cubicBezTo>
                <a:close/>
                <a:moveTo>
                  <a:pt x="11646697" y="1800419"/>
                </a:moveTo>
                <a:cubicBezTo>
                  <a:pt x="11660859" y="1800419"/>
                  <a:pt x="11672355" y="1811912"/>
                  <a:pt x="11672355" y="1826077"/>
                </a:cubicBezTo>
                <a:cubicBezTo>
                  <a:pt x="11672355" y="1840242"/>
                  <a:pt x="11660859" y="1851737"/>
                  <a:pt x="11646697" y="1851737"/>
                </a:cubicBezTo>
                <a:cubicBezTo>
                  <a:pt x="11632529" y="1851737"/>
                  <a:pt x="11621037" y="1840242"/>
                  <a:pt x="11621037" y="1826077"/>
                </a:cubicBezTo>
                <a:cubicBezTo>
                  <a:pt x="11621037" y="1811912"/>
                  <a:pt x="11632529" y="1800419"/>
                  <a:pt x="11646697" y="1800419"/>
                </a:cubicBezTo>
                <a:close/>
                <a:moveTo>
                  <a:pt x="11582491" y="1800419"/>
                </a:moveTo>
                <a:cubicBezTo>
                  <a:pt x="11596655" y="1800419"/>
                  <a:pt x="11608149" y="1811912"/>
                  <a:pt x="11608149" y="1826077"/>
                </a:cubicBezTo>
                <a:cubicBezTo>
                  <a:pt x="11608149" y="1840242"/>
                  <a:pt x="11596655" y="1851737"/>
                  <a:pt x="11582491" y="1851737"/>
                </a:cubicBezTo>
                <a:cubicBezTo>
                  <a:pt x="11568325" y="1851737"/>
                  <a:pt x="11556833" y="1840242"/>
                  <a:pt x="11556833" y="1826077"/>
                </a:cubicBezTo>
                <a:cubicBezTo>
                  <a:pt x="11556833" y="1811912"/>
                  <a:pt x="11568325" y="1800419"/>
                  <a:pt x="11582491" y="1800419"/>
                </a:cubicBezTo>
                <a:close/>
                <a:moveTo>
                  <a:pt x="11389875" y="1800419"/>
                </a:moveTo>
                <a:cubicBezTo>
                  <a:pt x="11404040" y="1800419"/>
                  <a:pt x="11415533" y="1811912"/>
                  <a:pt x="11415533" y="1826077"/>
                </a:cubicBezTo>
                <a:cubicBezTo>
                  <a:pt x="11415533" y="1840242"/>
                  <a:pt x="11404040" y="1851737"/>
                  <a:pt x="11389875" y="1851737"/>
                </a:cubicBezTo>
                <a:cubicBezTo>
                  <a:pt x="11375710" y="1851737"/>
                  <a:pt x="11364217" y="1840242"/>
                  <a:pt x="11364217" y="1826077"/>
                </a:cubicBezTo>
                <a:cubicBezTo>
                  <a:pt x="11364217" y="1811912"/>
                  <a:pt x="11375710" y="1800419"/>
                  <a:pt x="11389875" y="1800419"/>
                </a:cubicBezTo>
                <a:close/>
                <a:moveTo>
                  <a:pt x="11325670" y="1800419"/>
                </a:moveTo>
                <a:cubicBezTo>
                  <a:pt x="11339835" y="1800419"/>
                  <a:pt x="11351329" y="1811912"/>
                  <a:pt x="11351329" y="1826077"/>
                </a:cubicBezTo>
                <a:cubicBezTo>
                  <a:pt x="11351329" y="1840242"/>
                  <a:pt x="11339835" y="1851737"/>
                  <a:pt x="11325670" y="1851737"/>
                </a:cubicBezTo>
                <a:cubicBezTo>
                  <a:pt x="11311505" y="1851737"/>
                  <a:pt x="11300012" y="1840242"/>
                  <a:pt x="11300012" y="1826077"/>
                </a:cubicBezTo>
                <a:cubicBezTo>
                  <a:pt x="11300012" y="1811912"/>
                  <a:pt x="11311505" y="1800419"/>
                  <a:pt x="11325670" y="1800419"/>
                </a:cubicBezTo>
                <a:close/>
                <a:moveTo>
                  <a:pt x="11261466" y="1800419"/>
                </a:moveTo>
                <a:cubicBezTo>
                  <a:pt x="11275628" y="1800419"/>
                  <a:pt x="11287124" y="1811912"/>
                  <a:pt x="11287124" y="1826077"/>
                </a:cubicBezTo>
                <a:cubicBezTo>
                  <a:pt x="11287124" y="1840242"/>
                  <a:pt x="11275628" y="1851737"/>
                  <a:pt x="11261466" y="1851737"/>
                </a:cubicBezTo>
                <a:cubicBezTo>
                  <a:pt x="11247301" y="1851737"/>
                  <a:pt x="11235805" y="1840242"/>
                  <a:pt x="11235805" y="1826077"/>
                </a:cubicBezTo>
                <a:cubicBezTo>
                  <a:pt x="11235805" y="1811912"/>
                  <a:pt x="11247301" y="1800419"/>
                  <a:pt x="11261466" y="1800419"/>
                </a:cubicBezTo>
                <a:close/>
                <a:moveTo>
                  <a:pt x="11197259" y="1800419"/>
                </a:moveTo>
                <a:cubicBezTo>
                  <a:pt x="11211424" y="1800419"/>
                  <a:pt x="11222917" y="1811912"/>
                  <a:pt x="11222917" y="1826077"/>
                </a:cubicBezTo>
                <a:cubicBezTo>
                  <a:pt x="11222917" y="1840242"/>
                  <a:pt x="11211424" y="1851737"/>
                  <a:pt x="11197259" y="1851737"/>
                </a:cubicBezTo>
                <a:cubicBezTo>
                  <a:pt x="11183094" y="1851737"/>
                  <a:pt x="11171601" y="1840242"/>
                  <a:pt x="11171601" y="1826077"/>
                </a:cubicBezTo>
                <a:cubicBezTo>
                  <a:pt x="11171601" y="1811912"/>
                  <a:pt x="11183094" y="1800419"/>
                  <a:pt x="11197259" y="1800419"/>
                </a:cubicBezTo>
                <a:close/>
                <a:moveTo>
                  <a:pt x="11004643" y="1800419"/>
                </a:moveTo>
                <a:cubicBezTo>
                  <a:pt x="11018808" y="1800419"/>
                  <a:pt x="11030301" y="1811912"/>
                  <a:pt x="11030301" y="1826077"/>
                </a:cubicBezTo>
                <a:cubicBezTo>
                  <a:pt x="11030301" y="1840242"/>
                  <a:pt x="11018808" y="1851737"/>
                  <a:pt x="11004643" y="1851737"/>
                </a:cubicBezTo>
                <a:cubicBezTo>
                  <a:pt x="10990478" y="1851737"/>
                  <a:pt x="10978985" y="1840242"/>
                  <a:pt x="10978985" y="1826077"/>
                </a:cubicBezTo>
                <a:cubicBezTo>
                  <a:pt x="10978985" y="1811912"/>
                  <a:pt x="10990478" y="1800419"/>
                  <a:pt x="11004643" y="1800419"/>
                </a:cubicBezTo>
                <a:close/>
                <a:moveTo>
                  <a:pt x="10940321" y="1800419"/>
                </a:moveTo>
                <a:cubicBezTo>
                  <a:pt x="10954604" y="1800419"/>
                  <a:pt x="10965982" y="1811912"/>
                  <a:pt x="10965982" y="1826077"/>
                </a:cubicBezTo>
                <a:cubicBezTo>
                  <a:pt x="10965982" y="1840242"/>
                  <a:pt x="10954486" y="1851737"/>
                  <a:pt x="10940321" y="1851737"/>
                </a:cubicBezTo>
                <a:cubicBezTo>
                  <a:pt x="10926156" y="1851737"/>
                  <a:pt x="10914663" y="1840242"/>
                  <a:pt x="10914663" y="1826077"/>
                </a:cubicBezTo>
                <a:cubicBezTo>
                  <a:pt x="10914663" y="1811912"/>
                  <a:pt x="10926156" y="1800419"/>
                  <a:pt x="10940321" y="1800419"/>
                </a:cubicBezTo>
                <a:close/>
                <a:moveTo>
                  <a:pt x="10876117" y="1800419"/>
                </a:moveTo>
                <a:cubicBezTo>
                  <a:pt x="10890282" y="1800419"/>
                  <a:pt x="10901775" y="1811912"/>
                  <a:pt x="10901775" y="1826077"/>
                </a:cubicBezTo>
                <a:cubicBezTo>
                  <a:pt x="10901775" y="1840242"/>
                  <a:pt x="10890282" y="1851737"/>
                  <a:pt x="10876117" y="1851737"/>
                </a:cubicBezTo>
                <a:cubicBezTo>
                  <a:pt x="10861952" y="1851737"/>
                  <a:pt x="10850459" y="1840242"/>
                  <a:pt x="10850459" y="1826077"/>
                </a:cubicBezTo>
                <a:cubicBezTo>
                  <a:pt x="10850459" y="1811912"/>
                  <a:pt x="10861952" y="1800419"/>
                  <a:pt x="10876117" y="1800419"/>
                </a:cubicBezTo>
                <a:close/>
                <a:moveTo>
                  <a:pt x="10811912" y="1800419"/>
                </a:moveTo>
                <a:cubicBezTo>
                  <a:pt x="10826077" y="1800419"/>
                  <a:pt x="10837571" y="1811912"/>
                  <a:pt x="10837571" y="1826077"/>
                </a:cubicBezTo>
                <a:cubicBezTo>
                  <a:pt x="10837571" y="1840242"/>
                  <a:pt x="10826077" y="1851737"/>
                  <a:pt x="10811912" y="1851737"/>
                </a:cubicBezTo>
                <a:cubicBezTo>
                  <a:pt x="10797747" y="1851737"/>
                  <a:pt x="10786254" y="1840242"/>
                  <a:pt x="10786254" y="1826077"/>
                </a:cubicBezTo>
                <a:cubicBezTo>
                  <a:pt x="10786254" y="1811912"/>
                  <a:pt x="10797747" y="1800419"/>
                  <a:pt x="10811912" y="1800419"/>
                </a:cubicBezTo>
                <a:close/>
                <a:moveTo>
                  <a:pt x="10683501" y="1800419"/>
                </a:moveTo>
                <a:cubicBezTo>
                  <a:pt x="10697666" y="1800419"/>
                  <a:pt x="10709159" y="1811912"/>
                  <a:pt x="10709159" y="1826077"/>
                </a:cubicBezTo>
                <a:cubicBezTo>
                  <a:pt x="10709159" y="1840242"/>
                  <a:pt x="10697666" y="1851737"/>
                  <a:pt x="10683501" y="1851737"/>
                </a:cubicBezTo>
                <a:cubicBezTo>
                  <a:pt x="10669336" y="1851737"/>
                  <a:pt x="10657843" y="1840242"/>
                  <a:pt x="10657843" y="1826077"/>
                </a:cubicBezTo>
                <a:cubicBezTo>
                  <a:pt x="10657843" y="1811912"/>
                  <a:pt x="10669336" y="1800419"/>
                  <a:pt x="10683501" y="1800419"/>
                </a:cubicBezTo>
                <a:close/>
                <a:moveTo>
                  <a:pt x="10619297" y="1800419"/>
                </a:moveTo>
                <a:cubicBezTo>
                  <a:pt x="10633462" y="1800419"/>
                  <a:pt x="10644955" y="1811912"/>
                  <a:pt x="10644955" y="1826077"/>
                </a:cubicBezTo>
                <a:cubicBezTo>
                  <a:pt x="10644955" y="1840242"/>
                  <a:pt x="10633462" y="1851737"/>
                  <a:pt x="10619297" y="1851737"/>
                </a:cubicBezTo>
                <a:cubicBezTo>
                  <a:pt x="10605132" y="1851737"/>
                  <a:pt x="10593639" y="1840242"/>
                  <a:pt x="10593639" y="1826077"/>
                </a:cubicBezTo>
                <a:cubicBezTo>
                  <a:pt x="10593639" y="1811912"/>
                  <a:pt x="10605132" y="1800419"/>
                  <a:pt x="10619297" y="1800419"/>
                </a:cubicBezTo>
                <a:close/>
                <a:moveTo>
                  <a:pt x="10555092" y="1800419"/>
                </a:moveTo>
                <a:cubicBezTo>
                  <a:pt x="10569255" y="1800419"/>
                  <a:pt x="10580751" y="1811912"/>
                  <a:pt x="10580751" y="1826077"/>
                </a:cubicBezTo>
                <a:cubicBezTo>
                  <a:pt x="10580751" y="1840242"/>
                  <a:pt x="10569255" y="1851737"/>
                  <a:pt x="10555092" y="1851737"/>
                </a:cubicBezTo>
                <a:cubicBezTo>
                  <a:pt x="10540927" y="1851737"/>
                  <a:pt x="10529432" y="1840242"/>
                  <a:pt x="10529432" y="1826077"/>
                </a:cubicBezTo>
                <a:cubicBezTo>
                  <a:pt x="10529432" y="1811912"/>
                  <a:pt x="10540927" y="1800419"/>
                  <a:pt x="10555092" y="1800419"/>
                </a:cubicBezTo>
                <a:close/>
                <a:moveTo>
                  <a:pt x="10490885" y="1800419"/>
                </a:moveTo>
                <a:cubicBezTo>
                  <a:pt x="10505050" y="1800419"/>
                  <a:pt x="10516544" y="1811912"/>
                  <a:pt x="10516544" y="1826077"/>
                </a:cubicBezTo>
                <a:cubicBezTo>
                  <a:pt x="10516544" y="1840242"/>
                  <a:pt x="10505050" y="1851737"/>
                  <a:pt x="10490885" y="1851737"/>
                </a:cubicBezTo>
                <a:cubicBezTo>
                  <a:pt x="10476720" y="1851737"/>
                  <a:pt x="10465227" y="1840242"/>
                  <a:pt x="10465227" y="1826077"/>
                </a:cubicBezTo>
                <a:cubicBezTo>
                  <a:pt x="10465227" y="1811912"/>
                  <a:pt x="10476720" y="1800419"/>
                  <a:pt x="10490885" y="1800419"/>
                </a:cubicBezTo>
                <a:close/>
                <a:moveTo>
                  <a:pt x="10298270" y="1800419"/>
                </a:moveTo>
                <a:cubicBezTo>
                  <a:pt x="10312435" y="1800419"/>
                  <a:pt x="10323928" y="1811912"/>
                  <a:pt x="10323928" y="1826077"/>
                </a:cubicBezTo>
                <a:cubicBezTo>
                  <a:pt x="10323928" y="1840242"/>
                  <a:pt x="10312435" y="1851737"/>
                  <a:pt x="10298270" y="1851737"/>
                </a:cubicBezTo>
                <a:cubicBezTo>
                  <a:pt x="10284105" y="1851737"/>
                  <a:pt x="10272611" y="1840242"/>
                  <a:pt x="10272611" y="1826077"/>
                </a:cubicBezTo>
                <a:cubicBezTo>
                  <a:pt x="10272611" y="1811912"/>
                  <a:pt x="10284105" y="1800419"/>
                  <a:pt x="10298270" y="1800419"/>
                </a:cubicBezTo>
                <a:close/>
                <a:moveTo>
                  <a:pt x="10234065" y="1800419"/>
                </a:moveTo>
                <a:cubicBezTo>
                  <a:pt x="10248228" y="1800419"/>
                  <a:pt x="10259723" y="1811912"/>
                  <a:pt x="10259723" y="1826077"/>
                </a:cubicBezTo>
                <a:cubicBezTo>
                  <a:pt x="10259723" y="1840242"/>
                  <a:pt x="10248228" y="1851737"/>
                  <a:pt x="10234065" y="1851737"/>
                </a:cubicBezTo>
                <a:cubicBezTo>
                  <a:pt x="10219900" y="1851737"/>
                  <a:pt x="10208404" y="1840242"/>
                  <a:pt x="10208404" y="1826077"/>
                </a:cubicBezTo>
                <a:cubicBezTo>
                  <a:pt x="10208404" y="1811912"/>
                  <a:pt x="10219900" y="1800419"/>
                  <a:pt x="10234065" y="1800419"/>
                </a:cubicBezTo>
                <a:close/>
                <a:moveTo>
                  <a:pt x="10169858" y="1800419"/>
                </a:moveTo>
                <a:cubicBezTo>
                  <a:pt x="10184023" y="1800419"/>
                  <a:pt x="10195519" y="1811912"/>
                  <a:pt x="10195519" y="1826077"/>
                </a:cubicBezTo>
                <a:cubicBezTo>
                  <a:pt x="10195519" y="1840242"/>
                  <a:pt x="10184023" y="1851737"/>
                  <a:pt x="10169858" y="1851737"/>
                </a:cubicBezTo>
                <a:cubicBezTo>
                  <a:pt x="10155693" y="1851737"/>
                  <a:pt x="10144200" y="1840242"/>
                  <a:pt x="10144200" y="1826077"/>
                </a:cubicBezTo>
                <a:cubicBezTo>
                  <a:pt x="10144200" y="1811912"/>
                  <a:pt x="10155693" y="1800419"/>
                  <a:pt x="10169858" y="1800419"/>
                </a:cubicBezTo>
                <a:close/>
                <a:moveTo>
                  <a:pt x="10105654" y="1800419"/>
                </a:moveTo>
                <a:cubicBezTo>
                  <a:pt x="10119819" y="1800419"/>
                  <a:pt x="10131312" y="1811912"/>
                  <a:pt x="10131312" y="1826077"/>
                </a:cubicBezTo>
                <a:cubicBezTo>
                  <a:pt x="10131312" y="1840242"/>
                  <a:pt x="10119819" y="1851737"/>
                  <a:pt x="10105654" y="1851737"/>
                </a:cubicBezTo>
                <a:cubicBezTo>
                  <a:pt x="10091489" y="1851737"/>
                  <a:pt x="10079996" y="1840242"/>
                  <a:pt x="10079996" y="1826077"/>
                </a:cubicBezTo>
                <a:cubicBezTo>
                  <a:pt x="10079996" y="1811912"/>
                  <a:pt x="10091489" y="1800419"/>
                  <a:pt x="10105654" y="1800419"/>
                </a:cubicBezTo>
                <a:close/>
                <a:moveTo>
                  <a:pt x="9913038" y="1800419"/>
                </a:moveTo>
                <a:cubicBezTo>
                  <a:pt x="9927203" y="1800419"/>
                  <a:pt x="9938696" y="1811912"/>
                  <a:pt x="9938696" y="1826077"/>
                </a:cubicBezTo>
                <a:cubicBezTo>
                  <a:pt x="9938696" y="1840242"/>
                  <a:pt x="9927203" y="1851737"/>
                  <a:pt x="9913038" y="1851737"/>
                </a:cubicBezTo>
                <a:cubicBezTo>
                  <a:pt x="9898873" y="1851737"/>
                  <a:pt x="9887380" y="1840242"/>
                  <a:pt x="9887380" y="1826077"/>
                </a:cubicBezTo>
                <a:cubicBezTo>
                  <a:pt x="9887380" y="1811912"/>
                  <a:pt x="9898873" y="1800419"/>
                  <a:pt x="9913038" y="1800419"/>
                </a:cubicBezTo>
                <a:close/>
                <a:moveTo>
                  <a:pt x="9848716" y="1800419"/>
                </a:moveTo>
                <a:cubicBezTo>
                  <a:pt x="9862996" y="1800419"/>
                  <a:pt x="9874374" y="1811912"/>
                  <a:pt x="9874374" y="1826077"/>
                </a:cubicBezTo>
                <a:cubicBezTo>
                  <a:pt x="9874374" y="1840242"/>
                  <a:pt x="9862881" y="1851737"/>
                  <a:pt x="9848716" y="1851737"/>
                </a:cubicBezTo>
                <a:cubicBezTo>
                  <a:pt x="9834551" y="1851737"/>
                  <a:pt x="9823058" y="1840242"/>
                  <a:pt x="9823058" y="1826077"/>
                </a:cubicBezTo>
                <a:cubicBezTo>
                  <a:pt x="9823058" y="1811912"/>
                  <a:pt x="9834551" y="1800419"/>
                  <a:pt x="9848716" y="1800419"/>
                </a:cubicBezTo>
                <a:close/>
                <a:moveTo>
                  <a:pt x="9784512" y="1800419"/>
                </a:moveTo>
                <a:cubicBezTo>
                  <a:pt x="9798677" y="1800419"/>
                  <a:pt x="9810170" y="1811912"/>
                  <a:pt x="9810170" y="1826077"/>
                </a:cubicBezTo>
                <a:cubicBezTo>
                  <a:pt x="9810170" y="1840242"/>
                  <a:pt x="9798677" y="1851737"/>
                  <a:pt x="9784512" y="1851737"/>
                </a:cubicBezTo>
                <a:cubicBezTo>
                  <a:pt x="9770347" y="1851737"/>
                  <a:pt x="9758853" y="1840242"/>
                  <a:pt x="9758853" y="1826077"/>
                </a:cubicBezTo>
                <a:cubicBezTo>
                  <a:pt x="9758853" y="1811912"/>
                  <a:pt x="9770347" y="1800419"/>
                  <a:pt x="9784512" y="1800419"/>
                </a:cubicBezTo>
                <a:close/>
                <a:moveTo>
                  <a:pt x="9720307" y="1800419"/>
                </a:moveTo>
                <a:cubicBezTo>
                  <a:pt x="9734470" y="1800419"/>
                  <a:pt x="9745965" y="1811912"/>
                  <a:pt x="9745965" y="1826077"/>
                </a:cubicBezTo>
                <a:cubicBezTo>
                  <a:pt x="9745965" y="1840242"/>
                  <a:pt x="9734470" y="1851737"/>
                  <a:pt x="9720307" y="1851737"/>
                </a:cubicBezTo>
                <a:cubicBezTo>
                  <a:pt x="9706142" y="1851737"/>
                  <a:pt x="9694646" y="1840242"/>
                  <a:pt x="9694646" y="1826077"/>
                </a:cubicBezTo>
                <a:cubicBezTo>
                  <a:pt x="9694646" y="1811912"/>
                  <a:pt x="9706142" y="1800419"/>
                  <a:pt x="9720307" y="1800419"/>
                </a:cubicBezTo>
                <a:close/>
                <a:moveTo>
                  <a:pt x="9591896" y="1800419"/>
                </a:moveTo>
                <a:cubicBezTo>
                  <a:pt x="9606061" y="1800419"/>
                  <a:pt x="9617554" y="1811912"/>
                  <a:pt x="9617554" y="1826077"/>
                </a:cubicBezTo>
                <a:cubicBezTo>
                  <a:pt x="9617554" y="1840242"/>
                  <a:pt x="9606061" y="1851737"/>
                  <a:pt x="9591896" y="1851737"/>
                </a:cubicBezTo>
                <a:cubicBezTo>
                  <a:pt x="9577731" y="1851737"/>
                  <a:pt x="9566238" y="1840242"/>
                  <a:pt x="9566238" y="1826077"/>
                </a:cubicBezTo>
                <a:cubicBezTo>
                  <a:pt x="9566238" y="1811912"/>
                  <a:pt x="9577731" y="1800419"/>
                  <a:pt x="9591896" y="1800419"/>
                </a:cubicBezTo>
                <a:close/>
                <a:moveTo>
                  <a:pt x="9527689" y="1800419"/>
                </a:moveTo>
                <a:cubicBezTo>
                  <a:pt x="9541854" y="1800419"/>
                  <a:pt x="9553350" y="1811912"/>
                  <a:pt x="9553350" y="1826077"/>
                </a:cubicBezTo>
                <a:cubicBezTo>
                  <a:pt x="9553350" y="1840242"/>
                  <a:pt x="9541854" y="1851737"/>
                  <a:pt x="9527689" y="1851737"/>
                </a:cubicBezTo>
                <a:cubicBezTo>
                  <a:pt x="9513524" y="1851737"/>
                  <a:pt x="9502031" y="1840242"/>
                  <a:pt x="9502031" y="1826077"/>
                </a:cubicBezTo>
                <a:cubicBezTo>
                  <a:pt x="9502031" y="1811912"/>
                  <a:pt x="9513524" y="1800419"/>
                  <a:pt x="9527689" y="1800419"/>
                </a:cubicBezTo>
                <a:close/>
                <a:moveTo>
                  <a:pt x="9463485" y="1800419"/>
                </a:moveTo>
                <a:cubicBezTo>
                  <a:pt x="9477650" y="1800419"/>
                  <a:pt x="9489143" y="1811912"/>
                  <a:pt x="9489143" y="1826077"/>
                </a:cubicBezTo>
                <a:cubicBezTo>
                  <a:pt x="9489143" y="1840242"/>
                  <a:pt x="9477650" y="1851737"/>
                  <a:pt x="9463485" y="1851737"/>
                </a:cubicBezTo>
                <a:cubicBezTo>
                  <a:pt x="9449320" y="1851737"/>
                  <a:pt x="9437826" y="1840242"/>
                  <a:pt x="9437826" y="1826077"/>
                </a:cubicBezTo>
                <a:cubicBezTo>
                  <a:pt x="9437826" y="1811912"/>
                  <a:pt x="9449320" y="1800419"/>
                  <a:pt x="9463485" y="1800419"/>
                </a:cubicBezTo>
                <a:close/>
                <a:moveTo>
                  <a:pt x="9399280" y="1800419"/>
                </a:moveTo>
                <a:cubicBezTo>
                  <a:pt x="9413445" y="1800419"/>
                  <a:pt x="9424938" y="1811912"/>
                  <a:pt x="9424938" y="1826077"/>
                </a:cubicBezTo>
                <a:cubicBezTo>
                  <a:pt x="9424938" y="1840242"/>
                  <a:pt x="9413445" y="1851737"/>
                  <a:pt x="9399280" y="1851737"/>
                </a:cubicBezTo>
                <a:cubicBezTo>
                  <a:pt x="9385115" y="1851737"/>
                  <a:pt x="9373619" y="1840242"/>
                  <a:pt x="9373619" y="1826077"/>
                </a:cubicBezTo>
                <a:cubicBezTo>
                  <a:pt x="9373619" y="1811912"/>
                  <a:pt x="9385115" y="1800419"/>
                  <a:pt x="9399280" y="1800419"/>
                </a:cubicBezTo>
                <a:close/>
                <a:moveTo>
                  <a:pt x="9206664" y="1800419"/>
                </a:moveTo>
                <a:cubicBezTo>
                  <a:pt x="9220829" y="1800419"/>
                  <a:pt x="9232323" y="1811912"/>
                  <a:pt x="9232323" y="1826077"/>
                </a:cubicBezTo>
                <a:cubicBezTo>
                  <a:pt x="9232323" y="1840242"/>
                  <a:pt x="9220829" y="1851737"/>
                  <a:pt x="9206664" y="1851737"/>
                </a:cubicBezTo>
                <a:cubicBezTo>
                  <a:pt x="9192499" y="1851737"/>
                  <a:pt x="9181006" y="1840242"/>
                  <a:pt x="9181006" y="1826077"/>
                </a:cubicBezTo>
                <a:cubicBezTo>
                  <a:pt x="9181006" y="1811912"/>
                  <a:pt x="9192499" y="1800419"/>
                  <a:pt x="9206664" y="1800419"/>
                </a:cubicBezTo>
                <a:close/>
                <a:moveTo>
                  <a:pt x="9142457" y="1800419"/>
                </a:moveTo>
                <a:cubicBezTo>
                  <a:pt x="9156622" y="1800419"/>
                  <a:pt x="9168118" y="1811912"/>
                  <a:pt x="9168118" y="1826077"/>
                </a:cubicBezTo>
                <a:cubicBezTo>
                  <a:pt x="9168118" y="1840242"/>
                  <a:pt x="9156622" y="1851737"/>
                  <a:pt x="9142457" y="1851737"/>
                </a:cubicBezTo>
                <a:cubicBezTo>
                  <a:pt x="9128292" y="1851737"/>
                  <a:pt x="9116799" y="1840242"/>
                  <a:pt x="9116799" y="1826077"/>
                </a:cubicBezTo>
                <a:cubicBezTo>
                  <a:pt x="9116799" y="1811912"/>
                  <a:pt x="9128292" y="1800419"/>
                  <a:pt x="9142457" y="1800419"/>
                </a:cubicBezTo>
                <a:close/>
                <a:moveTo>
                  <a:pt x="9078253" y="1800419"/>
                </a:moveTo>
                <a:cubicBezTo>
                  <a:pt x="9092418" y="1800419"/>
                  <a:pt x="9103911" y="1811912"/>
                  <a:pt x="9103911" y="1826077"/>
                </a:cubicBezTo>
                <a:cubicBezTo>
                  <a:pt x="9103911" y="1840242"/>
                  <a:pt x="9092418" y="1851737"/>
                  <a:pt x="9078253" y="1851737"/>
                </a:cubicBezTo>
                <a:cubicBezTo>
                  <a:pt x="9064088" y="1851737"/>
                  <a:pt x="9052595" y="1840242"/>
                  <a:pt x="9052595" y="1826077"/>
                </a:cubicBezTo>
                <a:cubicBezTo>
                  <a:pt x="9052595" y="1811912"/>
                  <a:pt x="9064088" y="1800419"/>
                  <a:pt x="9078253" y="1800419"/>
                </a:cubicBezTo>
                <a:close/>
                <a:moveTo>
                  <a:pt x="9014049" y="1800419"/>
                </a:moveTo>
                <a:cubicBezTo>
                  <a:pt x="9028214" y="1800419"/>
                  <a:pt x="9039707" y="1811912"/>
                  <a:pt x="9039707" y="1826077"/>
                </a:cubicBezTo>
                <a:cubicBezTo>
                  <a:pt x="9039707" y="1840242"/>
                  <a:pt x="9028214" y="1851737"/>
                  <a:pt x="9014049" y="1851737"/>
                </a:cubicBezTo>
                <a:cubicBezTo>
                  <a:pt x="8999884" y="1851737"/>
                  <a:pt x="8988388" y="1840242"/>
                  <a:pt x="8988388" y="1826077"/>
                </a:cubicBezTo>
                <a:cubicBezTo>
                  <a:pt x="8988388" y="1811912"/>
                  <a:pt x="8999884" y="1800419"/>
                  <a:pt x="9014049" y="1800419"/>
                </a:cubicBezTo>
                <a:close/>
                <a:moveTo>
                  <a:pt x="8821433" y="1800419"/>
                </a:moveTo>
                <a:cubicBezTo>
                  <a:pt x="8835598" y="1800419"/>
                  <a:pt x="8847091" y="1811912"/>
                  <a:pt x="8847091" y="1826077"/>
                </a:cubicBezTo>
                <a:cubicBezTo>
                  <a:pt x="8847091" y="1840242"/>
                  <a:pt x="8835598" y="1851737"/>
                  <a:pt x="8821433" y="1851737"/>
                </a:cubicBezTo>
                <a:cubicBezTo>
                  <a:pt x="8807268" y="1851737"/>
                  <a:pt x="8795772" y="1840242"/>
                  <a:pt x="8795772" y="1826077"/>
                </a:cubicBezTo>
                <a:cubicBezTo>
                  <a:pt x="8795772" y="1811912"/>
                  <a:pt x="8807268" y="1800419"/>
                  <a:pt x="8821433" y="1800419"/>
                </a:cubicBezTo>
                <a:close/>
                <a:moveTo>
                  <a:pt x="8757226" y="1800419"/>
                </a:moveTo>
                <a:cubicBezTo>
                  <a:pt x="8771391" y="1800419"/>
                  <a:pt x="8782887" y="1811912"/>
                  <a:pt x="8782887" y="1826077"/>
                </a:cubicBezTo>
                <a:cubicBezTo>
                  <a:pt x="8782887" y="1840242"/>
                  <a:pt x="8771391" y="1851737"/>
                  <a:pt x="8757226" y="1851737"/>
                </a:cubicBezTo>
                <a:cubicBezTo>
                  <a:pt x="8743061" y="1851737"/>
                  <a:pt x="8731568" y="1840242"/>
                  <a:pt x="8731568" y="1826077"/>
                </a:cubicBezTo>
                <a:cubicBezTo>
                  <a:pt x="8731568" y="1811912"/>
                  <a:pt x="8743061" y="1800419"/>
                  <a:pt x="8757226" y="1800419"/>
                </a:cubicBezTo>
                <a:close/>
                <a:moveTo>
                  <a:pt x="8692904" y="1800419"/>
                </a:moveTo>
                <a:cubicBezTo>
                  <a:pt x="8707069" y="1800419"/>
                  <a:pt x="8718565" y="1811912"/>
                  <a:pt x="8718565" y="1826077"/>
                </a:cubicBezTo>
                <a:cubicBezTo>
                  <a:pt x="8718565" y="1840242"/>
                  <a:pt x="8707069" y="1851737"/>
                  <a:pt x="8692904" y="1851737"/>
                </a:cubicBezTo>
                <a:cubicBezTo>
                  <a:pt x="8678741" y="1851737"/>
                  <a:pt x="8667246" y="1840242"/>
                  <a:pt x="8667246" y="1826077"/>
                </a:cubicBezTo>
                <a:cubicBezTo>
                  <a:pt x="8667246" y="1811912"/>
                  <a:pt x="8678741" y="1800419"/>
                  <a:pt x="8692904" y="1800419"/>
                </a:cubicBezTo>
                <a:close/>
                <a:moveTo>
                  <a:pt x="8628699" y="1800419"/>
                </a:moveTo>
                <a:cubicBezTo>
                  <a:pt x="8642864" y="1800419"/>
                  <a:pt x="8654358" y="1811912"/>
                  <a:pt x="8654358" y="1826077"/>
                </a:cubicBezTo>
                <a:cubicBezTo>
                  <a:pt x="8654358" y="1840242"/>
                  <a:pt x="8642864" y="1851737"/>
                  <a:pt x="8628699" y="1851737"/>
                </a:cubicBezTo>
                <a:cubicBezTo>
                  <a:pt x="8614534" y="1851737"/>
                  <a:pt x="8603041" y="1840242"/>
                  <a:pt x="8603041" y="1826077"/>
                </a:cubicBezTo>
                <a:cubicBezTo>
                  <a:pt x="8603041" y="1811912"/>
                  <a:pt x="8614534" y="1800419"/>
                  <a:pt x="8628699" y="1800419"/>
                </a:cubicBezTo>
                <a:close/>
                <a:moveTo>
                  <a:pt x="8500288" y="1800419"/>
                </a:moveTo>
                <a:cubicBezTo>
                  <a:pt x="8514453" y="1800419"/>
                  <a:pt x="8525949" y="1811912"/>
                  <a:pt x="8525949" y="1826077"/>
                </a:cubicBezTo>
                <a:cubicBezTo>
                  <a:pt x="8525949" y="1840242"/>
                  <a:pt x="8514453" y="1851737"/>
                  <a:pt x="8500288" y="1851737"/>
                </a:cubicBezTo>
                <a:cubicBezTo>
                  <a:pt x="8486126" y="1851737"/>
                  <a:pt x="8474630" y="1840242"/>
                  <a:pt x="8474630" y="1826077"/>
                </a:cubicBezTo>
                <a:cubicBezTo>
                  <a:pt x="8474630" y="1811912"/>
                  <a:pt x="8486126" y="1800419"/>
                  <a:pt x="8500288" y="1800419"/>
                </a:cubicBezTo>
                <a:close/>
                <a:moveTo>
                  <a:pt x="8436084" y="1800419"/>
                </a:moveTo>
                <a:cubicBezTo>
                  <a:pt x="8450249" y="1800419"/>
                  <a:pt x="8461745" y="1811912"/>
                  <a:pt x="8461745" y="1826077"/>
                </a:cubicBezTo>
                <a:cubicBezTo>
                  <a:pt x="8461745" y="1840242"/>
                  <a:pt x="8450249" y="1851737"/>
                  <a:pt x="8436084" y="1851737"/>
                </a:cubicBezTo>
                <a:cubicBezTo>
                  <a:pt x="8421919" y="1851737"/>
                  <a:pt x="8410426" y="1840242"/>
                  <a:pt x="8410426" y="1826077"/>
                </a:cubicBezTo>
                <a:cubicBezTo>
                  <a:pt x="8410426" y="1811912"/>
                  <a:pt x="8421919" y="1800419"/>
                  <a:pt x="8436084" y="1800419"/>
                </a:cubicBezTo>
                <a:close/>
                <a:moveTo>
                  <a:pt x="8307675" y="1800419"/>
                </a:moveTo>
                <a:cubicBezTo>
                  <a:pt x="8321837" y="1800419"/>
                  <a:pt x="8333333" y="1811912"/>
                  <a:pt x="8333333" y="1826077"/>
                </a:cubicBezTo>
                <a:cubicBezTo>
                  <a:pt x="8333333" y="1840242"/>
                  <a:pt x="8321837" y="1851737"/>
                  <a:pt x="8307675" y="1851737"/>
                </a:cubicBezTo>
                <a:cubicBezTo>
                  <a:pt x="8293510" y="1851737"/>
                  <a:pt x="8282014" y="1840242"/>
                  <a:pt x="8282014" y="1826077"/>
                </a:cubicBezTo>
                <a:cubicBezTo>
                  <a:pt x="8282014" y="1811912"/>
                  <a:pt x="8293510" y="1800419"/>
                  <a:pt x="8307675" y="1800419"/>
                </a:cubicBezTo>
                <a:close/>
                <a:moveTo>
                  <a:pt x="8115057" y="1800419"/>
                </a:moveTo>
                <a:cubicBezTo>
                  <a:pt x="8129222" y="1800419"/>
                  <a:pt x="8140717" y="1811912"/>
                  <a:pt x="8140717" y="1826077"/>
                </a:cubicBezTo>
                <a:cubicBezTo>
                  <a:pt x="8140717" y="1840242"/>
                  <a:pt x="8129222" y="1851737"/>
                  <a:pt x="8115057" y="1851737"/>
                </a:cubicBezTo>
                <a:cubicBezTo>
                  <a:pt x="8100894" y="1851737"/>
                  <a:pt x="8089398" y="1840242"/>
                  <a:pt x="8089398" y="1826077"/>
                </a:cubicBezTo>
                <a:cubicBezTo>
                  <a:pt x="8089398" y="1811912"/>
                  <a:pt x="8100894" y="1800419"/>
                  <a:pt x="8115057" y="1800419"/>
                </a:cubicBezTo>
                <a:close/>
                <a:moveTo>
                  <a:pt x="8050852" y="1800419"/>
                </a:moveTo>
                <a:cubicBezTo>
                  <a:pt x="8065017" y="1800419"/>
                  <a:pt x="8076510" y="1811912"/>
                  <a:pt x="8076510" y="1826077"/>
                </a:cubicBezTo>
                <a:cubicBezTo>
                  <a:pt x="8076510" y="1840242"/>
                  <a:pt x="8065017" y="1851737"/>
                  <a:pt x="8050852" y="1851737"/>
                </a:cubicBezTo>
                <a:cubicBezTo>
                  <a:pt x="8036687" y="1851737"/>
                  <a:pt x="8025194" y="1840242"/>
                  <a:pt x="8025194" y="1826077"/>
                </a:cubicBezTo>
                <a:cubicBezTo>
                  <a:pt x="8025194" y="1811912"/>
                  <a:pt x="8036687" y="1800419"/>
                  <a:pt x="8050852" y="1800419"/>
                </a:cubicBezTo>
                <a:close/>
                <a:moveTo>
                  <a:pt x="7986648" y="1800419"/>
                </a:moveTo>
                <a:cubicBezTo>
                  <a:pt x="8000813" y="1800419"/>
                  <a:pt x="8012306" y="1811912"/>
                  <a:pt x="8012306" y="1826077"/>
                </a:cubicBezTo>
                <a:cubicBezTo>
                  <a:pt x="8012306" y="1840242"/>
                  <a:pt x="8000813" y="1851737"/>
                  <a:pt x="7986648" y="1851737"/>
                </a:cubicBezTo>
                <a:cubicBezTo>
                  <a:pt x="7972483" y="1851737"/>
                  <a:pt x="7960990" y="1840242"/>
                  <a:pt x="7960990" y="1826077"/>
                </a:cubicBezTo>
                <a:cubicBezTo>
                  <a:pt x="7960990" y="1811912"/>
                  <a:pt x="7972483" y="1800419"/>
                  <a:pt x="7986648" y="1800419"/>
                </a:cubicBezTo>
                <a:close/>
                <a:moveTo>
                  <a:pt x="7922444" y="1800419"/>
                </a:moveTo>
                <a:cubicBezTo>
                  <a:pt x="7936606" y="1800419"/>
                  <a:pt x="7948102" y="1811912"/>
                  <a:pt x="7948102" y="1826077"/>
                </a:cubicBezTo>
                <a:cubicBezTo>
                  <a:pt x="7948102" y="1840242"/>
                  <a:pt x="7936606" y="1851737"/>
                  <a:pt x="7922444" y="1851737"/>
                </a:cubicBezTo>
                <a:cubicBezTo>
                  <a:pt x="7908279" y="1851737"/>
                  <a:pt x="7896783" y="1840242"/>
                  <a:pt x="7896783" y="1826077"/>
                </a:cubicBezTo>
                <a:cubicBezTo>
                  <a:pt x="7896783" y="1811912"/>
                  <a:pt x="7908279" y="1800419"/>
                  <a:pt x="7922444" y="1800419"/>
                </a:cubicBezTo>
                <a:close/>
                <a:moveTo>
                  <a:pt x="7729825" y="1800419"/>
                </a:moveTo>
                <a:cubicBezTo>
                  <a:pt x="7743990" y="1800419"/>
                  <a:pt x="7755486" y="1811912"/>
                  <a:pt x="7755486" y="1826077"/>
                </a:cubicBezTo>
                <a:cubicBezTo>
                  <a:pt x="7755486" y="1840242"/>
                  <a:pt x="7743990" y="1851737"/>
                  <a:pt x="7729825" y="1851737"/>
                </a:cubicBezTo>
                <a:cubicBezTo>
                  <a:pt x="7715660" y="1851737"/>
                  <a:pt x="7704167" y="1840242"/>
                  <a:pt x="7704167" y="1826077"/>
                </a:cubicBezTo>
                <a:cubicBezTo>
                  <a:pt x="7704167" y="1811912"/>
                  <a:pt x="7715660" y="1800419"/>
                  <a:pt x="7729825" y="1800419"/>
                </a:cubicBezTo>
                <a:close/>
                <a:moveTo>
                  <a:pt x="7665621" y="1800419"/>
                </a:moveTo>
                <a:cubicBezTo>
                  <a:pt x="7679786" y="1800419"/>
                  <a:pt x="7691279" y="1811912"/>
                  <a:pt x="7691279" y="1826077"/>
                </a:cubicBezTo>
                <a:cubicBezTo>
                  <a:pt x="7691279" y="1840242"/>
                  <a:pt x="7679786" y="1851737"/>
                  <a:pt x="7665621" y="1851737"/>
                </a:cubicBezTo>
                <a:cubicBezTo>
                  <a:pt x="7651456" y="1851737"/>
                  <a:pt x="7639963" y="1840242"/>
                  <a:pt x="7639963" y="1826077"/>
                </a:cubicBezTo>
                <a:cubicBezTo>
                  <a:pt x="7639963" y="1811912"/>
                  <a:pt x="7651456" y="1800419"/>
                  <a:pt x="7665621" y="1800419"/>
                </a:cubicBezTo>
                <a:close/>
                <a:moveTo>
                  <a:pt x="7601299" y="1800419"/>
                </a:moveTo>
                <a:cubicBezTo>
                  <a:pt x="7615464" y="1800419"/>
                  <a:pt x="7626959" y="1811912"/>
                  <a:pt x="7626959" y="1826077"/>
                </a:cubicBezTo>
                <a:cubicBezTo>
                  <a:pt x="7626959" y="1840242"/>
                  <a:pt x="7615464" y="1851737"/>
                  <a:pt x="7601299" y="1851737"/>
                </a:cubicBezTo>
                <a:cubicBezTo>
                  <a:pt x="7587134" y="1851737"/>
                  <a:pt x="7575640" y="1840242"/>
                  <a:pt x="7575640" y="1826077"/>
                </a:cubicBezTo>
                <a:cubicBezTo>
                  <a:pt x="7575640" y="1811912"/>
                  <a:pt x="7587134" y="1800419"/>
                  <a:pt x="7601299" y="1800419"/>
                </a:cubicBezTo>
                <a:close/>
                <a:moveTo>
                  <a:pt x="7537094" y="1800419"/>
                </a:moveTo>
                <a:cubicBezTo>
                  <a:pt x="7551259" y="1800419"/>
                  <a:pt x="7562752" y="1811912"/>
                  <a:pt x="7562752" y="1826077"/>
                </a:cubicBezTo>
                <a:cubicBezTo>
                  <a:pt x="7562752" y="1840242"/>
                  <a:pt x="7551259" y="1851737"/>
                  <a:pt x="7537094" y="1851737"/>
                </a:cubicBezTo>
                <a:cubicBezTo>
                  <a:pt x="7522929" y="1851737"/>
                  <a:pt x="7511436" y="1840242"/>
                  <a:pt x="7511436" y="1826077"/>
                </a:cubicBezTo>
                <a:cubicBezTo>
                  <a:pt x="7511436" y="1811912"/>
                  <a:pt x="7522929" y="1800419"/>
                  <a:pt x="7537094" y="1800419"/>
                </a:cubicBezTo>
                <a:close/>
                <a:moveTo>
                  <a:pt x="7408683" y="1800419"/>
                </a:moveTo>
                <a:cubicBezTo>
                  <a:pt x="7422848" y="1800419"/>
                  <a:pt x="7434341" y="1811912"/>
                  <a:pt x="7434341" y="1826077"/>
                </a:cubicBezTo>
                <a:cubicBezTo>
                  <a:pt x="7434341" y="1840242"/>
                  <a:pt x="7422848" y="1851737"/>
                  <a:pt x="7408683" y="1851737"/>
                </a:cubicBezTo>
                <a:cubicBezTo>
                  <a:pt x="7394518" y="1851737"/>
                  <a:pt x="7383025" y="1840242"/>
                  <a:pt x="7383025" y="1826077"/>
                </a:cubicBezTo>
                <a:cubicBezTo>
                  <a:pt x="7383025" y="1811912"/>
                  <a:pt x="7394518" y="1800419"/>
                  <a:pt x="7408683" y="1800419"/>
                </a:cubicBezTo>
                <a:close/>
                <a:moveTo>
                  <a:pt x="7344479" y="1800419"/>
                </a:moveTo>
                <a:cubicBezTo>
                  <a:pt x="7358644" y="1800419"/>
                  <a:pt x="7370137" y="1811912"/>
                  <a:pt x="7370137" y="1826077"/>
                </a:cubicBezTo>
                <a:cubicBezTo>
                  <a:pt x="7370137" y="1840242"/>
                  <a:pt x="7358644" y="1851737"/>
                  <a:pt x="7344479" y="1851737"/>
                </a:cubicBezTo>
                <a:cubicBezTo>
                  <a:pt x="7330314" y="1851737"/>
                  <a:pt x="7318820" y="1840242"/>
                  <a:pt x="7318820" y="1826077"/>
                </a:cubicBezTo>
                <a:cubicBezTo>
                  <a:pt x="7318820" y="1811912"/>
                  <a:pt x="7330314" y="1800419"/>
                  <a:pt x="7344479" y="1800419"/>
                </a:cubicBezTo>
                <a:close/>
                <a:moveTo>
                  <a:pt x="7280274" y="1800419"/>
                </a:moveTo>
                <a:cubicBezTo>
                  <a:pt x="7294437" y="1800419"/>
                  <a:pt x="7305932" y="1811912"/>
                  <a:pt x="7305932" y="1826077"/>
                </a:cubicBezTo>
                <a:cubicBezTo>
                  <a:pt x="7305932" y="1840242"/>
                  <a:pt x="7294437" y="1851737"/>
                  <a:pt x="7280274" y="1851737"/>
                </a:cubicBezTo>
                <a:cubicBezTo>
                  <a:pt x="7266109" y="1851737"/>
                  <a:pt x="7254613" y="1840242"/>
                  <a:pt x="7254613" y="1826077"/>
                </a:cubicBezTo>
                <a:cubicBezTo>
                  <a:pt x="7254613" y="1811912"/>
                  <a:pt x="7266109" y="1800419"/>
                  <a:pt x="7280274" y="1800419"/>
                </a:cubicBezTo>
                <a:close/>
                <a:moveTo>
                  <a:pt x="7216067" y="1800419"/>
                </a:moveTo>
                <a:cubicBezTo>
                  <a:pt x="7230232" y="1800419"/>
                  <a:pt x="7241725" y="1811912"/>
                  <a:pt x="7241725" y="1826077"/>
                </a:cubicBezTo>
                <a:cubicBezTo>
                  <a:pt x="7241725" y="1840242"/>
                  <a:pt x="7230232" y="1851737"/>
                  <a:pt x="7216067" y="1851737"/>
                </a:cubicBezTo>
                <a:cubicBezTo>
                  <a:pt x="7201902" y="1851737"/>
                  <a:pt x="7190409" y="1840242"/>
                  <a:pt x="7190409" y="1826077"/>
                </a:cubicBezTo>
                <a:cubicBezTo>
                  <a:pt x="7190409" y="1811912"/>
                  <a:pt x="7201902" y="1800419"/>
                  <a:pt x="7216067" y="1800419"/>
                </a:cubicBezTo>
                <a:close/>
                <a:moveTo>
                  <a:pt x="7023451" y="1800419"/>
                </a:moveTo>
                <a:cubicBezTo>
                  <a:pt x="7037616" y="1800419"/>
                  <a:pt x="7049112" y="1811912"/>
                  <a:pt x="7049112" y="1826077"/>
                </a:cubicBezTo>
                <a:cubicBezTo>
                  <a:pt x="7049112" y="1840242"/>
                  <a:pt x="7037616" y="1851737"/>
                  <a:pt x="7023451" y="1851737"/>
                </a:cubicBezTo>
                <a:cubicBezTo>
                  <a:pt x="7009289" y="1851737"/>
                  <a:pt x="6997793" y="1840242"/>
                  <a:pt x="6997793" y="1826077"/>
                </a:cubicBezTo>
                <a:cubicBezTo>
                  <a:pt x="6997793" y="1811912"/>
                  <a:pt x="7009289" y="1800419"/>
                  <a:pt x="7023451" y="1800419"/>
                </a:cubicBezTo>
                <a:close/>
                <a:moveTo>
                  <a:pt x="6959247" y="1800419"/>
                </a:moveTo>
                <a:cubicBezTo>
                  <a:pt x="6973412" y="1800419"/>
                  <a:pt x="6984905" y="1811912"/>
                  <a:pt x="6984905" y="1826077"/>
                </a:cubicBezTo>
                <a:cubicBezTo>
                  <a:pt x="6984905" y="1840242"/>
                  <a:pt x="6973412" y="1851737"/>
                  <a:pt x="6959247" y="1851737"/>
                </a:cubicBezTo>
                <a:cubicBezTo>
                  <a:pt x="6945082" y="1851737"/>
                  <a:pt x="6933589" y="1840242"/>
                  <a:pt x="6933589" y="1826077"/>
                </a:cubicBezTo>
                <a:cubicBezTo>
                  <a:pt x="6933589" y="1811912"/>
                  <a:pt x="6945082" y="1800419"/>
                  <a:pt x="6959247" y="1800419"/>
                </a:cubicBezTo>
                <a:close/>
                <a:moveTo>
                  <a:pt x="6895043" y="1800419"/>
                </a:moveTo>
                <a:cubicBezTo>
                  <a:pt x="6909208" y="1800419"/>
                  <a:pt x="6920701" y="1811912"/>
                  <a:pt x="6920701" y="1826077"/>
                </a:cubicBezTo>
                <a:cubicBezTo>
                  <a:pt x="6920701" y="1840242"/>
                  <a:pt x="6909208" y="1851737"/>
                  <a:pt x="6895043" y="1851737"/>
                </a:cubicBezTo>
                <a:cubicBezTo>
                  <a:pt x="6880878" y="1851737"/>
                  <a:pt x="6869382" y="1840242"/>
                  <a:pt x="6869382" y="1826077"/>
                </a:cubicBezTo>
                <a:cubicBezTo>
                  <a:pt x="6869382" y="1811912"/>
                  <a:pt x="6880878" y="1800419"/>
                  <a:pt x="6895043" y="1800419"/>
                </a:cubicBezTo>
                <a:close/>
                <a:moveTo>
                  <a:pt x="6830836" y="1800419"/>
                </a:moveTo>
                <a:cubicBezTo>
                  <a:pt x="6845001" y="1800419"/>
                  <a:pt x="6856494" y="1811912"/>
                  <a:pt x="6856494" y="1826077"/>
                </a:cubicBezTo>
                <a:cubicBezTo>
                  <a:pt x="6856494" y="1840242"/>
                  <a:pt x="6845001" y="1851737"/>
                  <a:pt x="6830836" y="1851737"/>
                </a:cubicBezTo>
                <a:cubicBezTo>
                  <a:pt x="6816671" y="1851737"/>
                  <a:pt x="6805178" y="1840242"/>
                  <a:pt x="6805178" y="1826077"/>
                </a:cubicBezTo>
                <a:cubicBezTo>
                  <a:pt x="6805178" y="1811912"/>
                  <a:pt x="6816671" y="1800419"/>
                  <a:pt x="6830836" y="1800419"/>
                </a:cubicBezTo>
                <a:close/>
                <a:moveTo>
                  <a:pt x="6638220" y="1800419"/>
                </a:moveTo>
                <a:cubicBezTo>
                  <a:pt x="6652385" y="1800419"/>
                  <a:pt x="6663881" y="1811912"/>
                  <a:pt x="6663881" y="1826077"/>
                </a:cubicBezTo>
                <a:cubicBezTo>
                  <a:pt x="6663881" y="1840242"/>
                  <a:pt x="6652385" y="1851737"/>
                  <a:pt x="6638220" y="1851737"/>
                </a:cubicBezTo>
                <a:cubicBezTo>
                  <a:pt x="6624055" y="1851737"/>
                  <a:pt x="6612562" y="1840242"/>
                  <a:pt x="6612562" y="1826077"/>
                </a:cubicBezTo>
                <a:cubicBezTo>
                  <a:pt x="6612562" y="1811912"/>
                  <a:pt x="6624055" y="1800419"/>
                  <a:pt x="6638220" y="1800419"/>
                </a:cubicBezTo>
                <a:close/>
                <a:moveTo>
                  <a:pt x="6574016" y="1800419"/>
                </a:moveTo>
                <a:cubicBezTo>
                  <a:pt x="6588181" y="1800419"/>
                  <a:pt x="6599674" y="1811912"/>
                  <a:pt x="6599674" y="1826077"/>
                </a:cubicBezTo>
                <a:cubicBezTo>
                  <a:pt x="6599674" y="1840242"/>
                  <a:pt x="6588181" y="1851737"/>
                  <a:pt x="6574016" y="1851737"/>
                </a:cubicBezTo>
                <a:cubicBezTo>
                  <a:pt x="6559851" y="1851737"/>
                  <a:pt x="6548357" y="1840242"/>
                  <a:pt x="6548357" y="1826077"/>
                </a:cubicBezTo>
                <a:cubicBezTo>
                  <a:pt x="6548357" y="1811912"/>
                  <a:pt x="6559851" y="1800419"/>
                  <a:pt x="6574016" y="1800419"/>
                </a:cubicBezTo>
                <a:close/>
                <a:moveTo>
                  <a:pt x="6509693" y="1800419"/>
                </a:moveTo>
                <a:cubicBezTo>
                  <a:pt x="6523858" y="1800419"/>
                  <a:pt x="6535352" y="1811912"/>
                  <a:pt x="6535352" y="1826077"/>
                </a:cubicBezTo>
                <a:cubicBezTo>
                  <a:pt x="6535352" y="1840242"/>
                  <a:pt x="6523858" y="1851737"/>
                  <a:pt x="6509693" y="1851737"/>
                </a:cubicBezTo>
                <a:cubicBezTo>
                  <a:pt x="6495528" y="1851737"/>
                  <a:pt x="6484035" y="1840242"/>
                  <a:pt x="6484035" y="1826077"/>
                </a:cubicBezTo>
                <a:cubicBezTo>
                  <a:pt x="6484035" y="1811912"/>
                  <a:pt x="6495528" y="1800419"/>
                  <a:pt x="6509693" y="1800419"/>
                </a:cubicBezTo>
                <a:close/>
                <a:moveTo>
                  <a:pt x="6445489" y="1800419"/>
                </a:moveTo>
                <a:cubicBezTo>
                  <a:pt x="6459654" y="1800419"/>
                  <a:pt x="6471147" y="1811912"/>
                  <a:pt x="6471147" y="1826077"/>
                </a:cubicBezTo>
                <a:cubicBezTo>
                  <a:pt x="6471147" y="1840242"/>
                  <a:pt x="6459654" y="1851737"/>
                  <a:pt x="6445489" y="1851737"/>
                </a:cubicBezTo>
                <a:cubicBezTo>
                  <a:pt x="6431324" y="1851737"/>
                  <a:pt x="6419831" y="1840242"/>
                  <a:pt x="6419831" y="1826077"/>
                </a:cubicBezTo>
                <a:cubicBezTo>
                  <a:pt x="6419831" y="1811912"/>
                  <a:pt x="6431324" y="1800419"/>
                  <a:pt x="6445489" y="1800419"/>
                </a:cubicBezTo>
                <a:close/>
                <a:moveTo>
                  <a:pt x="6317078" y="1800419"/>
                </a:moveTo>
                <a:cubicBezTo>
                  <a:pt x="6331243" y="1800419"/>
                  <a:pt x="6342736" y="1811912"/>
                  <a:pt x="6342736" y="1826077"/>
                </a:cubicBezTo>
                <a:cubicBezTo>
                  <a:pt x="6342736" y="1840242"/>
                  <a:pt x="6331243" y="1851737"/>
                  <a:pt x="6317078" y="1851737"/>
                </a:cubicBezTo>
                <a:cubicBezTo>
                  <a:pt x="6302913" y="1851737"/>
                  <a:pt x="6291420" y="1840242"/>
                  <a:pt x="6291420" y="1826077"/>
                </a:cubicBezTo>
                <a:cubicBezTo>
                  <a:pt x="6291420" y="1811912"/>
                  <a:pt x="6302913" y="1800419"/>
                  <a:pt x="6317078" y="1800419"/>
                </a:cubicBezTo>
                <a:close/>
                <a:moveTo>
                  <a:pt x="6252873" y="1800419"/>
                </a:moveTo>
                <a:cubicBezTo>
                  <a:pt x="6267036" y="1800419"/>
                  <a:pt x="6278532" y="1811912"/>
                  <a:pt x="6278532" y="1826077"/>
                </a:cubicBezTo>
                <a:cubicBezTo>
                  <a:pt x="6278532" y="1840242"/>
                  <a:pt x="6267036" y="1851737"/>
                  <a:pt x="6252873" y="1851737"/>
                </a:cubicBezTo>
                <a:cubicBezTo>
                  <a:pt x="6238708" y="1851737"/>
                  <a:pt x="6227213" y="1840242"/>
                  <a:pt x="6227213" y="1826077"/>
                </a:cubicBezTo>
                <a:cubicBezTo>
                  <a:pt x="6227213" y="1811912"/>
                  <a:pt x="6238708" y="1800419"/>
                  <a:pt x="6252873" y="1800419"/>
                </a:cubicBezTo>
                <a:close/>
                <a:moveTo>
                  <a:pt x="6188666" y="1800419"/>
                </a:moveTo>
                <a:cubicBezTo>
                  <a:pt x="6202831" y="1800419"/>
                  <a:pt x="6214327" y="1811912"/>
                  <a:pt x="6214327" y="1826077"/>
                </a:cubicBezTo>
                <a:cubicBezTo>
                  <a:pt x="6214327" y="1840242"/>
                  <a:pt x="6202831" y="1851737"/>
                  <a:pt x="6188666" y="1851737"/>
                </a:cubicBezTo>
                <a:cubicBezTo>
                  <a:pt x="6174504" y="1851737"/>
                  <a:pt x="6163008" y="1840242"/>
                  <a:pt x="6163008" y="1826077"/>
                </a:cubicBezTo>
                <a:cubicBezTo>
                  <a:pt x="6163008" y="1811912"/>
                  <a:pt x="6174504" y="1800419"/>
                  <a:pt x="6188666" y="1800419"/>
                </a:cubicBezTo>
                <a:close/>
                <a:moveTo>
                  <a:pt x="6124462" y="1800419"/>
                </a:moveTo>
                <a:cubicBezTo>
                  <a:pt x="6138627" y="1800419"/>
                  <a:pt x="6150123" y="1811912"/>
                  <a:pt x="6150123" y="1826077"/>
                </a:cubicBezTo>
                <a:cubicBezTo>
                  <a:pt x="6150123" y="1840242"/>
                  <a:pt x="6138627" y="1851737"/>
                  <a:pt x="6124462" y="1851737"/>
                </a:cubicBezTo>
                <a:cubicBezTo>
                  <a:pt x="6110297" y="1851737"/>
                  <a:pt x="6098804" y="1840242"/>
                  <a:pt x="6098804" y="1826077"/>
                </a:cubicBezTo>
                <a:cubicBezTo>
                  <a:pt x="6098804" y="1811912"/>
                  <a:pt x="6110297" y="1800419"/>
                  <a:pt x="6124462" y="1800419"/>
                </a:cubicBezTo>
                <a:close/>
                <a:moveTo>
                  <a:pt x="6064505" y="1800419"/>
                </a:moveTo>
                <a:cubicBezTo>
                  <a:pt x="6078666" y="1800419"/>
                  <a:pt x="6090163" y="1811912"/>
                  <a:pt x="6090163" y="1826077"/>
                </a:cubicBezTo>
                <a:cubicBezTo>
                  <a:pt x="6090163" y="1840242"/>
                  <a:pt x="6078666" y="1851737"/>
                  <a:pt x="6064505" y="1851737"/>
                </a:cubicBezTo>
                <a:cubicBezTo>
                  <a:pt x="6050336" y="1851737"/>
                  <a:pt x="6038844" y="1840242"/>
                  <a:pt x="6038844" y="1826077"/>
                </a:cubicBezTo>
                <a:cubicBezTo>
                  <a:pt x="6038844" y="1811912"/>
                  <a:pt x="6050336" y="1800419"/>
                  <a:pt x="6064505" y="1800419"/>
                </a:cubicBezTo>
                <a:close/>
                <a:moveTo>
                  <a:pt x="6000298" y="1800419"/>
                </a:moveTo>
                <a:cubicBezTo>
                  <a:pt x="6014463" y="1800419"/>
                  <a:pt x="6025956" y="1811912"/>
                  <a:pt x="6025956" y="1826077"/>
                </a:cubicBezTo>
                <a:cubicBezTo>
                  <a:pt x="6025956" y="1840242"/>
                  <a:pt x="6014463" y="1851737"/>
                  <a:pt x="6000298" y="1851737"/>
                </a:cubicBezTo>
                <a:cubicBezTo>
                  <a:pt x="5986133" y="1851737"/>
                  <a:pt x="5974639" y="1840242"/>
                  <a:pt x="5974639" y="1826077"/>
                </a:cubicBezTo>
                <a:cubicBezTo>
                  <a:pt x="5974639" y="1811912"/>
                  <a:pt x="5986133" y="1800419"/>
                  <a:pt x="6000298" y="1800419"/>
                </a:cubicBezTo>
                <a:close/>
                <a:moveTo>
                  <a:pt x="5936092" y="1800419"/>
                </a:moveTo>
                <a:cubicBezTo>
                  <a:pt x="5950255" y="1800419"/>
                  <a:pt x="5961751" y="1811912"/>
                  <a:pt x="5961751" y="1826077"/>
                </a:cubicBezTo>
                <a:cubicBezTo>
                  <a:pt x="5961751" y="1840242"/>
                  <a:pt x="5950255" y="1851737"/>
                  <a:pt x="5936092" y="1851737"/>
                </a:cubicBezTo>
                <a:cubicBezTo>
                  <a:pt x="5921928" y="1851737"/>
                  <a:pt x="5910435" y="1840242"/>
                  <a:pt x="5910435" y="1826077"/>
                </a:cubicBezTo>
                <a:cubicBezTo>
                  <a:pt x="5910435" y="1811912"/>
                  <a:pt x="5921928" y="1800419"/>
                  <a:pt x="5936092" y="1800419"/>
                </a:cubicBezTo>
                <a:close/>
                <a:moveTo>
                  <a:pt x="5871887" y="1800419"/>
                </a:moveTo>
                <a:cubicBezTo>
                  <a:pt x="5886051" y="1800419"/>
                  <a:pt x="5897547" y="1811912"/>
                  <a:pt x="5897547" y="1826077"/>
                </a:cubicBezTo>
                <a:cubicBezTo>
                  <a:pt x="5897547" y="1840242"/>
                  <a:pt x="5886051" y="1851737"/>
                  <a:pt x="5871887" y="1851737"/>
                </a:cubicBezTo>
                <a:cubicBezTo>
                  <a:pt x="5857722" y="1851737"/>
                  <a:pt x="5846228" y="1840242"/>
                  <a:pt x="5846228" y="1826077"/>
                </a:cubicBezTo>
                <a:cubicBezTo>
                  <a:pt x="5846228" y="1811912"/>
                  <a:pt x="5857722" y="1800419"/>
                  <a:pt x="5871887" y="1800419"/>
                </a:cubicBezTo>
                <a:close/>
                <a:moveTo>
                  <a:pt x="5679272" y="1800419"/>
                </a:moveTo>
                <a:cubicBezTo>
                  <a:pt x="5693437" y="1800419"/>
                  <a:pt x="5704930" y="1811912"/>
                  <a:pt x="5704930" y="1826077"/>
                </a:cubicBezTo>
                <a:cubicBezTo>
                  <a:pt x="5704930" y="1840242"/>
                  <a:pt x="5693437" y="1851737"/>
                  <a:pt x="5679272" y="1851737"/>
                </a:cubicBezTo>
                <a:cubicBezTo>
                  <a:pt x="5665108" y="1851737"/>
                  <a:pt x="5653614" y="1840242"/>
                  <a:pt x="5653614" y="1826077"/>
                </a:cubicBezTo>
                <a:cubicBezTo>
                  <a:pt x="5653614" y="1811912"/>
                  <a:pt x="5665108" y="1800419"/>
                  <a:pt x="5679272" y="1800419"/>
                </a:cubicBezTo>
                <a:close/>
                <a:moveTo>
                  <a:pt x="5615066" y="1800419"/>
                </a:moveTo>
                <a:cubicBezTo>
                  <a:pt x="5629231" y="1800419"/>
                  <a:pt x="5640726" y="1811912"/>
                  <a:pt x="5640726" y="1826077"/>
                </a:cubicBezTo>
                <a:cubicBezTo>
                  <a:pt x="5640726" y="1840242"/>
                  <a:pt x="5629231" y="1851737"/>
                  <a:pt x="5615066" y="1851737"/>
                </a:cubicBezTo>
                <a:cubicBezTo>
                  <a:pt x="5600901" y="1851737"/>
                  <a:pt x="5589407" y="1840242"/>
                  <a:pt x="5589407" y="1826077"/>
                </a:cubicBezTo>
                <a:cubicBezTo>
                  <a:pt x="5589407" y="1811912"/>
                  <a:pt x="5600901" y="1800419"/>
                  <a:pt x="5615066" y="1800419"/>
                </a:cubicBezTo>
                <a:close/>
                <a:moveTo>
                  <a:pt x="5550862" y="1800419"/>
                </a:moveTo>
                <a:cubicBezTo>
                  <a:pt x="5565027" y="1800419"/>
                  <a:pt x="5576520" y="1811912"/>
                  <a:pt x="5576520" y="1826077"/>
                </a:cubicBezTo>
                <a:cubicBezTo>
                  <a:pt x="5576520" y="1840242"/>
                  <a:pt x="5565027" y="1851737"/>
                  <a:pt x="5550862" y="1851737"/>
                </a:cubicBezTo>
                <a:cubicBezTo>
                  <a:pt x="5536697" y="1851737"/>
                  <a:pt x="5525203" y="1840242"/>
                  <a:pt x="5525203" y="1826077"/>
                </a:cubicBezTo>
                <a:cubicBezTo>
                  <a:pt x="5525203" y="1811912"/>
                  <a:pt x="5536697" y="1800419"/>
                  <a:pt x="5550862" y="1800419"/>
                </a:cubicBezTo>
                <a:close/>
                <a:moveTo>
                  <a:pt x="5486655" y="1800419"/>
                </a:moveTo>
                <a:cubicBezTo>
                  <a:pt x="5500819" y="1800419"/>
                  <a:pt x="5512316" y="1811912"/>
                  <a:pt x="5512316" y="1826077"/>
                </a:cubicBezTo>
                <a:cubicBezTo>
                  <a:pt x="5512316" y="1840242"/>
                  <a:pt x="5500819" y="1851737"/>
                  <a:pt x="5486655" y="1851737"/>
                </a:cubicBezTo>
                <a:cubicBezTo>
                  <a:pt x="5472491" y="1851737"/>
                  <a:pt x="5460997" y="1840242"/>
                  <a:pt x="5460997" y="1826077"/>
                </a:cubicBezTo>
                <a:cubicBezTo>
                  <a:pt x="5460997" y="1811912"/>
                  <a:pt x="5472491" y="1800419"/>
                  <a:pt x="5486655" y="1800419"/>
                </a:cubicBezTo>
                <a:close/>
                <a:moveTo>
                  <a:pt x="5294040" y="1800419"/>
                </a:moveTo>
                <a:cubicBezTo>
                  <a:pt x="5308205" y="1800419"/>
                  <a:pt x="5319699" y="1811912"/>
                  <a:pt x="5319699" y="1826077"/>
                </a:cubicBezTo>
                <a:cubicBezTo>
                  <a:pt x="5319699" y="1840242"/>
                  <a:pt x="5308205" y="1851737"/>
                  <a:pt x="5294040" y="1851737"/>
                </a:cubicBezTo>
                <a:cubicBezTo>
                  <a:pt x="5279877" y="1851737"/>
                  <a:pt x="5268382" y="1840242"/>
                  <a:pt x="5268382" y="1826077"/>
                </a:cubicBezTo>
                <a:cubicBezTo>
                  <a:pt x="5268382" y="1811912"/>
                  <a:pt x="5279877" y="1800419"/>
                  <a:pt x="5294040" y="1800419"/>
                </a:cubicBezTo>
                <a:close/>
                <a:moveTo>
                  <a:pt x="5229719" y="1800419"/>
                </a:moveTo>
                <a:cubicBezTo>
                  <a:pt x="5243999" y="1800419"/>
                  <a:pt x="5255377" y="1811912"/>
                  <a:pt x="5255377" y="1826077"/>
                </a:cubicBezTo>
                <a:cubicBezTo>
                  <a:pt x="5255377" y="1840242"/>
                  <a:pt x="5243883" y="1851737"/>
                  <a:pt x="5229719" y="1851737"/>
                </a:cubicBezTo>
                <a:cubicBezTo>
                  <a:pt x="5215554" y="1851737"/>
                  <a:pt x="5204058" y="1840242"/>
                  <a:pt x="5204058" y="1826077"/>
                </a:cubicBezTo>
                <a:cubicBezTo>
                  <a:pt x="5204058" y="1811912"/>
                  <a:pt x="5215554" y="1800419"/>
                  <a:pt x="5229719" y="1800419"/>
                </a:cubicBezTo>
                <a:close/>
                <a:moveTo>
                  <a:pt x="5165514" y="1800419"/>
                </a:moveTo>
                <a:cubicBezTo>
                  <a:pt x="5179678" y="1800419"/>
                  <a:pt x="5191171" y="1811912"/>
                  <a:pt x="5191171" y="1826077"/>
                </a:cubicBezTo>
                <a:cubicBezTo>
                  <a:pt x="5191171" y="1840242"/>
                  <a:pt x="5179678" y="1851737"/>
                  <a:pt x="5165514" y="1851737"/>
                </a:cubicBezTo>
                <a:cubicBezTo>
                  <a:pt x="5151349" y="1851737"/>
                  <a:pt x="5139855" y="1840242"/>
                  <a:pt x="5139855" y="1826077"/>
                </a:cubicBezTo>
                <a:cubicBezTo>
                  <a:pt x="5139855" y="1811912"/>
                  <a:pt x="5151349" y="1800419"/>
                  <a:pt x="5165514" y="1800419"/>
                </a:cubicBezTo>
                <a:close/>
                <a:moveTo>
                  <a:pt x="5101309" y="1800419"/>
                </a:moveTo>
                <a:cubicBezTo>
                  <a:pt x="5115473" y="1800419"/>
                  <a:pt x="5126967" y="1811912"/>
                  <a:pt x="5126967" y="1826077"/>
                </a:cubicBezTo>
                <a:cubicBezTo>
                  <a:pt x="5126967" y="1840242"/>
                  <a:pt x="5115473" y="1851737"/>
                  <a:pt x="5101309" y="1851737"/>
                </a:cubicBezTo>
                <a:cubicBezTo>
                  <a:pt x="5087142" y="1851737"/>
                  <a:pt x="5075649" y="1840242"/>
                  <a:pt x="5075649" y="1826077"/>
                </a:cubicBezTo>
                <a:cubicBezTo>
                  <a:pt x="5075649" y="1811912"/>
                  <a:pt x="5087142" y="1800419"/>
                  <a:pt x="5101309" y="1800419"/>
                </a:cubicBezTo>
                <a:close/>
                <a:moveTo>
                  <a:pt x="4972896" y="1800419"/>
                </a:moveTo>
                <a:cubicBezTo>
                  <a:pt x="4987063" y="1800419"/>
                  <a:pt x="4998557" y="1811912"/>
                  <a:pt x="4998557" y="1826077"/>
                </a:cubicBezTo>
                <a:cubicBezTo>
                  <a:pt x="4998557" y="1840242"/>
                  <a:pt x="4987063" y="1851737"/>
                  <a:pt x="4972896" y="1851737"/>
                </a:cubicBezTo>
                <a:cubicBezTo>
                  <a:pt x="4958732" y="1851737"/>
                  <a:pt x="4947240" y="1840242"/>
                  <a:pt x="4947240" y="1826077"/>
                </a:cubicBezTo>
                <a:cubicBezTo>
                  <a:pt x="4947240" y="1811912"/>
                  <a:pt x="4958732" y="1800419"/>
                  <a:pt x="4972896" y="1800419"/>
                </a:cubicBezTo>
                <a:close/>
                <a:moveTo>
                  <a:pt x="4908693" y="1800419"/>
                </a:moveTo>
                <a:cubicBezTo>
                  <a:pt x="4922857" y="1800419"/>
                  <a:pt x="4934352" y="1811912"/>
                  <a:pt x="4934352" y="1826077"/>
                </a:cubicBezTo>
                <a:cubicBezTo>
                  <a:pt x="4934352" y="1840242"/>
                  <a:pt x="4922857" y="1851737"/>
                  <a:pt x="4908693" y="1851737"/>
                </a:cubicBezTo>
                <a:cubicBezTo>
                  <a:pt x="4894527" y="1851737"/>
                  <a:pt x="4883033" y="1840242"/>
                  <a:pt x="4883033" y="1826077"/>
                </a:cubicBezTo>
                <a:cubicBezTo>
                  <a:pt x="4883033" y="1811912"/>
                  <a:pt x="4894527" y="1800419"/>
                  <a:pt x="4908693" y="1800419"/>
                </a:cubicBezTo>
                <a:close/>
                <a:moveTo>
                  <a:pt x="4844487" y="1800419"/>
                </a:moveTo>
                <a:cubicBezTo>
                  <a:pt x="4858650" y="1800419"/>
                  <a:pt x="4870146" y="1811912"/>
                  <a:pt x="4870146" y="1826077"/>
                </a:cubicBezTo>
                <a:cubicBezTo>
                  <a:pt x="4870146" y="1840242"/>
                  <a:pt x="4858650" y="1851737"/>
                  <a:pt x="4844487" y="1851737"/>
                </a:cubicBezTo>
                <a:cubicBezTo>
                  <a:pt x="4830322" y="1851737"/>
                  <a:pt x="4818828" y="1840242"/>
                  <a:pt x="4818828" y="1826077"/>
                </a:cubicBezTo>
                <a:cubicBezTo>
                  <a:pt x="4818828" y="1811912"/>
                  <a:pt x="4830322" y="1800419"/>
                  <a:pt x="4844487" y="1800419"/>
                </a:cubicBezTo>
                <a:close/>
                <a:moveTo>
                  <a:pt x="4780282" y="1800419"/>
                </a:moveTo>
                <a:cubicBezTo>
                  <a:pt x="4794447" y="1800419"/>
                  <a:pt x="4805941" y="1811912"/>
                  <a:pt x="4805941" y="1826077"/>
                </a:cubicBezTo>
                <a:cubicBezTo>
                  <a:pt x="4805941" y="1840242"/>
                  <a:pt x="4794447" y="1851737"/>
                  <a:pt x="4780282" y="1851737"/>
                </a:cubicBezTo>
                <a:cubicBezTo>
                  <a:pt x="4766118" y="1851737"/>
                  <a:pt x="4754622" y="1840242"/>
                  <a:pt x="4754622" y="1826077"/>
                </a:cubicBezTo>
                <a:cubicBezTo>
                  <a:pt x="4754622" y="1811912"/>
                  <a:pt x="4766118" y="1800419"/>
                  <a:pt x="4780282" y="1800419"/>
                </a:cubicBezTo>
                <a:close/>
                <a:moveTo>
                  <a:pt x="4587666" y="1800419"/>
                </a:moveTo>
                <a:cubicBezTo>
                  <a:pt x="4601830" y="1800419"/>
                  <a:pt x="4613324" y="1811912"/>
                  <a:pt x="4613324" y="1826077"/>
                </a:cubicBezTo>
                <a:cubicBezTo>
                  <a:pt x="4613324" y="1840242"/>
                  <a:pt x="4601830" y="1851737"/>
                  <a:pt x="4587666" y="1851737"/>
                </a:cubicBezTo>
                <a:cubicBezTo>
                  <a:pt x="4573501" y="1851737"/>
                  <a:pt x="4562007" y="1840242"/>
                  <a:pt x="4562007" y="1826077"/>
                </a:cubicBezTo>
                <a:cubicBezTo>
                  <a:pt x="4562007" y="1811912"/>
                  <a:pt x="4573501" y="1800419"/>
                  <a:pt x="4587666" y="1800419"/>
                </a:cubicBezTo>
                <a:close/>
                <a:moveTo>
                  <a:pt x="4523461" y="1800419"/>
                </a:moveTo>
                <a:cubicBezTo>
                  <a:pt x="4537626" y="1800419"/>
                  <a:pt x="4549121" y="1811912"/>
                  <a:pt x="4549121" y="1826077"/>
                </a:cubicBezTo>
                <a:cubicBezTo>
                  <a:pt x="4549121" y="1840242"/>
                  <a:pt x="4537626" y="1851737"/>
                  <a:pt x="4523461" y="1851737"/>
                </a:cubicBezTo>
                <a:cubicBezTo>
                  <a:pt x="4509296" y="1851737"/>
                  <a:pt x="4497802" y="1840242"/>
                  <a:pt x="4497802" y="1826077"/>
                </a:cubicBezTo>
                <a:cubicBezTo>
                  <a:pt x="4497802" y="1811912"/>
                  <a:pt x="4509296" y="1800419"/>
                  <a:pt x="4523461" y="1800419"/>
                </a:cubicBezTo>
                <a:close/>
                <a:moveTo>
                  <a:pt x="4459256" y="1800419"/>
                </a:moveTo>
                <a:cubicBezTo>
                  <a:pt x="4473420" y="1800419"/>
                  <a:pt x="4484914" y="1811912"/>
                  <a:pt x="4484914" y="1826077"/>
                </a:cubicBezTo>
                <a:cubicBezTo>
                  <a:pt x="4484914" y="1840242"/>
                  <a:pt x="4473420" y="1851737"/>
                  <a:pt x="4459256" y="1851737"/>
                </a:cubicBezTo>
                <a:cubicBezTo>
                  <a:pt x="4445091" y="1851737"/>
                  <a:pt x="4433596" y="1840242"/>
                  <a:pt x="4433596" y="1826077"/>
                </a:cubicBezTo>
                <a:cubicBezTo>
                  <a:pt x="4433596" y="1811912"/>
                  <a:pt x="4445091" y="1800419"/>
                  <a:pt x="4459256" y="1800419"/>
                </a:cubicBezTo>
                <a:close/>
                <a:moveTo>
                  <a:pt x="4395050" y="1800419"/>
                </a:moveTo>
                <a:cubicBezTo>
                  <a:pt x="4409214" y="1800419"/>
                  <a:pt x="4420710" y="1811912"/>
                  <a:pt x="4420710" y="1826077"/>
                </a:cubicBezTo>
                <a:cubicBezTo>
                  <a:pt x="4420710" y="1840242"/>
                  <a:pt x="4409214" y="1851737"/>
                  <a:pt x="4395050" y="1851737"/>
                </a:cubicBezTo>
                <a:cubicBezTo>
                  <a:pt x="4380886" y="1851737"/>
                  <a:pt x="4369391" y="1840242"/>
                  <a:pt x="4369391" y="1826077"/>
                </a:cubicBezTo>
                <a:cubicBezTo>
                  <a:pt x="4369391" y="1811912"/>
                  <a:pt x="4380886" y="1800419"/>
                  <a:pt x="4395050" y="1800419"/>
                </a:cubicBezTo>
                <a:close/>
                <a:moveTo>
                  <a:pt x="4202435" y="1800419"/>
                </a:moveTo>
                <a:cubicBezTo>
                  <a:pt x="4216598" y="1800419"/>
                  <a:pt x="4228093" y="1811912"/>
                  <a:pt x="4228093" y="1826077"/>
                </a:cubicBezTo>
                <a:cubicBezTo>
                  <a:pt x="4228093" y="1840242"/>
                  <a:pt x="4216598" y="1851737"/>
                  <a:pt x="4202435" y="1851737"/>
                </a:cubicBezTo>
                <a:cubicBezTo>
                  <a:pt x="4188268" y="1851737"/>
                  <a:pt x="4176776" y="1840242"/>
                  <a:pt x="4176776" y="1826077"/>
                </a:cubicBezTo>
                <a:cubicBezTo>
                  <a:pt x="4176776" y="1811912"/>
                  <a:pt x="4188268" y="1800419"/>
                  <a:pt x="4202435" y="1800419"/>
                </a:cubicBezTo>
                <a:close/>
                <a:moveTo>
                  <a:pt x="4138112" y="1800419"/>
                </a:moveTo>
                <a:cubicBezTo>
                  <a:pt x="4152394" y="1800419"/>
                  <a:pt x="4163773" y="1811912"/>
                  <a:pt x="4163773" y="1826077"/>
                </a:cubicBezTo>
                <a:cubicBezTo>
                  <a:pt x="4163773" y="1840242"/>
                  <a:pt x="4152277" y="1851737"/>
                  <a:pt x="4138112" y="1851737"/>
                </a:cubicBezTo>
                <a:cubicBezTo>
                  <a:pt x="4123948" y="1851737"/>
                  <a:pt x="4112454" y="1840242"/>
                  <a:pt x="4112454" y="1826077"/>
                </a:cubicBezTo>
                <a:cubicBezTo>
                  <a:pt x="4112454" y="1811912"/>
                  <a:pt x="4123948" y="1800419"/>
                  <a:pt x="4138112" y="1800419"/>
                </a:cubicBezTo>
                <a:close/>
                <a:moveTo>
                  <a:pt x="4073908" y="1800419"/>
                </a:moveTo>
                <a:cubicBezTo>
                  <a:pt x="4088073" y="1800419"/>
                  <a:pt x="4099565" y="1811912"/>
                  <a:pt x="4099565" y="1826077"/>
                </a:cubicBezTo>
                <a:cubicBezTo>
                  <a:pt x="4099565" y="1840242"/>
                  <a:pt x="4088073" y="1851737"/>
                  <a:pt x="4073908" y="1851737"/>
                </a:cubicBezTo>
                <a:cubicBezTo>
                  <a:pt x="4059743" y="1851737"/>
                  <a:pt x="4048248" y="1840242"/>
                  <a:pt x="4048248" y="1826077"/>
                </a:cubicBezTo>
                <a:cubicBezTo>
                  <a:pt x="4048248" y="1811912"/>
                  <a:pt x="4059743" y="1800419"/>
                  <a:pt x="4073908" y="1800419"/>
                </a:cubicBezTo>
                <a:close/>
                <a:moveTo>
                  <a:pt x="4009702" y="1800419"/>
                </a:moveTo>
                <a:cubicBezTo>
                  <a:pt x="4023866" y="1800419"/>
                  <a:pt x="4035362" y="1811912"/>
                  <a:pt x="4035362" y="1826077"/>
                </a:cubicBezTo>
                <a:cubicBezTo>
                  <a:pt x="4035362" y="1840242"/>
                  <a:pt x="4023866" y="1851737"/>
                  <a:pt x="4009702" y="1851737"/>
                </a:cubicBezTo>
                <a:cubicBezTo>
                  <a:pt x="3995538" y="1851737"/>
                  <a:pt x="3984043" y="1840242"/>
                  <a:pt x="3984043" y="1826077"/>
                </a:cubicBezTo>
                <a:cubicBezTo>
                  <a:pt x="3984043" y="1811912"/>
                  <a:pt x="3995538" y="1800419"/>
                  <a:pt x="4009702" y="1800419"/>
                </a:cubicBezTo>
                <a:close/>
                <a:moveTo>
                  <a:pt x="3881291" y="1800419"/>
                </a:moveTo>
                <a:cubicBezTo>
                  <a:pt x="3895456" y="1800419"/>
                  <a:pt x="3906950" y="1811912"/>
                  <a:pt x="3906950" y="1826077"/>
                </a:cubicBezTo>
                <a:cubicBezTo>
                  <a:pt x="3906950" y="1840242"/>
                  <a:pt x="3895456" y="1851737"/>
                  <a:pt x="3881291" y="1851737"/>
                </a:cubicBezTo>
                <a:cubicBezTo>
                  <a:pt x="3867127" y="1851737"/>
                  <a:pt x="3855633" y="1840242"/>
                  <a:pt x="3855633" y="1826077"/>
                </a:cubicBezTo>
                <a:cubicBezTo>
                  <a:pt x="3855633" y="1811912"/>
                  <a:pt x="3867127" y="1800419"/>
                  <a:pt x="3881291" y="1800419"/>
                </a:cubicBezTo>
                <a:close/>
                <a:moveTo>
                  <a:pt x="3817085" y="1800419"/>
                </a:moveTo>
                <a:cubicBezTo>
                  <a:pt x="3831252" y="1800419"/>
                  <a:pt x="3842745" y="1811912"/>
                  <a:pt x="3842745" y="1826077"/>
                </a:cubicBezTo>
                <a:cubicBezTo>
                  <a:pt x="3842745" y="1840242"/>
                  <a:pt x="3831252" y="1851737"/>
                  <a:pt x="3817085" y="1851737"/>
                </a:cubicBezTo>
                <a:cubicBezTo>
                  <a:pt x="3802921" y="1851737"/>
                  <a:pt x="3791427" y="1840242"/>
                  <a:pt x="3791427" y="1826077"/>
                </a:cubicBezTo>
                <a:cubicBezTo>
                  <a:pt x="3791427" y="1811912"/>
                  <a:pt x="3802921" y="1800419"/>
                  <a:pt x="3817085" y="1800419"/>
                </a:cubicBezTo>
                <a:close/>
                <a:moveTo>
                  <a:pt x="3752882" y="1800419"/>
                </a:moveTo>
                <a:cubicBezTo>
                  <a:pt x="3767045" y="1800419"/>
                  <a:pt x="3778539" y="1811912"/>
                  <a:pt x="3778539" y="1826077"/>
                </a:cubicBezTo>
                <a:cubicBezTo>
                  <a:pt x="3778539" y="1840242"/>
                  <a:pt x="3767045" y="1851737"/>
                  <a:pt x="3752882" y="1851737"/>
                </a:cubicBezTo>
                <a:cubicBezTo>
                  <a:pt x="3738717" y="1851737"/>
                  <a:pt x="3727221" y="1840242"/>
                  <a:pt x="3727221" y="1826077"/>
                </a:cubicBezTo>
                <a:cubicBezTo>
                  <a:pt x="3727221" y="1811912"/>
                  <a:pt x="3738717" y="1800419"/>
                  <a:pt x="3752882" y="1800419"/>
                </a:cubicBezTo>
                <a:close/>
                <a:moveTo>
                  <a:pt x="3688674" y="1800419"/>
                </a:moveTo>
                <a:cubicBezTo>
                  <a:pt x="3702840" y="1800419"/>
                  <a:pt x="3714335" y="1811912"/>
                  <a:pt x="3714335" y="1826077"/>
                </a:cubicBezTo>
                <a:cubicBezTo>
                  <a:pt x="3714335" y="1840242"/>
                  <a:pt x="3702840" y="1851737"/>
                  <a:pt x="3688674" y="1851737"/>
                </a:cubicBezTo>
                <a:cubicBezTo>
                  <a:pt x="3674510" y="1851737"/>
                  <a:pt x="3663017" y="1840242"/>
                  <a:pt x="3663017" y="1826077"/>
                </a:cubicBezTo>
                <a:cubicBezTo>
                  <a:pt x="3663017" y="1811912"/>
                  <a:pt x="3674510" y="1800419"/>
                  <a:pt x="3688674" y="1800419"/>
                </a:cubicBezTo>
                <a:close/>
                <a:moveTo>
                  <a:pt x="3496060" y="1800419"/>
                </a:moveTo>
                <a:cubicBezTo>
                  <a:pt x="3510225" y="1800419"/>
                  <a:pt x="3521719" y="1811912"/>
                  <a:pt x="3521719" y="1826077"/>
                </a:cubicBezTo>
                <a:cubicBezTo>
                  <a:pt x="3521719" y="1840242"/>
                  <a:pt x="3510225" y="1851737"/>
                  <a:pt x="3496060" y="1851737"/>
                </a:cubicBezTo>
                <a:cubicBezTo>
                  <a:pt x="3481895" y="1851737"/>
                  <a:pt x="3470400" y="1840242"/>
                  <a:pt x="3470400" y="1826077"/>
                </a:cubicBezTo>
                <a:cubicBezTo>
                  <a:pt x="3470400" y="1811912"/>
                  <a:pt x="3481895" y="1800419"/>
                  <a:pt x="3496060" y="1800419"/>
                </a:cubicBezTo>
                <a:close/>
                <a:moveTo>
                  <a:pt x="3431855" y="1800419"/>
                </a:moveTo>
                <a:cubicBezTo>
                  <a:pt x="3446019" y="1800419"/>
                  <a:pt x="3457512" y="1811912"/>
                  <a:pt x="3457512" y="1826077"/>
                </a:cubicBezTo>
                <a:cubicBezTo>
                  <a:pt x="3457512" y="1840242"/>
                  <a:pt x="3446019" y="1851737"/>
                  <a:pt x="3431855" y="1851737"/>
                </a:cubicBezTo>
                <a:cubicBezTo>
                  <a:pt x="3417690" y="1851737"/>
                  <a:pt x="3406196" y="1840242"/>
                  <a:pt x="3406196" y="1826077"/>
                </a:cubicBezTo>
                <a:cubicBezTo>
                  <a:pt x="3406196" y="1811912"/>
                  <a:pt x="3417690" y="1800419"/>
                  <a:pt x="3431855" y="1800419"/>
                </a:cubicBezTo>
                <a:close/>
                <a:moveTo>
                  <a:pt x="3367649" y="1800419"/>
                </a:moveTo>
                <a:cubicBezTo>
                  <a:pt x="3381813" y="1800419"/>
                  <a:pt x="3393308" y="1811912"/>
                  <a:pt x="3393308" y="1826077"/>
                </a:cubicBezTo>
                <a:cubicBezTo>
                  <a:pt x="3393308" y="1840242"/>
                  <a:pt x="3381813" y="1851737"/>
                  <a:pt x="3367649" y="1851737"/>
                </a:cubicBezTo>
                <a:cubicBezTo>
                  <a:pt x="3353484" y="1851737"/>
                  <a:pt x="3341990" y="1840242"/>
                  <a:pt x="3341990" y="1826077"/>
                </a:cubicBezTo>
                <a:cubicBezTo>
                  <a:pt x="3341990" y="1811912"/>
                  <a:pt x="3353484" y="1800419"/>
                  <a:pt x="3367649" y="1800419"/>
                </a:cubicBezTo>
                <a:close/>
                <a:moveTo>
                  <a:pt x="3303444" y="1800419"/>
                </a:moveTo>
                <a:cubicBezTo>
                  <a:pt x="3317609" y="1800419"/>
                  <a:pt x="3329102" y="1811912"/>
                  <a:pt x="3329102" y="1826077"/>
                </a:cubicBezTo>
                <a:cubicBezTo>
                  <a:pt x="3329102" y="1840242"/>
                  <a:pt x="3317609" y="1851737"/>
                  <a:pt x="3303444" y="1851737"/>
                </a:cubicBezTo>
                <a:cubicBezTo>
                  <a:pt x="3289279" y="1851737"/>
                  <a:pt x="3277785" y="1840242"/>
                  <a:pt x="3277785" y="1826077"/>
                </a:cubicBezTo>
                <a:cubicBezTo>
                  <a:pt x="3277785" y="1811912"/>
                  <a:pt x="3289279" y="1800419"/>
                  <a:pt x="3303444" y="1800419"/>
                </a:cubicBezTo>
                <a:close/>
                <a:moveTo>
                  <a:pt x="3110828" y="1800419"/>
                </a:moveTo>
                <a:cubicBezTo>
                  <a:pt x="3124992" y="1800419"/>
                  <a:pt x="3136487" y="1811912"/>
                  <a:pt x="3136487" y="1826077"/>
                </a:cubicBezTo>
                <a:cubicBezTo>
                  <a:pt x="3136487" y="1840242"/>
                  <a:pt x="3124992" y="1851737"/>
                  <a:pt x="3110828" y="1851737"/>
                </a:cubicBezTo>
                <a:cubicBezTo>
                  <a:pt x="3096663" y="1851737"/>
                  <a:pt x="3085170" y="1840242"/>
                  <a:pt x="3085170" y="1826077"/>
                </a:cubicBezTo>
                <a:cubicBezTo>
                  <a:pt x="3085170" y="1811912"/>
                  <a:pt x="3096663" y="1800419"/>
                  <a:pt x="3110828" y="1800419"/>
                </a:cubicBezTo>
                <a:close/>
                <a:moveTo>
                  <a:pt x="3046623" y="1800419"/>
                </a:moveTo>
                <a:cubicBezTo>
                  <a:pt x="3060788" y="1800419"/>
                  <a:pt x="3072282" y="1811912"/>
                  <a:pt x="3072282" y="1826077"/>
                </a:cubicBezTo>
                <a:cubicBezTo>
                  <a:pt x="3072282" y="1840242"/>
                  <a:pt x="3060788" y="1851737"/>
                  <a:pt x="3046623" y="1851737"/>
                </a:cubicBezTo>
                <a:cubicBezTo>
                  <a:pt x="3032458" y="1851737"/>
                  <a:pt x="3020964" y="1840242"/>
                  <a:pt x="3020964" y="1826077"/>
                </a:cubicBezTo>
                <a:cubicBezTo>
                  <a:pt x="3020964" y="1811912"/>
                  <a:pt x="3032458" y="1800419"/>
                  <a:pt x="3046623" y="1800419"/>
                </a:cubicBezTo>
                <a:close/>
                <a:moveTo>
                  <a:pt x="2982301" y="1800419"/>
                </a:moveTo>
                <a:cubicBezTo>
                  <a:pt x="2996466" y="1800419"/>
                  <a:pt x="3007960" y="1811912"/>
                  <a:pt x="3007960" y="1826077"/>
                </a:cubicBezTo>
                <a:cubicBezTo>
                  <a:pt x="3007960" y="1840242"/>
                  <a:pt x="2996466" y="1851737"/>
                  <a:pt x="2982301" y="1851737"/>
                </a:cubicBezTo>
                <a:cubicBezTo>
                  <a:pt x="2968137" y="1851737"/>
                  <a:pt x="2956642" y="1840242"/>
                  <a:pt x="2956642" y="1826077"/>
                </a:cubicBezTo>
                <a:cubicBezTo>
                  <a:pt x="2956642" y="1811912"/>
                  <a:pt x="2968137" y="1800419"/>
                  <a:pt x="2982301" y="1800419"/>
                </a:cubicBezTo>
                <a:close/>
                <a:moveTo>
                  <a:pt x="2918096" y="1800419"/>
                </a:moveTo>
                <a:cubicBezTo>
                  <a:pt x="2932261" y="1800419"/>
                  <a:pt x="2943755" y="1811912"/>
                  <a:pt x="2943755" y="1826077"/>
                </a:cubicBezTo>
                <a:cubicBezTo>
                  <a:pt x="2943755" y="1840242"/>
                  <a:pt x="2932261" y="1851737"/>
                  <a:pt x="2918096" y="1851737"/>
                </a:cubicBezTo>
                <a:cubicBezTo>
                  <a:pt x="2903931" y="1851737"/>
                  <a:pt x="2892438" y="1840242"/>
                  <a:pt x="2892438" y="1826077"/>
                </a:cubicBezTo>
                <a:cubicBezTo>
                  <a:pt x="2892438" y="1811912"/>
                  <a:pt x="2903931" y="1800419"/>
                  <a:pt x="2918096" y="1800419"/>
                </a:cubicBezTo>
                <a:close/>
                <a:moveTo>
                  <a:pt x="2789686" y="1800419"/>
                </a:moveTo>
                <a:cubicBezTo>
                  <a:pt x="2803850" y="1800419"/>
                  <a:pt x="2815344" y="1811912"/>
                  <a:pt x="2815344" y="1826077"/>
                </a:cubicBezTo>
                <a:cubicBezTo>
                  <a:pt x="2815344" y="1840242"/>
                  <a:pt x="2803850" y="1851737"/>
                  <a:pt x="2789686" y="1851737"/>
                </a:cubicBezTo>
                <a:cubicBezTo>
                  <a:pt x="2775521" y="1851737"/>
                  <a:pt x="2764027" y="1840242"/>
                  <a:pt x="2764027" y="1826077"/>
                </a:cubicBezTo>
                <a:cubicBezTo>
                  <a:pt x="2764027" y="1811912"/>
                  <a:pt x="2775521" y="1800419"/>
                  <a:pt x="2789686" y="1800419"/>
                </a:cubicBezTo>
                <a:close/>
                <a:moveTo>
                  <a:pt x="2725480" y="1800419"/>
                </a:moveTo>
                <a:cubicBezTo>
                  <a:pt x="2739644" y="1800419"/>
                  <a:pt x="2751140" y="1811912"/>
                  <a:pt x="2751140" y="1826077"/>
                </a:cubicBezTo>
                <a:cubicBezTo>
                  <a:pt x="2751140" y="1840242"/>
                  <a:pt x="2739644" y="1851737"/>
                  <a:pt x="2725480" y="1851737"/>
                </a:cubicBezTo>
                <a:cubicBezTo>
                  <a:pt x="2711315" y="1851737"/>
                  <a:pt x="2699821" y="1840242"/>
                  <a:pt x="2699821" y="1826077"/>
                </a:cubicBezTo>
                <a:cubicBezTo>
                  <a:pt x="2699821" y="1811912"/>
                  <a:pt x="2711315" y="1800419"/>
                  <a:pt x="2725480" y="1800419"/>
                </a:cubicBezTo>
                <a:close/>
                <a:moveTo>
                  <a:pt x="2597069" y="1800419"/>
                </a:moveTo>
                <a:cubicBezTo>
                  <a:pt x="2611234" y="1800419"/>
                  <a:pt x="2622729" y="1811912"/>
                  <a:pt x="2622729" y="1826077"/>
                </a:cubicBezTo>
                <a:cubicBezTo>
                  <a:pt x="2622729" y="1840242"/>
                  <a:pt x="2611234" y="1851737"/>
                  <a:pt x="2597069" y="1851737"/>
                </a:cubicBezTo>
                <a:cubicBezTo>
                  <a:pt x="2582904" y="1851737"/>
                  <a:pt x="2571410" y="1840242"/>
                  <a:pt x="2571410" y="1826077"/>
                </a:cubicBezTo>
                <a:cubicBezTo>
                  <a:pt x="2571410" y="1811912"/>
                  <a:pt x="2582904" y="1800419"/>
                  <a:pt x="2597069" y="1800419"/>
                </a:cubicBezTo>
                <a:close/>
                <a:moveTo>
                  <a:pt x="2404454" y="1800419"/>
                </a:moveTo>
                <a:cubicBezTo>
                  <a:pt x="2418619" y="1800419"/>
                  <a:pt x="2430112" y="1811912"/>
                  <a:pt x="2430112" y="1826077"/>
                </a:cubicBezTo>
                <a:cubicBezTo>
                  <a:pt x="2430112" y="1840242"/>
                  <a:pt x="2418619" y="1851737"/>
                  <a:pt x="2404454" y="1851737"/>
                </a:cubicBezTo>
                <a:cubicBezTo>
                  <a:pt x="2390289" y="1851737"/>
                  <a:pt x="2378795" y="1840242"/>
                  <a:pt x="2378795" y="1826077"/>
                </a:cubicBezTo>
                <a:cubicBezTo>
                  <a:pt x="2378795" y="1811912"/>
                  <a:pt x="2390289" y="1800419"/>
                  <a:pt x="2404454" y="1800419"/>
                </a:cubicBezTo>
                <a:close/>
                <a:moveTo>
                  <a:pt x="2340249" y="1800419"/>
                </a:moveTo>
                <a:cubicBezTo>
                  <a:pt x="2354413" y="1800419"/>
                  <a:pt x="2365908" y="1811912"/>
                  <a:pt x="2365908" y="1826077"/>
                </a:cubicBezTo>
                <a:cubicBezTo>
                  <a:pt x="2365908" y="1840242"/>
                  <a:pt x="2354413" y="1851737"/>
                  <a:pt x="2340249" y="1851737"/>
                </a:cubicBezTo>
                <a:cubicBezTo>
                  <a:pt x="2326084" y="1851737"/>
                  <a:pt x="2314590" y="1840242"/>
                  <a:pt x="2314590" y="1826077"/>
                </a:cubicBezTo>
                <a:cubicBezTo>
                  <a:pt x="2314590" y="1811912"/>
                  <a:pt x="2326084" y="1800419"/>
                  <a:pt x="2340249" y="1800419"/>
                </a:cubicBezTo>
                <a:close/>
                <a:moveTo>
                  <a:pt x="2276044" y="1800419"/>
                </a:moveTo>
                <a:cubicBezTo>
                  <a:pt x="2290208" y="1800419"/>
                  <a:pt x="2301702" y="1811912"/>
                  <a:pt x="2301702" y="1826077"/>
                </a:cubicBezTo>
                <a:cubicBezTo>
                  <a:pt x="2301702" y="1840242"/>
                  <a:pt x="2290208" y="1851737"/>
                  <a:pt x="2276044" y="1851737"/>
                </a:cubicBezTo>
                <a:cubicBezTo>
                  <a:pt x="2261879" y="1851737"/>
                  <a:pt x="2250385" y="1840242"/>
                  <a:pt x="2250385" y="1826077"/>
                </a:cubicBezTo>
                <a:cubicBezTo>
                  <a:pt x="2250385" y="1811912"/>
                  <a:pt x="2261879" y="1800419"/>
                  <a:pt x="2276044" y="1800419"/>
                </a:cubicBezTo>
                <a:close/>
                <a:moveTo>
                  <a:pt x="2211838" y="1800419"/>
                </a:moveTo>
                <a:cubicBezTo>
                  <a:pt x="2226003" y="1800419"/>
                  <a:pt x="2237497" y="1811912"/>
                  <a:pt x="2237497" y="1826077"/>
                </a:cubicBezTo>
                <a:cubicBezTo>
                  <a:pt x="2237497" y="1840242"/>
                  <a:pt x="2226003" y="1851737"/>
                  <a:pt x="2211838" y="1851737"/>
                </a:cubicBezTo>
                <a:cubicBezTo>
                  <a:pt x="2197673" y="1851737"/>
                  <a:pt x="2186178" y="1840242"/>
                  <a:pt x="2186178" y="1826077"/>
                </a:cubicBezTo>
                <a:cubicBezTo>
                  <a:pt x="2186178" y="1811912"/>
                  <a:pt x="2197673" y="1800419"/>
                  <a:pt x="2211838" y="1800419"/>
                </a:cubicBezTo>
                <a:close/>
                <a:moveTo>
                  <a:pt x="2019222" y="1800419"/>
                </a:moveTo>
                <a:cubicBezTo>
                  <a:pt x="2033387" y="1800419"/>
                  <a:pt x="2044880" y="1811912"/>
                  <a:pt x="2044880" y="1826077"/>
                </a:cubicBezTo>
                <a:cubicBezTo>
                  <a:pt x="2044880" y="1840242"/>
                  <a:pt x="2033387" y="1851737"/>
                  <a:pt x="2019222" y="1851737"/>
                </a:cubicBezTo>
                <a:cubicBezTo>
                  <a:pt x="2005058" y="1851737"/>
                  <a:pt x="1993563" y="1840242"/>
                  <a:pt x="1993563" y="1826077"/>
                </a:cubicBezTo>
                <a:cubicBezTo>
                  <a:pt x="1993563" y="1811912"/>
                  <a:pt x="2005058" y="1800419"/>
                  <a:pt x="2019222" y="1800419"/>
                </a:cubicBezTo>
                <a:close/>
                <a:moveTo>
                  <a:pt x="1955016" y="1800419"/>
                </a:moveTo>
                <a:cubicBezTo>
                  <a:pt x="1969181" y="1800419"/>
                  <a:pt x="1980676" y="1811912"/>
                  <a:pt x="1980676" y="1826077"/>
                </a:cubicBezTo>
                <a:cubicBezTo>
                  <a:pt x="1980676" y="1840242"/>
                  <a:pt x="1969181" y="1851737"/>
                  <a:pt x="1955016" y="1851737"/>
                </a:cubicBezTo>
                <a:cubicBezTo>
                  <a:pt x="1940851" y="1851737"/>
                  <a:pt x="1929358" y="1840242"/>
                  <a:pt x="1929358" y="1826077"/>
                </a:cubicBezTo>
                <a:cubicBezTo>
                  <a:pt x="1929358" y="1811912"/>
                  <a:pt x="1940851" y="1800419"/>
                  <a:pt x="1955016" y="1800419"/>
                </a:cubicBezTo>
                <a:close/>
                <a:moveTo>
                  <a:pt x="1890696" y="1800419"/>
                </a:moveTo>
                <a:cubicBezTo>
                  <a:pt x="1904860" y="1800419"/>
                  <a:pt x="1916355" y="1811912"/>
                  <a:pt x="1916355" y="1826077"/>
                </a:cubicBezTo>
                <a:cubicBezTo>
                  <a:pt x="1916355" y="1840242"/>
                  <a:pt x="1904860" y="1851737"/>
                  <a:pt x="1890696" y="1851737"/>
                </a:cubicBezTo>
                <a:cubicBezTo>
                  <a:pt x="1876531" y="1851737"/>
                  <a:pt x="1865037" y="1840242"/>
                  <a:pt x="1865037" y="1826077"/>
                </a:cubicBezTo>
                <a:cubicBezTo>
                  <a:pt x="1865037" y="1811912"/>
                  <a:pt x="1876531" y="1800419"/>
                  <a:pt x="1890696" y="1800419"/>
                </a:cubicBezTo>
                <a:close/>
                <a:moveTo>
                  <a:pt x="1826490" y="1800419"/>
                </a:moveTo>
                <a:cubicBezTo>
                  <a:pt x="1840654" y="1800419"/>
                  <a:pt x="1852149" y="1811912"/>
                  <a:pt x="1852149" y="1826077"/>
                </a:cubicBezTo>
                <a:cubicBezTo>
                  <a:pt x="1852149" y="1840242"/>
                  <a:pt x="1840654" y="1851737"/>
                  <a:pt x="1826490" y="1851737"/>
                </a:cubicBezTo>
                <a:cubicBezTo>
                  <a:pt x="1812325" y="1851737"/>
                  <a:pt x="1800830" y="1840242"/>
                  <a:pt x="1800830" y="1826077"/>
                </a:cubicBezTo>
                <a:cubicBezTo>
                  <a:pt x="1800830" y="1811912"/>
                  <a:pt x="1812325" y="1800419"/>
                  <a:pt x="1826490" y="1800419"/>
                </a:cubicBezTo>
                <a:close/>
                <a:moveTo>
                  <a:pt x="1698080" y="1800419"/>
                </a:moveTo>
                <a:cubicBezTo>
                  <a:pt x="1712244" y="1800419"/>
                  <a:pt x="1723738" y="1811912"/>
                  <a:pt x="1723738" y="1826077"/>
                </a:cubicBezTo>
                <a:cubicBezTo>
                  <a:pt x="1723738" y="1840242"/>
                  <a:pt x="1712244" y="1851737"/>
                  <a:pt x="1698080" y="1851737"/>
                </a:cubicBezTo>
                <a:cubicBezTo>
                  <a:pt x="1683915" y="1851737"/>
                  <a:pt x="1672420" y="1840242"/>
                  <a:pt x="1672420" y="1826077"/>
                </a:cubicBezTo>
                <a:cubicBezTo>
                  <a:pt x="1672420" y="1811912"/>
                  <a:pt x="1683915" y="1800419"/>
                  <a:pt x="1698080" y="1800419"/>
                </a:cubicBezTo>
                <a:close/>
                <a:moveTo>
                  <a:pt x="1633874" y="1800419"/>
                </a:moveTo>
                <a:cubicBezTo>
                  <a:pt x="1648039" y="1800419"/>
                  <a:pt x="1659533" y="1811912"/>
                  <a:pt x="1659533" y="1826077"/>
                </a:cubicBezTo>
                <a:cubicBezTo>
                  <a:pt x="1659533" y="1840242"/>
                  <a:pt x="1648039" y="1851737"/>
                  <a:pt x="1633874" y="1851737"/>
                </a:cubicBezTo>
                <a:cubicBezTo>
                  <a:pt x="1619710" y="1851737"/>
                  <a:pt x="1608216" y="1840242"/>
                  <a:pt x="1608216" y="1826077"/>
                </a:cubicBezTo>
                <a:cubicBezTo>
                  <a:pt x="1608216" y="1811912"/>
                  <a:pt x="1619710" y="1800419"/>
                  <a:pt x="1633874" y="1800419"/>
                </a:cubicBezTo>
                <a:close/>
                <a:moveTo>
                  <a:pt x="1569669" y="1800419"/>
                </a:moveTo>
                <a:cubicBezTo>
                  <a:pt x="1583834" y="1800419"/>
                  <a:pt x="1595328" y="1811912"/>
                  <a:pt x="1595328" y="1826077"/>
                </a:cubicBezTo>
                <a:cubicBezTo>
                  <a:pt x="1595328" y="1840242"/>
                  <a:pt x="1583834" y="1851737"/>
                  <a:pt x="1569669" y="1851737"/>
                </a:cubicBezTo>
                <a:cubicBezTo>
                  <a:pt x="1555504" y="1851737"/>
                  <a:pt x="1544010" y="1840242"/>
                  <a:pt x="1544010" y="1826077"/>
                </a:cubicBezTo>
                <a:cubicBezTo>
                  <a:pt x="1544010" y="1811912"/>
                  <a:pt x="1555504" y="1800419"/>
                  <a:pt x="1569669" y="1800419"/>
                </a:cubicBezTo>
                <a:close/>
                <a:moveTo>
                  <a:pt x="1505464" y="1800419"/>
                </a:moveTo>
                <a:cubicBezTo>
                  <a:pt x="1519629" y="1800419"/>
                  <a:pt x="1531123" y="1811912"/>
                  <a:pt x="1531123" y="1826077"/>
                </a:cubicBezTo>
                <a:cubicBezTo>
                  <a:pt x="1531123" y="1840242"/>
                  <a:pt x="1519629" y="1851737"/>
                  <a:pt x="1505464" y="1851737"/>
                </a:cubicBezTo>
                <a:cubicBezTo>
                  <a:pt x="1491299" y="1851737"/>
                  <a:pt x="1479806" y="1840242"/>
                  <a:pt x="1479806" y="1826077"/>
                </a:cubicBezTo>
                <a:cubicBezTo>
                  <a:pt x="1479806" y="1811912"/>
                  <a:pt x="1491299" y="1800419"/>
                  <a:pt x="1505464" y="1800419"/>
                </a:cubicBezTo>
                <a:close/>
                <a:moveTo>
                  <a:pt x="1312848" y="1800419"/>
                </a:moveTo>
                <a:cubicBezTo>
                  <a:pt x="1327013" y="1800419"/>
                  <a:pt x="1338507" y="1811912"/>
                  <a:pt x="1338507" y="1826077"/>
                </a:cubicBezTo>
                <a:cubicBezTo>
                  <a:pt x="1338507" y="1840242"/>
                  <a:pt x="1327013" y="1851737"/>
                  <a:pt x="1312848" y="1851737"/>
                </a:cubicBezTo>
                <a:cubicBezTo>
                  <a:pt x="1298683" y="1851737"/>
                  <a:pt x="1287190" y="1840242"/>
                  <a:pt x="1287190" y="1826077"/>
                </a:cubicBezTo>
                <a:cubicBezTo>
                  <a:pt x="1287190" y="1811912"/>
                  <a:pt x="1298683" y="1800419"/>
                  <a:pt x="1312848" y="1800419"/>
                </a:cubicBezTo>
                <a:close/>
                <a:moveTo>
                  <a:pt x="1248643" y="1800419"/>
                </a:moveTo>
                <a:cubicBezTo>
                  <a:pt x="1262808" y="1800419"/>
                  <a:pt x="1274302" y="1811912"/>
                  <a:pt x="1274302" y="1826077"/>
                </a:cubicBezTo>
                <a:cubicBezTo>
                  <a:pt x="1274302" y="1840242"/>
                  <a:pt x="1262808" y="1851737"/>
                  <a:pt x="1248643" y="1851737"/>
                </a:cubicBezTo>
                <a:cubicBezTo>
                  <a:pt x="1234479" y="1851737"/>
                  <a:pt x="1222984" y="1840242"/>
                  <a:pt x="1222984" y="1826077"/>
                </a:cubicBezTo>
                <a:cubicBezTo>
                  <a:pt x="1222984" y="1811912"/>
                  <a:pt x="1234479" y="1800419"/>
                  <a:pt x="1248643" y="1800419"/>
                </a:cubicBezTo>
                <a:close/>
                <a:moveTo>
                  <a:pt x="1184437" y="1800419"/>
                </a:moveTo>
                <a:cubicBezTo>
                  <a:pt x="1198602" y="1800419"/>
                  <a:pt x="1210096" y="1811912"/>
                  <a:pt x="1210096" y="1826077"/>
                </a:cubicBezTo>
                <a:cubicBezTo>
                  <a:pt x="1210096" y="1840242"/>
                  <a:pt x="1198602" y="1851737"/>
                  <a:pt x="1184437" y="1851737"/>
                </a:cubicBezTo>
                <a:cubicBezTo>
                  <a:pt x="1170273" y="1851737"/>
                  <a:pt x="1158780" y="1840242"/>
                  <a:pt x="1158780" y="1826077"/>
                </a:cubicBezTo>
                <a:cubicBezTo>
                  <a:pt x="1158780" y="1811912"/>
                  <a:pt x="1170273" y="1800419"/>
                  <a:pt x="1184437" y="1800419"/>
                </a:cubicBezTo>
                <a:close/>
                <a:moveTo>
                  <a:pt x="1120233" y="1800419"/>
                </a:moveTo>
                <a:cubicBezTo>
                  <a:pt x="1134398" y="1800419"/>
                  <a:pt x="1145892" y="1811912"/>
                  <a:pt x="1145892" y="1826077"/>
                </a:cubicBezTo>
                <a:cubicBezTo>
                  <a:pt x="1145892" y="1840242"/>
                  <a:pt x="1134398" y="1851737"/>
                  <a:pt x="1120233" y="1851737"/>
                </a:cubicBezTo>
                <a:cubicBezTo>
                  <a:pt x="1106068" y="1851737"/>
                  <a:pt x="1094573" y="1840242"/>
                  <a:pt x="1094573" y="1826077"/>
                </a:cubicBezTo>
                <a:cubicBezTo>
                  <a:pt x="1094573" y="1811912"/>
                  <a:pt x="1106068" y="1800419"/>
                  <a:pt x="1120233" y="1800419"/>
                </a:cubicBezTo>
                <a:close/>
                <a:moveTo>
                  <a:pt x="927616" y="1800419"/>
                </a:moveTo>
                <a:cubicBezTo>
                  <a:pt x="941781" y="1800419"/>
                  <a:pt x="953275" y="1811912"/>
                  <a:pt x="953275" y="1826077"/>
                </a:cubicBezTo>
                <a:cubicBezTo>
                  <a:pt x="953275" y="1840242"/>
                  <a:pt x="941781" y="1851737"/>
                  <a:pt x="927616" y="1851737"/>
                </a:cubicBezTo>
                <a:cubicBezTo>
                  <a:pt x="913452" y="1851737"/>
                  <a:pt x="901957" y="1840242"/>
                  <a:pt x="901957" y="1826077"/>
                </a:cubicBezTo>
                <a:cubicBezTo>
                  <a:pt x="901957" y="1811912"/>
                  <a:pt x="913452" y="1800419"/>
                  <a:pt x="927616" y="1800419"/>
                </a:cubicBezTo>
                <a:close/>
                <a:moveTo>
                  <a:pt x="863411" y="1800419"/>
                </a:moveTo>
                <a:cubicBezTo>
                  <a:pt x="877576" y="1800419"/>
                  <a:pt x="889071" y="1811912"/>
                  <a:pt x="889071" y="1826077"/>
                </a:cubicBezTo>
                <a:cubicBezTo>
                  <a:pt x="889071" y="1840242"/>
                  <a:pt x="877576" y="1851737"/>
                  <a:pt x="863411" y="1851737"/>
                </a:cubicBezTo>
                <a:cubicBezTo>
                  <a:pt x="849248" y="1851737"/>
                  <a:pt x="837752" y="1840242"/>
                  <a:pt x="837752" y="1826077"/>
                </a:cubicBezTo>
                <a:cubicBezTo>
                  <a:pt x="837752" y="1811912"/>
                  <a:pt x="849248" y="1800419"/>
                  <a:pt x="863411" y="1800419"/>
                </a:cubicBezTo>
                <a:close/>
                <a:moveTo>
                  <a:pt x="799089" y="1800419"/>
                </a:moveTo>
                <a:cubicBezTo>
                  <a:pt x="813255" y="1800419"/>
                  <a:pt x="824748" y="1811912"/>
                  <a:pt x="824748" y="1826077"/>
                </a:cubicBezTo>
                <a:cubicBezTo>
                  <a:pt x="824748" y="1840242"/>
                  <a:pt x="813255" y="1851737"/>
                  <a:pt x="799089" y="1851737"/>
                </a:cubicBezTo>
                <a:cubicBezTo>
                  <a:pt x="784925" y="1851737"/>
                  <a:pt x="773432" y="1840242"/>
                  <a:pt x="773432" y="1826077"/>
                </a:cubicBezTo>
                <a:cubicBezTo>
                  <a:pt x="773432" y="1811912"/>
                  <a:pt x="784925" y="1800419"/>
                  <a:pt x="799089" y="1800419"/>
                </a:cubicBezTo>
                <a:close/>
                <a:moveTo>
                  <a:pt x="734885" y="1800419"/>
                </a:moveTo>
                <a:cubicBezTo>
                  <a:pt x="749049" y="1800419"/>
                  <a:pt x="760544" y="1811912"/>
                  <a:pt x="760544" y="1826077"/>
                </a:cubicBezTo>
                <a:cubicBezTo>
                  <a:pt x="760544" y="1840242"/>
                  <a:pt x="749049" y="1851737"/>
                  <a:pt x="734885" y="1851737"/>
                </a:cubicBezTo>
                <a:cubicBezTo>
                  <a:pt x="720720" y="1851737"/>
                  <a:pt x="709225" y="1840242"/>
                  <a:pt x="709225" y="1826077"/>
                </a:cubicBezTo>
                <a:cubicBezTo>
                  <a:pt x="709225" y="1811912"/>
                  <a:pt x="720720" y="1800419"/>
                  <a:pt x="734885" y="1800419"/>
                </a:cubicBezTo>
                <a:close/>
                <a:moveTo>
                  <a:pt x="606475" y="1800419"/>
                </a:moveTo>
                <a:cubicBezTo>
                  <a:pt x="620639" y="1800419"/>
                  <a:pt x="632134" y="1811912"/>
                  <a:pt x="632134" y="1826077"/>
                </a:cubicBezTo>
                <a:cubicBezTo>
                  <a:pt x="632134" y="1840242"/>
                  <a:pt x="620639" y="1851737"/>
                  <a:pt x="606475" y="1851737"/>
                </a:cubicBezTo>
                <a:cubicBezTo>
                  <a:pt x="592310" y="1851737"/>
                  <a:pt x="580815" y="1840242"/>
                  <a:pt x="580815" y="1826077"/>
                </a:cubicBezTo>
                <a:cubicBezTo>
                  <a:pt x="580815" y="1811912"/>
                  <a:pt x="592310" y="1800419"/>
                  <a:pt x="606475" y="1800419"/>
                </a:cubicBezTo>
                <a:close/>
                <a:moveTo>
                  <a:pt x="542268" y="1800419"/>
                </a:moveTo>
                <a:cubicBezTo>
                  <a:pt x="556433" y="1800419"/>
                  <a:pt x="567927" y="1811912"/>
                  <a:pt x="567927" y="1826077"/>
                </a:cubicBezTo>
                <a:cubicBezTo>
                  <a:pt x="567927" y="1840242"/>
                  <a:pt x="556433" y="1851737"/>
                  <a:pt x="542268" y="1851737"/>
                </a:cubicBezTo>
                <a:cubicBezTo>
                  <a:pt x="528104" y="1851737"/>
                  <a:pt x="516610" y="1840242"/>
                  <a:pt x="516610" y="1826077"/>
                </a:cubicBezTo>
                <a:cubicBezTo>
                  <a:pt x="516610" y="1811912"/>
                  <a:pt x="528104" y="1800419"/>
                  <a:pt x="542268" y="1800419"/>
                </a:cubicBezTo>
                <a:close/>
                <a:moveTo>
                  <a:pt x="478063" y="1800419"/>
                </a:moveTo>
                <a:cubicBezTo>
                  <a:pt x="492228" y="1800419"/>
                  <a:pt x="503724" y="1811912"/>
                  <a:pt x="503724" y="1826077"/>
                </a:cubicBezTo>
                <a:cubicBezTo>
                  <a:pt x="503724" y="1840242"/>
                  <a:pt x="492228" y="1851737"/>
                  <a:pt x="478063" y="1851737"/>
                </a:cubicBezTo>
                <a:cubicBezTo>
                  <a:pt x="463900" y="1851737"/>
                  <a:pt x="452404" y="1840242"/>
                  <a:pt x="452404" y="1826077"/>
                </a:cubicBezTo>
                <a:cubicBezTo>
                  <a:pt x="452404" y="1811912"/>
                  <a:pt x="463900" y="1800419"/>
                  <a:pt x="478063" y="1800419"/>
                </a:cubicBezTo>
                <a:close/>
                <a:moveTo>
                  <a:pt x="413858" y="1800419"/>
                </a:moveTo>
                <a:cubicBezTo>
                  <a:pt x="428023" y="1800419"/>
                  <a:pt x="439517" y="1811912"/>
                  <a:pt x="439517" y="1826077"/>
                </a:cubicBezTo>
                <a:cubicBezTo>
                  <a:pt x="439517" y="1840242"/>
                  <a:pt x="428023" y="1851737"/>
                  <a:pt x="413858" y="1851737"/>
                </a:cubicBezTo>
                <a:cubicBezTo>
                  <a:pt x="399694" y="1851737"/>
                  <a:pt x="388200" y="1840242"/>
                  <a:pt x="388200" y="1826077"/>
                </a:cubicBezTo>
                <a:cubicBezTo>
                  <a:pt x="388200" y="1811912"/>
                  <a:pt x="399694" y="1800419"/>
                  <a:pt x="413858" y="1800419"/>
                </a:cubicBezTo>
                <a:close/>
                <a:moveTo>
                  <a:pt x="346686" y="1800419"/>
                </a:moveTo>
                <a:cubicBezTo>
                  <a:pt x="360849" y="1800419"/>
                  <a:pt x="372344" y="1811912"/>
                  <a:pt x="372344" y="1826077"/>
                </a:cubicBezTo>
                <a:cubicBezTo>
                  <a:pt x="372344" y="1840242"/>
                  <a:pt x="360849" y="1851737"/>
                  <a:pt x="346686" y="1851737"/>
                </a:cubicBezTo>
                <a:cubicBezTo>
                  <a:pt x="332520" y="1851737"/>
                  <a:pt x="321027" y="1840242"/>
                  <a:pt x="321027" y="1826077"/>
                </a:cubicBezTo>
                <a:cubicBezTo>
                  <a:pt x="321027" y="1811912"/>
                  <a:pt x="332520" y="1800419"/>
                  <a:pt x="346686" y="1800419"/>
                </a:cubicBezTo>
                <a:close/>
                <a:moveTo>
                  <a:pt x="282480" y="1800419"/>
                </a:moveTo>
                <a:cubicBezTo>
                  <a:pt x="296644" y="1800419"/>
                  <a:pt x="308138" y="1811912"/>
                  <a:pt x="308138" y="1826077"/>
                </a:cubicBezTo>
                <a:cubicBezTo>
                  <a:pt x="308138" y="1840242"/>
                  <a:pt x="296644" y="1851737"/>
                  <a:pt x="282480" y="1851737"/>
                </a:cubicBezTo>
                <a:cubicBezTo>
                  <a:pt x="268314" y="1851737"/>
                  <a:pt x="256820" y="1840242"/>
                  <a:pt x="256820" y="1826077"/>
                </a:cubicBezTo>
                <a:cubicBezTo>
                  <a:pt x="256820" y="1811912"/>
                  <a:pt x="268314" y="1800419"/>
                  <a:pt x="282480" y="1800419"/>
                </a:cubicBezTo>
                <a:close/>
                <a:moveTo>
                  <a:pt x="218274" y="1800419"/>
                </a:moveTo>
                <a:cubicBezTo>
                  <a:pt x="232438" y="1800419"/>
                  <a:pt x="243932" y="1811912"/>
                  <a:pt x="243932" y="1826077"/>
                </a:cubicBezTo>
                <a:cubicBezTo>
                  <a:pt x="243932" y="1840242"/>
                  <a:pt x="232438" y="1851737"/>
                  <a:pt x="218274" y="1851737"/>
                </a:cubicBezTo>
                <a:cubicBezTo>
                  <a:pt x="204109" y="1851737"/>
                  <a:pt x="192615" y="1840242"/>
                  <a:pt x="192615" y="1826077"/>
                </a:cubicBezTo>
                <a:cubicBezTo>
                  <a:pt x="192615" y="1811912"/>
                  <a:pt x="204109" y="1800419"/>
                  <a:pt x="218274" y="1800419"/>
                </a:cubicBezTo>
                <a:close/>
                <a:moveTo>
                  <a:pt x="154069" y="1800419"/>
                </a:moveTo>
                <a:cubicBezTo>
                  <a:pt x="168233" y="1800419"/>
                  <a:pt x="179727" y="1811912"/>
                  <a:pt x="179727" y="1826077"/>
                </a:cubicBezTo>
                <a:cubicBezTo>
                  <a:pt x="179727" y="1840242"/>
                  <a:pt x="168233" y="1851737"/>
                  <a:pt x="154069" y="1851737"/>
                </a:cubicBezTo>
                <a:cubicBezTo>
                  <a:pt x="139904" y="1851737"/>
                  <a:pt x="128410" y="1840242"/>
                  <a:pt x="128410" y="1826077"/>
                </a:cubicBezTo>
                <a:cubicBezTo>
                  <a:pt x="128410" y="1811912"/>
                  <a:pt x="139904" y="1800419"/>
                  <a:pt x="154069" y="1800419"/>
                </a:cubicBezTo>
                <a:close/>
                <a:moveTo>
                  <a:pt x="12099103" y="1800418"/>
                </a:moveTo>
                <a:cubicBezTo>
                  <a:pt x="12113273" y="1800418"/>
                  <a:pt x="12124761" y="1811906"/>
                  <a:pt x="12124761" y="1826077"/>
                </a:cubicBezTo>
                <a:cubicBezTo>
                  <a:pt x="12124761" y="1840248"/>
                  <a:pt x="12113273" y="1851736"/>
                  <a:pt x="12099103" y="1851736"/>
                </a:cubicBezTo>
                <a:cubicBezTo>
                  <a:pt x="12084931" y="1851736"/>
                  <a:pt x="12073441" y="1840248"/>
                  <a:pt x="12073441" y="1826077"/>
                </a:cubicBezTo>
                <a:cubicBezTo>
                  <a:pt x="12073441" y="1811906"/>
                  <a:pt x="12084931" y="1800418"/>
                  <a:pt x="12099103" y="1800418"/>
                </a:cubicBezTo>
                <a:close/>
                <a:moveTo>
                  <a:pt x="11518287" y="1800418"/>
                </a:moveTo>
                <a:cubicBezTo>
                  <a:pt x="11532457" y="1800418"/>
                  <a:pt x="11543945" y="1811906"/>
                  <a:pt x="11543945" y="1826077"/>
                </a:cubicBezTo>
                <a:cubicBezTo>
                  <a:pt x="11543945" y="1840248"/>
                  <a:pt x="11532457" y="1851736"/>
                  <a:pt x="11518287" y="1851736"/>
                </a:cubicBezTo>
                <a:cubicBezTo>
                  <a:pt x="11504115" y="1851736"/>
                  <a:pt x="11492627" y="1840248"/>
                  <a:pt x="11492627" y="1826077"/>
                </a:cubicBezTo>
                <a:cubicBezTo>
                  <a:pt x="11492627" y="1811906"/>
                  <a:pt x="11504115" y="1800418"/>
                  <a:pt x="11518287" y="1800418"/>
                </a:cubicBezTo>
                <a:close/>
                <a:moveTo>
                  <a:pt x="11454081" y="1800418"/>
                </a:moveTo>
                <a:cubicBezTo>
                  <a:pt x="11468253" y="1800418"/>
                  <a:pt x="11479739" y="1811906"/>
                  <a:pt x="11479739" y="1826077"/>
                </a:cubicBezTo>
                <a:cubicBezTo>
                  <a:pt x="11479739" y="1840248"/>
                  <a:pt x="11468253" y="1851736"/>
                  <a:pt x="11454081" y="1851736"/>
                </a:cubicBezTo>
                <a:cubicBezTo>
                  <a:pt x="11439909" y="1851736"/>
                  <a:pt x="11428421" y="1840248"/>
                  <a:pt x="11428421" y="1826077"/>
                </a:cubicBezTo>
                <a:cubicBezTo>
                  <a:pt x="11428421" y="1811906"/>
                  <a:pt x="11439909" y="1800418"/>
                  <a:pt x="11454081" y="1800418"/>
                </a:cubicBezTo>
                <a:close/>
                <a:moveTo>
                  <a:pt x="11133055" y="1800418"/>
                </a:moveTo>
                <a:cubicBezTo>
                  <a:pt x="11147225" y="1800418"/>
                  <a:pt x="11158713" y="1811906"/>
                  <a:pt x="11158713" y="1826077"/>
                </a:cubicBezTo>
                <a:cubicBezTo>
                  <a:pt x="11158713" y="1840248"/>
                  <a:pt x="11147225" y="1851736"/>
                  <a:pt x="11133055" y="1851736"/>
                </a:cubicBezTo>
                <a:cubicBezTo>
                  <a:pt x="11118884" y="1851736"/>
                  <a:pt x="11107396" y="1840248"/>
                  <a:pt x="11107396" y="1826077"/>
                </a:cubicBezTo>
                <a:cubicBezTo>
                  <a:pt x="11107396" y="1811906"/>
                  <a:pt x="11118884" y="1800418"/>
                  <a:pt x="11133055" y="1800418"/>
                </a:cubicBezTo>
                <a:close/>
                <a:moveTo>
                  <a:pt x="11068848" y="1800418"/>
                </a:moveTo>
                <a:cubicBezTo>
                  <a:pt x="11083021" y="1800418"/>
                  <a:pt x="11094509" y="1811906"/>
                  <a:pt x="11094509" y="1826077"/>
                </a:cubicBezTo>
                <a:cubicBezTo>
                  <a:pt x="11094509" y="1840248"/>
                  <a:pt x="11083021" y="1851736"/>
                  <a:pt x="11068848" y="1851736"/>
                </a:cubicBezTo>
                <a:cubicBezTo>
                  <a:pt x="11054677" y="1851736"/>
                  <a:pt x="11043189" y="1840248"/>
                  <a:pt x="11043189" y="1826077"/>
                </a:cubicBezTo>
                <a:cubicBezTo>
                  <a:pt x="11043189" y="1811906"/>
                  <a:pt x="11054677" y="1800418"/>
                  <a:pt x="11068848" y="1800418"/>
                </a:cubicBezTo>
                <a:close/>
                <a:moveTo>
                  <a:pt x="10747708" y="1800418"/>
                </a:moveTo>
                <a:cubicBezTo>
                  <a:pt x="10761878" y="1800418"/>
                  <a:pt x="10773366" y="1811906"/>
                  <a:pt x="10773366" y="1826077"/>
                </a:cubicBezTo>
                <a:cubicBezTo>
                  <a:pt x="10773366" y="1840248"/>
                  <a:pt x="10761878" y="1851736"/>
                  <a:pt x="10747708" y="1851736"/>
                </a:cubicBezTo>
                <a:cubicBezTo>
                  <a:pt x="10733535" y="1851736"/>
                  <a:pt x="10722047" y="1840248"/>
                  <a:pt x="10722047" y="1826077"/>
                </a:cubicBezTo>
                <a:cubicBezTo>
                  <a:pt x="10722047" y="1811906"/>
                  <a:pt x="10733535" y="1800418"/>
                  <a:pt x="10747708" y="1800418"/>
                </a:cubicBezTo>
                <a:close/>
                <a:moveTo>
                  <a:pt x="10426681" y="1800418"/>
                </a:moveTo>
                <a:cubicBezTo>
                  <a:pt x="10440851" y="1800418"/>
                  <a:pt x="10452339" y="1811906"/>
                  <a:pt x="10452339" y="1826077"/>
                </a:cubicBezTo>
                <a:cubicBezTo>
                  <a:pt x="10452339" y="1840248"/>
                  <a:pt x="10440851" y="1851736"/>
                  <a:pt x="10426681" y="1851736"/>
                </a:cubicBezTo>
                <a:cubicBezTo>
                  <a:pt x="10412508" y="1851736"/>
                  <a:pt x="10401023" y="1840248"/>
                  <a:pt x="10401023" y="1826077"/>
                </a:cubicBezTo>
                <a:cubicBezTo>
                  <a:pt x="10401023" y="1811906"/>
                  <a:pt x="10412508" y="1800418"/>
                  <a:pt x="10426681" y="1800418"/>
                </a:cubicBezTo>
                <a:close/>
                <a:moveTo>
                  <a:pt x="10362474" y="1800418"/>
                </a:moveTo>
                <a:cubicBezTo>
                  <a:pt x="10376647" y="1800418"/>
                  <a:pt x="10388135" y="1811906"/>
                  <a:pt x="10388135" y="1826077"/>
                </a:cubicBezTo>
                <a:cubicBezTo>
                  <a:pt x="10388135" y="1840248"/>
                  <a:pt x="10376647" y="1851736"/>
                  <a:pt x="10362474" y="1851736"/>
                </a:cubicBezTo>
                <a:cubicBezTo>
                  <a:pt x="10348304" y="1851736"/>
                  <a:pt x="10336816" y="1840248"/>
                  <a:pt x="10336816" y="1826077"/>
                </a:cubicBezTo>
                <a:cubicBezTo>
                  <a:pt x="10336816" y="1811906"/>
                  <a:pt x="10348304" y="1800418"/>
                  <a:pt x="10362474" y="1800418"/>
                </a:cubicBezTo>
                <a:close/>
                <a:moveTo>
                  <a:pt x="10041450" y="1800418"/>
                </a:moveTo>
                <a:cubicBezTo>
                  <a:pt x="10055620" y="1800418"/>
                  <a:pt x="10067108" y="1811906"/>
                  <a:pt x="10067108" y="1826077"/>
                </a:cubicBezTo>
                <a:cubicBezTo>
                  <a:pt x="10067108" y="1840248"/>
                  <a:pt x="10055620" y="1851736"/>
                  <a:pt x="10041450" y="1851736"/>
                </a:cubicBezTo>
                <a:cubicBezTo>
                  <a:pt x="10027279" y="1851736"/>
                  <a:pt x="10015789" y="1840248"/>
                  <a:pt x="10015789" y="1826077"/>
                </a:cubicBezTo>
                <a:cubicBezTo>
                  <a:pt x="10015789" y="1811906"/>
                  <a:pt x="10027279" y="1800418"/>
                  <a:pt x="10041450" y="1800418"/>
                </a:cubicBezTo>
                <a:close/>
                <a:moveTo>
                  <a:pt x="9977242" y="1800418"/>
                </a:moveTo>
                <a:cubicBezTo>
                  <a:pt x="9991416" y="1800418"/>
                  <a:pt x="10002903" y="1811906"/>
                  <a:pt x="10002903" y="1826077"/>
                </a:cubicBezTo>
                <a:cubicBezTo>
                  <a:pt x="10002903" y="1840248"/>
                  <a:pt x="9991416" y="1851736"/>
                  <a:pt x="9977242" y="1851736"/>
                </a:cubicBezTo>
                <a:cubicBezTo>
                  <a:pt x="9963072" y="1851736"/>
                  <a:pt x="9951584" y="1840248"/>
                  <a:pt x="9951584" y="1826077"/>
                </a:cubicBezTo>
                <a:cubicBezTo>
                  <a:pt x="9951584" y="1811906"/>
                  <a:pt x="9963072" y="1800418"/>
                  <a:pt x="9977242" y="1800418"/>
                </a:cubicBezTo>
                <a:close/>
                <a:moveTo>
                  <a:pt x="9656100" y="1800418"/>
                </a:moveTo>
                <a:cubicBezTo>
                  <a:pt x="9670271" y="1800418"/>
                  <a:pt x="9681758" y="1811906"/>
                  <a:pt x="9681758" y="1826077"/>
                </a:cubicBezTo>
                <a:cubicBezTo>
                  <a:pt x="9681758" y="1840248"/>
                  <a:pt x="9670271" y="1851736"/>
                  <a:pt x="9656100" y="1851736"/>
                </a:cubicBezTo>
                <a:cubicBezTo>
                  <a:pt x="9641930" y="1851736"/>
                  <a:pt x="9630442" y="1840248"/>
                  <a:pt x="9630442" y="1826077"/>
                </a:cubicBezTo>
                <a:cubicBezTo>
                  <a:pt x="9630442" y="1811906"/>
                  <a:pt x="9641930" y="1800418"/>
                  <a:pt x="9656100" y="1800418"/>
                </a:cubicBezTo>
                <a:close/>
                <a:moveTo>
                  <a:pt x="9335073" y="1800418"/>
                </a:moveTo>
                <a:cubicBezTo>
                  <a:pt x="9349246" y="1800418"/>
                  <a:pt x="9360734" y="1811906"/>
                  <a:pt x="9360734" y="1826077"/>
                </a:cubicBezTo>
                <a:cubicBezTo>
                  <a:pt x="9360734" y="1840248"/>
                  <a:pt x="9349246" y="1851736"/>
                  <a:pt x="9335073" y="1851736"/>
                </a:cubicBezTo>
                <a:cubicBezTo>
                  <a:pt x="9320903" y="1851736"/>
                  <a:pt x="9309415" y="1840248"/>
                  <a:pt x="9309415" y="1826077"/>
                </a:cubicBezTo>
                <a:cubicBezTo>
                  <a:pt x="9309415" y="1811906"/>
                  <a:pt x="9320903" y="1800418"/>
                  <a:pt x="9335073" y="1800418"/>
                </a:cubicBezTo>
                <a:close/>
                <a:moveTo>
                  <a:pt x="9270869" y="1800418"/>
                </a:moveTo>
                <a:cubicBezTo>
                  <a:pt x="9285039" y="1800418"/>
                  <a:pt x="9296527" y="1811906"/>
                  <a:pt x="9296527" y="1826077"/>
                </a:cubicBezTo>
                <a:cubicBezTo>
                  <a:pt x="9296527" y="1840248"/>
                  <a:pt x="9285039" y="1851736"/>
                  <a:pt x="9270869" y="1851736"/>
                </a:cubicBezTo>
                <a:cubicBezTo>
                  <a:pt x="9256698" y="1851736"/>
                  <a:pt x="9245211" y="1840248"/>
                  <a:pt x="9245211" y="1826077"/>
                </a:cubicBezTo>
                <a:cubicBezTo>
                  <a:pt x="9245211" y="1811906"/>
                  <a:pt x="9256698" y="1800418"/>
                  <a:pt x="9270869" y="1800418"/>
                </a:cubicBezTo>
                <a:close/>
                <a:moveTo>
                  <a:pt x="8949842" y="1800418"/>
                </a:moveTo>
                <a:cubicBezTo>
                  <a:pt x="8964015" y="1800418"/>
                  <a:pt x="8975503" y="1811906"/>
                  <a:pt x="8975503" y="1826077"/>
                </a:cubicBezTo>
                <a:cubicBezTo>
                  <a:pt x="8975503" y="1840248"/>
                  <a:pt x="8964015" y="1851736"/>
                  <a:pt x="8949842" y="1851736"/>
                </a:cubicBezTo>
                <a:cubicBezTo>
                  <a:pt x="8935671" y="1851736"/>
                  <a:pt x="8924183" y="1840248"/>
                  <a:pt x="8924183" y="1826077"/>
                </a:cubicBezTo>
                <a:cubicBezTo>
                  <a:pt x="8924183" y="1811906"/>
                  <a:pt x="8935671" y="1800418"/>
                  <a:pt x="8949842" y="1800418"/>
                </a:cubicBezTo>
                <a:close/>
                <a:moveTo>
                  <a:pt x="8885637" y="1800418"/>
                </a:moveTo>
                <a:cubicBezTo>
                  <a:pt x="8899808" y="1800418"/>
                  <a:pt x="8911296" y="1811906"/>
                  <a:pt x="8911296" y="1826077"/>
                </a:cubicBezTo>
                <a:cubicBezTo>
                  <a:pt x="8911296" y="1840248"/>
                  <a:pt x="8899808" y="1851736"/>
                  <a:pt x="8885637" y="1851736"/>
                </a:cubicBezTo>
                <a:cubicBezTo>
                  <a:pt x="8871467" y="1851736"/>
                  <a:pt x="8859979" y="1840248"/>
                  <a:pt x="8859979" y="1826077"/>
                </a:cubicBezTo>
                <a:cubicBezTo>
                  <a:pt x="8859979" y="1811906"/>
                  <a:pt x="8871467" y="1800418"/>
                  <a:pt x="8885637" y="1800418"/>
                </a:cubicBezTo>
                <a:close/>
                <a:moveTo>
                  <a:pt x="8564495" y="1800418"/>
                </a:moveTo>
                <a:cubicBezTo>
                  <a:pt x="8578665" y="1800418"/>
                  <a:pt x="8590153" y="1811906"/>
                  <a:pt x="8590153" y="1826077"/>
                </a:cubicBezTo>
                <a:cubicBezTo>
                  <a:pt x="8590153" y="1840248"/>
                  <a:pt x="8578665" y="1851736"/>
                  <a:pt x="8564495" y="1851736"/>
                </a:cubicBezTo>
                <a:cubicBezTo>
                  <a:pt x="8550325" y="1851736"/>
                  <a:pt x="8538837" y="1840248"/>
                  <a:pt x="8538837" y="1826077"/>
                </a:cubicBezTo>
                <a:cubicBezTo>
                  <a:pt x="8538837" y="1811906"/>
                  <a:pt x="8550325" y="1800418"/>
                  <a:pt x="8564495" y="1800418"/>
                </a:cubicBezTo>
                <a:close/>
                <a:moveTo>
                  <a:pt x="8243468" y="1800418"/>
                </a:moveTo>
                <a:cubicBezTo>
                  <a:pt x="8257638" y="1800418"/>
                  <a:pt x="8269126" y="1811906"/>
                  <a:pt x="8269126" y="1826077"/>
                </a:cubicBezTo>
                <a:cubicBezTo>
                  <a:pt x="8269126" y="1840248"/>
                  <a:pt x="8257638" y="1851736"/>
                  <a:pt x="8243468" y="1851736"/>
                </a:cubicBezTo>
                <a:cubicBezTo>
                  <a:pt x="8229298" y="1851736"/>
                  <a:pt x="8217810" y="1840248"/>
                  <a:pt x="8217810" y="1826077"/>
                </a:cubicBezTo>
                <a:cubicBezTo>
                  <a:pt x="8217810" y="1811906"/>
                  <a:pt x="8229298" y="1800418"/>
                  <a:pt x="8243468" y="1800418"/>
                </a:cubicBezTo>
                <a:close/>
                <a:moveTo>
                  <a:pt x="8179264" y="1800418"/>
                </a:moveTo>
                <a:cubicBezTo>
                  <a:pt x="8193434" y="1800418"/>
                  <a:pt x="8204922" y="1811906"/>
                  <a:pt x="8204922" y="1826077"/>
                </a:cubicBezTo>
                <a:cubicBezTo>
                  <a:pt x="8204922" y="1840248"/>
                  <a:pt x="8193434" y="1851736"/>
                  <a:pt x="8179264" y="1851736"/>
                </a:cubicBezTo>
                <a:cubicBezTo>
                  <a:pt x="8165091" y="1851736"/>
                  <a:pt x="8153603" y="1840248"/>
                  <a:pt x="8153603" y="1826077"/>
                </a:cubicBezTo>
                <a:cubicBezTo>
                  <a:pt x="8153603" y="1811906"/>
                  <a:pt x="8165091" y="1800418"/>
                  <a:pt x="8179264" y="1800418"/>
                </a:cubicBezTo>
                <a:close/>
                <a:moveTo>
                  <a:pt x="7858237" y="1800418"/>
                </a:moveTo>
                <a:cubicBezTo>
                  <a:pt x="7872407" y="1800418"/>
                  <a:pt x="7883895" y="1811906"/>
                  <a:pt x="7883895" y="1826077"/>
                </a:cubicBezTo>
                <a:cubicBezTo>
                  <a:pt x="7883895" y="1840248"/>
                  <a:pt x="7872407" y="1851736"/>
                  <a:pt x="7858237" y="1851736"/>
                </a:cubicBezTo>
                <a:cubicBezTo>
                  <a:pt x="7844066" y="1851736"/>
                  <a:pt x="7832578" y="1840248"/>
                  <a:pt x="7832578" y="1826077"/>
                </a:cubicBezTo>
                <a:cubicBezTo>
                  <a:pt x="7832578" y="1811906"/>
                  <a:pt x="7844066" y="1800418"/>
                  <a:pt x="7858237" y="1800418"/>
                </a:cubicBezTo>
                <a:close/>
                <a:moveTo>
                  <a:pt x="7794032" y="1800418"/>
                </a:moveTo>
                <a:cubicBezTo>
                  <a:pt x="7808203" y="1800418"/>
                  <a:pt x="7819690" y="1811906"/>
                  <a:pt x="7819690" y="1826077"/>
                </a:cubicBezTo>
                <a:cubicBezTo>
                  <a:pt x="7819690" y="1840248"/>
                  <a:pt x="7808203" y="1851736"/>
                  <a:pt x="7794032" y="1851736"/>
                </a:cubicBezTo>
                <a:cubicBezTo>
                  <a:pt x="7779862" y="1851736"/>
                  <a:pt x="7768371" y="1840248"/>
                  <a:pt x="7768371" y="1826077"/>
                </a:cubicBezTo>
                <a:cubicBezTo>
                  <a:pt x="7768371" y="1811906"/>
                  <a:pt x="7779862" y="1800418"/>
                  <a:pt x="7794032" y="1800418"/>
                </a:cubicBezTo>
                <a:close/>
                <a:moveTo>
                  <a:pt x="7472890" y="1800418"/>
                </a:moveTo>
                <a:cubicBezTo>
                  <a:pt x="7487060" y="1800418"/>
                  <a:pt x="7498548" y="1811906"/>
                  <a:pt x="7498548" y="1826077"/>
                </a:cubicBezTo>
                <a:cubicBezTo>
                  <a:pt x="7498548" y="1840248"/>
                  <a:pt x="7487060" y="1851736"/>
                  <a:pt x="7472890" y="1851736"/>
                </a:cubicBezTo>
                <a:cubicBezTo>
                  <a:pt x="7458717" y="1851736"/>
                  <a:pt x="7447229" y="1840248"/>
                  <a:pt x="7447229" y="1826077"/>
                </a:cubicBezTo>
                <a:cubicBezTo>
                  <a:pt x="7447229" y="1811906"/>
                  <a:pt x="7458717" y="1800418"/>
                  <a:pt x="7472890" y="1800418"/>
                </a:cubicBezTo>
                <a:close/>
                <a:moveTo>
                  <a:pt x="7151863" y="1800418"/>
                </a:moveTo>
                <a:cubicBezTo>
                  <a:pt x="7166033" y="1800418"/>
                  <a:pt x="7177521" y="1811906"/>
                  <a:pt x="7177521" y="1826077"/>
                </a:cubicBezTo>
                <a:cubicBezTo>
                  <a:pt x="7177521" y="1840248"/>
                  <a:pt x="7166033" y="1851736"/>
                  <a:pt x="7151863" y="1851736"/>
                </a:cubicBezTo>
                <a:cubicBezTo>
                  <a:pt x="7137692" y="1851736"/>
                  <a:pt x="7126205" y="1840248"/>
                  <a:pt x="7126205" y="1826077"/>
                </a:cubicBezTo>
                <a:cubicBezTo>
                  <a:pt x="7126205" y="1811906"/>
                  <a:pt x="7137692" y="1800418"/>
                  <a:pt x="7151863" y="1800418"/>
                </a:cubicBezTo>
                <a:close/>
                <a:moveTo>
                  <a:pt x="7087658" y="1800418"/>
                </a:moveTo>
                <a:cubicBezTo>
                  <a:pt x="7101829" y="1800418"/>
                  <a:pt x="7113317" y="1811906"/>
                  <a:pt x="7113317" y="1826077"/>
                </a:cubicBezTo>
                <a:cubicBezTo>
                  <a:pt x="7113317" y="1840248"/>
                  <a:pt x="7101829" y="1851736"/>
                  <a:pt x="7087658" y="1851736"/>
                </a:cubicBezTo>
                <a:cubicBezTo>
                  <a:pt x="7073485" y="1851736"/>
                  <a:pt x="7061998" y="1840248"/>
                  <a:pt x="7061998" y="1826077"/>
                </a:cubicBezTo>
                <a:cubicBezTo>
                  <a:pt x="7061998" y="1811906"/>
                  <a:pt x="7073485" y="1800418"/>
                  <a:pt x="7087658" y="1800418"/>
                </a:cubicBezTo>
                <a:close/>
                <a:moveTo>
                  <a:pt x="6766631" y="1800418"/>
                </a:moveTo>
                <a:cubicBezTo>
                  <a:pt x="6780802" y="1800418"/>
                  <a:pt x="6792290" y="1811906"/>
                  <a:pt x="6792290" y="1826077"/>
                </a:cubicBezTo>
                <a:cubicBezTo>
                  <a:pt x="6792290" y="1840248"/>
                  <a:pt x="6780802" y="1851736"/>
                  <a:pt x="6766631" y="1851736"/>
                </a:cubicBezTo>
                <a:cubicBezTo>
                  <a:pt x="6752461" y="1851736"/>
                  <a:pt x="6740973" y="1840248"/>
                  <a:pt x="6740973" y="1826077"/>
                </a:cubicBezTo>
                <a:cubicBezTo>
                  <a:pt x="6740973" y="1811906"/>
                  <a:pt x="6752461" y="1800418"/>
                  <a:pt x="6766631" y="1800418"/>
                </a:cubicBezTo>
                <a:close/>
                <a:moveTo>
                  <a:pt x="6702427" y="1800418"/>
                </a:moveTo>
                <a:cubicBezTo>
                  <a:pt x="6716597" y="1800418"/>
                  <a:pt x="6728085" y="1811906"/>
                  <a:pt x="6728085" y="1826077"/>
                </a:cubicBezTo>
                <a:cubicBezTo>
                  <a:pt x="6728085" y="1840248"/>
                  <a:pt x="6716597" y="1851736"/>
                  <a:pt x="6702427" y="1851736"/>
                </a:cubicBezTo>
                <a:cubicBezTo>
                  <a:pt x="6688254" y="1851736"/>
                  <a:pt x="6676766" y="1840248"/>
                  <a:pt x="6676766" y="1826077"/>
                </a:cubicBezTo>
                <a:cubicBezTo>
                  <a:pt x="6676766" y="1811906"/>
                  <a:pt x="6688254" y="1800418"/>
                  <a:pt x="6702427" y="1800418"/>
                </a:cubicBezTo>
                <a:close/>
                <a:moveTo>
                  <a:pt x="6381282" y="1800418"/>
                </a:moveTo>
                <a:cubicBezTo>
                  <a:pt x="6395455" y="1800418"/>
                  <a:pt x="6406943" y="1811906"/>
                  <a:pt x="6406943" y="1826077"/>
                </a:cubicBezTo>
                <a:cubicBezTo>
                  <a:pt x="6406943" y="1840248"/>
                  <a:pt x="6395455" y="1851736"/>
                  <a:pt x="6381282" y="1851736"/>
                </a:cubicBezTo>
                <a:cubicBezTo>
                  <a:pt x="6367112" y="1851736"/>
                  <a:pt x="6355624" y="1840248"/>
                  <a:pt x="6355624" y="1826077"/>
                </a:cubicBezTo>
                <a:cubicBezTo>
                  <a:pt x="6355624" y="1811906"/>
                  <a:pt x="6367112" y="1800418"/>
                  <a:pt x="6381282" y="1800418"/>
                </a:cubicBezTo>
                <a:close/>
                <a:moveTo>
                  <a:pt x="5807683" y="1800418"/>
                </a:moveTo>
                <a:cubicBezTo>
                  <a:pt x="5821853" y="1800418"/>
                  <a:pt x="5833341" y="1811906"/>
                  <a:pt x="5833341" y="1826077"/>
                </a:cubicBezTo>
                <a:cubicBezTo>
                  <a:pt x="5833341" y="1840248"/>
                  <a:pt x="5821853" y="1851736"/>
                  <a:pt x="5807683" y="1851736"/>
                </a:cubicBezTo>
                <a:cubicBezTo>
                  <a:pt x="5793512" y="1851736"/>
                  <a:pt x="5782024" y="1840248"/>
                  <a:pt x="5782024" y="1826077"/>
                </a:cubicBezTo>
                <a:cubicBezTo>
                  <a:pt x="5782024" y="1811906"/>
                  <a:pt x="5793512" y="1800418"/>
                  <a:pt x="5807683" y="1800418"/>
                </a:cubicBezTo>
                <a:close/>
                <a:moveTo>
                  <a:pt x="5743477" y="1800418"/>
                </a:moveTo>
                <a:cubicBezTo>
                  <a:pt x="5757648" y="1800418"/>
                  <a:pt x="5769136" y="1811906"/>
                  <a:pt x="5769136" y="1826077"/>
                </a:cubicBezTo>
                <a:cubicBezTo>
                  <a:pt x="5769136" y="1840248"/>
                  <a:pt x="5757648" y="1851736"/>
                  <a:pt x="5743477" y="1851736"/>
                </a:cubicBezTo>
                <a:cubicBezTo>
                  <a:pt x="5729307" y="1851736"/>
                  <a:pt x="5717818" y="1840248"/>
                  <a:pt x="5717818" y="1826077"/>
                </a:cubicBezTo>
                <a:cubicBezTo>
                  <a:pt x="5717818" y="1811906"/>
                  <a:pt x="5729307" y="1800418"/>
                  <a:pt x="5743477" y="1800418"/>
                </a:cubicBezTo>
                <a:close/>
                <a:moveTo>
                  <a:pt x="5422451" y="1800418"/>
                </a:moveTo>
                <a:cubicBezTo>
                  <a:pt x="5436621" y="1800418"/>
                  <a:pt x="5448109" y="1811906"/>
                  <a:pt x="5448109" y="1826077"/>
                </a:cubicBezTo>
                <a:cubicBezTo>
                  <a:pt x="5448109" y="1840248"/>
                  <a:pt x="5436621" y="1851736"/>
                  <a:pt x="5422451" y="1851736"/>
                </a:cubicBezTo>
                <a:cubicBezTo>
                  <a:pt x="5408280" y="1851736"/>
                  <a:pt x="5396791" y="1840248"/>
                  <a:pt x="5396791" y="1826077"/>
                </a:cubicBezTo>
                <a:cubicBezTo>
                  <a:pt x="5396791" y="1811906"/>
                  <a:pt x="5408280" y="1800418"/>
                  <a:pt x="5422451" y="1800418"/>
                </a:cubicBezTo>
                <a:close/>
                <a:moveTo>
                  <a:pt x="5358245" y="1800418"/>
                </a:moveTo>
                <a:cubicBezTo>
                  <a:pt x="5372417" y="1800418"/>
                  <a:pt x="5383904" y="1811906"/>
                  <a:pt x="5383904" y="1826077"/>
                </a:cubicBezTo>
                <a:cubicBezTo>
                  <a:pt x="5383904" y="1840248"/>
                  <a:pt x="5372417" y="1851736"/>
                  <a:pt x="5358245" y="1851736"/>
                </a:cubicBezTo>
                <a:cubicBezTo>
                  <a:pt x="5344076" y="1851736"/>
                  <a:pt x="5332587" y="1840248"/>
                  <a:pt x="5332587" y="1826077"/>
                </a:cubicBezTo>
                <a:cubicBezTo>
                  <a:pt x="5332587" y="1811906"/>
                  <a:pt x="5344076" y="1800418"/>
                  <a:pt x="5358245" y="1800418"/>
                </a:cubicBezTo>
                <a:close/>
                <a:moveTo>
                  <a:pt x="5037104" y="1800418"/>
                </a:moveTo>
                <a:cubicBezTo>
                  <a:pt x="5051273" y="1800418"/>
                  <a:pt x="5062762" y="1811906"/>
                  <a:pt x="5062762" y="1826077"/>
                </a:cubicBezTo>
                <a:cubicBezTo>
                  <a:pt x="5062762" y="1840248"/>
                  <a:pt x="5051273" y="1851736"/>
                  <a:pt x="5037104" y="1851736"/>
                </a:cubicBezTo>
                <a:cubicBezTo>
                  <a:pt x="5022930" y="1851736"/>
                  <a:pt x="5011444" y="1840248"/>
                  <a:pt x="5011444" y="1826077"/>
                </a:cubicBezTo>
                <a:cubicBezTo>
                  <a:pt x="5011444" y="1811906"/>
                  <a:pt x="5022930" y="1800418"/>
                  <a:pt x="5037104" y="1800418"/>
                </a:cubicBezTo>
                <a:close/>
                <a:moveTo>
                  <a:pt x="4716077" y="1800418"/>
                </a:moveTo>
                <a:cubicBezTo>
                  <a:pt x="4730248" y="1800418"/>
                  <a:pt x="4741736" y="1811906"/>
                  <a:pt x="4741736" y="1826077"/>
                </a:cubicBezTo>
                <a:cubicBezTo>
                  <a:pt x="4741736" y="1840248"/>
                  <a:pt x="4730248" y="1851736"/>
                  <a:pt x="4716077" y="1851736"/>
                </a:cubicBezTo>
                <a:cubicBezTo>
                  <a:pt x="4701906" y="1851736"/>
                  <a:pt x="4690419" y="1840248"/>
                  <a:pt x="4690419" y="1826077"/>
                </a:cubicBezTo>
                <a:cubicBezTo>
                  <a:pt x="4690419" y="1811906"/>
                  <a:pt x="4701906" y="1800418"/>
                  <a:pt x="4716077" y="1800418"/>
                </a:cubicBezTo>
                <a:close/>
                <a:moveTo>
                  <a:pt x="4651872" y="1800418"/>
                </a:moveTo>
                <a:cubicBezTo>
                  <a:pt x="4666042" y="1800418"/>
                  <a:pt x="4677531" y="1811906"/>
                  <a:pt x="4677531" y="1826077"/>
                </a:cubicBezTo>
                <a:cubicBezTo>
                  <a:pt x="4677531" y="1840248"/>
                  <a:pt x="4666042" y="1851736"/>
                  <a:pt x="4651872" y="1851736"/>
                </a:cubicBezTo>
                <a:cubicBezTo>
                  <a:pt x="4637700" y="1851736"/>
                  <a:pt x="4626213" y="1840248"/>
                  <a:pt x="4626213" y="1826077"/>
                </a:cubicBezTo>
                <a:cubicBezTo>
                  <a:pt x="4626213" y="1811906"/>
                  <a:pt x="4637700" y="1800418"/>
                  <a:pt x="4651872" y="1800418"/>
                </a:cubicBezTo>
                <a:close/>
                <a:moveTo>
                  <a:pt x="4330845" y="1800418"/>
                </a:moveTo>
                <a:cubicBezTo>
                  <a:pt x="4345017" y="1800418"/>
                  <a:pt x="4356504" y="1811906"/>
                  <a:pt x="4356504" y="1826077"/>
                </a:cubicBezTo>
                <a:cubicBezTo>
                  <a:pt x="4356504" y="1840248"/>
                  <a:pt x="4345017" y="1851736"/>
                  <a:pt x="4330845" y="1851736"/>
                </a:cubicBezTo>
                <a:cubicBezTo>
                  <a:pt x="4316675" y="1851736"/>
                  <a:pt x="4305186" y="1840248"/>
                  <a:pt x="4305186" y="1826077"/>
                </a:cubicBezTo>
                <a:cubicBezTo>
                  <a:pt x="4305186" y="1811906"/>
                  <a:pt x="4316675" y="1800418"/>
                  <a:pt x="4330845" y="1800418"/>
                </a:cubicBezTo>
                <a:close/>
                <a:moveTo>
                  <a:pt x="4266640" y="1800418"/>
                </a:moveTo>
                <a:cubicBezTo>
                  <a:pt x="4280811" y="1800418"/>
                  <a:pt x="4292298" y="1811906"/>
                  <a:pt x="4292298" y="1826077"/>
                </a:cubicBezTo>
                <a:cubicBezTo>
                  <a:pt x="4292298" y="1840248"/>
                  <a:pt x="4280811" y="1851736"/>
                  <a:pt x="4266640" y="1851736"/>
                </a:cubicBezTo>
                <a:cubicBezTo>
                  <a:pt x="4252470" y="1851736"/>
                  <a:pt x="4240981" y="1840248"/>
                  <a:pt x="4240981" y="1826077"/>
                </a:cubicBezTo>
                <a:cubicBezTo>
                  <a:pt x="4240981" y="1811906"/>
                  <a:pt x="4252470" y="1800418"/>
                  <a:pt x="4266640" y="1800418"/>
                </a:cubicBezTo>
                <a:close/>
                <a:moveTo>
                  <a:pt x="3945497" y="1800418"/>
                </a:moveTo>
                <a:cubicBezTo>
                  <a:pt x="3959668" y="1800418"/>
                  <a:pt x="3971155" y="1811906"/>
                  <a:pt x="3971155" y="1826077"/>
                </a:cubicBezTo>
                <a:cubicBezTo>
                  <a:pt x="3971155" y="1840248"/>
                  <a:pt x="3959668" y="1851736"/>
                  <a:pt x="3945497" y="1851736"/>
                </a:cubicBezTo>
                <a:cubicBezTo>
                  <a:pt x="3931325" y="1851736"/>
                  <a:pt x="3919838" y="1840248"/>
                  <a:pt x="3919838" y="1826077"/>
                </a:cubicBezTo>
                <a:cubicBezTo>
                  <a:pt x="3919838" y="1811906"/>
                  <a:pt x="3931325" y="1800418"/>
                  <a:pt x="3945497" y="1800418"/>
                </a:cubicBezTo>
                <a:close/>
                <a:moveTo>
                  <a:pt x="3624472" y="1800418"/>
                </a:moveTo>
                <a:cubicBezTo>
                  <a:pt x="3638640" y="1800418"/>
                  <a:pt x="3650129" y="1811906"/>
                  <a:pt x="3650129" y="1826077"/>
                </a:cubicBezTo>
                <a:cubicBezTo>
                  <a:pt x="3650129" y="1840248"/>
                  <a:pt x="3638640" y="1851736"/>
                  <a:pt x="3624472" y="1851736"/>
                </a:cubicBezTo>
                <a:cubicBezTo>
                  <a:pt x="3610300" y="1851736"/>
                  <a:pt x="3598810" y="1840248"/>
                  <a:pt x="3598810" y="1826077"/>
                </a:cubicBezTo>
                <a:cubicBezTo>
                  <a:pt x="3598810" y="1811906"/>
                  <a:pt x="3610300" y="1800418"/>
                  <a:pt x="3624472" y="1800418"/>
                </a:cubicBezTo>
                <a:close/>
                <a:moveTo>
                  <a:pt x="3560264" y="1800418"/>
                </a:moveTo>
                <a:cubicBezTo>
                  <a:pt x="3574438" y="1800418"/>
                  <a:pt x="3585923" y="1811906"/>
                  <a:pt x="3585923" y="1826077"/>
                </a:cubicBezTo>
                <a:cubicBezTo>
                  <a:pt x="3585923" y="1840248"/>
                  <a:pt x="3574438" y="1851736"/>
                  <a:pt x="3560264" y="1851736"/>
                </a:cubicBezTo>
                <a:cubicBezTo>
                  <a:pt x="3546095" y="1851736"/>
                  <a:pt x="3534607" y="1840248"/>
                  <a:pt x="3534607" y="1826077"/>
                </a:cubicBezTo>
                <a:cubicBezTo>
                  <a:pt x="3534607" y="1811906"/>
                  <a:pt x="3546095" y="1800418"/>
                  <a:pt x="3560264" y="1800418"/>
                </a:cubicBezTo>
                <a:close/>
                <a:moveTo>
                  <a:pt x="3239238" y="1800418"/>
                </a:moveTo>
                <a:cubicBezTo>
                  <a:pt x="3253410" y="1800418"/>
                  <a:pt x="3264898" y="1811906"/>
                  <a:pt x="3264898" y="1826077"/>
                </a:cubicBezTo>
                <a:cubicBezTo>
                  <a:pt x="3264898" y="1840248"/>
                  <a:pt x="3253410" y="1851736"/>
                  <a:pt x="3239238" y="1851736"/>
                </a:cubicBezTo>
                <a:cubicBezTo>
                  <a:pt x="3225068" y="1851736"/>
                  <a:pt x="3213580" y="1840248"/>
                  <a:pt x="3213580" y="1826077"/>
                </a:cubicBezTo>
                <a:cubicBezTo>
                  <a:pt x="3213580" y="1811906"/>
                  <a:pt x="3225068" y="1800418"/>
                  <a:pt x="3239238" y="1800418"/>
                </a:cubicBezTo>
                <a:close/>
                <a:moveTo>
                  <a:pt x="3175034" y="1800418"/>
                </a:moveTo>
                <a:cubicBezTo>
                  <a:pt x="3189204" y="1800418"/>
                  <a:pt x="3200692" y="1811906"/>
                  <a:pt x="3200692" y="1826077"/>
                </a:cubicBezTo>
                <a:cubicBezTo>
                  <a:pt x="3200692" y="1840248"/>
                  <a:pt x="3189204" y="1851736"/>
                  <a:pt x="3175034" y="1851736"/>
                </a:cubicBezTo>
                <a:cubicBezTo>
                  <a:pt x="3160862" y="1851736"/>
                  <a:pt x="3149375" y="1840248"/>
                  <a:pt x="3149375" y="1826077"/>
                </a:cubicBezTo>
                <a:cubicBezTo>
                  <a:pt x="3149375" y="1811906"/>
                  <a:pt x="3160862" y="1800418"/>
                  <a:pt x="3175034" y="1800418"/>
                </a:cubicBezTo>
                <a:close/>
                <a:moveTo>
                  <a:pt x="2853890" y="1800418"/>
                </a:moveTo>
                <a:cubicBezTo>
                  <a:pt x="2868062" y="1800418"/>
                  <a:pt x="2879550" y="1811906"/>
                  <a:pt x="2879550" y="1826077"/>
                </a:cubicBezTo>
                <a:cubicBezTo>
                  <a:pt x="2879550" y="1840248"/>
                  <a:pt x="2868062" y="1851736"/>
                  <a:pt x="2853890" y="1851736"/>
                </a:cubicBezTo>
                <a:cubicBezTo>
                  <a:pt x="2839720" y="1851736"/>
                  <a:pt x="2828231" y="1840248"/>
                  <a:pt x="2828231" y="1826077"/>
                </a:cubicBezTo>
                <a:cubicBezTo>
                  <a:pt x="2828231" y="1811906"/>
                  <a:pt x="2839720" y="1800418"/>
                  <a:pt x="2853890" y="1800418"/>
                </a:cubicBezTo>
                <a:close/>
                <a:moveTo>
                  <a:pt x="2532865" y="1800418"/>
                </a:moveTo>
                <a:cubicBezTo>
                  <a:pt x="2547035" y="1800418"/>
                  <a:pt x="2558523" y="1811906"/>
                  <a:pt x="2558523" y="1826077"/>
                </a:cubicBezTo>
                <a:cubicBezTo>
                  <a:pt x="2558523" y="1840248"/>
                  <a:pt x="2547035" y="1851736"/>
                  <a:pt x="2532865" y="1851736"/>
                </a:cubicBezTo>
                <a:cubicBezTo>
                  <a:pt x="2518693" y="1851736"/>
                  <a:pt x="2507205" y="1840248"/>
                  <a:pt x="2507205" y="1826077"/>
                </a:cubicBezTo>
                <a:cubicBezTo>
                  <a:pt x="2507205" y="1811906"/>
                  <a:pt x="2518693" y="1800418"/>
                  <a:pt x="2532865" y="1800418"/>
                </a:cubicBezTo>
                <a:close/>
                <a:moveTo>
                  <a:pt x="2468658" y="1800418"/>
                </a:moveTo>
                <a:cubicBezTo>
                  <a:pt x="2482831" y="1800418"/>
                  <a:pt x="2494318" y="1811906"/>
                  <a:pt x="2494318" y="1826077"/>
                </a:cubicBezTo>
                <a:cubicBezTo>
                  <a:pt x="2494318" y="1840248"/>
                  <a:pt x="2482831" y="1851736"/>
                  <a:pt x="2468658" y="1851736"/>
                </a:cubicBezTo>
                <a:cubicBezTo>
                  <a:pt x="2454488" y="1851736"/>
                  <a:pt x="2443000" y="1840248"/>
                  <a:pt x="2443000" y="1826077"/>
                </a:cubicBezTo>
                <a:cubicBezTo>
                  <a:pt x="2443000" y="1811906"/>
                  <a:pt x="2454488" y="1800418"/>
                  <a:pt x="2468658" y="1800418"/>
                </a:cubicBezTo>
                <a:close/>
                <a:moveTo>
                  <a:pt x="2147633" y="1800418"/>
                </a:moveTo>
                <a:cubicBezTo>
                  <a:pt x="2161804" y="1800418"/>
                  <a:pt x="2173293" y="1811906"/>
                  <a:pt x="2173293" y="1826077"/>
                </a:cubicBezTo>
                <a:cubicBezTo>
                  <a:pt x="2173293" y="1840248"/>
                  <a:pt x="2161804" y="1851736"/>
                  <a:pt x="2147633" y="1851736"/>
                </a:cubicBezTo>
                <a:cubicBezTo>
                  <a:pt x="2133462" y="1851736"/>
                  <a:pt x="2121975" y="1840248"/>
                  <a:pt x="2121975" y="1826077"/>
                </a:cubicBezTo>
                <a:cubicBezTo>
                  <a:pt x="2121975" y="1811906"/>
                  <a:pt x="2133462" y="1800418"/>
                  <a:pt x="2147633" y="1800418"/>
                </a:cubicBezTo>
                <a:close/>
                <a:moveTo>
                  <a:pt x="2083427" y="1800418"/>
                </a:moveTo>
                <a:cubicBezTo>
                  <a:pt x="2097599" y="1800418"/>
                  <a:pt x="2109087" y="1811906"/>
                  <a:pt x="2109087" y="1826077"/>
                </a:cubicBezTo>
                <a:cubicBezTo>
                  <a:pt x="2109087" y="1840248"/>
                  <a:pt x="2097599" y="1851736"/>
                  <a:pt x="2083427" y="1851736"/>
                </a:cubicBezTo>
                <a:cubicBezTo>
                  <a:pt x="2069257" y="1851736"/>
                  <a:pt x="2057768" y="1840248"/>
                  <a:pt x="2057768" y="1826077"/>
                </a:cubicBezTo>
                <a:cubicBezTo>
                  <a:pt x="2057768" y="1811906"/>
                  <a:pt x="2069257" y="1800418"/>
                  <a:pt x="2083427" y="1800418"/>
                </a:cubicBezTo>
                <a:close/>
                <a:moveTo>
                  <a:pt x="1762285" y="1800418"/>
                </a:moveTo>
                <a:cubicBezTo>
                  <a:pt x="1776456" y="1800418"/>
                  <a:pt x="1787944" y="1811906"/>
                  <a:pt x="1787944" y="1826077"/>
                </a:cubicBezTo>
                <a:cubicBezTo>
                  <a:pt x="1787944" y="1840248"/>
                  <a:pt x="1776456" y="1851736"/>
                  <a:pt x="1762285" y="1851736"/>
                </a:cubicBezTo>
                <a:cubicBezTo>
                  <a:pt x="1748114" y="1851736"/>
                  <a:pt x="1736626" y="1840248"/>
                  <a:pt x="1736626" y="1826077"/>
                </a:cubicBezTo>
                <a:cubicBezTo>
                  <a:pt x="1736626" y="1811906"/>
                  <a:pt x="1748114" y="1800418"/>
                  <a:pt x="1762285" y="1800418"/>
                </a:cubicBezTo>
                <a:close/>
                <a:moveTo>
                  <a:pt x="1441258" y="1800418"/>
                </a:moveTo>
                <a:cubicBezTo>
                  <a:pt x="1455430" y="1800418"/>
                  <a:pt x="1466917" y="1811906"/>
                  <a:pt x="1466917" y="1826077"/>
                </a:cubicBezTo>
                <a:cubicBezTo>
                  <a:pt x="1466917" y="1840248"/>
                  <a:pt x="1455430" y="1851736"/>
                  <a:pt x="1441258" y="1851736"/>
                </a:cubicBezTo>
                <a:cubicBezTo>
                  <a:pt x="1427087" y="1851736"/>
                  <a:pt x="1415599" y="1840248"/>
                  <a:pt x="1415599" y="1826077"/>
                </a:cubicBezTo>
                <a:cubicBezTo>
                  <a:pt x="1415599" y="1811906"/>
                  <a:pt x="1427087" y="1800418"/>
                  <a:pt x="1441258" y="1800418"/>
                </a:cubicBezTo>
                <a:close/>
                <a:moveTo>
                  <a:pt x="1377053" y="1800418"/>
                </a:moveTo>
                <a:cubicBezTo>
                  <a:pt x="1391224" y="1800418"/>
                  <a:pt x="1402712" y="1811906"/>
                  <a:pt x="1402712" y="1826077"/>
                </a:cubicBezTo>
                <a:cubicBezTo>
                  <a:pt x="1402712" y="1840248"/>
                  <a:pt x="1391224" y="1851736"/>
                  <a:pt x="1377053" y="1851736"/>
                </a:cubicBezTo>
                <a:cubicBezTo>
                  <a:pt x="1362882" y="1851736"/>
                  <a:pt x="1351395" y="1840248"/>
                  <a:pt x="1351395" y="1826077"/>
                </a:cubicBezTo>
                <a:cubicBezTo>
                  <a:pt x="1351395" y="1811906"/>
                  <a:pt x="1362882" y="1800418"/>
                  <a:pt x="1377053" y="1800418"/>
                </a:cubicBezTo>
                <a:close/>
                <a:moveTo>
                  <a:pt x="1056027" y="1800418"/>
                </a:moveTo>
                <a:cubicBezTo>
                  <a:pt x="1070199" y="1800418"/>
                  <a:pt x="1081685" y="1811906"/>
                  <a:pt x="1081685" y="1826077"/>
                </a:cubicBezTo>
                <a:cubicBezTo>
                  <a:pt x="1081685" y="1840248"/>
                  <a:pt x="1070199" y="1851736"/>
                  <a:pt x="1056027" y="1851736"/>
                </a:cubicBezTo>
                <a:cubicBezTo>
                  <a:pt x="1041857" y="1851736"/>
                  <a:pt x="1030369" y="1840248"/>
                  <a:pt x="1030369" y="1826077"/>
                </a:cubicBezTo>
                <a:cubicBezTo>
                  <a:pt x="1030369" y="1811906"/>
                  <a:pt x="1041857" y="1800418"/>
                  <a:pt x="1056027" y="1800418"/>
                </a:cubicBezTo>
                <a:close/>
                <a:moveTo>
                  <a:pt x="991823" y="1800418"/>
                </a:moveTo>
                <a:cubicBezTo>
                  <a:pt x="1005993" y="1800418"/>
                  <a:pt x="1017481" y="1811906"/>
                  <a:pt x="1017481" y="1826077"/>
                </a:cubicBezTo>
                <a:cubicBezTo>
                  <a:pt x="1017481" y="1840248"/>
                  <a:pt x="1005993" y="1851736"/>
                  <a:pt x="991823" y="1851736"/>
                </a:cubicBezTo>
                <a:cubicBezTo>
                  <a:pt x="977652" y="1851736"/>
                  <a:pt x="966162" y="1840248"/>
                  <a:pt x="966162" y="1826077"/>
                </a:cubicBezTo>
                <a:cubicBezTo>
                  <a:pt x="966162" y="1811906"/>
                  <a:pt x="977652" y="1800418"/>
                  <a:pt x="991823" y="1800418"/>
                </a:cubicBezTo>
                <a:close/>
                <a:moveTo>
                  <a:pt x="670679" y="1800418"/>
                </a:moveTo>
                <a:cubicBezTo>
                  <a:pt x="684851" y="1800418"/>
                  <a:pt x="696338" y="1811906"/>
                  <a:pt x="696338" y="1826077"/>
                </a:cubicBezTo>
                <a:cubicBezTo>
                  <a:pt x="696338" y="1840248"/>
                  <a:pt x="684851" y="1851736"/>
                  <a:pt x="670679" y="1851736"/>
                </a:cubicBezTo>
                <a:cubicBezTo>
                  <a:pt x="656509" y="1851736"/>
                  <a:pt x="645020" y="1840248"/>
                  <a:pt x="645020" y="1826077"/>
                </a:cubicBezTo>
                <a:cubicBezTo>
                  <a:pt x="645020" y="1811906"/>
                  <a:pt x="656509" y="1800418"/>
                  <a:pt x="670679" y="1800418"/>
                </a:cubicBezTo>
                <a:close/>
                <a:moveTo>
                  <a:pt x="89864" y="1800418"/>
                </a:moveTo>
                <a:cubicBezTo>
                  <a:pt x="104034" y="1800418"/>
                  <a:pt x="115522" y="1811906"/>
                  <a:pt x="115522" y="1826077"/>
                </a:cubicBezTo>
                <a:cubicBezTo>
                  <a:pt x="115522" y="1840248"/>
                  <a:pt x="104034" y="1851736"/>
                  <a:pt x="89864" y="1851736"/>
                </a:cubicBezTo>
                <a:cubicBezTo>
                  <a:pt x="75693" y="1851736"/>
                  <a:pt x="64205" y="1840248"/>
                  <a:pt x="64205" y="1826077"/>
                </a:cubicBezTo>
                <a:cubicBezTo>
                  <a:pt x="64205" y="1811906"/>
                  <a:pt x="75693" y="1800418"/>
                  <a:pt x="89864" y="1800418"/>
                </a:cubicBezTo>
                <a:close/>
                <a:moveTo>
                  <a:pt x="25659" y="1800418"/>
                </a:moveTo>
                <a:cubicBezTo>
                  <a:pt x="39829" y="1800418"/>
                  <a:pt x="51317" y="1811906"/>
                  <a:pt x="51317" y="1826077"/>
                </a:cubicBezTo>
                <a:cubicBezTo>
                  <a:pt x="51317" y="1840248"/>
                  <a:pt x="39829" y="1851736"/>
                  <a:pt x="25659" y="1851736"/>
                </a:cubicBezTo>
                <a:cubicBezTo>
                  <a:pt x="11488" y="1851736"/>
                  <a:pt x="0" y="1840248"/>
                  <a:pt x="0" y="1826077"/>
                </a:cubicBezTo>
                <a:cubicBezTo>
                  <a:pt x="0" y="1811906"/>
                  <a:pt x="11488" y="1800418"/>
                  <a:pt x="25659" y="1800418"/>
                </a:cubicBezTo>
                <a:close/>
                <a:moveTo>
                  <a:pt x="11582491" y="1745967"/>
                </a:moveTo>
                <a:cubicBezTo>
                  <a:pt x="11589609" y="1745967"/>
                  <a:pt x="11595379" y="1751736"/>
                  <a:pt x="11595379" y="1758853"/>
                </a:cubicBezTo>
                <a:cubicBezTo>
                  <a:pt x="11595379" y="1765972"/>
                  <a:pt x="11589609" y="1771740"/>
                  <a:pt x="11582491" y="1771740"/>
                </a:cubicBezTo>
                <a:cubicBezTo>
                  <a:pt x="11575375" y="1771740"/>
                  <a:pt x="11569605" y="1765972"/>
                  <a:pt x="11569605" y="1758853"/>
                </a:cubicBezTo>
                <a:cubicBezTo>
                  <a:pt x="11569605" y="1751736"/>
                  <a:pt x="11575375" y="1745967"/>
                  <a:pt x="11582491" y="1745967"/>
                </a:cubicBezTo>
                <a:close/>
                <a:moveTo>
                  <a:pt x="7023451" y="1745967"/>
                </a:moveTo>
                <a:cubicBezTo>
                  <a:pt x="7030570" y="1745967"/>
                  <a:pt x="7036339" y="1751736"/>
                  <a:pt x="7036339" y="1758853"/>
                </a:cubicBezTo>
                <a:cubicBezTo>
                  <a:pt x="7036339" y="1765972"/>
                  <a:pt x="7030570" y="1771740"/>
                  <a:pt x="7023451" y="1771740"/>
                </a:cubicBezTo>
                <a:cubicBezTo>
                  <a:pt x="7016335" y="1771740"/>
                  <a:pt x="7010566" y="1765972"/>
                  <a:pt x="7010566" y="1758853"/>
                </a:cubicBezTo>
                <a:cubicBezTo>
                  <a:pt x="7010566" y="1751736"/>
                  <a:pt x="7016335" y="1745967"/>
                  <a:pt x="7023451" y="1745967"/>
                </a:cubicBezTo>
                <a:close/>
                <a:moveTo>
                  <a:pt x="5871887" y="1745967"/>
                </a:moveTo>
                <a:cubicBezTo>
                  <a:pt x="5879006" y="1745967"/>
                  <a:pt x="5884776" y="1751736"/>
                  <a:pt x="5884776" y="1758853"/>
                </a:cubicBezTo>
                <a:cubicBezTo>
                  <a:pt x="5884776" y="1765972"/>
                  <a:pt x="5879004" y="1771740"/>
                  <a:pt x="5871887" y="1771740"/>
                </a:cubicBezTo>
                <a:cubicBezTo>
                  <a:pt x="5864769" y="1771740"/>
                  <a:pt x="5859000" y="1765972"/>
                  <a:pt x="5859000" y="1758853"/>
                </a:cubicBezTo>
                <a:cubicBezTo>
                  <a:pt x="5859000" y="1751736"/>
                  <a:pt x="5864772" y="1745967"/>
                  <a:pt x="5871887" y="1745967"/>
                </a:cubicBezTo>
                <a:close/>
                <a:moveTo>
                  <a:pt x="1312848" y="1745967"/>
                </a:moveTo>
                <a:cubicBezTo>
                  <a:pt x="1319968" y="1745967"/>
                  <a:pt x="1325735" y="1751736"/>
                  <a:pt x="1325735" y="1758853"/>
                </a:cubicBezTo>
                <a:cubicBezTo>
                  <a:pt x="1325735" y="1765972"/>
                  <a:pt x="1319968" y="1771740"/>
                  <a:pt x="1312848" y="1771740"/>
                </a:cubicBezTo>
                <a:cubicBezTo>
                  <a:pt x="1305730" y="1771740"/>
                  <a:pt x="1299962" y="1765972"/>
                  <a:pt x="1299962" y="1758853"/>
                </a:cubicBezTo>
                <a:cubicBezTo>
                  <a:pt x="1299962" y="1751736"/>
                  <a:pt x="1305730" y="1745967"/>
                  <a:pt x="1312848" y="1745967"/>
                </a:cubicBezTo>
                <a:close/>
                <a:moveTo>
                  <a:pt x="154069" y="1745967"/>
                </a:moveTo>
                <a:cubicBezTo>
                  <a:pt x="161187" y="1745967"/>
                  <a:pt x="166957" y="1751736"/>
                  <a:pt x="166957" y="1758853"/>
                </a:cubicBezTo>
                <a:cubicBezTo>
                  <a:pt x="166957" y="1765972"/>
                  <a:pt x="161186" y="1771740"/>
                  <a:pt x="154069" y="1771740"/>
                </a:cubicBezTo>
                <a:cubicBezTo>
                  <a:pt x="146951" y="1771740"/>
                  <a:pt x="141182" y="1765972"/>
                  <a:pt x="141182" y="1758853"/>
                </a:cubicBezTo>
                <a:cubicBezTo>
                  <a:pt x="141182" y="1751736"/>
                  <a:pt x="146953" y="1745967"/>
                  <a:pt x="154069" y="1745967"/>
                </a:cubicBezTo>
                <a:close/>
                <a:moveTo>
                  <a:pt x="12163307" y="1733195"/>
                </a:moveTo>
                <a:cubicBezTo>
                  <a:pt x="12177471" y="1733195"/>
                  <a:pt x="12188965" y="1744689"/>
                  <a:pt x="12188965" y="1758854"/>
                </a:cubicBezTo>
                <a:cubicBezTo>
                  <a:pt x="12188965" y="1773018"/>
                  <a:pt x="12177471" y="1784513"/>
                  <a:pt x="12163307" y="1784513"/>
                </a:cubicBezTo>
                <a:cubicBezTo>
                  <a:pt x="12149141" y="1784513"/>
                  <a:pt x="12137649" y="1773018"/>
                  <a:pt x="12137649" y="1758854"/>
                </a:cubicBezTo>
                <a:cubicBezTo>
                  <a:pt x="12137649" y="1744689"/>
                  <a:pt x="12149141" y="1733195"/>
                  <a:pt x="12163307" y="1733195"/>
                </a:cubicBezTo>
                <a:close/>
                <a:moveTo>
                  <a:pt x="12099103" y="1733195"/>
                </a:moveTo>
                <a:cubicBezTo>
                  <a:pt x="12113273" y="1733195"/>
                  <a:pt x="12124761" y="1744682"/>
                  <a:pt x="12124761" y="1758854"/>
                </a:cubicBezTo>
                <a:cubicBezTo>
                  <a:pt x="12124761" y="1773025"/>
                  <a:pt x="12113273" y="1784513"/>
                  <a:pt x="12099103" y="1784513"/>
                </a:cubicBezTo>
                <a:cubicBezTo>
                  <a:pt x="12084931" y="1784513"/>
                  <a:pt x="12073441" y="1773025"/>
                  <a:pt x="12073441" y="1758854"/>
                </a:cubicBezTo>
                <a:cubicBezTo>
                  <a:pt x="12073441" y="1744682"/>
                  <a:pt x="12084931" y="1733195"/>
                  <a:pt x="12099103" y="1733195"/>
                </a:cubicBezTo>
                <a:close/>
                <a:moveTo>
                  <a:pt x="12034897" y="1733195"/>
                </a:moveTo>
                <a:cubicBezTo>
                  <a:pt x="12049061" y="1733195"/>
                  <a:pt x="12060557" y="1744689"/>
                  <a:pt x="12060557" y="1758854"/>
                </a:cubicBezTo>
                <a:cubicBezTo>
                  <a:pt x="12060557" y="1773018"/>
                  <a:pt x="12049061" y="1784513"/>
                  <a:pt x="12034897" y="1784513"/>
                </a:cubicBezTo>
                <a:cubicBezTo>
                  <a:pt x="12020731" y="1784513"/>
                  <a:pt x="12009237" y="1773018"/>
                  <a:pt x="12009237" y="1758854"/>
                </a:cubicBezTo>
                <a:cubicBezTo>
                  <a:pt x="12009237" y="1744689"/>
                  <a:pt x="12020731" y="1733195"/>
                  <a:pt x="12034897" y="1733195"/>
                </a:cubicBezTo>
                <a:close/>
                <a:moveTo>
                  <a:pt x="11970691" y="1733195"/>
                </a:moveTo>
                <a:cubicBezTo>
                  <a:pt x="11984855" y="1733195"/>
                  <a:pt x="11996349" y="1744689"/>
                  <a:pt x="11996349" y="1758854"/>
                </a:cubicBezTo>
                <a:cubicBezTo>
                  <a:pt x="11996349" y="1773018"/>
                  <a:pt x="11984855" y="1784513"/>
                  <a:pt x="11970691" y="1784513"/>
                </a:cubicBezTo>
                <a:cubicBezTo>
                  <a:pt x="11956525" y="1784513"/>
                  <a:pt x="11945033" y="1773018"/>
                  <a:pt x="11945033" y="1758854"/>
                </a:cubicBezTo>
                <a:cubicBezTo>
                  <a:pt x="11945033" y="1744689"/>
                  <a:pt x="11956525" y="1733195"/>
                  <a:pt x="11970691" y="1733195"/>
                </a:cubicBezTo>
                <a:close/>
                <a:moveTo>
                  <a:pt x="11906483" y="1733195"/>
                </a:moveTo>
                <a:cubicBezTo>
                  <a:pt x="11920649" y="1733195"/>
                  <a:pt x="11932145" y="1744689"/>
                  <a:pt x="11932145" y="1758854"/>
                </a:cubicBezTo>
                <a:cubicBezTo>
                  <a:pt x="11932145" y="1773018"/>
                  <a:pt x="11920649" y="1784513"/>
                  <a:pt x="11906483" y="1784513"/>
                </a:cubicBezTo>
                <a:cubicBezTo>
                  <a:pt x="11892321" y="1784513"/>
                  <a:pt x="11880825" y="1773018"/>
                  <a:pt x="11880825" y="1758854"/>
                </a:cubicBezTo>
                <a:cubicBezTo>
                  <a:pt x="11880825" y="1744689"/>
                  <a:pt x="11892321" y="1733195"/>
                  <a:pt x="11906483" y="1733195"/>
                </a:cubicBezTo>
                <a:close/>
                <a:moveTo>
                  <a:pt x="11842279" y="1733195"/>
                </a:moveTo>
                <a:cubicBezTo>
                  <a:pt x="11856445" y="1733195"/>
                  <a:pt x="11867941" y="1744689"/>
                  <a:pt x="11867941" y="1758854"/>
                </a:cubicBezTo>
                <a:cubicBezTo>
                  <a:pt x="11867941" y="1773018"/>
                  <a:pt x="11856445" y="1784513"/>
                  <a:pt x="11842279" y="1784513"/>
                </a:cubicBezTo>
                <a:cubicBezTo>
                  <a:pt x="11828117" y="1784513"/>
                  <a:pt x="11816621" y="1773018"/>
                  <a:pt x="11816621" y="1758854"/>
                </a:cubicBezTo>
                <a:cubicBezTo>
                  <a:pt x="11816621" y="1744689"/>
                  <a:pt x="11828117" y="1733195"/>
                  <a:pt x="11842279" y="1733195"/>
                </a:cubicBezTo>
                <a:close/>
                <a:moveTo>
                  <a:pt x="11775107" y="1733195"/>
                </a:moveTo>
                <a:cubicBezTo>
                  <a:pt x="11789271" y="1733195"/>
                  <a:pt x="11800767" y="1744689"/>
                  <a:pt x="11800767" y="1758854"/>
                </a:cubicBezTo>
                <a:cubicBezTo>
                  <a:pt x="11800767" y="1773018"/>
                  <a:pt x="11789271" y="1784513"/>
                  <a:pt x="11775107" y="1784513"/>
                </a:cubicBezTo>
                <a:cubicBezTo>
                  <a:pt x="11760941" y="1784513"/>
                  <a:pt x="11749449" y="1773018"/>
                  <a:pt x="11749449" y="1758854"/>
                </a:cubicBezTo>
                <a:cubicBezTo>
                  <a:pt x="11749449" y="1744689"/>
                  <a:pt x="11760941" y="1733195"/>
                  <a:pt x="11775107" y="1733195"/>
                </a:cubicBezTo>
                <a:close/>
                <a:moveTo>
                  <a:pt x="11710901" y="1733195"/>
                </a:moveTo>
                <a:cubicBezTo>
                  <a:pt x="11725067" y="1733195"/>
                  <a:pt x="11736561" y="1744689"/>
                  <a:pt x="11736561" y="1758854"/>
                </a:cubicBezTo>
                <a:cubicBezTo>
                  <a:pt x="11736561" y="1773018"/>
                  <a:pt x="11725067" y="1784513"/>
                  <a:pt x="11710901" y="1784513"/>
                </a:cubicBezTo>
                <a:cubicBezTo>
                  <a:pt x="11696737" y="1784513"/>
                  <a:pt x="11685243" y="1773018"/>
                  <a:pt x="11685243" y="1758854"/>
                </a:cubicBezTo>
                <a:cubicBezTo>
                  <a:pt x="11685243" y="1744689"/>
                  <a:pt x="11696737" y="1733195"/>
                  <a:pt x="11710901" y="1733195"/>
                </a:cubicBezTo>
                <a:close/>
                <a:moveTo>
                  <a:pt x="11646697" y="1733195"/>
                </a:moveTo>
                <a:cubicBezTo>
                  <a:pt x="11660859" y="1733195"/>
                  <a:pt x="11672355" y="1744689"/>
                  <a:pt x="11672355" y="1758854"/>
                </a:cubicBezTo>
                <a:cubicBezTo>
                  <a:pt x="11672355" y="1773018"/>
                  <a:pt x="11660859" y="1784513"/>
                  <a:pt x="11646697" y="1784513"/>
                </a:cubicBezTo>
                <a:cubicBezTo>
                  <a:pt x="11632529" y="1784513"/>
                  <a:pt x="11621037" y="1773018"/>
                  <a:pt x="11621037" y="1758854"/>
                </a:cubicBezTo>
                <a:cubicBezTo>
                  <a:pt x="11621037" y="1744689"/>
                  <a:pt x="11632529" y="1733195"/>
                  <a:pt x="11646697" y="1733195"/>
                </a:cubicBezTo>
                <a:close/>
                <a:moveTo>
                  <a:pt x="11518287" y="1733195"/>
                </a:moveTo>
                <a:cubicBezTo>
                  <a:pt x="11532457" y="1733195"/>
                  <a:pt x="11543945" y="1744682"/>
                  <a:pt x="11543945" y="1758854"/>
                </a:cubicBezTo>
                <a:cubicBezTo>
                  <a:pt x="11543945" y="1773025"/>
                  <a:pt x="11532457" y="1784513"/>
                  <a:pt x="11518287" y="1784513"/>
                </a:cubicBezTo>
                <a:cubicBezTo>
                  <a:pt x="11504115" y="1784513"/>
                  <a:pt x="11492627" y="1773025"/>
                  <a:pt x="11492627" y="1758854"/>
                </a:cubicBezTo>
                <a:cubicBezTo>
                  <a:pt x="11492627" y="1744682"/>
                  <a:pt x="11504115" y="1733195"/>
                  <a:pt x="11518287" y="1733195"/>
                </a:cubicBezTo>
                <a:close/>
                <a:moveTo>
                  <a:pt x="11454081" y="1733195"/>
                </a:moveTo>
                <a:cubicBezTo>
                  <a:pt x="11468253" y="1733195"/>
                  <a:pt x="11479739" y="1744682"/>
                  <a:pt x="11479739" y="1758854"/>
                </a:cubicBezTo>
                <a:cubicBezTo>
                  <a:pt x="11479739" y="1773025"/>
                  <a:pt x="11468253" y="1784513"/>
                  <a:pt x="11454081" y="1784513"/>
                </a:cubicBezTo>
                <a:cubicBezTo>
                  <a:pt x="11439909" y="1784513"/>
                  <a:pt x="11428421" y="1773025"/>
                  <a:pt x="11428421" y="1758854"/>
                </a:cubicBezTo>
                <a:cubicBezTo>
                  <a:pt x="11428421" y="1744682"/>
                  <a:pt x="11439909" y="1733195"/>
                  <a:pt x="11454081" y="1733195"/>
                </a:cubicBezTo>
                <a:close/>
                <a:moveTo>
                  <a:pt x="11389875" y="1733195"/>
                </a:moveTo>
                <a:cubicBezTo>
                  <a:pt x="11404040" y="1733195"/>
                  <a:pt x="11415533" y="1744689"/>
                  <a:pt x="11415533" y="1758854"/>
                </a:cubicBezTo>
                <a:cubicBezTo>
                  <a:pt x="11415533" y="1773018"/>
                  <a:pt x="11404040" y="1784513"/>
                  <a:pt x="11389875" y="1784513"/>
                </a:cubicBezTo>
                <a:cubicBezTo>
                  <a:pt x="11375710" y="1784513"/>
                  <a:pt x="11364217" y="1773018"/>
                  <a:pt x="11364217" y="1758854"/>
                </a:cubicBezTo>
                <a:cubicBezTo>
                  <a:pt x="11364217" y="1744689"/>
                  <a:pt x="11375710" y="1733195"/>
                  <a:pt x="11389875" y="1733195"/>
                </a:cubicBezTo>
                <a:close/>
                <a:moveTo>
                  <a:pt x="11325670" y="1733195"/>
                </a:moveTo>
                <a:cubicBezTo>
                  <a:pt x="11339835" y="1733195"/>
                  <a:pt x="11351329" y="1744689"/>
                  <a:pt x="11351329" y="1758854"/>
                </a:cubicBezTo>
                <a:cubicBezTo>
                  <a:pt x="11351329" y="1773018"/>
                  <a:pt x="11339835" y="1784513"/>
                  <a:pt x="11325670" y="1784513"/>
                </a:cubicBezTo>
                <a:cubicBezTo>
                  <a:pt x="11311505" y="1784513"/>
                  <a:pt x="11300012" y="1773018"/>
                  <a:pt x="11300012" y="1758854"/>
                </a:cubicBezTo>
                <a:cubicBezTo>
                  <a:pt x="11300012" y="1744689"/>
                  <a:pt x="11311505" y="1733195"/>
                  <a:pt x="11325670" y="1733195"/>
                </a:cubicBezTo>
                <a:close/>
                <a:moveTo>
                  <a:pt x="11261466" y="1733195"/>
                </a:moveTo>
                <a:cubicBezTo>
                  <a:pt x="11275628" y="1733195"/>
                  <a:pt x="11287124" y="1744689"/>
                  <a:pt x="11287124" y="1758854"/>
                </a:cubicBezTo>
                <a:cubicBezTo>
                  <a:pt x="11287124" y="1773018"/>
                  <a:pt x="11275628" y="1784513"/>
                  <a:pt x="11261466" y="1784513"/>
                </a:cubicBezTo>
                <a:cubicBezTo>
                  <a:pt x="11247301" y="1784513"/>
                  <a:pt x="11235805" y="1773018"/>
                  <a:pt x="11235805" y="1758854"/>
                </a:cubicBezTo>
                <a:cubicBezTo>
                  <a:pt x="11235805" y="1744689"/>
                  <a:pt x="11247301" y="1733195"/>
                  <a:pt x="11261466" y="1733195"/>
                </a:cubicBezTo>
                <a:close/>
                <a:moveTo>
                  <a:pt x="11197259" y="1733195"/>
                </a:moveTo>
                <a:cubicBezTo>
                  <a:pt x="11211424" y="1733195"/>
                  <a:pt x="11222917" y="1744689"/>
                  <a:pt x="11222917" y="1758854"/>
                </a:cubicBezTo>
                <a:cubicBezTo>
                  <a:pt x="11222917" y="1773018"/>
                  <a:pt x="11211424" y="1784513"/>
                  <a:pt x="11197259" y="1784513"/>
                </a:cubicBezTo>
                <a:cubicBezTo>
                  <a:pt x="11183094" y="1784513"/>
                  <a:pt x="11171601" y="1773018"/>
                  <a:pt x="11171601" y="1758854"/>
                </a:cubicBezTo>
                <a:cubicBezTo>
                  <a:pt x="11171601" y="1744689"/>
                  <a:pt x="11183094" y="1733195"/>
                  <a:pt x="11197259" y="1733195"/>
                </a:cubicBezTo>
                <a:close/>
                <a:moveTo>
                  <a:pt x="11133055" y="1733195"/>
                </a:moveTo>
                <a:cubicBezTo>
                  <a:pt x="11147225" y="1733195"/>
                  <a:pt x="11158713" y="1744682"/>
                  <a:pt x="11158713" y="1758854"/>
                </a:cubicBezTo>
                <a:cubicBezTo>
                  <a:pt x="11158713" y="1773025"/>
                  <a:pt x="11147225" y="1784513"/>
                  <a:pt x="11133055" y="1784513"/>
                </a:cubicBezTo>
                <a:cubicBezTo>
                  <a:pt x="11118884" y="1784513"/>
                  <a:pt x="11107396" y="1773025"/>
                  <a:pt x="11107396" y="1758854"/>
                </a:cubicBezTo>
                <a:cubicBezTo>
                  <a:pt x="11107396" y="1744682"/>
                  <a:pt x="11118884" y="1733195"/>
                  <a:pt x="11133055" y="1733195"/>
                </a:cubicBezTo>
                <a:close/>
                <a:moveTo>
                  <a:pt x="11068848" y="1733195"/>
                </a:moveTo>
                <a:cubicBezTo>
                  <a:pt x="11083021" y="1733195"/>
                  <a:pt x="11094509" y="1744682"/>
                  <a:pt x="11094509" y="1758854"/>
                </a:cubicBezTo>
                <a:cubicBezTo>
                  <a:pt x="11094509" y="1773025"/>
                  <a:pt x="11083021" y="1784513"/>
                  <a:pt x="11068848" y="1784513"/>
                </a:cubicBezTo>
                <a:cubicBezTo>
                  <a:pt x="11054677" y="1784513"/>
                  <a:pt x="11043189" y="1773025"/>
                  <a:pt x="11043189" y="1758854"/>
                </a:cubicBezTo>
                <a:cubicBezTo>
                  <a:pt x="11043189" y="1744682"/>
                  <a:pt x="11054677" y="1733195"/>
                  <a:pt x="11068848" y="1733195"/>
                </a:cubicBezTo>
                <a:close/>
                <a:moveTo>
                  <a:pt x="11004643" y="1733195"/>
                </a:moveTo>
                <a:cubicBezTo>
                  <a:pt x="11018808" y="1733195"/>
                  <a:pt x="11030301" y="1744689"/>
                  <a:pt x="11030301" y="1758854"/>
                </a:cubicBezTo>
                <a:cubicBezTo>
                  <a:pt x="11030301" y="1773018"/>
                  <a:pt x="11018808" y="1784513"/>
                  <a:pt x="11004643" y="1784513"/>
                </a:cubicBezTo>
                <a:cubicBezTo>
                  <a:pt x="10990478" y="1784513"/>
                  <a:pt x="10978985" y="1773018"/>
                  <a:pt x="10978985" y="1758854"/>
                </a:cubicBezTo>
                <a:cubicBezTo>
                  <a:pt x="10978985" y="1744689"/>
                  <a:pt x="10990478" y="1733195"/>
                  <a:pt x="11004643" y="1733195"/>
                </a:cubicBezTo>
                <a:close/>
                <a:moveTo>
                  <a:pt x="10940321" y="1733195"/>
                </a:moveTo>
                <a:cubicBezTo>
                  <a:pt x="10954604" y="1733195"/>
                  <a:pt x="10965982" y="1744689"/>
                  <a:pt x="10965982" y="1758854"/>
                </a:cubicBezTo>
                <a:cubicBezTo>
                  <a:pt x="10965982" y="1773018"/>
                  <a:pt x="10954486" y="1784513"/>
                  <a:pt x="10940321" y="1784513"/>
                </a:cubicBezTo>
                <a:cubicBezTo>
                  <a:pt x="10926156" y="1784513"/>
                  <a:pt x="10914663" y="1773018"/>
                  <a:pt x="10914663" y="1758854"/>
                </a:cubicBezTo>
                <a:cubicBezTo>
                  <a:pt x="10914663" y="1744689"/>
                  <a:pt x="10926156" y="1733195"/>
                  <a:pt x="10940321" y="1733195"/>
                </a:cubicBezTo>
                <a:close/>
                <a:moveTo>
                  <a:pt x="10876117" y="1733195"/>
                </a:moveTo>
                <a:cubicBezTo>
                  <a:pt x="10890282" y="1733195"/>
                  <a:pt x="10901775" y="1744689"/>
                  <a:pt x="10901775" y="1758854"/>
                </a:cubicBezTo>
                <a:cubicBezTo>
                  <a:pt x="10901775" y="1773018"/>
                  <a:pt x="10890282" y="1784513"/>
                  <a:pt x="10876117" y="1784513"/>
                </a:cubicBezTo>
                <a:cubicBezTo>
                  <a:pt x="10861952" y="1784513"/>
                  <a:pt x="10850459" y="1773018"/>
                  <a:pt x="10850459" y="1758854"/>
                </a:cubicBezTo>
                <a:cubicBezTo>
                  <a:pt x="10850459" y="1744689"/>
                  <a:pt x="10861952" y="1733195"/>
                  <a:pt x="10876117" y="1733195"/>
                </a:cubicBezTo>
                <a:close/>
                <a:moveTo>
                  <a:pt x="10811912" y="1733195"/>
                </a:moveTo>
                <a:cubicBezTo>
                  <a:pt x="10826077" y="1733195"/>
                  <a:pt x="10837571" y="1744689"/>
                  <a:pt x="10837571" y="1758854"/>
                </a:cubicBezTo>
                <a:cubicBezTo>
                  <a:pt x="10837571" y="1773018"/>
                  <a:pt x="10826077" y="1784513"/>
                  <a:pt x="10811912" y="1784513"/>
                </a:cubicBezTo>
                <a:cubicBezTo>
                  <a:pt x="10797747" y="1784513"/>
                  <a:pt x="10786254" y="1773018"/>
                  <a:pt x="10786254" y="1758854"/>
                </a:cubicBezTo>
                <a:cubicBezTo>
                  <a:pt x="10786254" y="1744689"/>
                  <a:pt x="10797747" y="1733195"/>
                  <a:pt x="10811912" y="1733195"/>
                </a:cubicBezTo>
                <a:close/>
                <a:moveTo>
                  <a:pt x="10747708" y="1733195"/>
                </a:moveTo>
                <a:cubicBezTo>
                  <a:pt x="10761878" y="1733195"/>
                  <a:pt x="10773366" y="1744682"/>
                  <a:pt x="10773366" y="1758854"/>
                </a:cubicBezTo>
                <a:cubicBezTo>
                  <a:pt x="10773366" y="1773025"/>
                  <a:pt x="10761878" y="1784513"/>
                  <a:pt x="10747708" y="1784513"/>
                </a:cubicBezTo>
                <a:cubicBezTo>
                  <a:pt x="10733535" y="1784513"/>
                  <a:pt x="10722047" y="1773025"/>
                  <a:pt x="10722047" y="1758854"/>
                </a:cubicBezTo>
                <a:cubicBezTo>
                  <a:pt x="10722047" y="1744682"/>
                  <a:pt x="10733535" y="1733195"/>
                  <a:pt x="10747708" y="1733195"/>
                </a:cubicBezTo>
                <a:close/>
                <a:moveTo>
                  <a:pt x="10683501" y="1733195"/>
                </a:moveTo>
                <a:cubicBezTo>
                  <a:pt x="10697666" y="1733195"/>
                  <a:pt x="10709159" y="1744689"/>
                  <a:pt x="10709159" y="1758854"/>
                </a:cubicBezTo>
                <a:cubicBezTo>
                  <a:pt x="10709159" y="1773018"/>
                  <a:pt x="10697666" y="1784513"/>
                  <a:pt x="10683501" y="1784513"/>
                </a:cubicBezTo>
                <a:cubicBezTo>
                  <a:pt x="10669336" y="1784513"/>
                  <a:pt x="10657843" y="1773018"/>
                  <a:pt x="10657843" y="1758854"/>
                </a:cubicBezTo>
                <a:cubicBezTo>
                  <a:pt x="10657843" y="1744689"/>
                  <a:pt x="10669336" y="1733195"/>
                  <a:pt x="10683501" y="1733195"/>
                </a:cubicBezTo>
                <a:close/>
                <a:moveTo>
                  <a:pt x="10619297" y="1733195"/>
                </a:moveTo>
                <a:cubicBezTo>
                  <a:pt x="10633462" y="1733195"/>
                  <a:pt x="10644955" y="1744689"/>
                  <a:pt x="10644955" y="1758854"/>
                </a:cubicBezTo>
                <a:cubicBezTo>
                  <a:pt x="10644955" y="1773018"/>
                  <a:pt x="10633462" y="1784513"/>
                  <a:pt x="10619297" y="1784513"/>
                </a:cubicBezTo>
                <a:cubicBezTo>
                  <a:pt x="10605132" y="1784513"/>
                  <a:pt x="10593639" y="1773018"/>
                  <a:pt x="10593639" y="1758854"/>
                </a:cubicBezTo>
                <a:cubicBezTo>
                  <a:pt x="10593639" y="1744689"/>
                  <a:pt x="10605132" y="1733195"/>
                  <a:pt x="10619297" y="1733195"/>
                </a:cubicBezTo>
                <a:close/>
                <a:moveTo>
                  <a:pt x="10555092" y="1733195"/>
                </a:moveTo>
                <a:cubicBezTo>
                  <a:pt x="10569255" y="1733195"/>
                  <a:pt x="10580751" y="1744689"/>
                  <a:pt x="10580751" y="1758854"/>
                </a:cubicBezTo>
                <a:cubicBezTo>
                  <a:pt x="10580751" y="1773018"/>
                  <a:pt x="10569255" y="1784513"/>
                  <a:pt x="10555092" y="1784513"/>
                </a:cubicBezTo>
                <a:cubicBezTo>
                  <a:pt x="10540927" y="1784513"/>
                  <a:pt x="10529432" y="1773018"/>
                  <a:pt x="10529432" y="1758854"/>
                </a:cubicBezTo>
                <a:cubicBezTo>
                  <a:pt x="10529432" y="1744689"/>
                  <a:pt x="10540927" y="1733195"/>
                  <a:pt x="10555092" y="1733195"/>
                </a:cubicBezTo>
                <a:close/>
                <a:moveTo>
                  <a:pt x="10490885" y="1733195"/>
                </a:moveTo>
                <a:cubicBezTo>
                  <a:pt x="10505050" y="1733195"/>
                  <a:pt x="10516544" y="1744689"/>
                  <a:pt x="10516544" y="1758854"/>
                </a:cubicBezTo>
                <a:cubicBezTo>
                  <a:pt x="10516544" y="1773018"/>
                  <a:pt x="10505050" y="1784513"/>
                  <a:pt x="10490885" y="1784513"/>
                </a:cubicBezTo>
                <a:cubicBezTo>
                  <a:pt x="10476720" y="1784513"/>
                  <a:pt x="10465227" y="1773018"/>
                  <a:pt x="10465227" y="1758854"/>
                </a:cubicBezTo>
                <a:cubicBezTo>
                  <a:pt x="10465227" y="1744689"/>
                  <a:pt x="10476720" y="1733195"/>
                  <a:pt x="10490885" y="1733195"/>
                </a:cubicBezTo>
                <a:close/>
                <a:moveTo>
                  <a:pt x="10426681" y="1733195"/>
                </a:moveTo>
                <a:cubicBezTo>
                  <a:pt x="10440851" y="1733195"/>
                  <a:pt x="10452339" y="1744682"/>
                  <a:pt x="10452339" y="1758854"/>
                </a:cubicBezTo>
                <a:cubicBezTo>
                  <a:pt x="10452339" y="1773025"/>
                  <a:pt x="10440851" y="1784513"/>
                  <a:pt x="10426681" y="1784513"/>
                </a:cubicBezTo>
                <a:cubicBezTo>
                  <a:pt x="10412508" y="1784513"/>
                  <a:pt x="10401023" y="1773025"/>
                  <a:pt x="10401023" y="1758854"/>
                </a:cubicBezTo>
                <a:cubicBezTo>
                  <a:pt x="10401023" y="1744682"/>
                  <a:pt x="10412508" y="1733195"/>
                  <a:pt x="10426681" y="1733195"/>
                </a:cubicBezTo>
                <a:close/>
                <a:moveTo>
                  <a:pt x="10362474" y="1733195"/>
                </a:moveTo>
                <a:cubicBezTo>
                  <a:pt x="10376647" y="1733195"/>
                  <a:pt x="10388135" y="1744682"/>
                  <a:pt x="10388135" y="1758854"/>
                </a:cubicBezTo>
                <a:cubicBezTo>
                  <a:pt x="10388135" y="1773025"/>
                  <a:pt x="10376647" y="1784513"/>
                  <a:pt x="10362474" y="1784513"/>
                </a:cubicBezTo>
                <a:cubicBezTo>
                  <a:pt x="10348304" y="1784513"/>
                  <a:pt x="10336816" y="1773025"/>
                  <a:pt x="10336816" y="1758854"/>
                </a:cubicBezTo>
                <a:cubicBezTo>
                  <a:pt x="10336816" y="1744682"/>
                  <a:pt x="10348304" y="1733195"/>
                  <a:pt x="10362474" y="1733195"/>
                </a:cubicBezTo>
                <a:close/>
                <a:moveTo>
                  <a:pt x="10298270" y="1733195"/>
                </a:moveTo>
                <a:cubicBezTo>
                  <a:pt x="10312435" y="1733195"/>
                  <a:pt x="10323928" y="1744689"/>
                  <a:pt x="10323928" y="1758854"/>
                </a:cubicBezTo>
                <a:cubicBezTo>
                  <a:pt x="10323928" y="1773018"/>
                  <a:pt x="10312435" y="1784513"/>
                  <a:pt x="10298270" y="1784513"/>
                </a:cubicBezTo>
                <a:cubicBezTo>
                  <a:pt x="10284105" y="1784513"/>
                  <a:pt x="10272611" y="1773018"/>
                  <a:pt x="10272611" y="1758854"/>
                </a:cubicBezTo>
                <a:cubicBezTo>
                  <a:pt x="10272611" y="1744689"/>
                  <a:pt x="10284105" y="1733195"/>
                  <a:pt x="10298270" y="1733195"/>
                </a:cubicBezTo>
                <a:close/>
                <a:moveTo>
                  <a:pt x="10234065" y="1733195"/>
                </a:moveTo>
                <a:cubicBezTo>
                  <a:pt x="10248228" y="1733195"/>
                  <a:pt x="10259723" y="1744689"/>
                  <a:pt x="10259723" y="1758854"/>
                </a:cubicBezTo>
                <a:cubicBezTo>
                  <a:pt x="10259723" y="1773018"/>
                  <a:pt x="10248228" y="1784513"/>
                  <a:pt x="10234065" y="1784513"/>
                </a:cubicBezTo>
                <a:cubicBezTo>
                  <a:pt x="10219900" y="1784513"/>
                  <a:pt x="10208404" y="1773018"/>
                  <a:pt x="10208404" y="1758854"/>
                </a:cubicBezTo>
                <a:cubicBezTo>
                  <a:pt x="10208404" y="1744689"/>
                  <a:pt x="10219900" y="1733195"/>
                  <a:pt x="10234065" y="1733195"/>
                </a:cubicBezTo>
                <a:close/>
                <a:moveTo>
                  <a:pt x="10169858" y="1733195"/>
                </a:moveTo>
                <a:cubicBezTo>
                  <a:pt x="10184023" y="1733195"/>
                  <a:pt x="10195519" y="1744689"/>
                  <a:pt x="10195519" y="1758854"/>
                </a:cubicBezTo>
                <a:cubicBezTo>
                  <a:pt x="10195519" y="1773018"/>
                  <a:pt x="10184023" y="1784513"/>
                  <a:pt x="10169858" y="1784513"/>
                </a:cubicBezTo>
                <a:cubicBezTo>
                  <a:pt x="10155693" y="1784513"/>
                  <a:pt x="10144200" y="1773018"/>
                  <a:pt x="10144200" y="1758854"/>
                </a:cubicBezTo>
                <a:cubicBezTo>
                  <a:pt x="10144200" y="1744689"/>
                  <a:pt x="10155693" y="1733195"/>
                  <a:pt x="10169858" y="1733195"/>
                </a:cubicBezTo>
                <a:close/>
                <a:moveTo>
                  <a:pt x="10105654" y="1733195"/>
                </a:moveTo>
                <a:cubicBezTo>
                  <a:pt x="10119819" y="1733195"/>
                  <a:pt x="10131312" y="1744689"/>
                  <a:pt x="10131312" y="1758854"/>
                </a:cubicBezTo>
                <a:cubicBezTo>
                  <a:pt x="10131312" y="1773018"/>
                  <a:pt x="10119819" y="1784513"/>
                  <a:pt x="10105654" y="1784513"/>
                </a:cubicBezTo>
                <a:cubicBezTo>
                  <a:pt x="10091489" y="1784513"/>
                  <a:pt x="10079996" y="1773018"/>
                  <a:pt x="10079996" y="1758854"/>
                </a:cubicBezTo>
                <a:cubicBezTo>
                  <a:pt x="10079996" y="1744689"/>
                  <a:pt x="10091489" y="1733195"/>
                  <a:pt x="10105654" y="1733195"/>
                </a:cubicBezTo>
                <a:close/>
                <a:moveTo>
                  <a:pt x="10041450" y="1733195"/>
                </a:moveTo>
                <a:cubicBezTo>
                  <a:pt x="10055620" y="1733195"/>
                  <a:pt x="10067108" y="1744682"/>
                  <a:pt x="10067108" y="1758854"/>
                </a:cubicBezTo>
                <a:cubicBezTo>
                  <a:pt x="10067108" y="1773025"/>
                  <a:pt x="10055620" y="1784513"/>
                  <a:pt x="10041450" y="1784513"/>
                </a:cubicBezTo>
                <a:cubicBezTo>
                  <a:pt x="10027279" y="1784513"/>
                  <a:pt x="10015789" y="1773025"/>
                  <a:pt x="10015789" y="1758854"/>
                </a:cubicBezTo>
                <a:cubicBezTo>
                  <a:pt x="10015789" y="1744682"/>
                  <a:pt x="10027279" y="1733195"/>
                  <a:pt x="10041450" y="1733195"/>
                </a:cubicBezTo>
                <a:close/>
                <a:moveTo>
                  <a:pt x="9977242" y="1733195"/>
                </a:moveTo>
                <a:cubicBezTo>
                  <a:pt x="9991416" y="1733195"/>
                  <a:pt x="10002903" y="1744682"/>
                  <a:pt x="10002903" y="1758854"/>
                </a:cubicBezTo>
                <a:cubicBezTo>
                  <a:pt x="10002903" y="1773025"/>
                  <a:pt x="9991416" y="1784513"/>
                  <a:pt x="9977242" y="1784513"/>
                </a:cubicBezTo>
                <a:cubicBezTo>
                  <a:pt x="9963072" y="1784513"/>
                  <a:pt x="9951584" y="1773025"/>
                  <a:pt x="9951584" y="1758854"/>
                </a:cubicBezTo>
                <a:cubicBezTo>
                  <a:pt x="9951584" y="1744682"/>
                  <a:pt x="9963072" y="1733195"/>
                  <a:pt x="9977242" y="1733195"/>
                </a:cubicBezTo>
                <a:close/>
                <a:moveTo>
                  <a:pt x="9913038" y="1733195"/>
                </a:moveTo>
                <a:cubicBezTo>
                  <a:pt x="9927203" y="1733195"/>
                  <a:pt x="9938696" y="1744689"/>
                  <a:pt x="9938696" y="1758854"/>
                </a:cubicBezTo>
                <a:cubicBezTo>
                  <a:pt x="9938696" y="1773018"/>
                  <a:pt x="9927203" y="1784513"/>
                  <a:pt x="9913038" y="1784513"/>
                </a:cubicBezTo>
                <a:cubicBezTo>
                  <a:pt x="9898873" y="1784513"/>
                  <a:pt x="9887380" y="1773018"/>
                  <a:pt x="9887380" y="1758854"/>
                </a:cubicBezTo>
                <a:cubicBezTo>
                  <a:pt x="9887380" y="1744689"/>
                  <a:pt x="9898873" y="1733195"/>
                  <a:pt x="9913038" y="1733195"/>
                </a:cubicBezTo>
                <a:close/>
                <a:moveTo>
                  <a:pt x="9848716" y="1733195"/>
                </a:moveTo>
                <a:cubicBezTo>
                  <a:pt x="9862996" y="1733195"/>
                  <a:pt x="9874374" y="1744689"/>
                  <a:pt x="9874374" y="1758854"/>
                </a:cubicBezTo>
                <a:cubicBezTo>
                  <a:pt x="9874374" y="1773018"/>
                  <a:pt x="9862881" y="1784513"/>
                  <a:pt x="9848716" y="1784513"/>
                </a:cubicBezTo>
                <a:cubicBezTo>
                  <a:pt x="9834551" y="1784513"/>
                  <a:pt x="9823058" y="1773018"/>
                  <a:pt x="9823058" y="1758854"/>
                </a:cubicBezTo>
                <a:cubicBezTo>
                  <a:pt x="9823058" y="1744689"/>
                  <a:pt x="9834551" y="1733195"/>
                  <a:pt x="9848716" y="1733195"/>
                </a:cubicBezTo>
                <a:close/>
                <a:moveTo>
                  <a:pt x="9784512" y="1733195"/>
                </a:moveTo>
                <a:cubicBezTo>
                  <a:pt x="9798677" y="1733195"/>
                  <a:pt x="9810170" y="1744689"/>
                  <a:pt x="9810170" y="1758854"/>
                </a:cubicBezTo>
                <a:cubicBezTo>
                  <a:pt x="9810170" y="1773018"/>
                  <a:pt x="9798677" y="1784513"/>
                  <a:pt x="9784512" y="1784513"/>
                </a:cubicBezTo>
                <a:cubicBezTo>
                  <a:pt x="9770347" y="1784513"/>
                  <a:pt x="9758853" y="1773018"/>
                  <a:pt x="9758853" y="1758854"/>
                </a:cubicBezTo>
                <a:cubicBezTo>
                  <a:pt x="9758853" y="1744689"/>
                  <a:pt x="9770347" y="1733195"/>
                  <a:pt x="9784512" y="1733195"/>
                </a:cubicBezTo>
                <a:close/>
                <a:moveTo>
                  <a:pt x="9720307" y="1733195"/>
                </a:moveTo>
                <a:cubicBezTo>
                  <a:pt x="9734470" y="1733195"/>
                  <a:pt x="9745965" y="1744689"/>
                  <a:pt x="9745965" y="1758854"/>
                </a:cubicBezTo>
                <a:cubicBezTo>
                  <a:pt x="9745965" y="1773018"/>
                  <a:pt x="9734470" y="1784513"/>
                  <a:pt x="9720307" y="1784513"/>
                </a:cubicBezTo>
                <a:cubicBezTo>
                  <a:pt x="9706142" y="1784513"/>
                  <a:pt x="9694646" y="1773018"/>
                  <a:pt x="9694646" y="1758854"/>
                </a:cubicBezTo>
                <a:cubicBezTo>
                  <a:pt x="9694646" y="1744689"/>
                  <a:pt x="9706142" y="1733195"/>
                  <a:pt x="9720307" y="1733195"/>
                </a:cubicBezTo>
                <a:close/>
                <a:moveTo>
                  <a:pt x="9656100" y="1733195"/>
                </a:moveTo>
                <a:cubicBezTo>
                  <a:pt x="9670271" y="1733195"/>
                  <a:pt x="9681758" y="1744682"/>
                  <a:pt x="9681758" y="1758854"/>
                </a:cubicBezTo>
                <a:cubicBezTo>
                  <a:pt x="9681758" y="1773025"/>
                  <a:pt x="9670271" y="1784513"/>
                  <a:pt x="9656100" y="1784513"/>
                </a:cubicBezTo>
                <a:cubicBezTo>
                  <a:pt x="9641930" y="1784513"/>
                  <a:pt x="9630442" y="1773025"/>
                  <a:pt x="9630442" y="1758854"/>
                </a:cubicBezTo>
                <a:cubicBezTo>
                  <a:pt x="9630442" y="1744682"/>
                  <a:pt x="9641930" y="1733195"/>
                  <a:pt x="9656100" y="1733195"/>
                </a:cubicBezTo>
                <a:close/>
                <a:moveTo>
                  <a:pt x="9591896" y="1733195"/>
                </a:moveTo>
                <a:cubicBezTo>
                  <a:pt x="9606061" y="1733195"/>
                  <a:pt x="9617554" y="1744689"/>
                  <a:pt x="9617554" y="1758854"/>
                </a:cubicBezTo>
                <a:cubicBezTo>
                  <a:pt x="9617554" y="1773018"/>
                  <a:pt x="9606061" y="1784513"/>
                  <a:pt x="9591896" y="1784513"/>
                </a:cubicBezTo>
                <a:cubicBezTo>
                  <a:pt x="9577731" y="1784513"/>
                  <a:pt x="9566238" y="1773018"/>
                  <a:pt x="9566238" y="1758854"/>
                </a:cubicBezTo>
                <a:cubicBezTo>
                  <a:pt x="9566238" y="1744689"/>
                  <a:pt x="9577731" y="1733195"/>
                  <a:pt x="9591896" y="1733195"/>
                </a:cubicBezTo>
                <a:close/>
                <a:moveTo>
                  <a:pt x="9527689" y="1733195"/>
                </a:moveTo>
                <a:cubicBezTo>
                  <a:pt x="9541854" y="1733195"/>
                  <a:pt x="9553350" y="1744689"/>
                  <a:pt x="9553350" y="1758854"/>
                </a:cubicBezTo>
                <a:cubicBezTo>
                  <a:pt x="9553350" y="1773018"/>
                  <a:pt x="9541854" y="1784513"/>
                  <a:pt x="9527689" y="1784513"/>
                </a:cubicBezTo>
                <a:cubicBezTo>
                  <a:pt x="9513524" y="1784513"/>
                  <a:pt x="9502031" y="1773018"/>
                  <a:pt x="9502031" y="1758854"/>
                </a:cubicBezTo>
                <a:cubicBezTo>
                  <a:pt x="9502031" y="1744689"/>
                  <a:pt x="9513524" y="1733195"/>
                  <a:pt x="9527689" y="1733195"/>
                </a:cubicBezTo>
                <a:close/>
                <a:moveTo>
                  <a:pt x="9463485" y="1733195"/>
                </a:moveTo>
                <a:cubicBezTo>
                  <a:pt x="9477650" y="1733195"/>
                  <a:pt x="9489143" y="1744689"/>
                  <a:pt x="9489143" y="1758854"/>
                </a:cubicBezTo>
                <a:cubicBezTo>
                  <a:pt x="9489143" y="1773018"/>
                  <a:pt x="9477650" y="1784513"/>
                  <a:pt x="9463485" y="1784513"/>
                </a:cubicBezTo>
                <a:cubicBezTo>
                  <a:pt x="9449320" y="1784513"/>
                  <a:pt x="9437826" y="1773018"/>
                  <a:pt x="9437826" y="1758854"/>
                </a:cubicBezTo>
                <a:cubicBezTo>
                  <a:pt x="9437826" y="1744689"/>
                  <a:pt x="9449320" y="1733195"/>
                  <a:pt x="9463485" y="1733195"/>
                </a:cubicBezTo>
                <a:close/>
                <a:moveTo>
                  <a:pt x="9399280" y="1733195"/>
                </a:moveTo>
                <a:cubicBezTo>
                  <a:pt x="9413445" y="1733195"/>
                  <a:pt x="9424938" y="1744689"/>
                  <a:pt x="9424938" y="1758854"/>
                </a:cubicBezTo>
                <a:cubicBezTo>
                  <a:pt x="9424938" y="1773018"/>
                  <a:pt x="9413445" y="1784513"/>
                  <a:pt x="9399280" y="1784513"/>
                </a:cubicBezTo>
                <a:cubicBezTo>
                  <a:pt x="9385115" y="1784513"/>
                  <a:pt x="9373619" y="1773018"/>
                  <a:pt x="9373619" y="1758854"/>
                </a:cubicBezTo>
                <a:cubicBezTo>
                  <a:pt x="9373619" y="1744689"/>
                  <a:pt x="9385115" y="1733195"/>
                  <a:pt x="9399280" y="1733195"/>
                </a:cubicBezTo>
                <a:close/>
                <a:moveTo>
                  <a:pt x="9335073" y="1733195"/>
                </a:moveTo>
                <a:cubicBezTo>
                  <a:pt x="9349246" y="1733195"/>
                  <a:pt x="9360734" y="1744682"/>
                  <a:pt x="9360734" y="1758854"/>
                </a:cubicBezTo>
                <a:cubicBezTo>
                  <a:pt x="9360734" y="1773025"/>
                  <a:pt x="9349246" y="1784513"/>
                  <a:pt x="9335073" y="1784513"/>
                </a:cubicBezTo>
                <a:cubicBezTo>
                  <a:pt x="9320903" y="1784513"/>
                  <a:pt x="9309415" y="1773025"/>
                  <a:pt x="9309415" y="1758854"/>
                </a:cubicBezTo>
                <a:cubicBezTo>
                  <a:pt x="9309415" y="1744682"/>
                  <a:pt x="9320903" y="1733195"/>
                  <a:pt x="9335073" y="1733195"/>
                </a:cubicBezTo>
                <a:close/>
                <a:moveTo>
                  <a:pt x="9270869" y="1733195"/>
                </a:moveTo>
                <a:cubicBezTo>
                  <a:pt x="9285039" y="1733195"/>
                  <a:pt x="9296527" y="1744682"/>
                  <a:pt x="9296527" y="1758854"/>
                </a:cubicBezTo>
                <a:cubicBezTo>
                  <a:pt x="9296527" y="1773025"/>
                  <a:pt x="9285039" y="1784513"/>
                  <a:pt x="9270869" y="1784513"/>
                </a:cubicBezTo>
                <a:cubicBezTo>
                  <a:pt x="9256698" y="1784513"/>
                  <a:pt x="9245211" y="1773025"/>
                  <a:pt x="9245211" y="1758854"/>
                </a:cubicBezTo>
                <a:cubicBezTo>
                  <a:pt x="9245211" y="1744682"/>
                  <a:pt x="9256698" y="1733195"/>
                  <a:pt x="9270869" y="1733195"/>
                </a:cubicBezTo>
                <a:close/>
                <a:moveTo>
                  <a:pt x="9206664" y="1733195"/>
                </a:moveTo>
                <a:cubicBezTo>
                  <a:pt x="9220829" y="1733195"/>
                  <a:pt x="9232323" y="1744689"/>
                  <a:pt x="9232323" y="1758854"/>
                </a:cubicBezTo>
                <a:cubicBezTo>
                  <a:pt x="9232323" y="1773018"/>
                  <a:pt x="9220829" y="1784513"/>
                  <a:pt x="9206664" y="1784513"/>
                </a:cubicBezTo>
                <a:cubicBezTo>
                  <a:pt x="9192499" y="1784513"/>
                  <a:pt x="9181006" y="1773018"/>
                  <a:pt x="9181006" y="1758854"/>
                </a:cubicBezTo>
                <a:cubicBezTo>
                  <a:pt x="9181006" y="1744689"/>
                  <a:pt x="9192499" y="1733195"/>
                  <a:pt x="9206664" y="1733195"/>
                </a:cubicBezTo>
                <a:close/>
                <a:moveTo>
                  <a:pt x="9142457" y="1733195"/>
                </a:moveTo>
                <a:cubicBezTo>
                  <a:pt x="9156622" y="1733195"/>
                  <a:pt x="9168118" y="1744689"/>
                  <a:pt x="9168118" y="1758854"/>
                </a:cubicBezTo>
                <a:cubicBezTo>
                  <a:pt x="9168118" y="1773018"/>
                  <a:pt x="9156622" y="1784513"/>
                  <a:pt x="9142457" y="1784513"/>
                </a:cubicBezTo>
                <a:cubicBezTo>
                  <a:pt x="9128292" y="1784513"/>
                  <a:pt x="9116799" y="1773018"/>
                  <a:pt x="9116799" y="1758854"/>
                </a:cubicBezTo>
                <a:cubicBezTo>
                  <a:pt x="9116799" y="1744689"/>
                  <a:pt x="9128292" y="1733195"/>
                  <a:pt x="9142457" y="1733195"/>
                </a:cubicBezTo>
                <a:close/>
                <a:moveTo>
                  <a:pt x="9078253" y="1733195"/>
                </a:moveTo>
                <a:cubicBezTo>
                  <a:pt x="9092418" y="1733195"/>
                  <a:pt x="9103911" y="1744689"/>
                  <a:pt x="9103911" y="1758854"/>
                </a:cubicBezTo>
                <a:cubicBezTo>
                  <a:pt x="9103911" y="1773018"/>
                  <a:pt x="9092418" y="1784513"/>
                  <a:pt x="9078253" y="1784513"/>
                </a:cubicBezTo>
                <a:cubicBezTo>
                  <a:pt x="9064088" y="1784513"/>
                  <a:pt x="9052595" y="1773018"/>
                  <a:pt x="9052595" y="1758854"/>
                </a:cubicBezTo>
                <a:cubicBezTo>
                  <a:pt x="9052595" y="1744689"/>
                  <a:pt x="9064088" y="1733195"/>
                  <a:pt x="9078253" y="1733195"/>
                </a:cubicBezTo>
                <a:close/>
                <a:moveTo>
                  <a:pt x="9014049" y="1733195"/>
                </a:moveTo>
                <a:cubicBezTo>
                  <a:pt x="9028214" y="1733195"/>
                  <a:pt x="9039707" y="1744689"/>
                  <a:pt x="9039707" y="1758854"/>
                </a:cubicBezTo>
                <a:cubicBezTo>
                  <a:pt x="9039707" y="1773018"/>
                  <a:pt x="9028214" y="1784513"/>
                  <a:pt x="9014049" y="1784513"/>
                </a:cubicBezTo>
                <a:cubicBezTo>
                  <a:pt x="8999884" y="1784513"/>
                  <a:pt x="8988388" y="1773018"/>
                  <a:pt x="8988388" y="1758854"/>
                </a:cubicBezTo>
                <a:cubicBezTo>
                  <a:pt x="8988388" y="1744689"/>
                  <a:pt x="8999884" y="1733195"/>
                  <a:pt x="9014049" y="1733195"/>
                </a:cubicBezTo>
                <a:close/>
                <a:moveTo>
                  <a:pt x="8949842" y="1733195"/>
                </a:moveTo>
                <a:cubicBezTo>
                  <a:pt x="8964015" y="1733195"/>
                  <a:pt x="8975503" y="1744682"/>
                  <a:pt x="8975503" y="1758854"/>
                </a:cubicBezTo>
                <a:cubicBezTo>
                  <a:pt x="8975503" y="1773025"/>
                  <a:pt x="8964015" y="1784513"/>
                  <a:pt x="8949842" y="1784513"/>
                </a:cubicBezTo>
                <a:cubicBezTo>
                  <a:pt x="8935671" y="1784513"/>
                  <a:pt x="8924183" y="1773025"/>
                  <a:pt x="8924183" y="1758854"/>
                </a:cubicBezTo>
                <a:cubicBezTo>
                  <a:pt x="8924183" y="1744682"/>
                  <a:pt x="8935671" y="1733195"/>
                  <a:pt x="8949842" y="1733195"/>
                </a:cubicBezTo>
                <a:close/>
                <a:moveTo>
                  <a:pt x="8821433" y="1733195"/>
                </a:moveTo>
                <a:cubicBezTo>
                  <a:pt x="8835598" y="1733195"/>
                  <a:pt x="8847091" y="1744689"/>
                  <a:pt x="8847091" y="1758854"/>
                </a:cubicBezTo>
                <a:cubicBezTo>
                  <a:pt x="8847091" y="1773018"/>
                  <a:pt x="8835598" y="1784513"/>
                  <a:pt x="8821433" y="1784513"/>
                </a:cubicBezTo>
                <a:cubicBezTo>
                  <a:pt x="8807268" y="1784513"/>
                  <a:pt x="8795772" y="1773018"/>
                  <a:pt x="8795772" y="1758854"/>
                </a:cubicBezTo>
                <a:cubicBezTo>
                  <a:pt x="8795772" y="1744689"/>
                  <a:pt x="8807268" y="1733195"/>
                  <a:pt x="8821433" y="1733195"/>
                </a:cubicBezTo>
                <a:close/>
                <a:moveTo>
                  <a:pt x="8757226" y="1733195"/>
                </a:moveTo>
                <a:cubicBezTo>
                  <a:pt x="8771391" y="1733195"/>
                  <a:pt x="8782887" y="1744689"/>
                  <a:pt x="8782887" y="1758854"/>
                </a:cubicBezTo>
                <a:cubicBezTo>
                  <a:pt x="8782887" y="1773018"/>
                  <a:pt x="8771391" y="1784513"/>
                  <a:pt x="8757226" y="1784513"/>
                </a:cubicBezTo>
                <a:cubicBezTo>
                  <a:pt x="8743061" y="1784513"/>
                  <a:pt x="8731568" y="1773018"/>
                  <a:pt x="8731568" y="1758854"/>
                </a:cubicBezTo>
                <a:cubicBezTo>
                  <a:pt x="8731568" y="1744689"/>
                  <a:pt x="8743061" y="1733195"/>
                  <a:pt x="8757226" y="1733195"/>
                </a:cubicBezTo>
                <a:close/>
                <a:moveTo>
                  <a:pt x="8692904" y="1733195"/>
                </a:moveTo>
                <a:cubicBezTo>
                  <a:pt x="8707069" y="1733195"/>
                  <a:pt x="8718565" y="1744689"/>
                  <a:pt x="8718565" y="1758854"/>
                </a:cubicBezTo>
                <a:cubicBezTo>
                  <a:pt x="8718565" y="1773018"/>
                  <a:pt x="8707069" y="1784513"/>
                  <a:pt x="8692904" y="1784513"/>
                </a:cubicBezTo>
                <a:cubicBezTo>
                  <a:pt x="8678741" y="1784513"/>
                  <a:pt x="8667246" y="1773018"/>
                  <a:pt x="8667246" y="1758854"/>
                </a:cubicBezTo>
                <a:cubicBezTo>
                  <a:pt x="8667246" y="1744689"/>
                  <a:pt x="8678741" y="1733195"/>
                  <a:pt x="8692904" y="1733195"/>
                </a:cubicBezTo>
                <a:close/>
                <a:moveTo>
                  <a:pt x="8628699" y="1733195"/>
                </a:moveTo>
                <a:cubicBezTo>
                  <a:pt x="8642864" y="1733195"/>
                  <a:pt x="8654358" y="1744689"/>
                  <a:pt x="8654358" y="1758854"/>
                </a:cubicBezTo>
                <a:cubicBezTo>
                  <a:pt x="8654358" y="1773018"/>
                  <a:pt x="8642864" y="1784513"/>
                  <a:pt x="8628699" y="1784513"/>
                </a:cubicBezTo>
                <a:cubicBezTo>
                  <a:pt x="8614534" y="1784513"/>
                  <a:pt x="8603041" y="1773018"/>
                  <a:pt x="8603041" y="1758854"/>
                </a:cubicBezTo>
                <a:cubicBezTo>
                  <a:pt x="8603041" y="1744689"/>
                  <a:pt x="8614534" y="1733195"/>
                  <a:pt x="8628699" y="1733195"/>
                </a:cubicBezTo>
                <a:close/>
                <a:moveTo>
                  <a:pt x="8564495" y="1733195"/>
                </a:moveTo>
                <a:cubicBezTo>
                  <a:pt x="8578665" y="1733195"/>
                  <a:pt x="8590153" y="1744682"/>
                  <a:pt x="8590153" y="1758854"/>
                </a:cubicBezTo>
                <a:cubicBezTo>
                  <a:pt x="8590153" y="1773025"/>
                  <a:pt x="8578665" y="1784513"/>
                  <a:pt x="8564495" y="1784513"/>
                </a:cubicBezTo>
                <a:cubicBezTo>
                  <a:pt x="8550325" y="1784513"/>
                  <a:pt x="8538837" y="1773025"/>
                  <a:pt x="8538837" y="1758854"/>
                </a:cubicBezTo>
                <a:cubicBezTo>
                  <a:pt x="8538837" y="1744682"/>
                  <a:pt x="8550325" y="1733195"/>
                  <a:pt x="8564495" y="1733195"/>
                </a:cubicBezTo>
                <a:close/>
                <a:moveTo>
                  <a:pt x="8500288" y="1733195"/>
                </a:moveTo>
                <a:cubicBezTo>
                  <a:pt x="8514453" y="1733195"/>
                  <a:pt x="8525949" y="1744689"/>
                  <a:pt x="8525949" y="1758854"/>
                </a:cubicBezTo>
                <a:cubicBezTo>
                  <a:pt x="8525949" y="1773018"/>
                  <a:pt x="8514453" y="1784513"/>
                  <a:pt x="8500288" y="1784513"/>
                </a:cubicBezTo>
                <a:cubicBezTo>
                  <a:pt x="8486126" y="1784513"/>
                  <a:pt x="8474630" y="1773018"/>
                  <a:pt x="8474630" y="1758854"/>
                </a:cubicBezTo>
                <a:cubicBezTo>
                  <a:pt x="8474630" y="1744689"/>
                  <a:pt x="8486126" y="1733195"/>
                  <a:pt x="8500288" y="1733195"/>
                </a:cubicBezTo>
                <a:close/>
                <a:moveTo>
                  <a:pt x="8436084" y="1733195"/>
                </a:moveTo>
                <a:cubicBezTo>
                  <a:pt x="8450249" y="1733195"/>
                  <a:pt x="8461745" y="1744689"/>
                  <a:pt x="8461745" y="1758854"/>
                </a:cubicBezTo>
                <a:cubicBezTo>
                  <a:pt x="8461745" y="1773018"/>
                  <a:pt x="8450249" y="1784513"/>
                  <a:pt x="8436084" y="1784513"/>
                </a:cubicBezTo>
                <a:cubicBezTo>
                  <a:pt x="8421919" y="1784513"/>
                  <a:pt x="8410426" y="1773018"/>
                  <a:pt x="8410426" y="1758854"/>
                </a:cubicBezTo>
                <a:cubicBezTo>
                  <a:pt x="8410426" y="1744689"/>
                  <a:pt x="8421919" y="1733195"/>
                  <a:pt x="8436084" y="1733195"/>
                </a:cubicBezTo>
                <a:close/>
                <a:moveTo>
                  <a:pt x="8307675" y="1733195"/>
                </a:moveTo>
                <a:cubicBezTo>
                  <a:pt x="8321837" y="1733195"/>
                  <a:pt x="8333333" y="1744689"/>
                  <a:pt x="8333333" y="1758854"/>
                </a:cubicBezTo>
                <a:cubicBezTo>
                  <a:pt x="8333333" y="1773018"/>
                  <a:pt x="8321837" y="1784513"/>
                  <a:pt x="8307675" y="1784513"/>
                </a:cubicBezTo>
                <a:cubicBezTo>
                  <a:pt x="8293510" y="1784513"/>
                  <a:pt x="8282014" y="1773018"/>
                  <a:pt x="8282014" y="1758854"/>
                </a:cubicBezTo>
                <a:cubicBezTo>
                  <a:pt x="8282014" y="1744689"/>
                  <a:pt x="8293510" y="1733195"/>
                  <a:pt x="8307675" y="1733195"/>
                </a:cubicBezTo>
                <a:close/>
                <a:moveTo>
                  <a:pt x="8243468" y="1733195"/>
                </a:moveTo>
                <a:cubicBezTo>
                  <a:pt x="8257638" y="1733195"/>
                  <a:pt x="8269126" y="1744682"/>
                  <a:pt x="8269126" y="1758854"/>
                </a:cubicBezTo>
                <a:cubicBezTo>
                  <a:pt x="8269126" y="1773025"/>
                  <a:pt x="8257638" y="1784513"/>
                  <a:pt x="8243468" y="1784513"/>
                </a:cubicBezTo>
                <a:cubicBezTo>
                  <a:pt x="8229298" y="1784513"/>
                  <a:pt x="8217810" y="1773025"/>
                  <a:pt x="8217810" y="1758854"/>
                </a:cubicBezTo>
                <a:cubicBezTo>
                  <a:pt x="8217810" y="1744682"/>
                  <a:pt x="8229298" y="1733195"/>
                  <a:pt x="8243468" y="1733195"/>
                </a:cubicBezTo>
                <a:close/>
                <a:moveTo>
                  <a:pt x="8179264" y="1733195"/>
                </a:moveTo>
                <a:cubicBezTo>
                  <a:pt x="8193434" y="1733195"/>
                  <a:pt x="8204922" y="1744682"/>
                  <a:pt x="8204922" y="1758854"/>
                </a:cubicBezTo>
                <a:cubicBezTo>
                  <a:pt x="8204922" y="1773025"/>
                  <a:pt x="8193434" y="1784513"/>
                  <a:pt x="8179264" y="1784513"/>
                </a:cubicBezTo>
                <a:cubicBezTo>
                  <a:pt x="8165091" y="1784513"/>
                  <a:pt x="8153603" y="1773025"/>
                  <a:pt x="8153603" y="1758854"/>
                </a:cubicBezTo>
                <a:cubicBezTo>
                  <a:pt x="8153603" y="1744682"/>
                  <a:pt x="8165091" y="1733195"/>
                  <a:pt x="8179264" y="1733195"/>
                </a:cubicBezTo>
                <a:close/>
                <a:moveTo>
                  <a:pt x="8115057" y="1733195"/>
                </a:moveTo>
                <a:cubicBezTo>
                  <a:pt x="8129222" y="1733195"/>
                  <a:pt x="8140717" y="1744689"/>
                  <a:pt x="8140717" y="1758854"/>
                </a:cubicBezTo>
                <a:cubicBezTo>
                  <a:pt x="8140717" y="1773018"/>
                  <a:pt x="8129222" y="1784513"/>
                  <a:pt x="8115057" y="1784513"/>
                </a:cubicBezTo>
                <a:cubicBezTo>
                  <a:pt x="8100894" y="1784513"/>
                  <a:pt x="8089398" y="1773018"/>
                  <a:pt x="8089398" y="1758854"/>
                </a:cubicBezTo>
                <a:cubicBezTo>
                  <a:pt x="8089398" y="1744689"/>
                  <a:pt x="8100894" y="1733195"/>
                  <a:pt x="8115057" y="1733195"/>
                </a:cubicBezTo>
                <a:close/>
                <a:moveTo>
                  <a:pt x="8050852" y="1733195"/>
                </a:moveTo>
                <a:cubicBezTo>
                  <a:pt x="8065017" y="1733195"/>
                  <a:pt x="8076510" y="1744689"/>
                  <a:pt x="8076510" y="1758854"/>
                </a:cubicBezTo>
                <a:cubicBezTo>
                  <a:pt x="8076510" y="1773018"/>
                  <a:pt x="8065017" y="1784513"/>
                  <a:pt x="8050852" y="1784513"/>
                </a:cubicBezTo>
                <a:cubicBezTo>
                  <a:pt x="8036687" y="1784513"/>
                  <a:pt x="8025194" y="1773018"/>
                  <a:pt x="8025194" y="1758854"/>
                </a:cubicBezTo>
                <a:cubicBezTo>
                  <a:pt x="8025194" y="1744689"/>
                  <a:pt x="8036687" y="1733195"/>
                  <a:pt x="8050852" y="1733195"/>
                </a:cubicBezTo>
                <a:close/>
                <a:moveTo>
                  <a:pt x="7986648" y="1733195"/>
                </a:moveTo>
                <a:cubicBezTo>
                  <a:pt x="8000813" y="1733195"/>
                  <a:pt x="8012306" y="1744689"/>
                  <a:pt x="8012306" y="1758854"/>
                </a:cubicBezTo>
                <a:cubicBezTo>
                  <a:pt x="8012306" y="1773018"/>
                  <a:pt x="8000813" y="1784513"/>
                  <a:pt x="7986648" y="1784513"/>
                </a:cubicBezTo>
                <a:cubicBezTo>
                  <a:pt x="7972483" y="1784513"/>
                  <a:pt x="7960990" y="1773018"/>
                  <a:pt x="7960990" y="1758854"/>
                </a:cubicBezTo>
                <a:cubicBezTo>
                  <a:pt x="7960990" y="1744689"/>
                  <a:pt x="7972483" y="1733195"/>
                  <a:pt x="7986648" y="1733195"/>
                </a:cubicBezTo>
                <a:close/>
                <a:moveTo>
                  <a:pt x="7922444" y="1733195"/>
                </a:moveTo>
                <a:cubicBezTo>
                  <a:pt x="7936606" y="1733195"/>
                  <a:pt x="7948102" y="1744689"/>
                  <a:pt x="7948102" y="1758854"/>
                </a:cubicBezTo>
                <a:cubicBezTo>
                  <a:pt x="7948102" y="1773018"/>
                  <a:pt x="7936606" y="1784513"/>
                  <a:pt x="7922444" y="1784513"/>
                </a:cubicBezTo>
                <a:cubicBezTo>
                  <a:pt x="7908279" y="1784513"/>
                  <a:pt x="7896783" y="1773018"/>
                  <a:pt x="7896783" y="1758854"/>
                </a:cubicBezTo>
                <a:cubicBezTo>
                  <a:pt x="7896783" y="1744689"/>
                  <a:pt x="7908279" y="1733195"/>
                  <a:pt x="7922444" y="1733195"/>
                </a:cubicBezTo>
                <a:close/>
                <a:moveTo>
                  <a:pt x="7858237" y="1733195"/>
                </a:moveTo>
                <a:cubicBezTo>
                  <a:pt x="7872407" y="1733195"/>
                  <a:pt x="7883895" y="1744682"/>
                  <a:pt x="7883895" y="1758854"/>
                </a:cubicBezTo>
                <a:cubicBezTo>
                  <a:pt x="7883895" y="1773025"/>
                  <a:pt x="7872407" y="1784513"/>
                  <a:pt x="7858237" y="1784513"/>
                </a:cubicBezTo>
                <a:cubicBezTo>
                  <a:pt x="7844066" y="1784513"/>
                  <a:pt x="7832578" y="1773025"/>
                  <a:pt x="7832578" y="1758854"/>
                </a:cubicBezTo>
                <a:cubicBezTo>
                  <a:pt x="7832578" y="1744682"/>
                  <a:pt x="7844066" y="1733195"/>
                  <a:pt x="7858237" y="1733195"/>
                </a:cubicBezTo>
                <a:close/>
                <a:moveTo>
                  <a:pt x="7794032" y="1733195"/>
                </a:moveTo>
                <a:cubicBezTo>
                  <a:pt x="7808203" y="1733195"/>
                  <a:pt x="7819690" y="1744682"/>
                  <a:pt x="7819690" y="1758854"/>
                </a:cubicBezTo>
                <a:cubicBezTo>
                  <a:pt x="7819690" y="1773025"/>
                  <a:pt x="7808203" y="1784513"/>
                  <a:pt x="7794032" y="1784513"/>
                </a:cubicBezTo>
                <a:cubicBezTo>
                  <a:pt x="7779862" y="1784513"/>
                  <a:pt x="7768371" y="1773025"/>
                  <a:pt x="7768371" y="1758854"/>
                </a:cubicBezTo>
                <a:cubicBezTo>
                  <a:pt x="7768371" y="1744682"/>
                  <a:pt x="7779862" y="1733195"/>
                  <a:pt x="7794032" y="1733195"/>
                </a:cubicBezTo>
                <a:close/>
                <a:moveTo>
                  <a:pt x="7729825" y="1733195"/>
                </a:moveTo>
                <a:cubicBezTo>
                  <a:pt x="7743990" y="1733195"/>
                  <a:pt x="7755486" y="1744689"/>
                  <a:pt x="7755486" y="1758854"/>
                </a:cubicBezTo>
                <a:cubicBezTo>
                  <a:pt x="7755486" y="1773018"/>
                  <a:pt x="7743990" y="1784513"/>
                  <a:pt x="7729825" y="1784513"/>
                </a:cubicBezTo>
                <a:cubicBezTo>
                  <a:pt x="7715660" y="1784513"/>
                  <a:pt x="7704167" y="1773018"/>
                  <a:pt x="7704167" y="1758854"/>
                </a:cubicBezTo>
                <a:cubicBezTo>
                  <a:pt x="7704167" y="1744689"/>
                  <a:pt x="7715660" y="1733195"/>
                  <a:pt x="7729825" y="1733195"/>
                </a:cubicBezTo>
                <a:close/>
                <a:moveTo>
                  <a:pt x="7665621" y="1733195"/>
                </a:moveTo>
                <a:cubicBezTo>
                  <a:pt x="7679786" y="1733195"/>
                  <a:pt x="7691279" y="1744689"/>
                  <a:pt x="7691279" y="1758854"/>
                </a:cubicBezTo>
                <a:cubicBezTo>
                  <a:pt x="7691279" y="1773018"/>
                  <a:pt x="7679786" y="1784513"/>
                  <a:pt x="7665621" y="1784513"/>
                </a:cubicBezTo>
                <a:cubicBezTo>
                  <a:pt x="7651456" y="1784513"/>
                  <a:pt x="7639963" y="1773018"/>
                  <a:pt x="7639963" y="1758854"/>
                </a:cubicBezTo>
                <a:cubicBezTo>
                  <a:pt x="7639963" y="1744689"/>
                  <a:pt x="7651456" y="1733195"/>
                  <a:pt x="7665621" y="1733195"/>
                </a:cubicBezTo>
                <a:close/>
                <a:moveTo>
                  <a:pt x="7601299" y="1733195"/>
                </a:moveTo>
                <a:cubicBezTo>
                  <a:pt x="7615464" y="1733195"/>
                  <a:pt x="7626959" y="1744689"/>
                  <a:pt x="7626959" y="1758854"/>
                </a:cubicBezTo>
                <a:cubicBezTo>
                  <a:pt x="7626959" y="1773018"/>
                  <a:pt x="7615464" y="1784513"/>
                  <a:pt x="7601299" y="1784513"/>
                </a:cubicBezTo>
                <a:cubicBezTo>
                  <a:pt x="7587134" y="1784513"/>
                  <a:pt x="7575640" y="1773018"/>
                  <a:pt x="7575640" y="1758854"/>
                </a:cubicBezTo>
                <a:cubicBezTo>
                  <a:pt x="7575640" y="1744689"/>
                  <a:pt x="7587134" y="1733195"/>
                  <a:pt x="7601299" y="1733195"/>
                </a:cubicBezTo>
                <a:close/>
                <a:moveTo>
                  <a:pt x="7537094" y="1733195"/>
                </a:moveTo>
                <a:cubicBezTo>
                  <a:pt x="7551259" y="1733195"/>
                  <a:pt x="7562752" y="1744689"/>
                  <a:pt x="7562752" y="1758854"/>
                </a:cubicBezTo>
                <a:cubicBezTo>
                  <a:pt x="7562752" y="1773018"/>
                  <a:pt x="7551259" y="1784513"/>
                  <a:pt x="7537094" y="1784513"/>
                </a:cubicBezTo>
                <a:cubicBezTo>
                  <a:pt x="7522929" y="1784513"/>
                  <a:pt x="7511436" y="1773018"/>
                  <a:pt x="7511436" y="1758854"/>
                </a:cubicBezTo>
                <a:cubicBezTo>
                  <a:pt x="7511436" y="1744689"/>
                  <a:pt x="7522929" y="1733195"/>
                  <a:pt x="7537094" y="1733195"/>
                </a:cubicBezTo>
                <a:close/>
                <a:moveTo>
                  <a:pt x="7472890" y="1733195"/>
                </a:moveTo>
                <a:cubicBezTo>
                  <a:pt x="7487060" y="1733195"/>
                  <a:pt x="7498548" y="1744682"/>
                  <a:pt x="7498548" y="1758854"/>
                </a:cubicBezTo>
                <a:cubicBezTo>
                  <a:pt x="7498548" y="1773025"/>
                  <a:pt x="7487060" y="1784513"/>
                  <a:pt x="7472890" y="1784513"/>
                </a:cubicBezTo>
                <a:cubicBezTo>
                  <a:pt x="7458717" y="1784513"/>
                  <a:pt x="7447229" y="1773025"/>
                  <a:pt x="7447229" y="1758854"/>
                </a:cubicBezTo>
                <a:cubicBezTo>
                  <a:pt x="7447229" y="1744682"/>
                  <a:pt x="7458717" y="1733195"/>
                  <a:pt x="7472890" y="1733195"/>
                </a:cubicBezTo>
                <a:close/>
                <a:moveTo>
                  <a:pt x="7408683" y="1733195"/>
                </a:moveTo>
                <a:cubicBezTo>
                  <a:pt x="7422848" y="1733195"/>
                  <a:pt x="7434341" y="1744689"/>
                  <a:pt x="7434341" y="1758854"/>
                </a:cubicBezTo>
                <a:cubicBezTo>
                  <a:pt x="7434341" y="1773018"/>
                  <a:pt x="7422848" y="1784513"/>
                  <a:pt x="7408683" y="1784513"/>
                </a:cubicBezTo>
                <a:cubicBezTo>
                  <a:pt x="7394518" y="1784513"/>
                  <a:pt x="7383025" y="1773018"/>
                  <a:pt x="7383025" y="1758854"/>
                </a:cubicBezTo>
                <a:cubicBezTo>
                  <a:pt x="7383025" y="1744689"/>
                  <a:pt x="7394518" y="1733195"/>
                  <a:pt x="7408683" y="1733195"/>
                </a:cubicBezTo>
                <a:close/>
                <a:moveTo>
                  <a:pt x="7344479" y="1733195"/>
                </a:moveTo>
                <a:cubicBezTo>
                  <a:pt x="7358644" y="1733195"/>
                  <a:pt x="7370137" y="1744689"/>
                  <a:pt x="7370137" y="1758854"/>
                </a:cubicBezTo>
                <a:cubicBezTo>
                  <a:pt x="7370137" y="1773018"/>
                  <a:pt x="7358644" y="1784513"/>
                  <a:pt x="7344479" y="1784513"/>
                </a:cubicBezTo>
                <a:cubicBezTo>
                  <a:pt x="7330314" y="1784513"/>
                  <a:pt x="7318820" y="1773018"/>
                  <a:pt x="7318820" y="1758854"/>
                </a:cubicBezTo>
                <a:cubicBezTo>
                  <a:pt x="7318820" y="1744689"/>
                  <a:pt x="7330314" y="1733195"/>
                  <a:pt x="7344479" y="1733195"/>
                </a:cubicBezTo>
                <a:close/>
                <a:moveTo>
                  <a:pt x="7280274" y="1733195"/>
                </a:moveTo>
                <a:cubicBezTo>
                  <a:pt x="7294437" y="1733195"/>
                  <a:pt x="7305932" y="1744689"/>
                  <a:pt x="7305932" y="1758854"/>
                </a:cubicBezTo>
                <a:cubicBezTo>
                  <a:pt x="7305932" y="1773018"/>
                  <a:pt x="7294437" y="1784513"/>
                  <a:pt x="7280274" y="1784513"/>
                </a:cubicBezTo>
                <a:cubicBezTo>
                  <a:pt x="7266109" y="1784513"/>
                  <a:pt x="7254613" y="1773018"/>
                  <a:pt x="7254613" y="1758854"/>
                </a:cubicBezTo>
                <a:cubicBezTo>
                  <a:pt x="7254613" y="1744689"/>
                  <a:pt x="7266109" y="1733195"/>
                  <a:pt x="7280274" y="1733195"/>
                </a:cubicBezTo>
                <a:close/>
                <a:moveTo>
                  <a:pt x="7216067" y="1733195"/>
                </a:moveTo>
                <a:cubicBezTo>
                  <a:pt x="7230232" y="1733195"/>
                  <a:pt x="7241725" y="1744689"/>
                  <a:pt x="7241725" y="1758854"/>
                </a:cubicBezTo>
                <a:cubicBezTo>
                  <a:pt x="7241725" y="1773018"/>
                  <a:pt x="7230232" y="1784513"/>
                  <a:pt x="7216067" y="1784513"/>
                </a:cubicBezTo>
                <a:cubicBezTo>
                  <a:pt x="7201902" y="1784513"/>
                  <a:pt x="7190409" y="1773018"/>
                  <a:pt x="7190409" y="1758854"/>
                </a:cubicBezTo>
                <a:cubicBezTo>
                  <a:pt x="7190409" y="1744689"/>
                  <a:pt x="7201902" y="1733195"/>
                  <a:pt x="7216067" y="1733195"/>
                </a:cubicBezTo>
                <a:close/>
                <a:moveTo>
                  <a:pt x="7151863" y="1733195"/>
                </a:moveTo>
                <a:cubicBezTo>
                  <a:pt x="7166033" y="1733195"/>
                  <a:pt x="7177521" y="1744682"/>
                  <a:pt x="7177521" y="1758854"/>
                </a:cubicBezTo>
                <a:cubicBezTo>
                  <a:pt x="7177521" y="1773025"/>
                  <a:pt x="7166033" y="1784513"/>
                  <a:pt x="7151863" y="1784513"/>
                </a:cubicBezTo>
                <a:cubicBezTo>
                  <a:pt x="7137692" y="1784513"/>
                  <a:pt x="7126205" y="1773025"/>
                  <a:pt x="7126205" y="1758854"/>
                </a:cubicBezTo>
                <a:cubicBezTo>
                  <a:pt x="7126205" y="1744682"/>
                  <a:pt x="7137692" y="1733195"/>
                  <a:pt x="7151863" y="1733195"/>
                </a:cubicBezTo>
                <a:close/>
                <a:moveTo>
                  <a:pt x="7087658" y="1733195"/>
                </a:moveTo>
                <a:cubicBezTo>
                  <a:pt x="7101829" y="1733195"/>
                  <a:pt x="7113317" y="1744682"/>
                  <a:pt x="7113317" y="1758854"/>
                </a:cubicBezTo>
                <a:cubicBezTo>
                  <a:pt x="7113317" y="1773025"/>
                  <a:pt x="7101829" y="1784513"/>
                  <a:pt x="7087658" y="1784513"/>
                </a:cubicBezTo>
                <a:cubicBezTo>
                  <a:pt x="7073485" y="1784513"/>
                  <a:pt x="7061998" y="1773025"/>
                  <a:pt x="7061998" y="1758854"/>
                </a:cubicBezTo>
                <a:cubicBezTo>
                  <a:pt x="7061998" y="1744682"/>
                  <a:pt x="7073485" y="1733195"/>
                  <a:pt x="7087658" y="1733195"/>
                </a:cubicBezTo>
                <a:close/>
                <a:moveTo>
                  <a:pt x="6959247" y="1733195"/>
                </a:moveTo>
                <a:cubicBezTo>
                  <a:pt x="6973412" y="1733195"/>
                  <a:pt x="6984905" y="1744689"/>
                  <a:pt x="6984905" y="1758854"/>
                </a:cubicBezTo>
                <a:cubicBezTo>
                  <a:pt x="6984905" y="1773018"/>
                  <a:pt x="6973412" y="1784513"/>
                  <a:pt x="6959247" y="1784513"/>
                </a:cubicBezTo>
                <a:cubicBezTo>
                  <a:pt x="6945082" y="1784513"/>
                  <a:pt x="6933589" y="1773018"/>
                  <a:pt x="6933589" y="1758854"/>
                </a:cubicBezTo>
                <a:cubicBezTo>
                  <a:pt x="6933589" y="1744689"/>
                  <a:pt x="6945082" y="1733195"/>
                  <a:pt x="6959247" y="1733195"/>
                </a:cubicBezTo>
                <a:close/>
                <a:moveTo>
                  <a:pt x="6895043" y="1733195"/>
                </a:moveTo>
                <a:cubicBezTo>
                  <a:pt x="6909208" y="1733195"/>
                  <a:pt x="6920701" y="1744689"/>
                  <a:pt x="6920701" y="1758854"/>
                </a:cubicBezTo>
                <a:cubicBezTo>
                  <a:pt x="6920701" y="1773018"/>
                  <a:pt x="6909208" y="1784513"/>
                  <a:pt x="6895043" y="1784513"/>
                </a:cubicBezTo>
                <a:cubicBezTo>
                  <a:pt x="6880878" y="1784513"/>
                  <a:pt x="6869382" y="1773018"/>
                  <a:pt x="6869382" y="1758854"/>
                </a:cubicBezTo>
                <a:cubicBezTo>
                  <a:pt x="6869382" y="1744689"/>
                  <a:pt x="6880878" y="1733195"/>
                  <a:pt x="6895043" y="1733195"/>
                </a:cubicBezTo>
                <a:close/>
                <a:moveTo>
                  <a:pt x="6830836" y="1733195"/>
                </a:moveTo>
                <a:cubicBezTo>
                  <a:pt x="6845001" y="1733195"/>
                  <a:pt x="6856494" y="1744689"/>
                  <a:pt x="6856494" y="1758854"/>
                </a:cubicBezTo>
                <a:cubicBezTo>
                  <a:pt x="6856494" y="1773018"/>
                  <a:pt x="6845001" y="1784513"/>
                  <a:pt x="6830836" y="1784513"/>
                </a:cubicBezTo>
                <a:cubicBezTo>
                  <a:pt x="6816671" y="1784513"/>
                  <a:pt x="6805178" y="1773018"/>
                  <a:pt x="6805178" y="1758854"/>
                </a:cubicBezTo>
                <a:cubicBezTo>
                  <a:pt x="6805178" y="1744689"/>
                  <a:pt x="6816671" y="1733195"/>
                  <a:pt x="6830836" y="1733195"/>
                </a:cubicBezTo>
                <a:close/>
                <a:moveTo>
                  <a:pt x="6766631" y="1733195"/>
                </a:moveTo>
                <a:cubicBezTo>
                  <a:pt x="6780802" y="1733195"/>
                  <a:pt x="6792290" y="1744682"/>
                  <a:pt x="6792290" y="1758854"/>
                </a:cubicBezTo>
                <a:cubicBezTo>
                  <a:pt x="6792290" y="1773025"/>
                  <a:pt x="6780802" y="1784513"/>
                  <a:pt x="6766631" y="1784513"/>
                </a:cubicBezTo>
                <a:cubicBezTo>
                  <a:pt x="6752461" y="1784513"/>
                  <a:pt x="6740973" y="1773025"/>
                  <a:pt x="6740973" y="1758854"/>
                </a:cubicBezTo>
                <a:cubicBezTo>
                  <a:pt x="6740973" y="1744682"/>
                  <a:pt x="6752461" y="1733195"/>
                  <a:pt x="6766631" y="1733195"/>
                </a:cubicBezTo>
                <a:close/>
                <a:moveTo>
                  <a:pt x="6702427" y="1733195"/>
                </a:moveTo>
                <a:cubicBezTo>
                  <a:pt x="6716597" y="1733195"/>
                  <a:pt x="6728085" y="1744682"/>
                  <a:pt x="6728085" y="1758854"/>
                </a:cubicBezTo>
                <a:cubicBezTo>
                  <a:pt x="6728085" y="1773025"/>
                  <a:pt x="6716597" y="1784513"/>
                  <a:pt x="6702427" y="1784513"/>
                </a:cubicBezTo>
                <a:cubicBezTo>
                  <a:pt x="6688254" y="1784513"/>
                  <a:pt x="6676766" y="1773025"/>
                  <a:pt x="6676766" y="1758854"/>
                </a:cubicBezTo>
                <a:cubicBezTo>
                  <a:pt x="6676766" y="1744682"/>
                  <a:pt x="6688254" y="1733195"/>
                  <a:pt x="6702427" y="1733195"/>
                </a:cubicBezTo>
                <a:close/>
                <a:moveTo>
                  <a:pt x="6638220" y="1733195"/>
                </a:moveTo>
                <a:cubicBezTo>
                  <a:pt x="6652385" y="1733195"/>
                  <a:pt x="6663881" y="1744689"/>
                  <a:pt x="6663881" y="1758854"/>
                </a:cubicBezTo>
                <a:cubicBezTo>
                  <a:pt x="6663881" y="1773018"/>
                  <a:pt x="6652385" y="1784513"/>
                  <a:pt x="6638220" y="1784513"/>
                </a:cubicBezTo>
                <a:cubicBezTo>
                  <a:pt x="6624055" y="1784513"/>
                  <a:pt x="6612562" y="1773018"/>
                  <a:pt x="6612562" y="1758854"/>
                </a:cubicBezTo>
                <a:cubicBezTo>
                  <a:pt x="6612562" y="1744689"/>
                  <a:pt x="6624055" y="1733195"/>
                  <a:pt x="6638220" y="1733195"/>
                </a:cubicBezTo>
                <a:close/>
                <a:moveTo>
                  <a:pt x="6574016" y="1733195"/>
                </a:moveTo>
                <a:cubicBezTo>
                  <a:pt x="6588181" y="1733195"/>
                  <a:pt x="6599674" y="1744689"/>
                  <a:pt x="6599674" y="1758854"/>
                </a:cubicBezTo>
                <a:cubicBezTo>
                  <a:pt x="6599674" y="1773018"/>
                  <a:pt x="6588181" y="1784513"/>
                  <a:pt x="6574016" y="1784513"/>
                </a:cubicBezTo>
                <a:cubicBezTo>
                  <a:pt x="6559851" y="1784513"/>
                  <a:pt x="6548357" y="1773018"/>
                  <a:pt x="6548357" y="1758854"/>
                </a:cubicBezTo>
                <a:cubicBezTo>
                  <a:pt x="6548357" y="1744689"/>
                  <a:pt x="6559851" y="1733195"/>
                  <a:pt x="6574016" y="1733195"/>
                </a:cubicBezTo>
                <a:close/>
                <a:moveTo>
                  <a:pt x="6509693" y="1733195"/>
                </a:moveTo>
                <a:cubicBezTo>
                  <a:pt x="6523858" y="1733195"/>
                  <a:pt x="6535352" y="1744689"/>
                  <a:pt x="6535352" y="1758854"/>
                </a:cubicBezTo>
                <a:cubicBezTo>
                  <a:pt x="6535352" y="1773018"/>
                  <a:pt x="6523858" y="1784513"/>
                  <a:pt x="6509693" y="1784513"/>
                </a:cubicBezTo>
                <a:cubicBezTo>
                  <a:pt x="6495528" y="1784513"/>
                  <a:pt x="6484035" y="1773018"/>
                  <a:pt x="6484035" y="1758854"/>
                </a:cubicBezTo>
                <a:cubicBezTo>
                  <a:pt x="6484035" y="1744689"/>
                  <a:pt x="6495528" y="1733195"/>
                  <a:pt x="6509693" y="1733195"/>
                </a:cubicBezTo>
                <a:close/>
                <a:moveTo>
                  <a:pt x="6445489" y="1733195"/>
                </a:moveTo>
                <a:cubicBezTo>
                  <a:pt x="6459654" y="1733195"/>
                  <a:pt x="6471147" y="1744689"/>
                  <a:pt x="6471147" y="1758854"/>
                </a:cubicBezTo>
                <a:cubicBezTo>
                  <a:pt x="6471147" y="1773018"/>
                  <a:pt x="6459654" y="1784513"/>
                  <a:pt x="6445489" y="1784513"/>
                </a:cubicBezTo>
                <a:cubicBezTo>
                  <a:pt x="6431324" y="1784513"/>
                  <a:pt x="6419831" y="1773018"/>
                  <a:pt x="6419831" y="1758854"/>
                </a:cubicBezTo>
                <a:cubicBezTo>
                  <a:pt x="6419831" y="1744689"/>
                  <a:pt x="6431324" y="1733195"/>
                  <a:pt x="6445489" y="1733195"/>
                </a:cubicBezTo>
                <a:close/>
                <a:moveTo>
                  <a:pt x="6381282" y="1733195"/>
                </a:moveTo>
                <a:cubicBezTo>
                  <a:pt x="6395455" y="1733195"/>
                  <a:pt x="6406943" y="1744682"/>
                  <a:pt x="6406943" y="1758854"/>
                </a:cubicBezTo>
                <a:cubicBezTo>
                  <a:pt x="6406943" y="1773025"/>
                  <a:pt x="6395455" y="1784513"/>
                  <a:pt x="6381282" y="1784513"/>
                </a:cubicBezTo>
                <a:cubicBezTo>
                  <a:pt x="6367112" y="1784513"/>
                  <a:pt x="6355624" y="1773025"/>
                  <a:pt x="6355624" y="1758854"/>
                </a:cubicBezTo>
                <a:cubicBezTo>
                  <a:pt x="6355624" y="1744682"/>
                  <a:pt x="6367112" y="1733195"/>
                  <a:pt x="6381282" y="1733195"/>
                </a:cubicBezTo>
                <a:close/>
                <a:moveTo>
                  <a:pt x="6317078" y="1733195"/>
                </a:moveTo>
                <a:cubicBezTo>
                  <a:pt x="6331243" y="1733195"/>
                  <a:pt x="6342736" y="1744689"/>
                  <a:pt x="6342736" y="1758854"/>
                </a:cubicBezTo>
                <a:cubicBezTo>
                  <a:pt x="6342736" y="1773018"/>
                  <a:pt x="6331243" y="1784513"/>
                  <a:pt x="6317078" y="1784513"/>
                </a:cubicBezTo>
                <a:cubicBezTo>
                  <a:pt x="6302913" y="1784513"/>
                  <a:pt x="6291420" y="1773018"/>
                  <a:pt x="6291420" y="1758854"/>
                </a:cubicBezTo>
                <a:cubicBezTo>
                  <a:pt x="6291420" y="1744689"/>
                  <a:pt x="6302913" y="1733195"/>
                  <a:pt x="6317078" y="1733195"/>
                </a:cubicBezTo>
                <a:close/>
                <a:moveTo>
                  <a:pt x="6252873" y="1733195"/>
                </a:moveTo>
                <a:cubicBezTo>
                  <a:pt x="6267036" y="1733195"/>
                  <a:pt x="6278532" y="1744689"/>
                  <a:pt x="6278532" y="1758854"/>
                </a:cubicBezTo>
                <a:cubicBezTo>
                  <a:pt x="6278532" y="1773018"/>
                  <a:pt x="6267036" y="1784513"/>
                  <a:pt x="6252873" y="1784513"/>
                </a:cubicBezTo>
                <a:cubicBezTo>
                  <a:pt x="6238708" y="1784513"/>
                  <a:pt x="6227213" y="1773018"/>
                  <a:pt x="6227213" y="1758854"/>
                </a:cubicBezTo>
                <a:cubicBezTo>
                  <a:pt x="6227213" y="1744689"/>
                  <a:pt x="6238708" y="1733195"/>
                  <a:pt x="6252873" y="1733195"/>
                </a:cubicBezTo>
                <a:close/>
                <a:moveTo>
                  <a:pt x="6188666" y="1733195"/>
                </a:moveTo>
                <a:cubicBezTo>
                  <a:pt x="6202831" y="1733195"/>
                  <a:pt x="6214327" y="1744689"/>
                  <a:pt x="6214327" y="1758854"/>
                </a:cubicBezTo>
                <a:cubicBezTo>
                  <a:pt x="6214327" y="1773018"/>
                  <a:pt x="6202831" y="1784513"/>
                  <a:pt x="6188666" y="1784513"/>
                </a:cubicBezTo>
                <a:cubicBezTo>
                  <a:pt x="6174504" y="1784513"/>
                  <a:pt x="6163008" y="1773018"/>
                  <a:pt x="6163008" y="1758854"/>
                </a:cubicBezTo>
                <a:cubicBezTo>
                  <a:pt x="6163008" y="1744689"/>
                  <a:pt x="6174504" y="1733195"/>
                  <a:pt x="6188666" y="1733195"/>
                </a:cubicBezTo>
                <a:close/>
                <a:moveTo>
                  <a:pt x="6124462" y="1733195"/>
                </a:moveTo>
                <a:cubicBezTo>
                  <a:pt x="6138627" y="1733195"/>
                  <a:pt x="6150123" y="1744689"/>
                  <a:pt x="6150123" y="1758854"/>
                </a:cubicBezTo>
                <a:cubicBezTo>
                  <a:pt x="6150123" y="1773018"/>
                  <a:pt x="6138627" y="1784513"/>
                  <a:pt x="6124462" y="1784513"/>
                </a:cubicBezTo>
                <a:cubicBezTo>
                  <a:pt x="6110297" y="1784513"/>
                  <a:pt x="6098804" y="1773018"/>
                  <a:pt x="6098804" y="1758854"/>
                </a:cubicBezTo>
                <a:cubicBezTo>
                  <a:pt x="6098804" y="1744689"/>
                  <a:pt x="6110297" y="1733195"/>
                  <a:pt x="6124462" y="1733195"/>
                </a:cubicBezTo>
                <a:close/>
                <a:moveTo>
                  <a:pt x="6064505" y="1733195"/>
                </a:moveTo>
                <a:cubicBezTo>
                  <a:pt x="6078666" y="1733195"/>
                  <a:pt x="6090163" y="1744689"/>
                  <a:pt x="6090163" y="1758854"/>
                </a:cubicBezTo>
                <a:cubicBezTo>
                  <a:pt x="6090163" y="1773018"/>
                  <a:pt x="6078666" y="1784513"/>
                  <a:pt x="6064505" y="1784513"/>
                </a:cubicBezTo>
                <a:cubicBezTo>
                  <a:pt x="6050336" y="1784513"/>
                  <a:pt x="6038844" y="1773018"/>
                  <a:pt x="6038844" y="1758854"/>
                </a:cubicBezTo>
                <a:cubicBezTo>
                  <a:pt x="6038844" y="1744689"/>
                  <a:pt x="6050336" y="1733195"/>
                  <a:pt x="6064505" y="1733195"/>
                </a:cubicBezTo>
                <a:close/>
                <a:moveTo>
                  <a:pt x="6000298" y="1733195"/>
                </a:moveTo>
                <a:cubicBezTo>
                  <a:pt x="6014463" y="1733195"/>
                  <a:pt x="6025956" y="1744689"/>
                  <a:pt x="6025956" y="1758854"/>
                </a:cubicBezTo>
                <a:cubicBezTo>
                  <a:pt x="6025956" y="1773018"/>
                  <a:pt x="6014463" y="1784513"/>
                  <a:pt x="6000298" y="1784513"/>
                </a:cubicBezTo>
                <a:cubicBezTo>
                  <a:pt x="5986133" y="1784513"/>
                  <a:pt x="5974639" y="1773018"/>
                  <a:pt x="5974639" y="1758854"/>
                </a:cubicBezTo>
                <a:cubicBezTo>
                  <a:pt x="5974639" y="1744689"/>
                  <a:pt x="5986133" y="1733195"/>
                  <a:pt x="6000298" y="1733195"/>
                </a:cubicBezTo>
                <a:close/>
                <a:moveTo>
                  <a:pt x="5936092" y="1733195"/>
                </a:moveTo>
                <a:cubicBezTo>
                  <a:pt x="5950255" y="1733195"/>
                  <a:pt x="5961751" y="1744689"/>
                  <a:pt x="5961751" y="1758854"/>
                </a:cubicBezTo>
                <a:cubicBezTo>
                  <a:pt x="5961751" y="1773018"/>
                  <a:pt x="5950255" y="1784513"/>
                  <a:pt x="5936092" y="1784513"/>
                </a:cubicBezTo>
                <a:cubicBezTo>
                  <a:pt x="5921928" y="1784513"/>
                  <a:pt x="5910435" y="1773018"/>
                  <a:pt x="5910435" y="1758854"/>
                </a:cubicBezTo>
                <a:cubicBezTo>
                  <a:pt x="5910435" y="1744689"/>
                  <a:pt x="5921928" y="1733195"/>
                  <a:pt x="5936092" y="1733195"/>
                </a:cubicBezTo>
                <a:close/>
                <a:moveTo>
                  <a:pt x="5807683" y="1733195"/>
                </a:moveTo>
                <a:cubicBezTo>
                  <a:pt x="5821853" y="1733195"/>
                  <a:pt x="5833341" y="1744682"/>
                  <a:pt x="5833341" y="1758854"/>
                </a:cubicBezTo>
                <a:cubicBezTo>
                  <a:pt x="5833341" y="1773025"/>
                  <a:pt x="5821853" y="1784513"/>
                  <a:pt x="5807683" y="1784513"/>
                </a:cubicBezTo>
                <a:cubicBezTo>
                  <a:pt x="5793512" y="1784513"/>
                  <a:pt x="5782024" y="1773025"/>
                  <a:pt x="5782024" y="1758854"/>
                </a:cubicBezTo>
                <a:cubicBezTo>
                  <a:pt x="5782024" y="1744682"/>
                  <a:pt x="5793512" y="1733195"/>
                  <a:pt x="5807683" y="1733195"/>
                </a:cubicBezTo>
                <a:close/>
                <a:moveTo>
                  <a:pt x="5743477" y="1733195"/>
                </a:moveTo>
                <a:cubicBezTo>
                  <a:pt x="5757648" y="1733195"/>
                  <a:pt x="5769136" y="1744682"/>
                  <a:pt x="5769136" y="1758854"/>
                </a:cubicBezTo>
                <a:cubicBezTo>
                  <a:pt x="5769136" y="1773025"/>
                  <a:pt x="5757648" y="1784513"/>
                  <a:pt x="5743477" y="1784513"/>
                </a:cubicBezTo>
                <a:cubicBezTo>
                  <a:pt x="5729307" y="1784513"/>
                  <a:pt x="5717818" y="1773025"/>
                  <a:pt x="5717818" y="1758854"/>
                </a:cubicBezTo>
                <a:cubicBezTo>
                  <a:pt x="5717818" y="1744682"/>
                  <a:pt x="5729307" y="1733195"/>
                  <a:pt x="5743477" y="1733195"/>
                </a:cubicBezTo>
                <a:close/>
                <a:moveTo>
                  <a:pt x="5679272" y="1733195"/>
                </a:moveTo>
                <a:cubicBezTo>
                  <a:pt x="5693437" y="1733195"/>
                  <a:pt x="5704930" y="1744689"/>
                  <a:pt x="5704930" y="1758854"/>
                </a:cubicBezTo>
                <a:cubicBezTo>
                  <a:pt x="5704930" y="1773018"/>
                  <a:pt x="5693437" y="1784513"/>
                  <a:pt x="5679272" y="1784513"/>
                </a:cubicBezTo>
                <a:cubicBezTo>
                  <a:pt x="5665108" y="1784513"/>
                  <a:pt x="5653614" y="1773018"/>
                  <a:pt x="5653614" y="1758854"/>
                </a:cubicBezTo>
                <a:cubicBezTo>
                  <a:pt x="5653614" y="1744689"/>
                  <a:pt x="5665108" y="1733195"/>
                  <a:pt x="5679272" y="1733195"/>
                </a:cubicBezTo>
                <a:close/>
                <a:moveTo>
                  <a:pt x="5615066" y="1733195"/>
                </a:moveTo>
                <a:cubicBezTo>
                  <a:pt x="5629231" y="1733195"/>
                  <a:pt x="5640726" y="1744689"/>
                  <a:pt x="5640726" y="1758854"/>
                </a:cubicBezTo>
                <a:cubicBezTo>
                  <a:pt x="5640726" y="1773018"/>
                  <a:pt x="5629231" y="1784513"/>
                  <a:pt x="5615066" y="1784513"/>
                </a:cubicBezTo>
                <a:cubicBezTo>
                  <a:pt x="5600901" y="1784513"/>
                  <a:pt x="5589407" y="1773018"/>
                  <a:pt x="5589407" y="1758854"/>
                </a:cubicBezTo>
                <a:cubicBezTo>
                  <a:pt x="5589407" y="1744689"/>
                  <a:pt x="5600901" y="1733195"/>
                  <a:pt x="5615066" y="1733195"/>
                </a:cubicBezTo>
                <a:close/>
                <a:moveTo>
                  <a:pt x="5550862" y="1733195"/>
                </a:moveTo>
                <a:cubicBezTo>
                  <a:pt x="5565027" y="1733195"/>
                  <a:pt x="5576520" y="1744689"/>
                  <a:pt x="5576520" y="1758854"/>
                </a:cubicBezTo>
                <a:cubicBezTo>
                  <a:pt x="5576520" y="1773018"/>
                  <a:pt x="5565027" y="1784513"/>
                  <a:pt x="5550862" y="1784513"/>
                </a:cubicBezTo>
                <a:cubicBezTo>
                  <a:pt x="5536697" y="1784513"/>
                  <a:pt x="5525203" y="1773018"/>
                  <a:pt x="5525203" y="1758854"/>
                </a:cubicBezTo>
                <a:cubicBezTo>
                  <a:pt x="5525203" y="1744689"/>
                  <a:pt x="5536697" y="1733195"/>
                  <a:pt x="5550862" y="1733195"/>
                </a:cubicBezTo>
                <a:close/>
                <a:moveTo>
                  <a:pt x="5486655" y="1733195"/>
                </a:moveTo>
                <a:cubicBezTo>
                  <a:pt x="5500819" y="1733195"/>
                  <a:pt x="5512316" y="1744689"/>
                  <a:pt x="5512316" y="1758854"/>
                </a:cubicBezTo>
                <a:cubicBezTo>
                  <a:pt x="5512316" y="1773018"/>
                  <a:pt x="5500819" y="1784513"/>
                  <a:pt x="5486655" y="1784513"/>
                </a:cubicBezTo>
                <a:cubicBezTo>
                  <a:pt x="5472491" y="1784513"/>
                  <a:pt x="5460997" y="1773018"/>
                  <a:pt x="5460997" y="1758854"/>
                </a:cubicBezTo>
                <a:cubicBezTo>
                  <a:pt x="5460997" y="1744689"/>
                  <a:pt x="5472491" y="1733195"/>
                  <a:pt x="5486655" y="1733195"/>
                </a:cubicBezTo>
                <a:close/>
                <a:moveTo>
                  <a:pt x="5422451" y="1733195"/>
                </a:moveTo>
                <a:cubicBezTo>
                  <a:pt x="5436621" y="1733195"/>
                  <a:pt x="5448109" y="1744682"/>
                  <a:pt x="5448109" y="1758854"/>
                </a:cubicBezTo>
                <a:cubicBezTo>
                  <a:pt x="5448109" y="1773025"/>
                  <a:pt x="5436621" y="1784513"/>
                  <a:pt x="5422451" y="1784513"/>
                </a:cubicBezTo>
                <a:cubicBezTo>
                  <a:pt x="5408280" y="1784513"/>
                  <a:pt x="5396791" y="1773025"/>
                  <a:pt x="5396791" y="1758854"/>
                </a:cubicBezTo>
                <a:cubicBezTo>
                  <a:pt x="5396791" y="1744682"/>
                  <a:pt x="5408280" y="1733195"/>
                  <a:pt x="5422451" y="1733195"/>
                </a:cubicBezTo>
                <a:close/>
                <a:moveTo>
                  <a:pt x="5358245" y="1733195"/>
                </a:moveTo>
                <a:cubicBezTo>
                  <a:pt x="5372417" y="1733195"/>
                  <a:pt x="5383904" y="1744682"/>
                  <a:pt x="5383904" y="1758854"/>
                </a:cubicBezTo>
                <a:cubicBezTo>
                  <a:pt x="5383904" y="1773025"/>
                  <a:pt x="5372417" y="1784513"/>
                  <a:pt x="5358245" y="1784513"/>
                </a:cubicBezTo>
                <a:cubicBezTo>
                  <a:pt x="5344076" y="1784513"/>
                  <a:pt x="5332587" y="1773025"/>
                  <a:pt x="5332587" y="1758854"/>
                </a:cubicBezTo>
                <a:cubicBezTo>
                  <a:pt x="5332587" y="1744682"/>
                  <a:pt x="5344076" y="1733195"/>
                  <a:pt x="5358245" y="1733195"/>
                </a:cubicBezTo>
                <a:close/>
                <a:moveTo>
                  <a:pt x="5294040" y="1733195"/>
                </a:moveTo>
                <a:cubicBezTo>
                  <a:pt x="5308205" y="1733195"/>
                  <a:pt x="5319699" y="1744689"/>
                  <a:pt x="5319699" y="1758854"/>
                </a:cubicBezTo>
                <a:cubicBezTo>
                  <a:pt x="5319699" y="1773018"/>
                  <a:pt x="5308205" y="1784513"/>
                  <a:pt x="5294040" y="1784513"/>
                </a:cubicBezTo>
                <a:cubicBezTo>
                  <a:pt x="5279877" y="1784513"/>
                  <a:pt x="5268382" y="1773018"/>
                  <a:pt x="5268382" y="1758854"/>
                </a:cubicBezTo>
                <a:cubicBezTo>
                  <a:pt x="5268382" y="1744689"/>
                  <a:pt x="5279877" y="1733195"/>
                  <a:pt x="5294040" y="1733195"/>
                </a:cubicBezTo>
                <a:close/>
                <a:moveTo>
                  <a:pt x="5229719" y="1733195"/>
                </a:moveTo>
                <a:cubicBezTo>
                  <a:pt x="5243999" y="1733195"/>
                  <a:pt x="5255377" y="1744689"/>
                  <a:pt x="5255377" y="1758854"/>
                </a:cubicBezTo>
                <a:cubicBezTo>
                  <a:pt x="5255377" y="1773018"/>
                  <a:pt x="5243883" y="1784513"/>
                  <a:pt x="5229719" y="1784513"/>
                </a:cubicBezTo>
                <a:cubicBezTo>
                  <a:pt x="5215554" y="1784513"/>
                  <a:pt x="5204058" y="1773018"/>
                  <a:pt x="5204058" y="1758854"/>
                </a:cubicBezTo>
                <a:cubicBezTo>
                  <a:pt x="5204058" y="1744689"/>
                  <a:pt x="5215554" y="1733195"/>
                  <a:pt x="5229719" y="1733195"/>
                </a:cubicBezTo>
                <a:close/>
                <a:moveTo>
                  <a:pt x="5165514" y="1733195"/>
                </a:moveTo>
                <a:cubicBezTo>
                  <a:pt x="5179678" y="1733195"/>
                  <a:pt x="5191171" y="1744689"/>
                  <a:pt x="5191171" y="1758854"/>
                </a:cubicBezTo>
                <a:cubicBezTo>
                  <a:pt x="5191171" y="1773018"/>
                  <a:pt x="5179678" y="1784513"/>
                  <a:pt x="5165514" y="1784513"/>
                </a:cubicBezTo>
                <a:cubicBezTo>
                  <a:pt x="5151349" y="1784513"/>
                  <a:pt x="5139855" y="1773018"/>
                  <a:pt x="5139855" y="1758854"/>
                </a:cubicBezTo>
                <a:cubicBezTo>
                  <a:pt x="5139855" y="1744689"/>
                  <a:pt x="5151349" y="1733195"/>
                  <a:pt x="5165514" y="1733195"/>
                </a:cubicBezTo>
                <a:close/>
                <a:moveTo>
                  <a:pt x="5101309" y="1733195"/>
                </a:moveTo>
                <a:cubicBezTo>
                  <a:pt x="5115473" y="1733195"/>
                  <a:pt x="5126967" y="1744689"/>
                  <a:pt x="5126967" y="1758854"/>
                </a:cubicBezTo>
                <a:cubicBezTo>
                  <a:pt x="5126967" y="1773018"/>
                  <a:pt x="5115473" y="1784513"/>
                  <a:pt x="5101309" y="1784513"/>
                </a:cubicBezTo>
                <a:cubicBezTo>
                  <a:pt x="5087142" y="1784513"/>
                  <a:pt x="5075649" y="1773018"/>
                  <a:pt x="5075649" y="1758854"/>
                </a:cubicBezTo>
                <a:cubicBezTo>
                  <a:pt x="5075649" y="1744689"/>
                  <a:pt x="5087142" y="1733195"/>
                  <a:pt x="5101309" y="1733195"/>
                </a:cubicBezTo>
                <a:close/>
                <a:moveTo>
                  <a:pt x="5037104" y="1733195"/>
                </a:moveTo>
                <a:cubicBezTo>
                  <a:pt x="5051273" y="1733195"/>
                  <a:pt x="5062762" y="1744682"/>
                  <a:pt x="5062762" y="1758854"/>
                </a:cubicBezTo>
                <a:cubicBezTo>
                  <a:pt x="5062762" y="1773025"/>
                  <a:pt x="5051273" y="1784513"/>
                  <a:pt x="5037104" y="1784513"/>
                </a:cubicBezTo>
                <a:cubicBezTo>
                  <a:pt x="5022930" y="1784513"/>
                  <a:pt x="5011444" y="1773025"/>
                  <a:pt x="5011444" y="1758854"/>
                </a:cubicBezTo>
                <a:cubicBezTo>
                  <a:pt x="5011444" y="1744682"/>
                  <a:pt x="5022930" y="1733195"/>
                  <a:pt x="5037104" y="1733195"/>
                </a:cubicBezTo>
                <a:close/>
                <a:moveTo>
                  <a:pt x="4972896" y="1733195"/>
                </a:moveTo>
                <a:cubicBezTo>
                  <a:pt x="4987063" y="1733195"/>
                  <a:pt x="4998557" y="1744689"/>
                  <a:pt x="4998557" y="1758854"/>
                </a:cubicBezTo>
                <a:cubicBezTo>
                  <a:pt x="4998557" y="1773018"/>
                  <a:pt x="4987063" y="1784513"/>
                  <a:pt x="4972896" y="1784513"/>
                </a:cubicBezTo>
                <a:cubicBezTo>
                  <a:pt x="4958732" y="1784513"/>
                  <a:pt x="4947240" y="1773018"/>
                  <a:pt x="4947240" y="1758854"/>
                </a:cubicBezTo>
                <a:cubicBezTo>
                  <a:pt x="4947240" y="1744689"/>
                  <a:pt x="4958732" y="1733195"/>
                  <a:pt x="4972896" y="1733195"/>
                </a:cubicBezTo>
                <a:close/>
                <a:moveTo>
                  <a:pt x="4908693" y="1733195"/>
                </a:moveTo>
                <a:cubicBezTo>
                  <a:pt x="4922857" y="1733195"/>
                  <a:pt x="4934352" y="1744689"/>
                  <a:pt x="4934352" y="1758854"/>
                </a:cubicBezTo>
                <a:cubicBezTo>
                  <a:pt x="4934352" y="1773018"/>
                  <a:pt x="4922857" y="1784513"/>
                  <a:pt x="4908693" y="1784513"/>
                </a:cubicBezTo>
                <a:cubicBezTo>
                  <a:pt x="4894527" y="1784513"/>
                  <a:pt x="4883033" y="1773018"/>
                  <a:pt x="4883033" y="1758854"/>
                </a:cubicBezTo>
                <a:cubicBezTo>
                  <a:pt x="4883033" y="1744689"/>
                  <a:pt x="4894527" y="1733195"/>
                  <a:pt x="4908693" y="1733195"/>
                </a:cubicBezTo>
                <a:close/>
                <a:moveTo>
                  <a:pt x="4844487" y="1733195"/>
                </a:moveTo>
                <a:cubicBezTo>
                  <a:pt x="4858650" y="1733195"/>
                  <a:pt x="4870146" y="1744689"/>
                  <a:pt x="4870146" y="1758854"/>
                </a:cubicBezTo>
                <a:cubicBezTo>
                  <a:pt x="4870146" y="1773018"/>
                  <a:pt x="4858650" y="1784513"/>
                  <a:pt x="4844487" y="1784513"/>
                </a:cubicBezTo>
                <a:cubicBezTo>
                  <a:pt x="4830322" y="1784513"/>
                  <a:pt x="4818828" y="1773018"/>
                  <a:pt x="4818828" y="1758854"/>
                </a:cubicBezTo>
                <a:cubicBezTo>
                  <a:pt x="4818828" y="1744689"/>
                  <a:pt x="4830322" y="1733195"/>
                  <a:pt x="4844487" y="1733195"/>
                </a:cubicBezTo>
                <a:close/>
                <a:moveTo>
                  <a:pt x="4780282" y="1733195"/>
                </a:moveTo>
                <a:cubicBezTo>
                  <a:pt x="4794447" y="1733195"/>
                  <a:pt x="4805941" y="1744689"/>
                  <a:pt x="4805941" y="1758854"/>
                </a:cubicBezTo>
                <a:cubicBezTo>
                  <a:pt x="4805941" y="1773018"/>
                  <a:pt x="4794447" y="1784513"/>
                  <a:pt x="4780282" y="1784513"/>
                </a:cubicBezTo>
                <a:cubicBezTo>
                  <a:pt x="4766118" y="1784513"/>
                  <a:pt x="4754622" y="1773018"/>
                  <a:pt x="4754622" y="1758854"/>
                </a:cubicBezTo>
                <a:cubicBezTo>
                  <a:pt x="4754622" y="1744689"/>
                  <a:pt x="4766118" y="1733195"/>
                  <a:pt x="4780282" y="1733195"/>
                </a:cubicBezTo>
                <a:close/>
                <a:moveTo>
                  <a:pt x="4716077" y="1733195"/>
                </a:moveTo>
                <a:cubicBezTo>
                  <a:pt x="4730248" y="1733195"/>
                  <a:pt x="4741736" y="1744682"/>
                  <a:pt x="4741736" y="1758854"/>
                </a:cubicBezTo>
                <a:cubicBezTo>
                  <a:pt x="4741736" y="1773025"/>
                  <a:pt x="4730248" y="1784513"/>
                  <a:pt x="4716077" y="1784513"/>
                </a:cubicBezTo>
                <a:cubicBezTo>
                  <a:pt x="4701906" y="1784513"/>
                  <a:pt x="4690419" y="1773025"/>
                  <a:pt x="4690419" y="1758854"/>
                </a:cubicBezTo>
                <a:cubicBezTo>
                  <a:pt x="4690419" y="1744682"/>
                  <a:pt x="4701906" y="1733195"/>
                  <a:pt x="4716077" y="1733195"/>
                </a:cubicBezTo>
                <a:close/>
                <a:moveTo>
                  <a:pt x="4651872" y="1733195"/>
                </a:moveTo>
                <a:cubicBezTo>
                  <a:pt x="4666042" y="1733195"/>
                  <a:pt x="4677531" y="1744682"/>
                  <a:pt x="4677531" y="1758854"/>
                </a:cubicBezTo>
                <a:cubicBezTo>
                  <a:pt x="4677531" y="1773025"/>
                  <a:pt x="4666042" y="1784513"/>
                  <a:pt x="4651872" y="1784513"/>
                </a:cubicBezTo>
                <a:cubicBezTo>
                  <a:pt x="4637700" y="1784513"/>
                  <a:pt x="4626213" y="1773025"/>
                  <a:pt x="4626213" y="1758854"/>
                </a:cubicBezTo>
                <a:cubicBezTo>
                  <a:pt x="4626213" y="1744682"/>
                  <a:pt x="4637700" y="1733195"/>
                  <a:pt x="4651872" y="1733195"/>
                </a:cubicBezTo>
                <a:close/>
                <a:moveTo>
                  <a:pt x="4587666" y="1733195"/>
                </a:moveTo>
                <a:cubicBezTo>
                  <a:pt x="4601830" y="1733195"/>
                  <a:pt x="4613324" y="1744689"/>
                  <a:pt x="4613324" y="1758854"/>
                </a:cubicBezTo>
                <a:cubicBezTo>
                  <a:pt x="4613324" y="1773018"/>
                  <a:pt x="4601830" y="1784513"/>
                  <a:pt x="4587666" y="1784513"/>
                </a:cubicBezTo>
                <a:cubicBezTo>
                  <a:pt x="4573501" y="1784513"/>
                  <a:pt x="4562007" y="1773018"/>
                  <a:pt x="4562007" y="1758854"/>
                </a:cubicBezTo>
                <a:cubicBezTo>
                  <a:pt x="4562007" y="1744689"/>
                  <a:pt x="4573501" y="1733195"/>
                  <a:pt x="4587666" y="1733195"/>
                </a:cubicBezTo>
                <a:close/>
                <a:moveTo>
                  <a:pt x="4523461" y="1733195"/>
                </a:moveTo>
                <a:cubicBezTo>
                  <a:pt x="4537626" y="1733195"/>
                  <a:pt x="4549121" y="1744689"/>
                  <a:pt x="4549121" y="1758854"/>
                </a:cubicBezTo>
                <a:cubicBezTo>
                  <a:pt x="4549121" y="1773018"/>
                  <a:pt x="4537626" y="1784513"/>
                  <a:pt x="4523461" y="1784513"/>
                </a:cubicBezTo>
                <a:cubicBezTo>
                  <a:pt x="4509296" y="1784513"/>
                  <a:pt x="4497802" y="1773018"/>
                  <a:pt x="4497802" y="1758854"/>
                </a:cubicBezTo>
                <a:cubicBezTo>
                  <a:pt x="4497802" y="1744689"/>
                  <a:pt x="4509296" y="1733195"/>
                  <a:pt x="4523461" y="1733195"/>
                </a:cubicBezTo>
                <a:close/>
                <a:moveTo>
                  <a:pt x="4459256" y="1733195"/>
                </a:moveTo>
                <a:cubicBezTo>
                  <a:pt x="4473420" y="1733195"/>
                  <a:pt x="4484914" y="1744689"/>
                  <a:pt x="4484914" y="1758854"/>
                </a:cubicBezTo>
                <a:cubicBezTo>
                  <a:pt x="4484914" y="1773018"/>
                  <a:pt x="4473420" y="1784513"/>
                  <a:pt x="4459256" y="1784513"/>
                </a:cubicBezTo>
                <a:cubicBezTo>
                  <a:pt x="4445091" y="1784513"/>
                  <a:pt x="4433596" y="1773018"/>
                  <a:pt x="4433596" y="1758854"/>
                </a:cubicBezTo>
                <a:cubicBezTo>
                  <a:pt x="4433596" y="1744689"/>
                  <a:pt x="4445091" y="1733195"/>
                  <a:pt x="4459256" y="1733195"/>
                </a:cubicBezTo>
                <a:close/>
                <a:moveTo>
                  <a:pt x="4395050" y="1733195"/>
                </a:moveTo>
                <a:cubicBezTo>
                  <a:pt x="4409214" y="1733195"/>
                  <a:pt x="4420710" y="1744689"/>
                  <a:pt x="4420710" y="1758854"/>
                </a:cubicBezTo>
                <a:cubicBezTo>
                  <a:pt x="4420710" y="1773018"/>
                  <a:pt x="4409214" y="1784513"/>
                  <a:pt x="4395050" y="1784513"/>
                </a:cubicBezTo>
                <a:cubicBezTo>
                  <a:pt x="4380886" y="1784513"/>
                  <a:pt x="4369391" y="1773018"/>
                  <a:pt x="4369391" y="1758854"/>
                </a:cubicBezTo>
                <a:cubicBezTo>
                  <a:pt x="4369391" y="1744689"/>
                  <a:pt x="4380886" y="1733195"/>
                  <a:pt x="4395050" y="1733195"/>
                </a:cubicBezTo>
                <a:close/>
                <a:moveTo>
                  <a:pt x="4330845" y="1733195"/>
                </a:moveTo>
                <a:cubicBezTo>
                  <a:pt x="4345017" y="1733195"/>
                  <a:pt x="4356504" y="1744682"/>
                  <a:pt x="4356504" y="1758854"/>
                </a:cubicBezTo>
                <a:cubicBezTo>
                  <a:pt x="4356504" y="1773025"/>
                  <a:pt x="4345017" y="1784513"/>
                  <a:pt x="4330845" y="1784513"/>
                </a:cubicBezTo>
                <a:cubicBezTo>
                  <a:pt x="4316675" y="1784513"/>
                  <a:pt x="4305186" y="1773025"/>
                  <a:pt x="4305186" y="1758854"/>
                </a:cubicBezTo>
                <a:cubicBezTo>
                  <a:pt x="4305186" y="1744682"/>
                  <a:pt x="4316675" y="1733195"/>
                  <a:pt x="4330845" y="1733195"/>
                </a:cubicBezTo>
                <a:close/>
                <a:moveTo>
                  <a:pt x="4266640" y="1733195"/>
                </a:moveTo>
                <a:cubicBezTo>
                  <a:pt x="4280811" y="1733195"/>
                  <a:pt x="4292298" y="1744682"/>
                  <a:pt x="4292298" y="1758854"/>
                </a:cubicBezTo>
                <a:cubicBezTo>
                  <a:pt x="4292298" y="1773025"/>
                  <a:pt x="4280811" y="1784513"/>
                  <a:pt x="4266640" y="1784513"/>
                </a:cubicBezTo>
                <a:cubicBezTo>
                  <a:pt x="4252470" y="1784513"/>
                  <a:pt x="4240981" y="1773025"/>
                  <a:pt x="4240981" y="1758854"/>
                </a:cubicBezTo>
                <a:cubicBezTo>
                  <a:pt x="4240981" y="1744682"/>
                  <a:pt x="4252470" y="1733195"/>
                  <a:pt x="4266640" y="1733195"/>
                </a:cubicBezTo>
                <a:close/>
                <a:moveTo>
                  <a:pt x="4202435" y="1733195"/>
                </a:moveTo>
                <a:cubicBezTo>
                  <a:pt x="4216598" y="1733195"/>
                  <a:pt x="4228093" y="1744689"/>
                  <a:pt x="4228093" y="1758854"/>
                </a:cubicBezTo>
                <a:cubicBezTo>
                  <a:pt x="4228093" y="1773018"/>
                  <a:pt x="4216598" y="1784513"/>
                  <a:pt x="4202435" y="1784513"/>
                </a:cubicBezTo>
                <a:cubicBezTo>
                  <a:pt x="4188268" y="1784513"/>
                  <a:pt x="4176776" y="1773018"/>
                  <a:pt x="4176776" y="1758854"/>
                </a:cubicBezTo>
                <a:cubicBezTo>
                  <a:pt x="4176776" y="1744689"/>
                  <a:pt x="4188268" y="1733195"/>
                  <a:pt x="4202435" y="1733195"/>
                </a:cubicBezTo>
                <a:close/>
                <a:moveTo>
                  <a:pt x="4138112" y="1733195"/>
                </a:moveTo>
                <a:cubicBezTo>
                  <a:pt x="4152394" y="1733195"/>
                  <a:pt x="4163773" y="1744689"/>
                  <a:pt x="4163773" y="1758854"/>
                </a:cubicBezTo>
                <a:cubicBezTo>
                  <a:pt x="4163773" y="1773018"/>
                  <a:pt x="4152277" y="1784513"/>
                  <a:pt x="4138112" y="1784513"/>
                </a:cubicBezTo>
                <a:cubicBezTo>
                  <a:pt x="4123948" y="1784513"/>
                  <a:pt x="4112454" y="1773018"/>
                  <a:pt x="4112454" y="1758854"/>
                </a:cubicBezTo>
                <a:cubicBezTo>
                  <a:pt x="4112454" y="1744689"/>
                  <a:pt x="4123948" y="1733195"/>
                  <a:pt x="4138112" y="1733195"/>
                </a:cubicBezTo>
                <a:close/>
                <a:moveTo>
                  <a:pt x="4073908" y="1733195"/>
                </a:moveTo>
                <a:cubicBezTo>
                  <a:pt x="4088073" y="1733195"/>
                  <a:pt x="4099565" y="1744689"/>
                  <a:pt x="4099565" y="1758854"/>
                </a:cubicBezTo>
                <a:cubicBezTo>
                  <a:pt x="4099565" y="1773018"/>
                  <a:pt x="4088073" y="1784513"/>
                  <a:pt x="4073908" y="1784513"/>
                </a:cubicBezTo>
                <a:cubicBezTo>
                  <a:pt x="4059743" y="1784513"/>
                  <a:pt x="4048248" y="1773018"/>
                  <a:pt x="4048248" y="1758854"/>
                </a:cubicBezTo>
                <a:cubicBezTo>
                  <a:pt x="4048248" y="1744689"/>
                  <a:pt x="4059743" y="1733195"/>
                  <a:pt x="4073908" y="1733195"/>
                </a:cubicBezTo>
                <a:close/>
                <a:moveTo>
                  <a:pt x="4009702" y="1733195"/>
                </a:moveTo>
                <a:cubicBezTo>
                  <a:pt x="4023866" y="1733195"/>
                  <a:pt x="4035362" y="1744689"/>
                  <a:pt x="4035362" y="1758854"/>
                </a:cubicBezTo>
                <a:cubicBezTo>
                  <a:pt x="4035362" y="1773018"/>
                  <a:pt x="4023866" y="1784513"/>
                  <a:pt x="4009702" y="1784513"/>
                </a:cubicBezTo>
                <a:cubicBezTo>
                  <a:pt x="3995538" y="1784513"/>
                  <a:pt x="3984043" y="1773018"/>
                  <a:pt x="3984043" y="1758854"/>
                </a:cubicBezTo>
                <a:cubicBezTo>
                  <a:pt x="3984043" y="1744689"/>
                  <a:pt x="3995538" y="1733195"/>
                  <a:pt x="4009702" y="1733195"/>
                </a:cubicBezTo>
                <a:close/>
                <a:moveTo>
                  <a:pt x="3945497" y="1733195"/>
                </a:moveTo>
                <a:cubicBezTo>
                  <a:pt x="3959668" y="1733195"/>
                  <a:pt x="3971155" y="1744682"/>
                  <a:pt x="3971155" y="1758854"/>
                </a:cubicBezTo>
                <a:cubicBezTo>
                  <a:pt x="3971155" y="1773025"/>
                  <a:pt x="3959668" y="1784513"/>
                  <a:pt x="3945497" y="1784513"/>
                </a:cubicBezTo>
                <a:cubicBezTo>
                  <a:pt x="3931325" y="1784513"/>
                  <a:pt x="3919838" y="1773025"/>
                  <a:pt x="3919838" y="1758854"/>
                </a:cubicBezTo>
                <a:cubicBezTo>
                  <a:pt x="3919838" y="1744682"/>
                  <a:pt x="3931325" y="1733195"/>
                  <a:pt x="3945497" y="1733195"/>
                </a:cubicBezTo>
                <a:close/>
                <a:moveTo>
                  <a:pt x="3881291" y="1733195"/>
                </a:moveTo>
                <a:cubicBezTo>
                  <a:pt x="3895456" y="1733195"/>
                  <a:pt x="3906950" y="1744689"/>
                  <a:pt x="3906950" y="1758854"/>
                </a:cubicBezTo>
                <a:cubicBezTo>
                  <a:pt x="3906950" y="1773018"/>
                  <a:pt x="3895456" y="1784513"/>
                  <a:pt x="3881291" y="1784513"/>
                </a:cubicBezTo>
                <a:cubicBezTo>
                  <a:pt x="3867127" y="1784513"/>
                  <a:pt x="3855633" y="1773018"/>
                  <a:pt x="3855633" y="1758854"/>
                </a:cubicBezTo>
                <a:cubicBezTo>
                  <a:pt x="3855633" y="1744689"/>
                  <a:pt x="3867127" y="1733195"/>
                  <a:pt x="3881291" y="1733195"/>
                </a:cubicBezTo>
                <a:close/>
                <a:moveTo>
                  <a:pt x="3817085" y="1733195"/>
                </a:moveTo>
                <a:cubicBezTo>
                  <a:pt x="3831252" y="1733195"/>
                  <a:pt x="3842745" y="1744689"/>
                  <a:pt x="3842745" y="1758854"/>
                </a:cubicBezTo>
                <a:cubicBezTo>
                  <a:pt x="3842745" y="1773018"/>
                  <a:pt x="3831252" y="1784513"/>
                  <a:pt x="3817085" y="1784513"/>
                </a:cubicBezTo>
                <a:cubicBezTo>
                  <a:pt x="3802921" y="1784513"/>
                  <a:pt x="3791427" y="1773018"/>
                  <a:pt x="3791427" y="1758854"/>
                </a:cubicBezTo>
                <a:cubicBezTo>
                  <a:pt x="3791427" y="1744689"/>
                  <a:pt x="3802921" y="1733195"/>
                  <a:pt x="3817085" y="1733195"/>
                </a:cubicBezTo>
                <a:close/>
                <a:moveTo>
                  <a:pt x="3752882" y="1733195"/>
                </a:moveTo>
                <a:cubicBezTo>
                  <a:pt x="3767045" y="1733195"/>
                  <a:pt x="3778539" y="1744689"/>
                  <a:pt x="3778539" y="1758854"/>
                </a:cubicBezTo>
                <a:cubicBezTo>
                  <a:pt x="3778539" y="1773018"/>
                  <a:pt x="3767045" y="1784513"/>
                  <a:pt x="3752882" y="1784513"/>
                </a:cubicBezTo>
                <a:cubicBezTo>
                  <a:pt x="3738717" y="1784513"/>
                  <a:pt x="3727221" y="1773018"/>
                  <a:pt x="3727221" y="1758854"/>
                </a:cubicBezTo>
                <a:cubicBezTo>
                  <a:pt x="3727221" y="1744689"/>
                  <a:pt x="3738717" y="1733195"/>
                  <a:pt x="3752882" y="1733195"/>
                </a:cubicBezTo>
                <a:close/>
                <a:moveTo>
                  <a:pt x="3688674" y="1733195"/>
                </a:moveTo>
                <a:cubicBezTo>
                  <a:pt x="3702840" y="1733195"/>
                  <a:pt x="3714335" y="1744689"/>
                  <a:pt x="3714335" y="1758854"/>
                </a:cubicBezTo>
                <a:cubicBezTo>
                  <a:pt x="3714335" y="1773018"/>
                  <a:pt x="3702840" y="1784513"/>
                  <a:pt x="3688674" y="1784513"/>
                </a:cubicBezTo>
                <a:cubicBezTo>
                  <a:pt x="3674510" y="1784513"/>
                  <a:pt x="3663017" y="1773018"/>
                  <a:pt x="3663017" y="1758854"/>
                </a:cubicBezTo>
                <a:cubicBezTo>
                  <a:pt x="3663017" y="1744689"/>
                  <a:pt x="3674510" y="1733195"/>
                  <a:pt x="3688674" y="1733195"/>
                </a:cubicBezTo>
                <a:close/>
                <a:moveTo>
                  <a:pt x="3624472" y="1733195"/>
                </a:moveTo>
                <a:cubicBezTo>
                  <a:pt x="3638640" y="1733195"/>
                  <a:pt x="3650129" y="1744682"/>
                  <a:pt x="3650129" y="1758854"/>
                </a:cubicBezTo>
                <a:cubicBezTo>
                  <a:pt x="3650129" y="1773025"/>
                  <a:pt x="3638640" y="1784513"/>
                  <a:pt x="3624472" y="1784513"/>
                </a:cubicBezTo>
                <a:cubicBezTo>
                  <a:pt x="3610300" y="1784513"/>
                  <a:pt x="3598810" y="1773025"/>
                  <a:pt x="3598810" y="1758854"/>
                </a:cubicBezTo>
                <a:cubicBezTo>
                  <a:pt x="3598810" y="1744682"/>
                  <a:pt x="3610300" y="1733195"/>
                  <a:pt x="3624472" y="1733195"/>
                </a:cubicBezTo>
                <a:close/>
                <a:moveTo>
                  <a:pt x="3560264" y="1733195"/>
                </a:moveTo>
                <a:cubicBezTo>
                  <a:pt x="3574438" y="1733195"/>
                  <a:pt x="3585923" y="1744682"/>
                  <a:pt x="3585923" y="1758854"/>
                </a:cubicBezTo>
                <a:cubicBezTo>
                  <a:pt x="3585923" y="1773025"/>
                  <a:pt x="3574438" y="1784513"/>
                  <a:pt x="3560264" y="1784513"/>
                </a:cubicBezTo>
                <a:cubicBezTo>
                  <a:pt x="3546095" y="1784513"/>
                  <a:pt x="3534607" y="1773025"/>
                  <a:pt x="3534607" y="1758854"/>
                </a:cubicBezTo>
                <a:cubicBezTo>
                  <a:pt x="3534607" y="1744682"/>
                  <a:pt x="3546095" y="1733195"/>
                  <a:pt x="3560264" y="1733195"/>
                </a:cubicBezTo>
                <a:close/>
                <a:moveTo>
                  <a:pt x="3496060" y="1733195"/>
                </a:moveTo>
                <a:cubicBezTo>
                  <a:pt x="3510225" y="1733195"/>
                  <a:pt x="3521719" y="1744689"/>
                  <a:pt x="3521719" y="1758854"/>
                </a:cubicBezTo>
                <a:cubicBezTo>
                  <a:pt x="3521719" y="1773018"/>
                  <a:pt x="3510225" y="1784513"/>
                  <a:pt x="3496060" y="1784513"/>
                </a:cubicBezTo>
                <a:cubicBezTo>
                  <a:pt x="3481895" y="1784513"/>
                  <a:pt x="3470400" y="1773018"/>
                  <a:pt x="3470400" y="1758854"/>
                </a:cubicBezTo>
                <a:cubicBezTo>
                  <a:pt x="3470400" y="1744689"/>
                  <a:pt x="3481895" y="1733195"/>
                  <a:pt x="3496060" y="1733195"/>
                </a:cubicBezTo>
                <a:close/>
                <a:moveTo>
                  <a:pt x="3431855" y="1733195"/>
                </a:moveTo>
                <a:cubicBezTo>
                  <a:pt x="3446019" y="1733195"/>
                  <a:pt x="3457512" y="1744689"/>
                  <a:pt x="3457512" y="1758854"/>
                </a:cubicBezTo>
                <a:cubicBezTo>
                  <a:pt x="3457512" y="1773018"/>
                  <a:pt x="3446019" y="1784513"/>
                  <a:pt x="3431855" y="1784513"/>
                </a:cubicBezTo>
                <a:cubicBezTo>
                  <a:pt x="3417690" y="1784513"/>
                  <a:pt x="3406196" y="1773018"/>
                  <a:pt x="3406196" y="1758854"/>
                </a:cubicBezTo>
                <a:cubicBezTo>
                  <a:pt x="3406196" y="1744689"/>
                  <a:pt x="3417690" y="1733195"/>
                  <a:pt x="3431855" y="1733195"/>
                </a:cubicBezTo>
                <a:close/>
                <a:moveTo>
                  <a:pt x="3367649" y="1733195"/>
                </a:moveTo>
                <a:cubicBezTo>
                  <a:pt x="3381813" y="1733195"/>
                  <a:pt x="3393308" y="1744689"/>
                  <a:pt x="3393308" y="1758854"/>
                </a:cubicBezTo>
                <a:cubicBezTo>
                  <a:pt x="3393308" y="1773018"/>
                  <a:pt x="3381813" y="1784513"/>
                  <a:pt x="3367649" y="1784513"/>
                </a:cubicBezTo>
                <a:cubicBezTo>
                  <a:pt x="3353484" y="1784513"/>
                  <a:pt x="3341990" y="1773018"/>
                  <a:pt x="3341990" y="1758854"/>
                </a:cubicBezTo>
                <a:cubicBezTo>
                  <a:pt x="3341990" y="1744689"/>
                  <a:pt x="3353484" y="1733195"/>
                  <a:pt x="3367649" y="1733195"/>
                </a:cubicBezTo>
                <a:close/>
                <a:moveTo>
                  <a:pt x="3303444" y="1733195"/>
                </a:moveTo>
                <a:cubicBezTo>
                  <a:pt x="3317609" y="1733195"/>
                  <a:pt x="3329102" y="1744689"/>
                  <a:pt x="3329102" y="1758854"/>
                </a:cubicBezTo>
                <a:cubicBezTo>
                  <a:pt x="3329102" y="1773018"/>
                  <a:pt x="3317609" y="1784513"/>
                  <a:pt x="3303444" y="1784513"/>
                </a:cubicBezTo>
                <a:cubicBezTo>
                  <a:pt x="3289279" y="1784513"/>
                  <a:pt x="3277785" y="1773018"/>
                  <a:pt x="3277785" y="1758854"/>
                </a:cubicBezTo>
                <a:cubicBezTo>
                  <a:pt x="3277785" y="1744689"/>
                  <a:pt x="3289279" y="1733195"/>
                  <a:pt x="3303444" y="1733195"/>
                </a:cubicBezTo>
                <a:close/>
                <a:moveTo>
                  <a:pt x="3239238" y="1733195"/>
                </a:moveTo>
                <a:cubicBezTo>
                  <a:pt x="3253410" y="1733195"/>
                  <a:pt x="3264898" y="1744682"/>
                  <a:pt x="3264898" y="1758854"/>
                </a:cubicBezTo>
                <a:cubicBezTo>
                  <a:pt x="3264898" y="1773025"/>
                  <a:pt x="3253410" y="1784513"/>
                  <a:pt x="3239238" y="1784513"/>
                </a:cubicBezTo>
                <a:cubicBezTo>
                  <a:pt x="3225068" y="1784513"/>
                  <a:pt x="3213580" y="1773025"/>
                  <a:pt x="3213580" y="1758854"/>
                </a:cubicBezTo>
                <a:cubicBezTo>
                  <a:pt x="3213580" y="1744682"/>
                  <a:pt x="3225068" y="1733195"/>
                  <a:pt x="3239238" y="1733195"/>
                </a:cubicBezTo>
                <a:close/>
                <a:moveTo>
                  <a:pt x="3110828" y="1733195"/>
                </a:moveTo>
                <a:cubicBezTo>
                  <a:pt x="3124992" y="1733195"/>
                  <a:pt x="3136487" y="1744689"/>
                  <a:pt x="3136487" y="1758854"/>
                </a:cubicBezTo>
                <a:cubicBezTo>
                  <a:pt x="3136487" y="1773018"/>
                  <a:pt x="3124992" y="1784513"/>
                  <a:pt x="3110828" y="1784513"/>
                </a:cubicBezTo>
                <a:cubicBezTo>
                  <a:pt x="3096663" y="1784513"/>
                  <a:pt x="3085170" y="1773018"/>
                  <a:pt x="3085170" y="1758854"/>
                </a:cubicBezTo>
                <a:cubicBezTo>
                  <a:pt x="3085170" y="1744689"/>
                  <a:pt x="3096663" y="1733195"/>
                  <a:pt x="3110828" y="1733195"/>
                </a:cubicBezTo>
                <a:close/>
                <a:moveTo>
                  <a:pt x="3046623" y="1733195"/>
                </a:moveTo>
                <a:cubicBezTo>
                  <a:pt x="3060788" y="1733195"/>
                  <a:pt x="3072282" y="1744689"/>
                  <a:pt x="3072282" y="1758854"/>
                </a:cubicBezTo>
                <a:cubicBezTo>
                  <a:pt x="3072282" y="1773018"/>
                  <a:pt x="3060788" y="1784513"/>
                  <a:pt x="3046623" y="1784513"/>
                </a:cubicBezTo>
                <a:cubicBezTo>
                  <a:pt x="3032458" y="1784513"/>
                  <a:pt x="3020964" y="1773018"/>
                  <a:pt x="3020964" y="1758854"/>
                </a:cubicBezTo>
                <a:cubicBezTo>
                  <a:pt x="3020964" y="1744689"/>
                  <a:pt x="3032458" y="1733195"/>
                  <a:pt x="3046623" y="1733195"/>
                </a:cubicBezTo>
                <a:close/>
                <a:moveTo>
                  <a:pt x="2982301" y="1733195"/>
                </a:moveTo>
                <a:cubicBezTo>
                  <a:pt x="2996466" y="1733195"/>
                  <a:pt x="3007960" y="1744689"/>
                  <a:pt x="3007960" y="1758854"/>
                </a:cubicBezTo>
                <a:cubicBezTo>
                  <a:pt x="3007960" y="1773018"/>
                  <a:pt x="2996466" y="1784513"/>
                  <a:pt x="2982301" y="1784513"/>
                </a:cubicBezTo>
                <a:cubicBezTo>
                  <a:pt x="2968137" y="1784513"/>
                  <a:pt x="2956642" y="1773018"/>
                  <a:pt x="2956642" y="1758854"/>
                </a:cubicBezTo>
                <a:cubicBezTo>
                  <a:pt x="2956642" y="1744689"/>
                  <a:pt x="2968137" y="1733195"/>
                  <a:pt x="2982301" y="1733195"/>
                </a:cubicBezTo>
                <a:close/>
                <a:moveTo>
                  <a:pt x="2918096" y="1733195"/>
                </a:moveTo>
                <a:cubicBezTo>
                  <a:pt x="2932261" y="1733195"/>
                  <a:pt x="2943755" y="1744689"/>
                  <a:pt x="2943755" y="1758854"/>
                </a:cubicBezTo>
                <a:cubicBezTo>
                  <a:pt x="2943755" y="1773018"/>
                  <a:pt x="2932261" y="1784513"/>
                  <a:pt x="2918096" y="1784513"/>
                </a:cubicBezTo>
                <a:cubicBezTo>
                  <a:pt x="2903931" y="1784513"/>
                  <a:pt x="2892438" y="1773018"/>
                  <a:pt x="2892438" y="1758854"/>
                </a:cubicBezTo>
                <a:cubicBezTo>
                  <a:pt x="2892438" y="1744689"/>
                  <a:pt x="2903931" y="1733195"/>
                  <a:pt x="2918096" y="1733195"/>
                </a:cubicBezTo>
                <a:close/>
                <a:moveTo>
                  <a:pt x="2853890" y="1733195"/>
                </a:moveTo>
                <a:cubicBezTo>
                  <a:pt x="2868062" y="1733195"/>
                  <a:pt x="2879550" y="1744682"/>
                  <a:pt x="2879550" y="1758854"/>
                </a:cubicBezTo>
                <a:cubicBezTo>
                  <a:pt x="2879550" y="1773025"/>
                  <a:pt x="2868062" y="1784513"/>
                  <a:pt x="2853890" y="1784513"/>
                </a:cubicBezTo>
                <a:cubicBezTo>
                  <a:pt x="2839720" y="1784513"/>
                  <a:pt x="2828231" y="1773025"/>
                  <a:pt x="2828231" y="1758854"/>
                </a:cubicBezTo>
                <a:cubicBezTo>
                  <a:pt x="2828231" y="1744682"/>
                  <a:pt x="2839720" y="1733195"/>
                  <a:pt x="2853890" y="1733195"/>
                </a:cubicBezTo>
                <a:close/>
                <a:moveTo>
                  <a:pt x="2789686" y="1733195"/>
                </a:moveTo>
                <a:cubicBezTo>
                  <a:pt x="2803850" y="1733195"/>
                  <a:pt x="2815344" y="1744689"/>
                  <a:pt x="2815344" y="1758854"/>
                </a:cubicBezTo>
                <a:cubicBezTo>
                  <a:pt x="2815344" y="1773018"/>
                  <a:pt x="2803850" y="1784513"/>
                  <a:pt x="2789686" y="1784513"/>
                </a:cubicBezTo>
                <a:cubicBezTo>
                  <a:pt x="2775521" y="1784513"/>
                  <a:pt x="2764027" y="1773018"/>
                  <a:pt x="2764027" y="1758854"/>
                </a:cubicBezTo>
                <a:cubicBezTo>
                  <a:pt x="2764027" y="1744689"/>
                  <a:pt x="2775521" y="1733195"/>
                  <a:pt x="2789686" y="1733195"/>
                </a:cubicBezTo>
                <a:close/>
                <a:moveTo>
                  <a:pt x="2725480" y="1733195"/>
                </a:moveTo>
                <a:cubicBezTo>
                  <a:pt x="2739644" y="1733195"/>
                  <a:pt x="2751140" y="1744689"/>
                  <a:pt x="2751140" y="1758854"/>
                </a:cubicBezTo>
                <a:cubicBezTo>
                  <a:pt x="2751140" y="1773018"/>
                  <a:pt x="2739644" y="1784513"/>
                  <a:pt x="2725480" y="1784513"/>
                </a:cubicBezTo>
                <a:cubicBezTo>
                  <a:pt x="2711315" y="1784513"/>
                  <a:pt x="2699821" y="1773018"/>
                  <a:pt x="2699821" y="1758854"/>
                </a:cubicBezTo>
                <a:cubicBezTo>
                  <a:pt x="2699821" y="1744689"/>
                  <a:pt x="2711315" y="1733195"/>
                  <a:pt x="2725480" y="1733195"/>
                </a:cubicBezTo>
                <a:close/>
                <a:moveTo>
                  <a:pt x="2597069" y="1733195"/>
                </a:moveTo>
                <a:cubicBezTo>
                  <a:pt x="2611234" y="1733195"/>
                  <a:pt x="2622729" y="1744689"/>
                  <a:pt x="2622729" y="1758854"/>
                </a:cubicBezTo>
                <a:cubicBezTo>
                  <a:pt x="2622729" y="1773018"/>
                  <a:pt x="2611234" y="1784513"/>
                  <a:pt x="2597069" y="1784513"/>
                </a:cubicBezTo>
                <a:cubicBezTo>
                  <a:pt x="2582904" y="1784513"/>
                  <a:pt x="2571410" y="1773018"/>
                  <a:pt x="2571410" y="1758854"/>
                </a:cubicBezTo>
                <a:cubicBezTo>
                  <a:pt x="2571410" y="1744689"/>
                  <a:pt x="2582904" y="1733195"/>
                  <a:pt x="2597069" y="1733195"/>
                </a:cubicBezTo>
                <a:close/>
                <a:moveTo>
                  <a:pt x="2532865" y="1733195"/>
                </a:moveTo>
                <a:cubicBezTo>
                  <a:pt x="2547035" y="1733195"/>
                  <a:pt x="2558523" y="1744682"/>
                  <a:pt x="2558523" y="1758854"/>
                </a:cubicBezTo>
                <a:cubicBezTo>
                  <a:pt x="2558523" y="1773025"/>
                  <a:pt x="2547035" y="1784513"/>
                  <a:pt x="2532865" y="1784513"/>
                </a:cubicBezTo>
                <a:cubicBezTo>
                  <a:pt x="2518693" y="1784513"/>
                  <a:pt x="2507205" y="1773025"/>
                  <a:pt x="2507205" y="1758854"/>
                </a:cubicBezTo>
                <a:cubicBezTo>
                  <a:pt x="2507205" y="1744682"/>
                  <a:pt x="2518693" y="1733195"/>
                  <a:pt x="2532865" y="1733195"/>
                </a:cubicBezTo>
                <a:close/>
                <a:moveTo>
                  <a:pt x="2468658" y="1733195"/>
                </a:moveTo>
                <a:cubicBezTo>
                  <a:pt x="2482831" y="1733195"/>
                  <a:pt x="2494318" y="1744682"/>
                  <a:pt x="2494318" y="1758854"/>
                </a:cubicBezTo>
                <a:cubicBezTo>
                  <a:pt x="2494318" y="1773025"/>
                  <a:pt x="2482831" y="1784513"/>
                  <a:pt x="2468658" y="1784513"/>
                </a:cubicBezTo>
                <a:cubicBezTo>
                  <a:pt x="2454488" y="1784513"/>
                  <a:pt x="2443000" y="1773025"/>
                  <a:pt x="2443000" y="1758854"/>
                </a:cubicBezTo>
                <a:cubicBezTo>
                  <a:pt x="2443000" y="1744682"/>
                  <a:pt x="2454488" y="1733195"/>
                  <a:pt x="2468658" y="1733195"/>
                </a:cubicBezTo>
                <a:close/>
                <a:moveTo>
                  <a:pt x="2404454" y="1733195"/>
                </a:moveTo>
                <a:cubicBezTo>
                  <a:pt x="2418619" y="1733195"/>
                  <a:pt x="2430112" y="1744689"/>
                  <a:pt x="2430112" y="1758854"/>
                </a:cubicBezTo>
                <a:cubicBezTo>
                  <a:pt x="2430112" y="1773018"/>
                  <a:pt x="2418619" y="1784513"/>
                  <a:pt x="2404454" y="1784513"/>
                </a:cubicBezTo>
                <a:cubicBezTo>
                  <a:pt x="2390289" y="1784513"/>
                  <a:pt x="2378795" y="1773018"/>
                  <a:pt x="2378795" y="1758854"/>
                </a:cubicBezTo>
                <a:cubicBezTo>
                  <a:pt x="2378795" y="1744689"/>
                  <a:pt x="2390289" y="1733195"/>
                  <a:pt x="2404454" y="1733195"/>
                </a:cubicBezTo>
                <a:close/>
                <a:moveTo>
                  <a:pt x="2340249" y="1733195"/>
                </a:moveTo>
                <a:cubicBezTo>
                  <a:pt x="2354413" y="1733195"/>
                  <a:pt x="2365908" y="1744689"/>
                  <a:pt x="2365908" y="1758854"/>
                </a:cubicBezTo>
                <a:cubicBezTo>
                  <a:pt x="2365908" y="1773018"/>
                  <a:pt x="2354413" y="1784513"/>
                  <a:pt x="2340249" y="1784513"/>
                </a:cubicBezTo>
                <a:cubicBezTo>
                  <a:pt x="2326084" y="1784513"/>
                  <a:pt x="2314590" y="1773018"/>
                  <a:pt x="2314590" y="1758854"/>
                </a:cubicBezTo>
                <a:cubicBezTo>
                  <a:pt x="2314590" y="1744689"/>
                  <a:pt x="2326084" y="1733195"/>
                  <a:pt x="2340249" y="1733195"/>
                </a:cubicBezTo>
                <a:close/>
                <a:moveTo>
                  <a:pt x="2276044" y="1733195"/>
                </a:moveTo>
                <a:cubicBezTo>
                  <a:pt x="2290208" y="1733195"/>
                  <a:pt x="2301702" y="1744689"/>
                  <a:pt x="2301702" y="1758854"/>
                </a:cubicBezTo>
                <a:cubicBezTo>
                  <a:pt x="2301702" y="1773018"/>
                  <a:pt x="2290208" y="1784513"/>
                  <a:pt x="2276044" y="1784513"/>
                </a:cubicBezTo>
                <a:cubicBezTo>
                  <a:pt x="2261879" y="1784513"/>
                  <a:pt x="2250385" y="1773018"/>
                  <a:pt x="2250385" y="1758854"/>
                </a:cubicBezTo>
                <a:cubicBezTo>
                  <a:pt x="2250385" y="1744689"/>
                  <a:pt x="2261879" y="1733195"/>
                  <a:pt x="2276044" y="1733195"/>
                </a:cubicBezTo>
                <a:close/>
                <a:moveTo>
                  <a:pt x="2211838" y="1733195"/>
                </a:moveTo>
                <a:cubicBezTo>
                  <a:pt x="2226003" y="1733195"/>
                  <a:pt x="2237497" y="1744689"/>
                  <a:pt x="2237497" y="1758854"/>
                </a:cubicBezTo>
                <a:cubicBezTo>
                  <a:pt x="2237497" y="1773018"/>
                  <a:pt x="2226003" y="1784513"/>
                  <a:pt x="2211838" y="1784513"/>
                </a:cubicBezTo>
                <a:cubicBezTo>
                  <a:pt x="2197673" y="1784513"/>
                  <a:pt x="2186178" y="1773018"/>
                  <a:pt x="2186178" y="1758854"/>
                </a:cubicBezTo>
                <a:cubicBezTo>
                  <a:pt x="2186178" y="1744689"/>
                  <a:pt x="2197673" y="1733195"/>
                  <a:pt x="2211838" y="1733195"/>
                </a:cubicBezTo>
                <a:close/>
                <a:moveTo>
                  <a:pt x="2147633" y="1733195"/>
                </a:moveTo>
                <a:cubicBezTo>
                  <a:pt x="2161804" y="1733195"/>
                  <a:pt x="2173293" y="1744682"/>
                  <a:pt x="2173293" y="1758854"/>
                </a:cubicBezTo>
                <a:cubicBezTo>
                  <a:pt x="2173293" y="1773025"/>
                  <a:pt x="2161804" y="1784513"/>
                  <a:pt x="2147633" y="1784513"/>
                </a:cubicBezTo>
                <a:cubicBezTo>
                  <a:pt x="2133462" y="1784513"/>
                  <a:pt x="2121975" y="1773025"/>
                  <a:pt x="2121975" y="1758854"/>
                </a:cubicBezTo>
                <a:cubicBezTo>
                  <a:pt x="2121975" y="1744682"/>
                  <a:pt x="2133462" y="1733195"/>
                  <a:pt x="2147633" y="1733195"/>
                </a:cubicBezTo>
                <a:close/>
                <a:moveTo>
                  <a:pt x="2083427" y="1733195"/>
                </a:moveTo>
                <a:cubicBezTo>
                  <a:pt x="2097599" y="1733195"/>
                  <a:pt x="2109087" y="1744682"/>
                  <a:pt x="2109087" y="1758854"/>
                </a:cubicBezTo>
                <a:cubicBezTo>
                  <a:pt x="2109087" y="1773025"/>
                  <a:pt x="2097599" y="1784513"/>
                  <a:pt x="2083427" y="1784513"/>
                </a:cubicBezTo>
                <a:cubicBezTo>
                  <a:pt x="2069257" y="1784513"/>
                  <a:pt x="2057768" y="1773025"/>
                  <a:pt x="2057768" y="1758854"/>
                </a:cubicBezTo>
                <a:cubicBezTo>
                  <a:pt x="2057768" y="1744682"/>
                  <a:pt x="2069257" y="1733195"/>
                  <a:pt x="2083427" y="1733195"/>
                </a:cubicBezTo>
                <a:close/>
                <a:moveTo>
                  <a:pt x="2019222" y="1733195"/>
                </a:moveTo>
                <a:cubicBezTo>
                  <a:pt x="2033387" y="1733195"/>
                  <a:pt x="2044880" y="1744689"/>
                  <a:pt x="2044880" y="1758854"/>
                </a:cubicBezTo>
                <a:cubicBezTo>
                  <a:pt x="2044880" y="1773018"/>
                  <a:pt x="2033387" y="1784513"/>
                  <a:pt x="2019222" y="1784513"/>
                </a:cubicBezTo>
                <a:cubicBezTo>
                  <a:pt x="2005058" y="1784513"/>
                  <a:pt x="1993563" y="1773018"/>
                  <a:pt x="1993563" y="1758854"/>
                </a:cubicBezTo>
                <a:cubicBezTo>
                  <a:pt x="1993563" y="1744689"/>
                  <a:pt x="2005058" y="1733195"/>
                  <a:pt x="2019222" y="1733195"/>
                </a:cubicBezTo>
                <a:close/>
                <a:moveTo>
                  <a:pt x="1955016" y="1733195"/>
                </a:moveTo>
                <a:cubicBezTo>
                  <a:pt x="1969181" y="1733195"/>
                  <a:pt x="1980676" y="1744689"/>
                  <a:pt x="1980676" y="1758854"/>
                </a:cubicBezTo>
                <a:cubicBezTo>
                  <a:pt x="1980676" y="1773018"/>
                  <a:pt x="1969181" y="1784513"/>
                  <a:pt x="1955016" y="1784513"/>
                </a:cubicBezTo>
                <a:cubicBezTo>
                  <a:pt x="1940851" y="1784513"/>
                  <a:pt x="1929358" y="1773018"/>
                  <a:pt x="1929358" y="1758854"/>
                </a:cubicBezTo>
                <a:cubicBezTo>
                  <a:pt x="1929358" y="1744689"/>
                  <a:pt x="1940851" y="1733195"/>
                  <a:pt x="1955016" y="1733195"/>
                </a:cubicBezTo>
                <a:close/>
                <a:moveTo>
                  <a:pt x="1890696" y="1733195"/>
                </a:moveTo>
                <a:cubicBezTo>
                  <a:pt x="1904860" y="1733195"/>
                  <a:pt x="1916355" y="1744689"/>
                  <a:pt x="1916355" y="1758854"/>
                </a:cubicBezTo>
                <a:cubicBezTo>
                  <a:pt x="1916355" y="1773018"/>
                  <a:pt x="1904860" y="1784513"/>
                  <a:pt x="1890696" y="1784513"/>
                </a:cubicBezTo>
                <a:cubicBezTo>
                  <a:pt x="1876531" y="1784513"/>
                  <a:pt x="1865037" y="1773018"/>
                  <a:pt x="1865037" y="1758854"/>
                </a:cubicBezTo>
                <a:cubicBezTo>
                  <a:pt x="1865037" y="1744689"/>
                  <a:pt x="1876531" y="1733195"/>
                  <a:pt x="1890696" y="1733195"/>
                </a:cubicBezTo>
                <a:close/>
                <a:moveTo>
                  <a:pt x="1826490" y="1733195"/>
                </a:moveTo>
                <a:cubicBezTo>
                  <a:pt x="1840654" y="1733195"/>
                  <a:pt x="1852149" y="1744689"/>
                  <a:pt x="1852149" y="1758854"/>
                </a:cubicBezTo>
                <a:cubicBezTo>
                  <a:pt x="1852149" y="1773018"/>
                  <a:pt x="1840654" y="1784513"/>
                  <a:pt x="1826490" y="1784513"/>
                </a:cubicBezTo>
                <a:cubicBezTo>
                  <a:pt x="1812325" y="1784513"/>
                  <a:pt x="1800830" y="1773018"/>
                  <a:pt x="1800830" y="1758854"/>
                </a:cubicBezTo>
                <a:cubicBezTo>
                  <a:pt x="1800830" y="1744689"/>
                  <a:pt x="1812325" y="1733195"/>
                  <a:pt x="1826490" y="1733195"/>
                </a:cubicBezTo>
                <a:close/>
                <a:moveTo>
                  <a:pt x="1762285" y="1733195"/>
                </a:moveTo>
                <a:cubicBezTo>
                  <a:pt x="1776456" y="1733195"/>
                  <a:pt x="1787944" y="1744682"/>
                  <a:pt x="1787944" y="1758854"/>
                </a:cubicBezTo>
                <a:cubicBezTo>
                  <a:pt x="1787944" y="1773025"/>
                  <a:pt x="1776456" y="1784513"/>
                  <a:pt x="1762285" y="1784513"/>
                </a:cubicBezTo>
                <a:cubicBezTo>
                  <a:pt x="1748114" y="1784513"/>
                  <a:pt x="1736626" y="1773025"/>
                  <a:pt x="1736626" y="1758854"/>
                </a:cubicBezTo>
                <a:cubicBezTo>
                  <a:pt x="1736626" y="1744682"/>
                  <a:pt x="1748114" y="1733195"/>
                  <a:pt x="1762285" y="1733195"/>
                </a:cubicBezTo>
                <a:close/>
                <a:moveTo>
                  <a:pt x="1698080" y="1733195"/>
                </a:moveTo>
                <a:cubicBezTo>
                  <a:pt x="1712244" y="1733195"/>
                  <a:pt x="1723738" y="1744689"/>
                  <a:pt x="1723738" y="1758854"/>
                </a:cubicBezTo>
                <a:cubicBezTo>
                  <a:pt x="1723738" y="1773018"/>
                  <a:pt x="1712244" y="1784513"/>
                  <a:pt x="1698080" y="1784513"/>
                </a:cubicBezTo>
                <a:cubicBezTo>
                  <a:pt x="1683915" y="1784513"/>
                  <a:pt x="1672420" y="1773018"/>
                  <a:pt x="1672420" y="1758854"/>
                </a:cubicBezTo>
                <a:cubicBezTo>
                  <a:pt x="1672420" y="1744689"/>
                  <a:pt x="1683915" y="1733195"/>
                  <a:pt x="1698080" y="1733195"/>
                </a:cubicBezTo>
                <a:close/>
                <a:moveTo>
                  <a:pt x="1633874" y="1733195"/>
                </a:moveTo>
                <a:cubicBezTo>
                  <a:pt x="1648039" y="1733195"/>
                  <a:pt x="1659533" y="1744689"/>
                  <a:pt x="1659533" y="1758854"/>
                </a:cubicBezTo>
                <a:cubicBezTo>
                  <a:pt x="1659533" y="1773018"/>
                  <a:pt x="1648039" y="1784513"/>
                  <a:pt x="1633874" y="1784513"/>
                </a:cubicBezTo>
                <a:cubicBezTo>
                  <a:pt x="1619710" y="1784513"/>
                  <a:pt x="1608216" y="1773018"/>
                  <a:pt x="1608216" y="1758854"/>
                </a:cubicBezTo>
                <a:cubicBezTo>
                  <a:pt x="1608216" y="1744689"/>
                  <a:pt x="1619710" y="1733195"/>
                  <a:pt x="1633874" y="1733195"/>
                </a:cubicBezTo>
                <a:close/>
                <a:moveTo>
                  <a:pt x="1569669" y="1733195"/>
                </a:moveTo>
                <a:cubicBezTo>
                  <a:pt x="1583834" y="1733195"/>
                  <a:pt x="1595328" y="1744689"/>
                  <a:pt x="1595328" y="1758854"/>
                </a:cubicBezTo>
                <a:cubicBezTo>
                  <a:pt x="1595328" y="1773018"/>
                  <a:pt x="1583834" y="1784513"/>
                  <a:pt x="1569669" y="1784513"/>
                </a:cubicBezTo>
                <a:cubicBezTo>
                  <a:pt x="1555504" y="1784513"/>
                  <a:pt x="1544010" y="1773018"/>
                  <a:pt x="1544010" y="1758854"/>
                </a:cubicBezTo>
                <a:cubicBezTo>
                  <a:pt x="1544010" y="1744689"/>
                  <a:pt x="1555504" y="1733195"/>
                  <a:pt x="1569669" y="1733195"/>
                </a:cubicBezTo>
                <a:close/>
                <a:moveTo>
                  <a:pt x="1505464" y="1733195"/>
                </a:moveTo>
                <a:cubicBezTo>
                  <a:pt x="1519629" y="1733195"/>
                  <a:pt x="1531123" y="1744689"/>
                  <a:pt x="1531123" y="1758854"/>
                </a:cubicBezTo>
                <a:cubicBezTo>
                  <a:pt x="1531123" y="1773018"/>
                  <a:pt x="1519629" y="1784513"/>
                  <a:pt x="1505464" y="1784513"/>
                </a:cubicBezTo>
                <a:cubicBezTo>
                  <a:pt x="1491299" y="1784513"/>
                  <a:pt x="1479806" y="1773018"/>
                  <a:pt x="1479806" y="1758854"/>
                </a:cubicBezTo>
                <a:cubicBezTo>
                  <a:pt x="1479806" y="1744689"/>
                  <a:pt x="1491299" y="1733195"/>
                  <a:pt x="1505464" y="1733195"/>
                </a:cubicBezTo>
                <a:close/>
                <a:moveTo>
                  <a:pt x="1441258" y="1733195"/>
                </a:moveTo>
                <a:cubicBezTo>
                  <a:pt x="1455430" y="1733195"/>
                  <a:pt x="1466917" y="1744682"/>
                  <a:pt x="1466917" y="1758854"/>
                </a:cubicBezTo>
                <a:cubicBezTo>
                  <a:pt x="1466917" y="1773025"/>
                  <a:pt x="1455430" y="1784513"/>
                  <a:pt x="1441258" y="1784513"/>
                </a:cubicBezTo>
                <a:cubicBezTo>
                  <a:pt x="1427087" y="1784513"/>
                  <a:pt x="1415599" y="1773025"/>
                  <a:pt x="1415599" y="1758854"/>
                </a:cubicBezTo>
                <a:cubicBezTo>
                  <a:pt x="1415599" y="1744682"/>
                  <a:pt x="1427087" y="1733195"/>
                  <a:pt x="1441258" y="1733195"/>
                </a:cubicBezTo>
                <a:close/>
                <a:moveTo>
                  <a:pt x="1377053" y="1733195"/>
                </a:moveTo>
                <a:cubicBezTo>
                  <a:pt x="1391224" y="1733195"/>
                  <a:pt x="1402712" y="1744682"/>
                  <a:pt x="1402712" y="1758854"/>
                </a:cubicBezTo>
                <a:cubicBezTo>
                  <a:pt x="1402712" y="1773025"/>
                  <a:pt x="1391224" y="1784513"/>
                  <a:pt x="1377053" y="1784513"/>
                </a:cubicBezTo>
                <a:cubicBezTo>
                  <a:pt x="1362882" y="1784513"/>
                  <a:pt x="1351395" y="1773025"/>
                  <a:pt x="1351395" y="1758854"/>
                </a:cubicBezTo>
                <a:cubicBezTo>
                  <a:pt x="1351395" y="1744682"/>
                  <a:pt x="1362882" y="1733195"/>
                  <a:pt x="1377053" y="1733195"/>
                </a:cubicBezTo>
                <a:close/>
                <a:moveTo>
                  <a:pt x="1248643" y="1733195"/>
                </a:moveTo>
                <a:cubicBezTo>
                  <a:pt x="1262808" y="1733195"/>
                  <a:pt x="1274302" y="1744689"/>
                  <a:pt x="1274302" y="1758854"/>
                </a:cubicBezTo>
                <a:cubicBezTo>
                  <a:pt x="1274302" y="1773018"/>
                  <a:pt x="1262808" y="1784513"/>
                  <a:pt x="1248643" y="1784513"/>
                </a:cubicBezTo>
                <a:cubicBezTo>
                  <a:pt x="1234479" y="1784513"/>
                  <a:pt x="1222984" y="1773018"/>
                  <a:pt x="1222984" y="1758854"/>
                </a:cubicBezTo>
                <a:cubicBezTo>
                  <a:pt x="1222984" y="1744689"/>
                  <a:pt x="1234479" y="1733195"/>
                  <a:pt x="1248643" y="1733195"/>
                </a:cubicBezTo>
                <a:close/>
                <a:moveTo>
                  <a:pt x="1184437" y="1733195"/>
                </a:moveTo>
                <a:cubicBezTo>
                  <a:pt x="1198602" y="1733195"/>
                  <a:pt x="1210096" y="1744689"/>
                  <a:pt x="1210096" y="1758854"/>
                </a:cubicBezTo>
                <a:cubicBezTo>
                  <a:pt x="1210096" y="1773018"/>
                  <a:pt x="1198602" y="1784513"/>
                  <a:pt x="1184437" y="1784513"/>
                </a:cubicBezTo>
                <a:cubicBezTo>
                  <a:pt x="1170273" y="1784513"/>
                  <a:pt x="1158780" y="1773018"/>
                  <a:pt x="1158780" y="1758854"/>
                </a:cubicBezTo>
                <a:cubicBezTo>
                  <a:pt x="1158780" y="1744689"/>
                  <a:pt x="1170273" y="1733195"/>
                  <a:pt x="1184437" y="1733195"/>
                </a:cubicBezTo>
                <a:close/>
                <a:moveTo>
                  <a:pt x="1120233" y="1733195"/>
                </a:moveTo>
                <a:cubicBezTo>
                  <a:pt x="1134398" y="1733195"/>
                  <a:pt x="1145892" y="1744689"/>
                  <a:pt x="1145892" y="1758854"/>
                </a:cubicBezTo>
                <a:cubicBezTo>
                  <a:pt x="1145892" y="1773018"/>
                  <a:pt x="1134398" y="1784513"/>
                  <a:pt x="1120233" y="1784513"/>
                </a:cubicBezTo>
                <a:cubicBezTo>
                  <a:pt x="1106068" y="1784513"/>
                  <a:pt x="1094573" y="1773018"/>
                  <a:pt x="1094573" y="1758854"/>
                </a:cubicBezTo>
                <a:cubicBezTo>
                  <a:pt x="1094573" y="1744689"/>
                  <a:pt x="1106068" y="1733195"/>
                  <a:pt x="1120233" y="1733195"/>
                </a:cubicBezTo>
                <a:close/>
                <a:moveTo>
                  <a:pt x="1056027" y="1733195"/>
                </a:moveTo>
                <a:cubicBezTo>
                  <a:pt x="1070199" y="1733195"/>
                  <a:pt x="1081685" y="1744682"/>
                  <a:pt x="1081685" y="1758854"/>
                </a:cubicBezTo>
                <a:cubicBezTo>
                  <a:pt x="1081685" y="1773025"/>
                  <a:pt x="1070199" y="1784513"/>
                  <a:pt x="1056027" y="1784513"/>
                </a:cubicBezTo>
                <a:cubicBezTo>
                  <a:pt x="1041857" y="1784513"/>
                  <a:pt x="1030369" y="1773025"/>
                  <a:pt x="1030369" y="1758854"/>
                </a:cubicBezTo>
                <a:cubicBezTo>
                  <a:pt x="1030369" y="1744682"/>
                  <a:pt x="1041857" y="1733195"/>
                  <a:pt x="1056027" y="1733195"/>
                </a:cubicBezTo>
                <a:close/>
                <a:moveTo>
                  <a:pt x="991823" y="1733195"/>
                </a:moveTo>
                <a:cubicBezTo>
                  <a:pt x="1005993" y="1733195"/>
                  <a:pt x="1017481" y="1744682"/>
                  <a:pt x="1017481" y="1758854"/>
                </a:cubicBezTo>
                <a:cubicBezTo>
                  <a:pt x="1017481" y="1773025"/>
                  <a:pt x="1005993" y="1784513"/>
                  <a:pt x="991823" y="1784513"/>
                </a:cubicBezTo>
                <a:cubicBezTo>
                  <a:pt x="977652" y="1784513"/>
                  <a:pt x="966162" y="1773025"/>
                  <a:pt x="966162" y="1758854"/>
                </a:cubicBezTo>
                <a:cubicBezTo>
                  <a:pt x="966162" y="1744682"/>
                  <a:pt x="977652" y="1733195"/>
                  <a:pt x="991823" y="1733195"/>
                </a:cubicBezTo>
                <a:close/>
                <a:moveTo>
                  <a:pt x="927616" y="1733195"/>
                </a:moveTo>
                <a:cubicBezTo>
                  <a:pt x="941781" y="1733195"/>
                  <a:pt x="953275" y="1744689"/>
                  <a:pt x="953275" y="1758854"/>
                </a:cubicBezTo>
                <a:cubicBezTo>
                  <a:pt x="953275" y="1773018"/>
                  <a:pt x="941781" y="1784513"/>
                  <a:pt x="927616" y="1784513"/>
                </a:cubicBezTo>
                <a:cubicBezTo>
                  <a:pt x="913452" y="1784513"/>
                  <a:pt x="901957" y="1773018"/>
                  <a:pt x="901957" y="1758854"/>
                </a:cubicBezTo>
                <a:cubicBezTo>
                  <a:pt x="901957" y="1744689"/>
                  <a:pt x="913452" y="1733195"/>
                  <a:pt x="927616" y="1733195"/>
                </a:cubicBezTo>
                <a:close/>
                <a:moveTo>
                  <a:pt x="863411" y="1733195"/>
                </a:moveTo>
                <a:cubicBezTo>
                  <a:pt x="877576" y="1733195"/>
                  <a:pt x="889071" y="1744689"/>
                  <a:pt x="889071" y="1758854"/>
                </a:cubicBezTo>
                <a:cubicBezTo>
                  <a:pt x="889071" y="1773018"/>
                  <a:pt x="877576" y="1784513"/>
                  <a:pt x="863411" y="1784513"/>
                </a:cubicBezTo>
                <a:cubicBezTo>
                  <a:pt x="849248" y="1784513"/>
                  <a:pt x="837752" y="1773018"/>
                  <a:pt x="837752" y="1758854"/>
                </a:cubicBezTo>
                <a:cubicBezTo>
                  <a:pt x="837752" y="1744689"/>
                  <a:pt x="849248" y="1733195"/>
                  <a:pt x="863411" y="1733195"/>
                </a:cubicBezTo>
                <a:close/>
                <a:moveTo>
                  <a:pt x="799089" y="1733195"/>
                </a:moveTo>
                <a:cubicBezTo>
                  <a:pt x="813255" y="1733195"/>
                  <a:pt x="824748" y="1744689"/>
                  <a:pt x="824748" y="1758854"/>
                </a:cubicBezTo>
                <a:cubicBezTo>
                  <a:pt x="824748" y="1773018"/>
                  <a:pt x="813255" y="1784513"/>
                  <a:pt x="799089" y="1784513"/>
                </a:cubicBezTo>
                <a:cubicBezTo>
                  <a:pt x="784925" y="1784513"/>
                  <a:pt x="773432" y="1773018"/>
                  <a:pt x="773432" y="1758854"/>
                </a:cubicBezTo>
                <a:cubicBezTo>
                  <a:pt x="773432" y="1744689"/>
                  <a:pt x="784925" y="1733195"/>
                  <a:pt x="799089" y="1733195"/>
                </a:cubicBezTo>
                <a:close/>
                <a:moveTo>
                  <a:pt x="734885" y="1733195"/>
                </a:moveTo>
                <a:cubicBezTo>
                  <a:pt x="749049" y="1733195"/>
                  <a:pt x="760544" y="1744689"/>
                  <a:pt x="760544" y="1758854"/>
                </a:cubicBezTo>
                <a:cubicBezTo>
                  <a:pt x="760544" y="1773018"/>
                  <a:pt x="749049" y="1784513"/>
                  <a:pt x="734885" y="1784513"/>
                </a:cubicBezTo>
                <a:cubicBezTo>
                  <a:pt x="720720" y="1784513"/>
                  <a:pt x="709225" y="1773018"/>
                  <a:pt x="709225" y="1758854"/>
                </a:cubicBezTo>
                <a:cubicBezTo>
                  <a:pt x="709225" y="1744689"/>
                  <a:pt x="720720" y="1733195"/>
                  <a:pt x="734885" y="1733195"/>
                </a:cubicBezTo>
                <a:close/>
                <a:moveTo>
                  <a:pt x="670679" y="1733195"/>
                </a:moveTo>
                <a:cubicBezTo>
                  <a:pt x="684851" y="1733195"/>
                  <a:pt x="696338" y="1744682"/>
                  <a:pt x="696338" y="1758854"/>
                </a:cubicBezTo>
                <a:cubicBezTo>
                  <a:pt x="696338" y="1773025"/>
                  <a:pt x="684851" y="1784513"/>
                  <a:pt x="670679" y="1784513"/>
                </a:cubicBezTo>
                <a:cubicBezTo>
                  <a:pt x="656509" y="1784513"/>
                  <a:pt x="645020" y="1773025"/>
                  <a:pt x="645020" y="1758854"/>
                </a:cubicBezTo>
                <a:cubicBezTo>
                  <a:pt x="645020" y="1744682"/>
                  <a:pt x="656509" y="1733195"/>
                  <a:pt x="670679" y="1733195"/>
                </a:cubicBezTo>
                <a:close/>
                <a:moveTo>
                  <a:pt x="606475" y="1733195"/>
                </a:moveTo>
                <a:cubicBezTo>
                  <a:pt x="620639" y="1733195"/>
                  <a:pt x="632134" y="1744689"/>
                  <a:pt x="632134" y="1758854"/>
                </a:cubicBezTo>
                <a:cubicBezTo>
                  <a:pt x="632134" y="1773018"/>
                  <a:pt x="620639" y="1784513"/>
                  <a:pt x="606475" y="1784513"/>
                </a:cubicBezTo>
                <a:cubicBezTo>
                  <a:pt x="592310" y="1784513"/>
                  <a:pt x="580815" y="1773018"/>
                  <a:pt x="580815" y="1758854"/>
                </a:cubicBezTo>
                <a:cubicBezTo>
                  <a:pt x="580815" y="1744689"/>
                  <a:pt x="592310" y="1733195"/>
                  <a:pt x="606475" y="1733195"/>
                </a:cubicBezTo>
                <a:close/>
                <a:moveTo>
                  <a:pt x="542268" y="1733195"/>
                </a:moveTo>
                <a:cubicBezTo>
                  <a:pt x="556433" y="1733195"/>
                  <a:pt x="567927" y="1744689"/>
                  <a:pt x="567927" y="1758854"/>
                </a:cubicBezTo>
                <a:cubicBezTo>
                  <a:pt x="567927" y="1773018"/>
                  <a:pt x="556433" y="1784513"/>
                  <a:pt x="542268" y="1784513"/>
                </a:cubicBezTo>
                <a:cubicBezTo>
                  <a:pt x="528104" y="1784513"/>
                  <a:pt x="516610" y="1773018"/>
                  <a:pt x="516610" y="1758854"/>
                </a:cubicBezTo>
                <a:cubicBezTo>
                  <a:pt x="516610" y="1744689"/>
                  <a:pt x="528104" y="1733195"/>
                  <a:pt x="542268" y="1733195"/>
                </a:cubicBezTo>
                <a:close/>
                <a:moveTo>
                  <a:pt x="478063" y="1733195"/>
                </a:moveTo>
                <a:cubicBezTo>
                  <a:pt x="492228" y="1733195"/>
                  <a:pt x="503724" y="1744689"/>
                  <a:pt x="503724" y="1758854"/>
                </a:cubicBezTo>
                <a:cubicBezTo>
                  <a:pt x="503724" y="1773018"/>
                  <a:pt x="492228" y="1784513"/>
                  <a:pt x="478063" y="1784513"/>
                </a:cubicBezTo>
                <a:cubicBezTo>
                  <a:pt x="463900" y="1784513"/>
                  <a:pt x="452404" y="1773018"/>
                  <a:pt x="452404" y="1758854"/>
                </a:cubicBezTo>
                <a:cubicBezTo>
                  <a:pt x="452404" y="1744689"/>
                  <a:pt x="463900" y="1733195"/>
                  <a:pt x="478063" y="1733195"/>
                </a:cubicBezTo>
                <a:close/>
                <a:moveTo>
                  <a:pt x="413858" y="1733195"/>
                </a:moveTo>
                <a:cubicBezTo>
                  <a:pt x="428023" y="1733195"/>
                  <a:pt x="439517" y="1744689"/>
                  <a:pt x="439517" y="1758854"/>
                </a:cubicBezTo>
                <a:cubicBezTo>
                  <a:pt x="439517" y="1773018"/>
                  <a:pt x="428023" y="1784513"/>
                  <a:pt x="413858" y="1784513"/>
                </a:cubicBezTo>
                <a:cubicBezTo>
                  <a:pt x="399694" y="1784513"/>
                  <a:pt x="388200" y="1773018"/>
                  <a:pt x="388200" y="1758854"/>
                </a:cubicBezTo>
                <a:cubicBezTo>
                  <a:pt x="388200" y="1744689"/>
                  <a:pt x="399694" y="1733195"/>
                  <a:pt x="413858" y="1733195"/>
                </a:cubicBezTo>
                <a:close/>
                <a:moveTo>
                  <a:pt x="346686" y="1733195"/>
                </a:moveTo>
                <a:cubicBezTo>
                  <a:pt x="360849" y="1733195"/>
                  <a:pt x="372344" y="1744689"/>
                  <a:pt x="372344" y="1758854"/>
                </a:cubicBezTo>
                <a:cubicBezTo>
                  <a:pt x="372344" y="1773018"/>
                  <a:pt x="360849" y="1784513"/>
                  <a:pt x="346686" y="1784513"/>
                </a:cubicBezTo>
                <a:cubicBezTo>
                  <a:pt x="332520" y="1784513"/>
                  <a:pt x="321027" y="1773018"/>
                  <a:pt x="321027" y="1758854"/>
                </a:cubicBezTo>
                <a:cubicBezTo>
                  <a:pt x="321027" y="1744689"/>
                  <a:pt x="332520" y="1733195"/>
                  <a:pt x="346686" y="1733195"/>
                </a:cubicBezTo>
                <a:close/>
                <a:moveTo>
                  <a:pt x="282480" y="1733195"/>
                </a:moveTo>
                <a:cubicBezTo>
                  <a:pt x="296644" y="1733195"/>
                  <a:pt x="308138" y="1744689"/>
                  <a:pt x="308138" y="1758854"/>
                </a:cubicBezTo>
                <a:cubicBezTo>
                  <a:pt x="308138" y="1773018"/>
                  <a:pt x="296644" y="1784513"/>
                  <a:pt x="282480" y="1784513"/>
                </a:cubicBezTo>
                <a:cubicBezTo>
                  <a:pt x="268314" y="1784513"/>
                  <a:pt x="256820" y="1773018"/>
                  <a:pt x="256820" y="1758854"/>
                </a:cubicBezTo>
                <a:cubicBezTo>
                  <a:pt x="256820" y="1744689"/>
                  <a:pt x="268314" y="1733195"/>
                  <a:pt x="282480" y="1733195"/>
                </a:cubicBezTo>
                <a:close/>
                <a:moveTo>
                  <a:pt x="218274" y="1733195"/>
                </a:moveTo>
                <a:cubicBezTo>
                  <a:pt x="232438" y="1733195"/>
                  <a:pt x="243932" y="1744689"/>
                  <a:pt x="243932" y="1758854"/>
                </a:cubicBezTo>
                <a:cubicBezTo>
                  <a:pt x="243932" y="1773018"/>
                  <a:pt x="232438" y="1784513"/>
                  <a:pt x="218274" y="1784513"/>
                </a:cubicBezTo>
                <a:cubicBezTo>
                  <a:pt x="204109" y="1784513"/>
                  <a:pt x="192615" y="1773018"/>
                  <a:pt x="192615" y="1758854"/>
                </a:cubicBezTo>
                <a:cubicBezTo>
                  <a:pt x="192615" y="1744689"/>
                  <a:pt x="204109" y="1733195"/>
                  <a:pt x="218274" y="1733195"/>
                </a:cubicBezTo>
                <a:close/>
                <a:moveTo>
                  <a:pt x="89864" y="1733195"/>
                </a:moveTo>
                <a:cubicBezTo>
                  <a:pt x="104034" y="1733195"/>
                  <a:pt x="115522" y="1744682"/>
                  <a:pt x="115522" y="1758854"/>
                </a:cubicBezTo>
                <a:cubicBezTo>
                  <a:pt x="115522" y="1773025"/>
                  <a:pt x="104034" y="1784513"/>
                  <a:pt x="89864" y="1784513"/>
                </a:cubicBezTo>
                <a:cubicBezTo>
                  <a:pt x="75693" y="1784513"/>
                  <a:pt x="64205" y="1773025"/>
                  <a:pt x="64205" y="1758854"/>
                </a:cubicBezTo>
                <a:cubicBezTo>
                  <a:pt x="64205" y="1744682"/>
                  <a:pt x="75693" y="1733195"/>
                  <a:pt x="89864" y="1733195"/>
                </a:cubicBezTo>
                <a:close/>
                <a:moveTo>
                  <a:pt x="25659" y="1733195"/>
                </a:moveTo>
                <a:cubicBezTo>
                  <a:pt x="39829" y="1733195"/>
                  <a:pt x="51317" y="1744682"/>
                  <a:pt x="51317" y="1758854"/>
                </a:cubicBezTo>
                <a:cubicBezTo>
                  <a:pt x="51317" y="1773025"/>
                  <a:pt x="39829" y="1784513"/>
                  <a:pt x="25659" y="1784513"/>
                </a:cubicBezTo>
                <a:cubicBezTo>
                  <a:pt x="11488" y="1784513"/>
                  <a:pt x="0" y="1773025"/>
                  <a:pt x="0" y="1758854"/>
                </a:cubicBezTo>
                <a:cubicBezTo>
                  <a:pt x="0" y="1744682"/>
                  <a:pt x="11488" y="1733195"/>
                  <a:pt x="25659" y="1733195"/>
                </a:cubicBezTo>
                <a:close/>
                <a:moveTo>
                  <a:pt x="11582491" y="1678857"/>
                </a:moveTo>
                <a:cubicBezTo>
                  <a:pt x="11589609" y="1678857"/>
                  <a:pt x="11595379" y="1684628"/>
                  <a:pt x="11595379" y="1691745"/>
                </a:cubicBezTo>
                <a:cubicBezTo>
                  <a:pt x="11595379" y="1698863"/>
                  <a:pt x="11589609" y="1704633"/>
                  <a:pt x="11582491" y="1704633"/>
                </a:cubicBezTo>
                <a:cubicBezTo>
                  <a:pt x="11575375" y="1704633"/>
                  <a:pt x="11569605" y="1698863"/>
                  <a:pt x="11569605" y="1691745"/>
                </a:cubicBezTo>
                <a:cubicBezTo>
                  <a:pt x="11569605" y="1684628"/>
                  <a:pt x="11575375" y="1678857"/>
                  <a:pt x="11582491" y="1678857"/>
                </a:cubicBezTo>
                <a:close/>
                <a:moveTo>
                  <a:pt x="11518287" y="1678857"/>
                </a:moveTo>
                <a:cubicBezTo>
                  <a:pt x="11525405" y="1678857"/>
                  <a:pt x="11531175" y="1684628"/>
                  <a:pt x="11531175" y="1691745"/>
                </a:cubicBezTo>
                <a:cubicBezTo>
                  <a:pt x="11531175" y="1698863"/>
                  <a:pt x="11525403" y="1704633"/>
                  <a:pt x="11518287" y="1704633"/>
                </a:cubicBezTo>
                <a:cubicBezTo>
                  <a:pt x="11511167" y="1704633"/>
                  <a:pt x="11505399" y="1698863"/>
                  <a:pt x="11505399" y="1691745"/>
                </a:cubicBezTo>
                <a:cubicBezTo>
                  <a:pt x="11505399" y="1684628"/>
                  <a:pt x="11511171" y="1678857"/>
                  <a:pt x="11518287" y="1678857"/>
                </a:cubicBezTo>
                <a:close/>
                <a:moveTo>
                  <a:pt x="10169743" y="1678857"/>
                </a:moveTo>
                <a:cubicBezTo>
                  <a:pt x="10176942" y="1678857"/>
                  <a:pt x="10182631" y="1684663"/>
                  <a:pt x="10182631" y="1691745"/>
                </a:cubicBezTo>
                <a:cubicBezTo>
                  <a:pt x="10182631" y="1698828"/>
                  <a:pt x="10176942" y="1704633"/>
                  <a:pt x="10169743" y="1704633"/>
                </a:cubicBezTo>
                <a:cubicBezTo>
                  <a:pt x="10162659" y="1704633"/>
                  <a:pt x="10156855" y="1698944"/>
                  <a:pt x="10156855" y="1691745"/>
                </a:cubicBezTo>
                <a:cubicBezTo>
                  <a:pt x="10156855" y="1684663"/>
                  <a:pt x="10162544" y="1678857"/>
                  <a:pt x="10169743" y="1678857"/>
                </a:cubicBezTo>
                <a:close/>
                <a:moveTo>
                  <a:pt x="9848716" y="1678857"/>
                </a:moveTo>
                <a:cubicBezTo>
                  <a:pt x="9855800" y="1678857"/>
                  <a:pt x="9861604" y="1684663"/>
                  <a:pt x="9861604" y="1691745"/>
                </a:cubicBezTo>
                <a:cubicBezTo>
                  <a:pt x="9861604" y="1698828"/>
                  <a:pt x="9855915" y="1704633"/>
                  <a:pt x="9848716" y="1704633"/>
                </a:cubicBezTo>
                <a:cubicBezTo>
                  <a:pt x="9841635" y="1704633"/>
                  <a:pt x="9835828" y="1698944"/>
                  <a:pt x="9835828" y="1691745"/>
                </a:cubicBezTo>
                <a:cubicBezTo>
                  <a:pt x="9835828" y="1684663"/>
                  <a:pt x="9841517" y="1678857"/>
                  <a:pt x="9848716" y="1678857"/>
                </a:cubicBezTo>
                <a:close/>
                <a:moveTo>
                  <a:pt x="7023451" y="1678857"/>
                </a:moveTo>
                <a:cubicBezTo>
                  <a:pt x="7030570" y="1678857"/>
                  <a:pt x="7036339" y="1684628"/>
                  <a:pt x="7036339" y="1691745"/>
                </a:cubicBezTo>
                <a:cubicBezTo>
                  <a:pt x="7036339" y="1698863"/>
                  <a:pt x="7030570" y="1704633"/>
                  <a:pt x="7023451" y="1704633"/>
                </a:cubicBezTo>
                <a:cubicBezTo>
                  <a:pt x="7016335" y="1704633"/>
                  <a:pt x="7010566" y="1698863"/>
                  <a:pt x="7010566" y="1691745"/>
                </a:cubicBezTo>
                <a:cubicBezTo>
                  <a:pt x="7010566" y="1684628"/>
                  <a:pt x="7016335" y="1678857"/>
                  <a:pt x="7023451" y="1678857"/>
                </a:cubicBezTo>
                <a:close/>
                <a:moveTo>
                  <a:pt x="5871887" y="1678857"/>
                </a:moveTo>
                <a:cubicBezTo>
                  <a:pt x="5879006" y="1678857"/>
                  <a:pt x="5884776" y="1684628"/>
                  <a:pt x="5884776" y="1691745"/>
                </a:cubicBezTo>
                <a:cubicBezTo>
                  <a:pt x="5884776" y="1698863"/>
                  <a:pt x="5879004" y="1704633"/>
                  <a:pt x="5871887" y="1704633"/>
                </a:cubicBezTo>
                <a:cubicBezTo>
                  <a:pt x="5864769" y="1704633"/>
                  <a:pt x="5859000" y="1698863"/>
                  <a:pt x="5859000" y="1691745"/>
                </a:cubicBezTo>
                <a:cubicBezTo>
                  <a:pt x="5859000" y="1684628"/>
                  <a:pt x="5864772" y="1678857"/>
                  <a:pt x="5871887" y="1678857"/>
                </a:cubicBezTo>
                <a:close/>
                <a:moveTo>
                  <a:pt x="5807683" y="1678857"/>
                </a:moveTo>
                <a:cubicBezTo>
                  <a:pt x="5814801" y="1678857"/>
                  <a:pt x="5820571" y="1684628"/>
                  <a:pt x="5820571" y="1691745"/>
                </a:cubicBezTo>
                <a:cubicBezTo>
                  <a:pt x="5820571" y="1698863"/>
                  <a:pt x="5814799" y="1704633"/>
                  <a:pt x="5807683" y="1704633"/>
                </a:cubicBezTo>
                <a:cubicBezTo>
                  <a:pt x="5800565" y="1704633"/>
                  <a:pt x="5794796" y="1698863"/>
                  <a:pt x="5794796" y="1691745"/>
                </a:cubicBezTo>
                <a:cubicBezTo>
                  <a:pt x="5794796" y="1684628"/>
                  <a:pt x="5800566" y="1678857"/>
                  <a:pt x="5807683" y="1678857"/>
                </a:cubicBezTo>
                <a:close/>
                <a:moveTo>
                  <a:pt x="4459140" y="1678857"/>
                </a:moveTo>
                <a:cubicBezTo>
                  <a:pt x="4466338" y="1678857"/>
                  <a:pt x="4472025" y="1684663"/>
                  <a:pt x="4472025" y="1691745"/>
                </a:cubicBezTo>
                <a:cubicBezTo>
                  <a:pt x="4472025" y="1698828"/>
                  <a:pt x="4466338" y="1704633"/>
                  <a:pt x="4459140" y="1704633"/>
                </a:cubicBezTo>
                <a:cubicBezTo>
                  <a:pt x="4452058" y="1704633"/>
                  <a:pt x="4446252" y="1698944"/>
                  <a:pt x="4446252" y="1691745"/>
                </a:cubicBezTo>
                <a:cubicBezTo>
                  <a:pt x="4446252" y="1684663"/>
                  <a:pt x="4451941" y="1678857"/>
                  <a:pt x="4459140" y="1678857"/>
                </a:cubicBezTo>
                <a:close/>
                <a:moveTo>
                  <a:pt x="4138112" y="1678857"/>
                </a:moveTo>
                <a:cubicBezTo>
                  <a:pt x="4145194" y="1678857"/>
                  <a:pt x="4151000" y="1684663"/>
                  <a:pt x="4151000" y="1691745"/>
                </a:cubicBezTo>
                <a:cubicBezTo>
                  <a:pt x="4151000" y="1698828"/>
                  <a:pt x="4145311" y="1704633"/>
                  <a:pt x="4138112" y="1704633"/>
                </a:cubicBezTo>
                <a:cubicBezTo>
                  <a:pt x="4131029" y="1704633"/>
                  <a:pt x="4125224" y="1698944"/>
                  <a:pt x="4125224" y="1691745"/>
                </a:cubicBezTo>
                <a:cubicBezTo>
                  <a:pt x="4125224" y="1684663"/>
                  <a:pt x="4130913" y="1678857"/>
                  <a:pt x="4138112" y="1678857"/>
                </a:cubicBezTo>
                <a:close/>
                <a:moveTo>
                  <a:pt x="1312848" y="1678857"/>
                </a:moveTo>
                <a:cubicBezTo>
                  <a:pt x="1319968" y="1678857"/>
                  <a:pt x="1325735" y="1684628"/>
                  <a:pt x="1325735" y="1691745"/>
                </a:cubicBezTo>
                <a:cubicBezTo>
                  <a:pt x="1325735" y="1698863"/>
                  <a:pt x="1319968" y="1704633"/>
                  <a:pt x="1312848" y="1704633"/>
                </a:cubicBezTo>
                <a:cubicBezTo>
                  <a:pt x="1305730" y="1704633"/>
                  <a:pt x="1299962" y="1698863"/>
                  <a:pt x="1299962" y="1691745"/>
                </a:cubicBezTo>
                <a:cubicBezTo>
                  <a:pt x="1299962" y="1684628"/>
                  <a:pt x="1305730" y="1678857"/>
                  <a:pt x="1312848" y="1678857"/>
                </a:cubicBezTo>
                <a:close/>
                <a:moveTo>
                  <a:pt x="154069" y="1678857"/>
                </a:moveTo>
                <a:cubicBezTo>
                  <a:pt x="161187" y="1678857"/>
                  <a:pt x="166957" y="1684628"/>
                  <a:pt x="166957" y="1691745"/>
                </a:cubicBezTo>
                <a:cubicBezTo>
                  <a:pt x="166957" y="1698863"/>
                  <a:pt x="161186" y="1704633"/>
                  <a:pt x="154069" y="1704633"/>
                </a:cubicBezTo>
                <a:cubicBezTo>
                  <a:pt x="146951" y="1704633"/>
                  <a:pt x="141182" y="1698863"/>
                  <a:pt x="141182" y="1691745"/>
                </a:cubicBezTo>
                <a:cubicBezTo>
                  <a:pt x="141182" y="1684628"/>
                  <a:pt x="146953" y="1678857"/>
                  <a:pt x="154069" y="1678857"/>
                </a:cubicBezTo>
                <a:close/>
                <a:moveTo>
                  <a:pt x="89864" y="1678857"/>
                </a:moveTo>
                <a:cubicBezTo>
                  <a:pt x="96982" y="1678857"/>
                  <a:pt x="102752" y="1684628"/>
                  <a:pt x="102752" y="1691745"/>
                </a:cubicBezTo>
                <a:cubicBezTo>
                  <a:pt x="102752" y="1698863"/>
                  <a:pt x="96981" y="1704633"/>
                  <a:pt x="89864" y="1704633"/>
                </a:cubicBezTo>
                <a:cubicBezTo>
                  <a:pt x="82746" y="1704633"/>
                  <a:pt x="76977" y="1698863"/>
                  <a:pt x="76977" y="1691745"/>
                </a:cubicBezTo>
                <a:cubicBezTo>
                  <a:pt x="76977" y="1684628"/>
                  <a:pt x="82748" y="1678857"/>
                  <a:pt x="89864" y="1678857"/>
                </a:cubicBezTo>
                <a:close/>
                <a:moveTo>
                  <a:pt x="12099103" y="1666086"/>
                </a:moveTo>
                <a:cubicBezTo>
                  <a:pt x="12113273" y="1666086"/>
                  <a:pt x="12124761" y="1677575"/>
                  <a:pt x="12124761" y="1691745"/>
                </a:cubicBezTo>
                <a:cubicBezTo>
                  <a:pt x="12124761" y="1705917"/>
                  <a:pt x="12113273" y="1717404"/>
                  <a:pt x="12099103" y="1717404"/>
                </a:cubicBezTo>
                <a:cubicBezTo>
                  <a:pt x="12084931" y="1717404"/>
                  <a:pt x="12073441" y="1705917"/>
                  <a:pt x="12073441" y="1691745"/>
                </a:cubicBezTo>
                <a:cubicBezTo>
                  <a:pt x="12073441" y="1677575"/>
                  <a:pt x="12084931" y="1666086"/>
                  <a:pt x="12099103" y="1666086"/>
                </a:cubicBezTo>
                <a:close/>
                <a:moveTo>
                  <a:pt x="12034897" y="1666086"/>
                </a:moveTo>
                <a:cubicBezTo>
                  <a:pt x="12049061" y="1666086"/>
                  <a:pt x="12060557" y="1677582"/>
                  <a:pt x="12060557" y="1691745"/>
                </a:cubicBezTo>
                <a:cubicBezTo>
                  <a:pt x="12060557" y="1705910"/>
                  <a:pt x="12049061" y="1717404"/>
                  <a:pt x="12034897" y="1717404"/>
                </a:cubicBezTo>
                <a:cubicBezTo>
                  <a:pt x="12020731" y="1717404"/>
                  <a:pt x="12009237" y="1705910"/>
                  <a:pt x="12009237" y="1691745"/>
                </a:cubicBezTo>
                <a:cubicBezTo>
                  <a:pt x="12009237" y="1677582"/>
                  <a:pt x="12020731" y="1666086"/>
                  <a:pt x="12034897" y="1666086"/>
                </a:cubicBezTo>
                <a:close/>
                <a:moveTo>
                  <a:pt x="11970691" y="1666086"/>
                </a:moveTo>
                <a:cubicBezTo>
                  <a:pt x="11984855" y="1666086"/>
                  <a:pt x="11996349" y="1677582"/>
                  <a:pt x="11996349" y="1691745"/>
                </a:cubicBezTo>
                <a:cubicBezTo>
                  <a:pt x="11996349" y="1705910"/>
                  <a:pt x="11984855" y="1717404"/>
                  <a:pt x="11970691" y="1717404"/>
                </a:cubicBezTo>
                <a:cubicBezTo>
                  <a:pt x="11956525" y="1717404"/>
                  <a:pt x="11945033" y="1705910"/>
                  <a:pt x="11945033" y="1691745"/>
                </a:cubicBezTo>
                <a:cubicBezTo>
                  <a:pt x="11945033" y="1677582"/>
                  <a:pt x="11956525" y="1666086"/>
                  <a:pt x="11970691" y="1666086"/>
                </a:cubicBezTo>
                <a:close/>
                <a:moveTo>
                  <a:pt x="11906483" y="1666086"/>
                </a:moveTo>
                <a:cubicBezTo>
                  <a:pt x="11920649" y="1666086"/>
                  <a:pt x="11932145" y="1677582"/>
                  <a:pt x="11932145" y="1691745"/>
                </a:cubicBezTo>
                <a:cubicBezTo>
                  <a:pt x="11932145" y="1705910"/>
                  <a:pt x="11920649" y="1717404"/>
                  <a:pt x="11906483" y="1717404"/>
                </a:cubicBezTo>
                <a:cubicBezTo>
                  <a:pt x="11892321" y="1717404"/>
                  <a:pt x="11880825" y="1705910"/>
                  <a:pt x="11880825" y="1691745"/>
                </a:cubicBezTo>
                <a:cubicBezTo>
                  <a:pt x="11880825" y="1677582"/>
                  <a:pt x="11892321" y="1666086"/>
                  <a:pt x="11906483" y="1666086"/>
                </a:cubicBezTo>
                <a:close/>
                <a:moveTo>
                  <a:pt x="11842279" y="1666086"/>
                </a:moveTo>
                <a:cubicBezTo>
                  <a:pt x="11856445" y="1666086"/>
                  <a:pt x="11867941" y="1677582"/>
                  <a:pt x="11867941" y="1691745"/>
                </a:cubicBezTo>
                <a:cubicBezTo>
                  <a:pt x="11867941" y="1705910"/>
                  <a:pt x="11856445" y="1717404"/>
                  <a:pt x="11842279" y="1717404"/>
                </a:cubicBezTo>
                <a:cubicBezTo>
                  <a:pt x="11828117" y="1717404"/>
                  <a:pt x="11816621" y="1705910"/>
                  <a:pt x="11816621" y="1691745"/>
                </a:cubicBezTo>
                <a:cubicBezTo>
                  <a:pt x="11816621" y="1677582"/>
                  <a:pt x="11828117" y="1666086"/>
                  <a:pt x="11842279" y="1666086"/>
                </a:cubicBezTo>
                <a:close/>
                <a:moveTo>
                  <a:pt x="11775107" y="1666086"/>
                </a:moveTo>
                <a:cubicBezTo>
                  <a:pt x="11789271" y="1666086"/>
                  <a:pt x="11800767" y="1677582"/>
                  <a:pt x="11800767" y="1691745"/>
                </a:cubicBezTo>
                <a:cubicBezTo>
                  <a:pt x="11800767" y="1705910"/>
                  <a:pt x="11789271" y="1717404"/>
                  <a:pt x="11775107" y="1717404"/>
                </a:cubicBezTo>
                <a:cubicBezTo>
                  <a:pt x="11760941" y="1717404"/>
                  <a:pt x="11749449" y="1705910"/>
                  <a:pt x="11749449" y="1691745"/>
                </a:cubicBezTo>
                <a:cubicBezTo>
                  <a:pt x="11749449" y="1677582"/>
                  <a:pt x="11760941" y="1666086"/>
                  <a:pt x="11775107" y="1666086"/>
                </a:cubicBezTo>
                <a:close/>
                <a:moveTo>
                  <a:pt x="11710901" y="1666086"/>
                </a:moveTo>
                <a:cubicBezTo>
                  <a:pt x="11725067" y="1666086"/>
                  <a:pt x="11736561" y="1677582"/>
                  <a:pt x="11736561" y="1691745"/>
                </a:cubicBezTo>
                <a:cubicBezTo>
                  <a:pt x="11736561" y="1705910"/>
                  <a:pt x="11725067" y="1717404"/>
                  <a:pt x="11710901" y="1717404"/>
                </a:cubicBezTo>
                <a:cubicBezTo>
                  <a:pt x="11696737" y="1717404"/>
                  <a:pt x="11685243" y="1705910"/>
                  <a:pt x="11685243" y="1691745"/>
                </a:cubicBezTo>
                <a:cubicBezTo>
                  <a:pt x="11685243" y="1677582"/>
                  <a:pt x="11696737" y="1666086"/>
                  <a:pt x="11710901" y="1666086"/>
                </a:cubicBezTo>
                <a:close/>
                <a:moveTo>
                  <a:pt x="11646697" y="1666086"/>
                </a:moveTo>
                <a:cubicBezTo>
                  <a:pt x="11660859" y="1666086"/>
                  <a:pt x="11672355" y="1677582"/>
                  <a:pt x="11672355" y="1691745"/>
                </a:cubicBezTo>
                <a:cubicBezTo>
                  <a:pt x="11672355" y="1705910"/>
                  <a:pt x="11660859" y="1717404"/>
                  <a:pt x="11646697" y="1717404"/>
                </a:cubicBezTo>
                <a:cubicBezTo>
                  <a:pt x="11632529" y="1717404"/>
                  <a:pt x="11621037" y="1705910"/>
                  <a:pt x="11621037" y="1691745"/>
                </a:cubicBezTo>
                <a:cubicBezTo>
                  <a:pt x="11621037" y="1677582"/>
                  <a:pt x="11632529" y="1666086"/>
                  <a:pt x="11646697" y="1666086"/>
                </a:cubicBezTo>
                <a:close/>
                <a:moveTo>
                  <a:pt x="11454081" y="1666086"/>
                </a:moveTo>
                <a:cubicBezTo>
                  <a:pt x="11468253" y="1666086"/>
                  <a:pt x="11479739" y="1677575"/>
                  <a:pt x="11479739" y="1691745"/>
                </a:cubicBezTo>
                <a:cubicBezTo>
                  <a:pt x="11479739" y="1705917"/>
                  <a:pt x="11468253" y="1717404"/>
                  <a:pt x="11454081" y="1717404"/>
                </a:cubicBezTo>
                <a:cubicBezTo>
                  <a:pt x="11439909" y="1717404"/>
                  <a:pt x="11428421" y="1705917"/>
                  <a:pt x="11428421" y="1691745"/>
                </a:cubicBezTo>
                <a:cubicBezTo>
                  <a:pt x="11428421" y="1677575"/>
                  <a:pt x="11439909" y="1666086"/>
                  <a:pt x="11454081" y="1666086"/>
                </a:cubicBezTo>
                <a:close/>
                <a:moveTo>
                  <a:pt x="11389875" y="1666086"/>
                </a:moveTo>
                <a:cubicBezTo>
                  <a:pt x="11404040" y="1666086"/>
                  <a:pt x="11415533" y="1677582"/>
                  <a:pt x="11415533" y="1691745"/>
                </a:cubicBezTo>
                <a:cubicBezTo>
                  <a:pt x="11415533" y="1705910"/>
                  <a:pt x="11404040" y="1717404"/>
                  <a:pt x="11389875" y="1717404"/>
                </a:cubicBezTo>
                <a:cubicBezTo>
                  <a:pt x="11375710" y="1717404"/>
                  <a:pt x="11364217" y="1705910"/>
                  <a:pt x="11364217" y="1691745"/>
                </a:cubicBezTo>
                <a:cubicBezTo>
                  <a:pt x="11364217" y="1677582"/>
                  <a:pt x="11375710" y="1666086"/>
                  <a:pt x="11389875" y="1666086"/>
                </a:cubicBezTo>
                <a:close/>
                <a:moveTo>
                  <a:pt x="11325670" y="1666086"/>
                </a:moveTo>
                <a:cubicBezTo>
                  <a:pt x="11339835" y="1666086"/>
                  <a:pt x="11351329" y="1677582"/>
                  <a:pt x="11351329" y="1691745"/>
                </a:cubicBezTo>
                <a:cubicBezTo>
                  <a:pt x="11351329" y="1705910"/>
                  <a:pt x="11339835" y="1717404"/>
                  <a:pt x="11325670" y="1717404"/>
                </a:cubicBezTo>
                <a:cubicBezTo>
                  <a:pt x="11311505" y="1717404"/>
                  <a:pt x="11300012" y="1705910"/>
                  <a:pt x="11300012" y="1691745"/>
                </a:cubicBezTo>
                <a:cubicBezTo>
                  <a:pt x="11300012" y="1677582"/>
                  <a:pt x="11311505" y="1666086"/>
                  <a:pt x="11325670" y="1666086"/>
                </a:cubicBezTo>
                <a:close/>
                <a:moveTo>
                  <a:pt x="11261466" y="1666086"/>
                </a:moveTo>
                <a:cubicBezTo>
                  <a:pt x="11275628" y="1666086"/>
                  <a:pt x="11287124" y="1677582"/>
                  <a:pt x="11287124" y="1691745"/>
                </a:cubicBezTo>
                <a:cubicBezTo>
                  <a:pt x="11287124" y="1705910"/>
                  <a:pt x="11275628" y="1717404"/>
                  <a:pt x="11261466" y="1717404"/>
                </a:cubicBezTo>
                <a:cubicBezTo>
                  <a:pt x="11247301" y="1717404"/>
                  <a:pt x="11235805" y="1705910"/>
                  <a:pt x="11235805" y="1691745"/>
                </a:cubicBezTo>
                <a:cubicBezTo>
                  <a:pt x="11235805" y="1677582"/>
                  <a:pt x="11247301" y="1666086"/>
                  <a:pt x="11261466" y="1666086"/>
                </a:cubicBezTo>
                <a:close/>
                <a:moveTo>
                  <a:pt x="11197259" y="1666086"/>
                </a:moveTo>
                <a:cubicBezTo>
                  <a:pt x="11211424" y="1666086"/>
                  <a:pt x="11222917" y="1677582"/>
                  <a:pt x="11222917" y="1691745"/>
                </a:cubicBezTo>
                <a:cubicBezTo>
                  <a:pt x="11222917" y="1705910"/>
                  <a:pt x="11211424" y="1717404"/>
                  <a:pt x="11197259" y="1717404"/>
                </a:cubicBezTo>
                <a:cubicBezTo>
                  <a:pt x="11183094" y="1717404"/>
                  <a:pt x="11171601" y="1705910"/>
                  <a:pt x="11171601" y="1691745"/>
                </a:cubicBezTo>
                <a:cubicBezTo>
                  <a:pt x="11171601" y="1677582"/>
                  <a:pt x="11183094" y="1666086"/>
                  <a:pt x="11197259" y="1666086"/>
                </a:cubicBezTo>
                <a:close/>
                <a:moveTo>
                  <a:pt x="11133055" y="1666086"/>
                </a:moveTo>
                <a:cubicBezTo>
                  <a:pt x="11147225" y="1666086"/>
                  <a:pt x="11158713" y="1677575"/>
                  <a:pt x="11158713" y="1691745"/>
                </a:cubicBezTo>
                <a:cubicBezTo>
                  <a:pt x="11158713" y="1705917"/>
                  <a:pt x="11147225" y="1717404"/>
                  <a:pt x="11133055" y="1717404"/>
                </a:cubicBezTo>
                <a:cubicBezTo>
                  <a:pt x="11118884" y="1717404"/>
                  <a:pt x="11107396" y="1705917"/>
                  <a:pt x="11107396" y="1691745"/>
                </a:cubicBezTo>
                <a:cubicBezTo>
                  <a:pt x="11107396" y="1677575"/>
                  <a:pt x="11118884" y="1666086"/>
                  <a:pt x="11133055" y="1666086"/>
                </a:cubicBezTo>
                <a:close/>
                <a:moveTo>
                  <a:pt x="11068848" y="1666086"/>
                </a:moveTo>
                <a:cubicBezTo>
                  <a:pt x="11083021" y="1666086"/>
                  <a:pt x="11094509" y="1677575"/>
                  <a:pt x="11094509" y="1691745"/>
                </a:cubicBezTo>
                <a:cubicBezTo>
                  <a:pt x="11094509" y="1705917"/>
                  <a:pt x="11083021" y="1717404"/>
                  <a:pt x="11068848" y="1717404"/>
                </a:cubicBezTo>
                <a:cubicBezTo>
                  <a:pt x="11054677" y="1717404"/>
                  <a:pt x="11043189" y="1705917"/>
                  <a:pt x="11043189" y="1691745"/>
                </a:cubicBezTo>
                <a:cubicBezTo>
                  <a:pt x="11043189" y="1677575"/>
                  <a:pt x="11054677" y="1666086"/>
                  <a:pt x="11068848" y="1666086"/>
                </a:cubicBezTo>
                <a:close/>
                <a:moveTo>
                  <a:pt x="11004643" y="1666086"/>
                </a:moveTo>
                <a:cubicBezTo>
                  <a:pt x="11018808" y="1666086"/>
                  <a:pt x="11030301" y="1677582"/>
                  <a:pt x="11030301" y="1691745"/>
                </a:cubicBezTo>
                <a:cubicBezTo>
                  <a:pt x="11030301" y="1705910"/>
                  <a:pt x="11018808" y="1717404"/>
                  <a:pt x="11004643" y="1717404"/>
                </a:cubicBezTo>
                <a:cubicBezTo>
                  <a:pt x="10990478" y="1717404"/>
                  <a:pt x="10978985" y="1705910"/>
                  <a:pt x="10978985" y="1691745"/>
                </a:cubicBezTo>
                <a:cubicBezTo>
                  <a:pt x="10978985" y="1677582"/>
                  <a:pt x="10990478" y="1666086"/>
                  <a:pt x="11004643" y="1666086"/>
                </a:cubicBezTo>
                <a:close/>
                <a:moveTo>
                  <a:pt x="10940321" y="1666086"/>
                </a:moveTo>
                <a:cubicBezTo>
                  <a:pt x="10954604" y="1666086"/>
                  <a:pt x="10965982" y="1677582"/>
                  <a:pt x="10965982" y="1691745"/>
                </a:cubicBezTo>
                <a:cubicBezTo>
                  <a:pt x="10965982" y="1705910"/>
                  <a:pt x="10954486" y="1717404"/>
                  <a:pt x="10940321" y="1717404"/>
                </a:cubicBezTo>
                <a:cubicBezTo>
                  <a:pt x="10926156" y="1717404"/>
                  <a:pt x="10914663" y="1705910"/>
                  <a:pt x="10914663" y="1691745"/>
                </a:cubicBezTo>
                <a:cubicBezTo>
                  <a:pt x="10914663" y="1677582"/>
                  <a:pt x="10926156" y="1666086"/>
                  <a:pt x="10940321" y="1666086"/>
                </a:cubicBezTo>
                <a:close/>
                <a:moveTo>
                  <a:pt x="10876117" y="1666086"/>
                </a:moveTo>
                <a:cubicBezTo>
                  <a:pt x="10890282" y="1666086"/>
                  <a:pt x="10901775" y="1677582"/>
                  <a:pt x="10901775" y="1691745"/>
                </a:cubicBezTo>
                <a:cubicBezTo>
                  <a:pt x="10901775" y="1705910"/>
                  <a:pt x="10890282" y="1717404"/>
                  <a:pt x="10876117" y="1717404"/>
                </a:cubicBezTo>
                <a:cubicBezTo>
                  <a:pt x="10861952" y="1717404"/>
                  <a:pt x="10850459" y="1705910"/>
                  <a:pt x="10850459" y="1691745"/>
                </a:cubicBezTo>
                <a:cubicBezTo>
                  <a:pt x="10850459" y="1677582"/>
                  <a:pt x="10861952" y="1666086"/>
                  <a:pt x="10876117" y="1666086"/>
                </a:cubicBezTo>
                <a:close/>
                <a:moveTo>
                  <a:pt x="10811912" y="1666086"/>
                </a:moveTo>
                <a:cubicBezTo>
                  <a:pt x="10826077" y="1666086"/>
                  <a:pt x="10837571" y="1677582"/>
                  <a:pt x="10837571" y="1691745"/>
                </a:cubicBezTo>
                <a:cubicBezTo>
                  <a:pt x="10837571" y="1705910"/>
                  <a:pt x="10826077" y="1717404"/>
                  <a:pt x="10811912" y="1717404"/>
                </a:cubicBezTo>
                <a:cubicBezTo>
                  <a:pt x="10797747" y="1717404"/>
                  <a:pt x="10786254" y="1705910"/>
                  <a:pt x="10786254" y="1691745"/>
                </a:cubicBezTo>
                <a:cubicBezTo>
                  <a:pt x="10786254" y="1677582"/>
                  <a:pt x="10797747" y="1666086"/>
                  <a:pt x="10811912" y="1666086"/>
                </a:cubicBezTo>
                <a:close/>
                <a:moveTo>
                  <a:pt x="10747708" y="1666086"/>
                </a:moveTo>
                <a:cubicBezTo>
                  <a:pt x="10761878" y="1666086"/>
                  <a:pt x="10773366" y="1677575"/>
                  <a:pt x="10773366" y="1691745"/>
                </a:cubicBezTo>
                <a:cubicBezTo>
                  <a:pt x="10773366" y="1705917"/>
                  <a:pt x="10761878" y="1717404"/>
                  <a:pt x="10747708" y="1717404"/>
                </a:cubicBezTo>
                <a:cubicBezTo>
                  <a:pt x="10733535" y="1717404"/>
                  <a:pt x="10722047" y="1705917"/>
                  <a:pt x="10722047" y="1691745"/>
                </a:cubicBezTo>
                <a:cubicBezTo>
                  <a:pt x="10722047" y="1677575"/>
                  <a:pt x="10733535" y="1666086"/>
                  <a:pt x="10747708" y="1666086"/>
                </a:cubicBezTo>
                <a:close/>
                <a:moveTo>
                  <a:pt x="10683501" y="1666086"/>
                </a:moveTo>
                <a:cubicBezTo>
                  <a:pt x="10697666" y="1666086"/>
                  <a:pt x="10709159" y="1677582"/>
                  <a:pt x="10709159" y="1691745"/>
                </a:cubicBezTo>
                <a:cubicBezTo>
                  <a:pt x="10709159" y="1705910"/>
                  <a:pt x="10697666" y="1717404"/>
                  <a:pt x="10683501" y="1717404"/>
                </a:cubicBezTo>
                <a:cubicBezTo>
                  <a:pt x="10669336" y="1717404"/>
                  <a:pt x="10657843" y="1705910"/>
                  <a:pt x="10657843" y="1691745"/>
                </a:cubicBezTo>
                <a:cubicBezTo>
                  <a:pt x="10657843" y="1677582"/>
                  <a:pt x="10669336" y="1666086"/>
                  <a:pt x="10683501" y="1666086"/>
                </a:cubicBezTo>
                <a:close/>
                <a:moveTo>
                  <a:pt x="10619297" y="1666086"/>
                </a:moveTo>
                <a:cubicBezTo>
                  <a:pt x="10633462" y="1666086"/>
                  <a:pt x="10644955" y="1677582"/>
                  <a:pt x="10644955" y="1691745"/>
                </a:cubicBezTo>
                <a:cubicBezTo>
                  <a:pt x="10644955" y="1705910"/>
                  <a:pt x="10633462" y="1717404"/>
                  <a:pt x="10619297" y="1717404"/>
                </a:cubicBezTo>
                <a:cubicBezTo>
                  <a:pt x="10605132" y="1717404"/>
                  <a:pt x="10593639" y="1705910"/>
                  <a:pt x="10593639" y="1691745"/>
                </a:cubicBezTo>
                <a:cubicBezTo>
                  <a:pt x="10593639" y="1677582"/>
                  <a:pt x="10605132" y="1666086"/>
                  <a:pt x="10619297" y="1666086"/>
                </a:cubicBezTo>
                <a:close/>
                <a:moveTo>
                  <a:pt x="10555092" y="1666086"/>
                </a:moveTo>
                <a:cubicBezTo>
                  <a:pt x="10569255" y="1666086"/>
                  <a:pt x="10580751" y="1677582"/>
                  <a:pt x="10580751" y="1691745"/>
                </a:cubicBezTo>
                <a:cubicBezTo>
                  <a:pt x="10580751" y="1705910"/>
                  <a:pt x="10569255" y="1717404"/>
                  <a:pt x="10555092" y="1717404"/>
                </a:cubicBezTo>
                <a:cubicBezTo>
                  <a:pt x="10540927" y="1717404"/>
                  <a:pt x="10529432" y="1705910"/>
                  <a:pt x="10529432" y="1691745"/>
                </a:cubicBezTo>
                <a:cubicBezTo>
                  <a:pt x="10529432" y="1677582"/>
                  <a:pt x="10540927" y="1666086"/>
                  <a:pt x="10555092" y="1666086"/>
                </a:cubicBezTo>
                <a:close/>
                <a:moveTo>
                  <a:pt x="10490885" y="1666086"/>
                </a:moveTo>
                <a:cubicBezTo>
                  <a:pt x="10505050" y="1666086"/>
                  <a:pt x="10516544" y="1677582"/>
                  <a:pt x="10516544" y="1691745"/>
                </a:cubicBezTo>
                <a:cubicBezTo>
                  <a:pt x="10516544" y="1705910"/>
                  <a:pt x="10505050" y="1717404"/>
                  <a:pt x="10490885" y="1717404"/>
                </a:cubicBezTo>
                <a:cubicBezTo>
                  <a:pt x="10476720" y="1717404"/>
                  <a:pt x="10465227" y="1705910"/>
                  <a:pt x="10465227" y="1691745"/>
                </a:cubicBezTo>
                <a:cubicBezTo>
                  <a:pt x="10465227" y="1677582"/>
                  <a:pt x="10476720" y="1666086"/>
                  <a:pt x="10490885" y="1666086"/>
                </a:cubicBezTo>
                <a:close/>
                <a:moveTo>
                  <a:pt x="10426681" y="1666086"/>
                </a:moveTo>
                <a:cubicBezTo>
                  <a:pt x="10440851" y="1666086"/>
                  <a:pt x="10452339" y="1677575"/>
                  <a:pt x="10452339" y="1691745"/>
                </a:cubicBezTo>
                <a:cubicBezTo>
                  <a:pt x="10452339" y="1705917"/>
                  <a:pt x="10440851" y="1717404"/>
                  <a:pt x="10426681" y="1717404"/>
                </a:cubicBezTo>
                <a:cubicBezTo>
                  <a:pt x="10412508" y="1717404"/>
                  <a:pt x="10401023" y="1705917"/>
                  <a:pt x="10401023" y="1691745"/>
                </a:cubicBezTo>
                <a:cubicBezTo>
                  <a:pt x="10401023" y="1677575"/>
                  <a:pt x="10412508" y="1666086"/>
                  <a:pt x="10426681" y="1666086"/>
                </a:cubicBezTo>
                <a:close/>
                <a:moveTo>
                  <a:pt x="10362474" y="1666086"/>
                </a:moveTo>
                <a:cubicBezTo>
                  <a:pt x="10376647" y="1666086"/>
                  <a:pt x="10388135" y="1677575"/>
                  <a:pt x="10388135" y="1691745"/>
                </a:cubicBezTo>
                <a:cubicBezTo>
                  <a:pt x="10388135" y="1705917"/>
                  <a:pt x="10376647" y="1717404"/>
                  <a:pt x="10362474" y="1717404"/>
                </a:cubicBezTo>
                <a:cubicBezTo>
                  <a:pt x="10348304" y="1717404"/>
                  <a:pt x="10336816" y="1705917"/>
                  <a:pt x="10336816" y="1691745"/>
                </a:cubicBezTo>
                <a:cubicBezTo>
                  <a:pt x="10336816" y="1677575"/>
                  <a:pt x="10348304" y="1666086"/>
                  <a:pt x="10362474" y="1666086"/>
                </a:cubicBezTo>
                <a:close/>
                <a:moveTo>
                  <a:pt x="10298270" y="1666086"/>
                </a:moveTo>
                <a:cubicBezTo>
                  <a:pt x="10312435" y="1666086"/>
                  <a:pt x="10323928" y="1677582"/>
                  <a:pt x="10323928" y="1691745"/>
                </a:cubicBezTo>
                <a:cubicBezTo>
                  <a:pt x="10323928" y="1705910"/>
                  <a:pt x="10312435" y="1717404"/>
                  <a:pt x="10298270" y="1717404"/>
                </a:cubicBezTo>
                <a:cubicBezTo>
                  <a:pt x="10284105" y="1717404"/>
                  <a:pt x="10272611" y="1705910"/>
                  <a:pt x="10272611" y="1691745"/>
                </a:cubicBezTo>
                <a:cubicBezTo>
                  <a:pt x="10272611" y="1677582"/>
                  <a:pt x="10284105" y="1666086"/>
                  <a:pt x="10298270" y="1666086"/>
                </a:cubicBezTo>
                <a:close/>
                <a:moveTo>
                  <a:pt x="10234065" y="1666086"/>
                </a:moveTo>
                <a:cubicBezTo>
                  <a:pt x="10248228" y="1666086"/>
                  <a:pt x="10259723" y="1677582"/>
                  <a:pt x="10259723" y="1691745"/>
                </a:cubicBezTo>
                <a:cubicBezTo>
                  <a:pt x="10259723" y="1705910"/>
                  <a:pt x="10248228" y="1717404"/>
                  <a:pt x="10234065" y="1717404"/>
                </a:cubicBezTo>
                <a:cubicBezTo>
                  <a:pt x="10219900" y="1717404"/>
                  <a:pt x="10208404" y="1705910"/>
                  <a:pt x="10208404" y="1691745"/>
                </a:cubicBezTo>
                <a:cubicBezTo>
                  <a:pt x="10208404" y="1677582"/>
                  <a:pt x="10219900" y="1666086"/>
                  <a:pt x="10234065" y="1666086"/>
                </a:cubicBezTo>
                <a:close/>
                <a:moveTo>
                  <a:pt x="10105654" y="1666086"/>
                </a:moveTo>
                <a:cubicBezTo>
                  <a:pt x="10119819" y="1666086"/>
                  <a:pt x="10131312" y="1677582"/>
                  <a:pt x="10131312" y="1691745"/>
                </a:cubicBezTo>
                <a:cubicBezTo>
                  <a:pt x="10131312" y="1705910"/>
                  <a:pt x="10119819" y="1717404"/>
                  <a:pt x="10105654" y="1717404"/>
                </a:cubicBezTo>
                <a:cubicBezTo>
                  <a:pt x="10091489" y="1717404"/>
                  <a:pt x="10079996" y="1705910"/>
                  <a:pt x="10079996" y="1691745"/>
                </a:cubicBezTo>
                <a:cubicBezTo>
                  <a:pt x="10079996" y="1677582"/>
                  <a:pt x="10091489" y="1666086"/>
                  <a:pt x="10105654" y="1666086"/>
                </a:cubicBezTo>
                <a:close/>
                <a:moveTo>
                  <a:pt x="9977242" y="1666086"/>
                </a:moveTo>
                <a:cubicBezTo>
                  <a:pt x="9991416" y="1666086"/>
                  <a:pt x="10002903" y="1677575"/>
                  <a:pt x="10002903" y="1691745"/>
                </a:cubicBezTo>
                <a:cubicBezTo>
                  <a:pt x="10002903" y="1705917"/>
                  <a:pt x="9991416" y="1717404"/>
                  <a:pt x="9977242" y="1717404"/>
                </a:cubicBezTo>
                <a:cubicBezTo>
                  <a:pt x="9963072" y="1717404"/>
                  <a:pt x="9951584" y="1705917"/>
                  <a:pt x="9951584" y="1691745"/>
                </a:cubicBezTo>
                <a:cubicBezTo>
                  <a:pt x="9951584" y="1677575"/>
                  <a:pt x="9963072" y="1666086"/>
                  <a:pt x="9977242" y="1666086"/>
                </a:cubicBezTo>
                <a:close/>
                <a:moveTo>
                  <a:pt x="9913038" y="1666086"/>
                </a:moveTo>
                <a:cubicBezTo>
                  <a:pt x="9927203" y="1666086"/>
                  <a:pt x="9938696" y="1677582"/>
                  <a:pt x="9938696" y="1691745"/>
                </a:cubicBezTo>
                <a:cubicBezTo>
                  <a:pt x="9938696" y="1705910"/>
                  <a:pt x="9927203" y="1717404"/>
                  <a:pt x="9913038" y="1717404"/>
                </a:cubicBezTo>
                <a:cubicBezTo>
                  <a:pt x="9898873" y="1717404"/>
                  <a:pt x="9887380" y="1705910"/>
                  <a:pt x="9887380" y="1691745"/>
                </a:cubicBezTo>
                <a:cubicBezTo>
                  <a:pt x="9887380" y="1677582"/>
                  <a:pt x="9898873" y="1666086"/>
                  <a:pt x="9913038" y="1666086"/>
                </a:cubicBezTo>
                <a:close/>
                <a:moveTo>
                  <a:pt x="9784512" y="1666086"/>
                </a:moveTo>
                <a:cubicBezTo>
                  <a:pt x="9798677" y="1666086"/>
                  <a:pt x="9810170" y="1677582"/>
                  <a:pt x="9810170" y="1691745"/>
                </a:cubicBezTo>
                <a:cubicBezTo>
                  <a:pt x="9810170" y="1705910"/>
                  <a:pt x="9798677" y="1717404"/>
                  <a:pt x="9784512" y="1717404"/>
                </a:cubicBezTo>
                <a:cubicBezTo>
                  <a:pt x="9770347" y="1717404"/>
                  <a:pt x="9758853" y="1705910"/>
                  <a:pt x="9758853" y="1691745"/>
                </a:cubicBezTo>
                <a:cubicBezTo>
                  <a:pt x="9758853" y="1677582"/>
                  <a:pt x="9770347" y="1666086"/>
                  <a:pt x="9784512" y="1666086"/>
                </a:cubicBezTo>
                <a:close/>
                <a:moveTo>
                  <a:pt x="9720307" y="1666086"/>
                </a:moveTo>
                <a:cubicBezTo>
                  <a:pt x="9734470" y="1666086"/>
                  <a:pt x="9745965" y="1677582"/>
                  <a:pt x="9745965" y="1691745"/>
                </a:cubicBezTo>
                <a:cubicBezTo>
                  <a:pt x="9745965" y="1705910"/>
                  <a:pt x="9734470" y="1717404"/>
                  <a:pt x="9720307" y="1717404"/>
                </a:cubicBezTo>
                <a:cubicBezTo>
                  <a:pt x="9706142" y="1717404"/>
                  <a:pt x="9694646" y="1705910"/>
                  <a:pt x="9694646" y="1691745"/>
                </a:cubicBezTo>
                <a:cubicBezTo>
                  <a:pt x="9694646" y="1677582"/>
                  <a:pt x="9706142" y="1666086"/>
                  <a:pt x="9720307" y="1666086"/>
                </a:cubicBezTo>
                <a:close/>
                <a:moveTo>
                  <a:pt x="9656100" y="1666086"/>
                </a:moveTo>
                <a:cubicBezTo>
                  <a:pt x="9670271" y="1666086"/>
                  <a:pt x="9681758" y="1677575"/>
                  <a:pt x="9681758" y="1691745"/>
                </a:cubicBezTo>
                <a:cubicBezTo>
                  <a:pt x="9681758" y="1705917"/>
                  <a:pt x="9670271" y="1717404"/>
                  <a:pt x="9656100" y="1717404"/>
                </a:cubicBezTo>
                <a:cubicBezTo>
                  <a:pt x="9641930" y="1717404"/>
                  <a:pt x="9630442" y="1705917"/>
                  <a:pt x="9630442" y="1691745"/>
                </a:cubicBezTo>
                <a:cubicBezTo>
                  <a:pt x="9630442" y="1677575"/>
                  <a:pt x="9641930" y="1666086"/>
                  <a:pt x="9656100" y="1666086"/>
                </a:cubicBezTo>
                <a:close/>
                <a:moveTo>
                  <a:pt x="9591896" y="1666086"/>
                </a:moveTo>
                <a:cubicBezTo>
                  <a:pt x="9606061" y="1666086"/>
                  <a:pt x="9617554" y="1677582"/>
                  <a:pt x="9617554" y="1691745"/>
                </a:cubicBezTo>
                <a:cubicBezTo>
                  <a:pt x="9617554" y="1705910"/>
                  <a:pt x="9606061" y="1717404"/>
                  <a:pt x="9591896" y="1717404"/>
                </a:cubicBezTo>
                <a:cubicBezTo>
                  <a:pt x="9577731" y="1717404"/>
                  <a:pt x="9566238" y="1705910"/>
                  <a:pt x="9566238" y="1691745"/>
                </a:cubicBezTo>
                <a:cubicBezTo>
                  <a:pt x="9566238" y="1677582"/>
                  <a:pt x="9577731" y="1666086"/>
                  <a:pt x="9591896" y="1666086"/>
                </a:cubicBezTo>
                <a:close/>
                <a:moveTo>
                  <a:pt x="9527689" y="1666086"/>
                </a:moveTo>
                <a:cubicBezTo>
                  <a:pt x="9541854" y="1666086"/>
                  <a:pt x="9553350" y="1677582"/>
                  <a:pt x="9553350" y="1691745"/>
                </a:cubicBezTo>
                <a:cubicBezTo>
                  <a:pt x="9553350" y="1705910"/>
                  <a:pt x="9541854" y="1717404"/>
                  <a:pt x="9527689" y="1717404"/>
                </a:cubicBezTo>
                <a:cubicBezTo>
                  <a:pt x="9513524" y="1717404"/>
                  <a:pt x="9502031" y="1705910"/>
                  <a:pt x="9502031" y="1691745"/>
                </a:cubicBezTo>
                <a:cubicBezTo>
                  <a:pt x="9502031" y="1677582"/>
                  <a:pt x="9513524" y="1666086"/>
                  <a:pt x="9527689" y="1666086"/>
                </a:cubicBezTo>
                <a:close/>
                <a:moveTo>
                  <a:pt x="9463485" y="1666086"/>
                </a:moveTo>
                <a:cubicBezTo>
                  <a:pt x="9477650" y="1666086"/>
                  <a:pt x="9489143" y="1677582"/>
                  <a:pt x="9489143" y="1691745"/>
                </a:cubicBezTo>
                <a:cubicBezTo>
                  <a:pt x="9489143" y="1705910"/>
                  <a:pt x="9477650" y="1717404"/>
                  <a:pt x="9463485" y="1717404"/>
                </a:cubicBezTo>
                <a:cubicBezTo>
                  <a:pt x="9449320" y="1717404"/>
                  <a:pt x="9437826" y="1705910"/>
                  <a:pt x="9437826" y="1691745"/>
                </a:cubicBezTo>
                <a:cubicBezTo>
                  <a:pt x="9437826" y="1677582"/>
                  <a:pt x="9449320" y="1666086"/>
                  <a:pt x="9463485" y="1666086"/>
                </a:cubicBezTo>
                <a:close/>
                <a:moveTo>
                  <a:pt x="9399280" y="1666086"/>
                </a:moveTo>
                <a:cubicBezTo>
                  <a:pt x="9413445" y="1666086"/>
                  <a:pt x="9424938" y="1677582"/>
                  <a:pt x="9424938" y="1691745"/>
                </a:cubicBezTo>
                <a:cubicBezTo>
                  <a:pt x="9424938" y="1705910"/>
                  <a:pt x="9413445" y="1717404"/>
                  <a:pt x="9399280" y="1717404"/>
                </a:cubicBezTo>
                <a:cubicBezTo>
                  <a:pt x="9385115" y="1717404"/>
                  <a:pt x="9373619" y="1705910"/>
                  <a:pt x="9373619" y="1691745"/>
                </a:cubicBezTo>
                <a:cubicBezTo>
                  <a:pt x="9373619" y="1677582"/>
                  <a:pt x="9385115" y="1666086"/>
                  <a:pt x="9399280" y="1666086"/>
                </a:cubicBezTo>
                <a:close/>
                <a:moveTo>
                  <a:pt x="9335073" y="1666086"/>
                </a:moveTo>
                <a:cubicBezTo>
                  <a:pt x="9349246" y="1666086"/>
                  <a:pt x="9360734" y="1677575"/>
                  <a:pt x="9360734" y="1691745"/>
                </a:cubicBezTo>
                <a:cubicBezTo>
                  <a:pt x="9360734" y="1705917"/>
                  <a:pt x="9349246" y="1717404"/>
                  <a:pt x="9335073" y="1717404"/>
                </a:cubicBezTo>
                <a:cubicBezTo>
                  <a:pt x="9320903" y="1717404"/>
                  <a:pt x="9309415" y="1705917"/>
                  <a:pt x="9309415" y="1691745"/>
                </a:cubicBezTo>
                <a:cubicBezTo>
                  <a:pt x="9309415" y="1677575"/>
                  <a:pt x="9320903" y="1666086"/>
                  <a:pt x="9335073" y="1666086"/>
                </a:cubicBezTo>
                <a:close/>
                <a:moveTo>
                  <a:pt x="9206664" y="1666086"/>
                </a:moveTo>
                <a:cubicBezTo>
                  <a:pt x="9220829" y="1666086"/>
                  <a:pt x="9232323" y="1677582"/>
                  <a:pt x="9232323" y="1691745"/>
                </a:cubicBezTo>
                <a:cubicBezTo>
                  <a:pt x="9232323" y="1705910"/>
                  <a:pt x="9220829" y="1717404"/>
                  <a:pt x="9206664" y="1717404"/>
                </a:cubicBezTo>
                <a:cubicBezTo>
                  <a:pt x="9192499" y="1717404"/>
                  <a:pt x="9181006" y="1705910"/>
                  <a:pt x="9181006" y="1691745"/>
                </a:cubicBezTo>
                <a:cubicBezTo>
                  <a:pt x="9181006" y="1677582"/>
                  <a:pt x="9192499" y="1666086"/>
                  <a:pt x="9206664" y="1666086"/>
                </a:cubicBezTo>
                <a:close/>
                <a:moveTo>
                  <a:pt x="9142457" y="1666086"/>
                </a:moveTo>
                <a:cubicBezTo>
                  <a:pt x="9156622" y="1666086"/>
                  <a:pt x="9168118" y="1677582"/>
                  <a:pt x="9168118" y="1691745"/>
                </a:cubicBezTo>
                <a:cubicBezTo>
                  <a:pt x="9168118" y="1705910"/>
                  <a:pt x="9156622" y="1717404"/>
                  <a:pt x="9142457" y="1717404"/>
                </a:cubicBezTo>
                <a:cubicBezTo>
                  <a:pt x="9128292" y="1717404"/>
                  <a:pt x="9116799" y="1705910"/>
                  <a:pt x="9116799" y="1691745"/>
                </a:cubicBezTo>
                <a:cubicBezTo>
                  <a:pt x="9116799" y="1677582"/>
                  <a:pt x="9128292" y="1666086"/>
                  <a:pt x="9142457" y="1666086"/>
                </a:cubicBezTo>
                <a:close/>
                <a:moveTo>
                  <a:pt x="9078253" y="1666086"/>
                </a:moveTo>
                <a:cubicBezTo>
                  <a:pt x="9092418" y="1666086"/>
                  <a:pt x="9103911" y="1677582"/>
                  <a:pt x="9103911" y="1691745"/>
                </a:cubicBezTo>
                <a:cubicBezTo>
                  <a:pt x="9103911" y="1705910"/>
                  <a:pt x="9092418" y="1717404"/>
                  <a:pt x="9078253" y="1717404"/>
                </a:cubicBezTo>
                <a:cubicBezTo>
                  <a:pt x="9064088" y="1717404"/>
                  <a:pt x="9052595" y="1705910"/>
                  <a:pt x="9052595" y="1691745"/>
                </a:cubicBezTo>
                <a:cubicBezTo>
                  <a:pt x="9052595" y="1677582"/>
                  <a:pt x="9064088" y="1666086"/>
                  <a:pt x="9078253" y="1666086"/>
                </a:cubicBezTo>
                <a:close/>
                <a:moveTo>
                  <a:pt x="9014049" y="1666086"/>
                </a:moveTo>
                <a:cubicBezTo>
                  <a:pt x="9028214" y="1666086"/>
                  <a:pt x="9039707" y="1677582"/>
                  <a:pt x="9039707" y="1691745"/>
                </a:cubicBezTo>
                <a:cubicBezTo>
                  <a:pt x="9039707" y="1705910"/>
                  <a:pt x="9028214" y="1717404"/>
                  <a:pt x="9014049" y="1717404"/>
                </a:cubicBezTo>
                <a:cubicBezTo>
                  <a:pt x="8999884" y="1717404"/>
                  <a:pt x="8988388" y="1705910"/>
                  <a:pt x="8988388" y="1691745"/>
                </a:cubicBezTo>
                <a:cubicBezTo>
                  <a:pt x="8988388" y="1677582"/>
                  <a:pt x="8999884" y="1666086"/>
                  <a:pt x="9014049" y="1666086"/>
                </a:cubicBezTo>
                <a:close/>
                <a:moveTo>
                  <a:pt x="8949842" y="1666086"/>
                </a:moveTo>
                <a:cubicBezTo>
                  <a:pt x="8964015" y="1666086"/>
                  <a:pt x="8975503" y="1677575"/>
                  <a:pt x="8975503" y="1691745"/>
                </a:cubicBezTo>
                <a:cubicBezTo>
                  <a:pt x="8975503" y="1705917"/>
                  <a:pt x="8964015" y="1717404"/>
                  <a:pt x="8949842" y="1717404"/>
                </a:cubicBezTo>
                <a:cubicBezTo>
                  <a:pt x="8935671" y="1717404"/>
                  <a:pt x="8924183" y="1705917"/>
                  <a:pt x="8924183" y="1691745"/>
                </a:cubicBezTo>
                <a:cubicBezTo>
                  <a:pt x="8924183" y="1677575"/>
                  <a:pt x="8935671" y="1666086"/>
                  <a:pt x="8949842" y="1666086"/>
                </a:cubicBezTo>
                <a:close/>
                <a:moveTo>
                  <a:pt x="8821433" y="1666086"/>
                </a:moveTo>
                <a:cubicBezTo>
                  <a:pt x="8835598" y="1666086"/>
                  <a:pt x="8847091" y="1677582"/>
                  <a:pt x="8847091" y="1691745"/>
                </a:cubicBezTo>
                <a:cubicBezTo>
                  <a:pt x="8847091" y="1705910"/>
                  <a:pt x="8835598" y="1717404"/>
                  <a:pt x="8821433" y="1717404"/>
                </a:cubicBezTo>
                <a:cubicBezTo>
                  <a:pt x="8807268" y="1717404"/>
                  <a:pt x="8795772" y="1705910"/>
                  <a:pt x="8795772" y="1691745"/>
                </a:cubicBezTo>
                <a:cubicBezTo>
                  <a:pt x="8795772" y="1677582"/>
                  <a:pt x="8807268" y="1666086"/>
                  <a:pt x="8821433" y="1666086"/>
                </a:cubicBezTo>
                <a:close/>
                <a:moveTo>
                  <a:pt x="8757226" y="1666086"/>
                </a:moveTo>
                <a:cubicBezTo>
                  <a:pt x="8771391" y="1666086"/>
                  <a:pt x="8782887" y="1677582"/>
                  <a:pt x="8782887" y="1691745"/>
                </a:cubicBezTo>
                <a:cubicBezTo>
                  <a:pt x="8782887" y="1705910"/>
                  <a:pt x="8771391" y="1717404"/>
                  <a:pt x="8757226" y="1717404"/>
                </a:cubicBezTo>
                <a:cubicBezTo>
                  <a:pt x="8743061" y="1717404"/>
                  <a:pt x="8731568" y="1705910"/>
                  <a:pt x="8731568" y="1691745"/>
                </a:cubicBezTo>
                <a:cubicBezTo>
                  <a:pt x="8731568" y="1677582"/>
                  <a:pt x="8743061" y="1666086"/>
                  <a:pt x="8757226" y="1666086"/>
                </a:cubicBezTo>
                <a:close/>
                <a:moveTo>
                  <a:pt x="8692904" y="1666086"/>
                </a:moveTo>
                <a:cubicBezTo>
                  <a:pt x="8707069" y="1666086"/>
                  <a:pt x="8718565" y="1677582"/>
                  <a:pt x="8718565" y="1691745"/>
                </a:cubicBezTo>
                <a:cubicBezTo>
                  <a:pt x="8718565" y="1705910"/>
                  <a:pt x="8707069" y="1717404"/>
                  <a:pt x="8692904" y="1717404"/>
                </a:cubicBezTo>
                <a:cubicBezTo>
                  <a:pt x="8678741" y="1717404"/>
                  <a:pt x="8667246" y="1705910"/>
                  <a:pt x="8667246" y="1691745"/>
                </a:cubicBezTo>
                <a:cubicBezTo>
                  <a:pt x="8667246" y="1677582"/>
                  <a:pt x="8678741" y="1666086"/>
                  <a:pt x="8692904" y="1666086"/>
                </a:cubicBezTo>
                <a:close/>
                <a:moveTo>
                  <a:pt x="8628699" y="1666086"/>
                </a:moveTo>
                <a:cubicBezTo>
                  <a:pt x="8642864" y="1666086"/>
                  <a:pt x="8654358" y="1677582"/>
                  <a:pt x="8654358" y="1691745"/>
                </a:cubicBezTo>
                <a:cubicBezTo>
                  <a:pt x="8654358" y="1705910"/>
                  <a:pt x="8642864" y="1717404"/>
                  <a:pt x="8628699" y="1717404"/>
                </a:cubicBezTo>
                <a:cubicBezTo>
                  <a:pt x="8614534" y="1717404"/>
                  <a:pt x="8603041" y="1705910"/>
                  <a:pt x="8603041" y="1691745"/>
                </a:cubicBezTo>
                <a:cubicBezTo>
                  <a:pt x="8603041" y="1677582"/>
                  <a:pt x="8614534" y="1666086"/>
                  <a:pt x="8628699" y="1666086"/>
                </a:cubicBezTo>
                <a:close/>
                <a:moveTo>
                  <a:pt x="8564495" y="1666086"/>
                </a:moveTo>
                <a:cubicBezTo>
                  <a:pt x="8578665" y="1666086"/>
                  <a:pt x="8590153" y="1677575"/>
                  <a:pt x="8590153" y="1691745"/>
                </a:cubicBezTo>
                <a:cubicBezTo>
                  <a:pt x="8590153" y="1705917"/>
                  <a:pt x="8578665" y="1717404"/>
                  <a:pt x="8564495" y="1717404"/>
                </a:cubicBezTo>
                <a:cubicBezTo>
                  <a:pt x="8550325" y="1717404"/>
                  <a:pt x="8538837" y="1705917"/>
                  <a:pt x="8538837" y="1691745"/>
                </a:cubicBezTo>
                <a:cubicBezTo>
                  <a:pt x="8538837" y="1677575"/>
                  <a:pt x="8550325" y="1666086"/>
                  <a:pt x="8564495" y="1666086"/>
                </a:cubicBezTo>
                <a:close/>
                <a:moveTo>
                  <a:pt x="8500288" y="1666086"/>
                </a:moveTo>
                <a:cubicBezTo>
                  <a:pt x="8514453" y="1666086"/>
                  <a:pt x="8525949" y="1677582"/>
                  <a:pt x="8525949" y="1691745"/>
                </a:cubicBezTo>
                <a:cubicBezTo>
                  <a:pt x="8525949" y="1705910"/>
                  <a:pt x="8514453" y="1717404"/>
                  <a:pt x="8500288" y="1717404"/>
                </a:cubicBezTo>
                <a:cubicBezTo>
                  <a:pt x="8486126" y="1717404"/>
                  <a:pt x="8474630" y="1705910"/>
                  <a:pt x="8474630" y="1691745"/>
                </a:cubicBezTo>
                <a:cubicBezTo>
                  <a:pt x="8474630" y="1677582"/>
                  <a:pt x="8486126" y="1666086"/>
                  <a:pt x="8500288" y="1666086"/>
                </a:cubicBezTo>
                <a:close/>
                <a:moveTo>
                  <a:pt x="8436084" y="1666086"/>
                </a:moveTo>
                <a:cubicBezTo>
                  <a:pt x="8450249" y="1666086"/>
                  <a:pt x="8461745" y="1677582"/>
                  <a:pt x="8461745" y="1691745"/>
                </a:cubicBezTo>
                <a:cubicBezTo>
                  <a:pt x="8461745" y="1705910"/>
                  <a:pt x="8450249" y="1717404"/>
                  <a:pt x="8436084" y="1717404"/>
                </a:cubicBezTo>
                <a:cubicBezTo>
                  <a:pt x="8421919" y="1717404"/>
                  <a:pt x="8410426" y="1705910"/>
                  <a:pt x="8410426" y="1691745"/>
                </a:cubicBezTo>
                <a:cubicBezTo>
                  <a:pt x="8410426" y="1677582"/>
                  <a:pt x="8421919" y="1666086"/>
                  <a:pt x="8436084" y="1666086"/>
                </a:cubicBezTo>
                <a:close/>
                <a:moveTo>
                  <a:pt x="8307675" y="1666086"/>
                </a:moveTo>
                <a:cubicBezTo>
                  <a:pt x="8321837" y="1666086"/>
                  <a:pt x="8333333" y="1677582"/>
                  <a:pt x="8333333" y="1691745"/>
                </a:cubicBezTo>
                <a:cubicBezTo>
                  <a:pt x="8333333" y="1705910"/>
                  <a:pt x="8321837" y="1717404"/>
                  <a:pt x="8307675" y="1717404"/>
                </a:cubicBezTo>
                <a:cubicBezTo>
                  <a:pt x="8293510" y="1717404"/>
                  <a:pt x="8282014" y="1705910"/>
                  <a:pt x="8282014" y="1691745"/>
                </a:cubicBezTo>
                <a:cubicBezTo>
                  <a:pt x="8282014" y="1677582"/>
                  <a:pt x="8293510" y="1666086"/>
                  <a:pt x="8307675" y="1666086"/>
                </a:cubicBezTo>
                <a:close/>
                <a:moveTo>
                  <a:pt x="8243468" y="1666086"/>
                </a:moveTo>
                <a:cubicBezTo>
                  <a:pt x="8257638" y="1666086"/>
                  <a:pt x="8269126" y="1677575"/>
                  <a:pt x="8269126" y="1691745"/>
                </a:cubicBezTo>
                <a:cubicBezTo>
                  <a:pt x="8269126" y="1705917"/>
                  <a:pt x="8257638" y="1717404"/>
                  <a:pt x="8243468" y="1717404"/>
                </a:cubicBezTo>
                <a:cubicBezTo>
                  <a:pt x="8229298" y="1717404"/>
                  <a:pt x="8217810" y="1705917"/>
                  <a:pt x="8217810" y="1691745"/>
                </a:cubicBezTo>
                <a:cubicBezTo>
                  <a:pt x="8217810" y="1677575"/>
                  <a:pt x="8229298" y="1666086"/>
                  <a:pt x="8243468" y="1666086"/>
                </a:cubicBezTo>
                <a:close/>
                <a:moveTo>
                  <a:pt x="8115057" y="1666086"/>
                </a:moveTo>
                <a:cubicBezTo>
                  <a:pt x="8129222" y="1666086"/>
                  <a:pt x="8140717" y="1677582"/>
                  <a:pt x="8140717" y="1691745"/>
                </a:cubicBezTo>
                <a:cubicBezTo>
                  <a:pt x="8140717" y="1705910"/>
                  <a:pt x="8129222" y="1717404"/>
                  <a:pt x="8115057" y="1717404"/>
                </a:cubicBezTo>
                <a:cubicBezTo>
                  <a:pt x="8100894" y="1717404"/>
                  <a:pt x="8089398" y="1705910"/>
                  <a:pt x="8089398" y="1691745"/>
                </a:cubicBezTo>
                <a:cubicBezTo>
                  <a:pt x="8089398" y="1677582"/>
                  <a:pt x="8100894" y="1666086"/>
                  <a:pt x="8115057" y="1666086"/>
                </a:cubicBezTo>
                <a:close/>
                <a:moveTo>
                  <a:pt x="8050852" y="1666086"/>
                </a:moveTo>
                <a:cubicBezTo>
                  <a:pt x="8065017" y="1666086"/>
                  <a:pt x="8076510" y="1677582"/>
                  <a:pt x="8076510" y="1691745"/>
                </a:cubicBezTo>
                <a:cubicBezTo>
                  <a:pt x="8076510" y="1705910"/>
                  <a:pt x="8065017" y="1717404"/>
                  <a:pt x="8050852" y="1717404"/>
                </a:cubicBezTo>
                <a:cubicBezTo>
                  <a:pt x="8036687" y="1717404"/>
                  <a:pt x="8025194" y="1705910"/>
                  <a:pt x="8025194" y="1691745"/>
                </a:cubicBezTo>
                <a:cubicBezTo>
                  <a:pt x="8025194" y="1677582"/>
                  <a:pt x="8036687" y="1666086"/>
                  <a:pt x="8050852" y="1666086"/>
                </a:cubicBezTo>
                <a:close/>
                <a:moveTo>
                  <a:pt x="7986648" y="1666086"/>
                </a:moveTo>
                <a:cubicBezTo>
                  <a:pt x="8000813" y="1666086"/>
                  <a:pt x="8012306" y="1677582"/>
                  <a:pt x="8012306" y="1691745"/>
                </a:cubicBezTo>
                <a:cubicBezTo>
                  <a:pt x="8012306" y="1705910"/>
                  <a:pt x="8000813" y="1717404"/>
                  <a:pt x="7986648" y="1717404"/>
                </a:cubicBezTo>
                <a:cubicBezTo>
                  <a:pt x="7972483" y="1717404"/>
                  <a:pt x="7960990" y="1705910"/>
                  <a:pt x="7960990" y="1691745"/>
                </a:cubicBezTo>
                <a:cubicBezTo>
                  <a:pt x="7960990" y="1677582"/>
                  <a:pt x="7972483" y="1666086"/>
                  <a:pt x="7986648" y="1666086"/>
                </a:cubicBezTo>
                <a:close/>
                <a:moveTo>
                  <a:pt x="7922444" y="1666086"/>
                </a:moveTo>
                <a:cubicBezTo>
                  <a:pt x="7936606" y="1666086"/>
                  <a:pt x="7948102" y="1677582"/>
                  <a:pt x="7948102" y="1691745"/>
                </a:cubicBezTo>
                <a:cubicBezTo>
                  <a:pt x="7948102" y="1705910"/>
                  <a:pt x="7936606" y="1717404"/>
                  <a:pt x="7922444" y="1717404"/>
                </a:cubicBezTo>
                <a:cubicBezTo>
                  <a:pt x="7908279" y="1717404"/>
                  <a:pt x="7896783" y="1705910"/>
                  <a:pt x="7896783" y="1691745"/>
                </a:cubicBezTo>
                <a:cubicBezTo>
                  <a:pt x="7896783" y="1677582"/>
                  <a:pt x="7908279" y="1666086"/>
                  <a:pt x="7922444" y="1666086"/>
                </a:cubicBezTo>
                <a:close/>
                <a:moveTo>
                  <a:pt x="7858237" y="1666086"/>
                </a:moveTo>
                <a:cubicBezTo>
                  <a:pt x="7872407" y="1666086"/>
                  <a:pt x="7883895" y="1677575"/>
                  <a:pt x="7883895" y="1691745"/>
                </a:cubicBezTo>
                <a:cubicBezTo>
                  <a:pt x="7883895" y="1705917"/>
                  <a:pt x="7872407" y="1717404"/>
                  <a:pt x="7858237" y="1717404"/>
                </a:cubicBezTo>
                <a:cubicBezTo>
                  <a:pt x="7844066" y="1717404"/>
                  <a:pt x="7832578" y="1705917"/>
                  <a:pt x="7832578" y="1691745"/>
                </a:cubicBezTo>
                <a:cubicBezTo>
                  <a:pt x="7832578" y="1677575"/>
                  <a:pt x="7844066" y="1666086"/>
                  <a:pt x="7858237" y="1666086"/>
                </a:cubicBezTo>
                <a:close/>
                <a:moveTo>
                  <a:pt x="7794032" y="1666086"/>
                </a:moveTo>
                <a:cubicBezTo>
                  <a:pt x="7808203" y="1666086"/>
                  <a:pt x="7819690" y="1677575"/>
                  <a:pt x="7819690" y="1691745"/>
                </a:cubicBezTo>
                <a:cubicBezTo>
                  <a:pt x="7819690" y="1705917"/>
                  <a:pt x="7808203" y="1717404"/>
                  <a:pt x="7794032" y="1717404"/>
                </a:cubicBezTo>
                <a:cubicBezTo>
                  <a:pt x="7779862" y="1717404"/>
                  <a:pt x="7768371" y="1705917"/>
                  <a:pt x="7768371" y="1691745"/>
                </a:cubicBezTo>
                <a:cubicBezTo>
                  <a:pt x="7768371" y="1677575"/>
                  <a:pt x="7779862" y="1666086"/>
                  <a:pt x="7794032" y="1666086"/>
                </a:cubicBezTo>
                <a:close/>
                <a:moveTo>
                  <a:pt x="7729825" y="1666086"/>
                </a:moveTo>
                <a:cubicBezTo>
                  <a:pt x="7743990" y="1666086"/>
                  <a:pt x="7755486" y="1677582"/>
                  <a:pt x="7755486" y="1691745"/>
                </a:cubicBezTo>
                <a:cubicBezTo>
                  <a:pt x="7755486" y="1705910"/>
                  <a:pt x="7743990" y="1717404"/>
                  <a:pt x="7729825" y="1717404"/>
                </a:cubicBezTo>
                <a:cubicBezTo>
                  <a:pt x="7715660" y="1717404"/>
                  <a:pt x="7704167" y="1705910"/>
                  <a:pt x="7704167" y="1691745"/>
                </a:cubicBezTo>
                <a:cubicBezTo>
                  <a:pt x="7704167" y="1677582"/>
                  <a:pt x="7715660" y="1666086"/>
                  <a:pt x="7729825" y="1666086"/>
                </a:cubicBezTo>
                <a:close/>
                <a:moveTo>
                  <a:pt x="7665621" y="1666086"/>
                </a:moveTo>
                <a:cubicBezTo>
                  <a:pt x="7679786" y="1666086"/>
                  <a:pt x="7691279" y="1677582"/>
                  <a:pt x="7691279" y="1691745"/>
                </a:cubicBezTo>
                <a:cubicBezTo>
                  <a:pt x="7691279" y="1705910"/>
                  <a:pt x="7679786" y="1717404"/>
                  <a:pt x="7665621" y="1717404"/>
                </a:cubicBezTo>
                <a:cubicBezTo>
                  <a:pt x="7651456" y="1717404"/>
                  <a:pt x="7639963" y="1705910"/>
                  <a:pt x="7639963" y="1691745"/>
                </a:cubicBezTo>
                <a:cubicBezTo>
                  <a:pt x="7639963" y="1677582"/>
                  <a:pt x="7651456" y="1666086"/>
                  <a:pt x="7665621" y="1666086"/>
                </a:cubicBezTo>
                <a:close/>
                <a:moveTo>
                  <a:pt x="7601299" y="1666086"/>
                </a:moveTo>
                <a:cubicBezTo>
                  <a:pt x="7615464" y="1666086"/>
                  <a:pt x="7626959" y="1677582"/>
                  <a:pt x="7626959" y="1691745"/>
                </a:cubicBezTo>
                <a:cubicBezTo>
                  <a:pt x="7626959" y="1705910"/>
                  <a:pt x="7615464" y="1717404"/>
                  <a:pt x="7601299" y="1717404"/>
                </a:cubicBezTo>
                <a:cubicBezTo>
                  <a:pt x="7587134" y="1717404"/>
                  <a:pt x="7575640" y="1705910"/>
                  <a:pt x="7575640" y="1691745"/>
                </a:cubicBezTo>
                <a:cubicBezTo>
                  <a:pt x="7575640" y="1677582"/>
                  <a:pt x="7587134" y="1666086"/>
                  <a:pt x="7601299" y="1666086"/>
                </a:cubicBezTo>
                <a:close/>
                <a:moveTo>
                  <a:pt x="7537094" y="1666086"/>
                </a:moveTo>
                <a:cubicBezTo>
                  <a:pt x="7551259" y="1666086"/>
                  <a:pt x="7562752" y="1677582"/>
                  <a:pt x="7562752" y="1691745"/>
                </a:cubicBezTo>
                <a:cubicBezTo>
                  <a:pt x="7562752" y="1705910"/>
                  <a:pt x="7551259" y="1717404"/>
                  <a:pt x="7537094" y="1717404"/>
                </a:cubicBezTo>
                <a:cubicBezTo>
                  <a:pt x="7522929" y="1717404"/>
                  <a:pt x="7511436" y="1705910"/>
                  <a:pt x="7511436" y="1691745"/>
                </a:cubicBezTo>
                <a:cubicBezTo>
                  <a:pt x="7511436" y="1677582"/>
                  <a:pt x="7522929" y="1666086"/>
                  <a:pt x="7537094" y="1666086"/>
                </a:cubicBezTo>
                <a:close/>
                <a:moveTo>
                  <a:pt x="7472890" y="1666086"/>
                </a:moveTo>
                <a:cubicBezTo>
                  <a:pt x="7487060" y="1666086"/>
                  <a:pt x="7498548" y="1677575"/>
                  <a:pt x="7498548" y="1691745"/>
                </a:cubicBezTo>
                <a:cubicBezTo>
                  <a:pt x="7498548" y="1705917"/>
                  <a:pt x="7487060" y="1717404"/>
                  <a:pt x="7472890" y="1717404"/>
                </a:cubicBezTo>
                <a:cubicBezTo>
                  <a:pt x="7458717" y="1717404"/>
                  <a:pt x="7447229" y="1705917"/>
                  <a:pt x="7447229" y="1691745"/>
                </a:cubicBezTo>
                <a:cubicBezTo>
                  <a:pt x="7447229" y="1677575"/>
                  <a:pt x="7458717" y="1666086"/>
                  <a:pt x="7472890" y="1666086"/>
                </a:cubicBezTo>
                <a:close/>
                <a:moveTo>
                  <a:pt x="7408683" y="1666086"/>
                </a:moveTo>
                <a:cubicBezTo>
                  <a:pt x="7422848" y="1666086"/>
                  <a:pt x="7434341" y="1677582"/>
                  <a:pt x="7434341" y="1691745"/>
                </a:cubicBezTo>
                <a:cubicBezTo>
                  <a:pt x="7434341" y="1705910"/>
                  <a:pt x="7422848" y="1717404"/>
                  <a:pt x="7408683" y="1717404"/>
                </a:cubicBezTo>
                <a:cubicBezTo>
                  <a:pt x="7394518" y="1717404"/>
                  <a:pt x="7383025" y="1705910"/>
                  <a:pt x="7383025" y="1691745"/>
                </a:cubicBezTo>
                <a:cubicBezTo>
                  <a:pt x="7383025" y="1677582"/>
                  <a:pt x="7394518" y="1666086"/>
                  <a:pt x="7408683" y="1666086"/>
                </a:cubicBezTo>
                <a:close/>
                <a:moveTo>
                  <a:pt x="7344479" y="1666086"/>
                </a:moveTo>
                <a:cubicBezTo>
                  <a:pt x="7358644" y="1666086"/>
                  <a:pt x="7370137" y="1677582"/>
                  <a:pt x="7370137" y="1691745"/>
                </a:cubicBezTo>
                <a:cubicBezTo>
                  <a:pt x="7370137" y="1705910"/>
                  <a:pt x="7358644" y="1717404"/>
                  <a:pt x="7344479" y="1717404"/>
                </a:cubicBezTo>
                <a:cubicBezTo>
                  <a:pt x="7330314" y="1717404"/>
                  <a:pt x="7318820" y="1705910"/>
                  <a:pt x="7318820" y="1691745"/>
                </a:cubicBezTo>
                <a:cubicBezTo>
                  <a:pt x="7318820" y="1677582"/>
                  <a:pt x="7330314" y="1666086"/>
                  <a:pt x="7344479" y="1666086"/>
                </a:cubicBezTo>
                <a:close/>
                <a:moveTo>
                  <a:pt x="7280274" y="1666086"/>
                </a:moveTo>
                <a:cubicBezTo>
                  <a:pt x="7294437" y="1666086"/>
                  <a:pt x="7305932" y="1677582"/>
                  <a:pt x="7305932" y="1691745"/>
                </a:cubicBezTo>
                <a:cubicBezTo>
                  <a:pt x="7305932" y="1705910"/>
                  <a:pt x="7294437" y="1717404"/>
                  <a:pt x="7280274" y="1717404"/>
                </a:cubicBezTo>
                <a:cubicBezTo>
                  <a:pt x="7266109" y="1717404"/>
                  <a:pt x="7254613" y="1705910"/>
                  <a:pt x="7254613" y="1691745"/>
                </a:cubicBezTo>
                <a:cubicBezTo>
                  <a:pt x="7254613" y="1677582"/>
                  <a:pt x="7266109" y="1666086"/>
                  <a:pt x="7280274" y="1666086"/>
                </a:cubicBezTo>
                <a:close/>
                <a:moveTo>
                  <a:pt x="7216067" y="1666086"/>
                </a:moveTo>
                <a:cubicBezTo>
                  <a:pt x="7230232" y="1666086"/>
                  <a:pt x="7241725" y="1677582"/>
                  <a:pt x="7241725" y="1691745"/>
                </a:cubicBezTo>
                <a:cubicBezTo>
                  <a:pt x="7241725" y="1705910"/>
                  <a:pt x="7230232" y="1717404"/>
                  <a:pt x="7216067" y="1717404"/>
                </a:cubicBezTo>
                <a:cubicBezTo>
                  <a:pt x="7201902" y="1717404"/>
                  <a:pt x="7190409" y="1705910"/>
                  <a:pt x="7190409" y="1691745"/>
                </a:cubicBezTo>
                <a:cubicBezTo>
                  <a:pt x="7190409" y="1677582"/>
                  <a:pt x="7201902" y="1666086"/>
                  <a:pt x="7216067" y="1666086"/>
                </a:cubicBezTo>
                <a:close/>
                <a:moveTo>
                  <a:pt x="7151863" y="1666086"/>
                </a:moveTo>
                <a:cubicBezTo>
                  <a:pt x="7166033" y="1666086"/>
                  <a:pt x="7177521" y="1677575"/>
                  <a:pt x="7177521" y="1691745"/>
                </a:cubicBezTo>
                <a:cubicBezTo>
                  <a:pt x="7177521" y="1705917"/>
                  <a:pt x="7166033" y="1717404"/>
                  <a:pt x="7151863" y="1717404"/>
                </a:cubicBezTo>
                <a:cubicBezTo>
                  <a:pt x="7137692" y="1717404"/>
                  <a:pt x="7126205" y="1705917"/>
                  <a:pt x="7126205" y="1691745"/>
                </a:cubicBezTo>
                <a:cubicBezTo>
                  <a:pt x="7126205" y="1677575"/>
                  <a:pt x="7137692" y="1666086"/>
                  <a:pt x="7151863" y="1666086"/>
                </a:cubicBezTo>
                <a:close/>
                <a:moveTo>
                  <a:pt x="7087658" y="1666086"/>
                </a:moveTo>
                <a:cubicBezTo>
                  <a:pt x="7101829" y="1666086"/>
                  <a:pt x="7113317" y="1677575"/>
                  <a:pt x="7113317" y="1691745"/>
                </a:cubicBezTo>
                <a:cubicBezTo>
                  <a:pt x="7113317" y="1705917"/>
                  <a:pt x="7101829" y="1717404"/>
                  <a:pt x="7087658" y="1717404"/>
                </a:cubicBezTo>
                <a:cubicBezTo>
                  <a:pt x="7073485" y="1717404"/>
                  <a:pt x="7061998" y="1705917"/>
                  <a:pt x="7061998" y="1691745"/>
                </a:cubicBezTo>
                <a:cubicBezTo>
                  <a:pt x="7061998" y="1677575"/>
                  <a:pt x="7073485" y="1666086"/>
                  <a:pt x="7087658" y="1666086"/>
                </a:cubicBezTo>
                <a:close/>
                <a:moveTo>
                  <a:pt x="6959247" y="1666086"/>
                </a:moveTo>
                <a:cubicBezTo>
                  <a:pt x="6973412" y="1666086"/>
                  <a:pt x="6984905" y="1677582"/>
                  <a:pt x="6984905" y="1691745"/>
                </a:cubicBezTo>
                <a:cubicBezTo>
                  <a:pt x="6984905" y="1705910"/>
                  <a:pt x="6973412" y="1717404"/>
                  <a:pt x="6959247" y="1717404"/>
                </a:cubicBezTo>
                <a:cubicBezTo>
                  <a:pt x="6945082" y="1717404"/>
                  <a:pt x="6933589" y="1705910"/>
                  <a:pt x="6933589" y="1691745"/>
                </a:cubicBezTo>
                <a:cubicBezTo>
                  <a:pt x="6933589" y="1677582"/>
                  <a:pt x="6945082" y="1666086"/>
                  <a:pt x="6959247" y="1666086"/>
                </a:cubicBezTo>
                <a:close/>
                <a:moveTo>
                  <a:pt x="6895043" y="1666086"/>
                </a:moveTo>
                <a:cubicBezTo>
                  <a:pt x="6909208" y="1666086"/>
                  <a:pt x="6920701" y="1677582"/>
                  <a:pt x="6920701" y="1691745"/>
                </a:cubicBezTo>
                <a:cubicBezTo>
                  <a:pt x="6920701" y="1705910"/>
                  <a:pt x="6909208" y="1717404"/>
                  <a:pt x="6895043" y="1717404"/>
                </a:cubicBezTo>
                <a:cubicBezTo>
                  <a:pt x="6880878" y="1717404"/>
                  <a:pt x="6869382" y="1705910"/>
                  <a:pt x="6869382" y="1691745"/>
                </a:cubicBezTo>
                <a:cubicBezTo>
                  <a:pt x="6869382" y="1677582"/>
                  <a:pt x="6880878" y="1666086"/>
                  <a:pt x="6895043" y="1666086"/>
                </a:cubicBezTo>
                <a:close/>
                <a:moveTo>
                  <a:pt x="6830836" y="1666086"/>
                </a:moveTo>
                <a:cubicBezTo>
                  <a:pt x="6845001" y="1666086"/>
                  <a:pt x="6856494" y="1677582"/>
                  <a:pt x="6856494" y="1691745"/>
                </a:cubicBezTo>
                <a:cubicBezTo>
                  <a:pt x="6856494" y="1705910"/>
                  <a:pt x="6845001" y="1717404"/>
                  <a:pt x="6830836" y="1717404"/>
                </a:cubicBezTo>
                <a:cubicBezTo>
                  <a:pt x="6816671" y="1717404"/>
                  <a:pt x="6805178" y="1705910"/>
                  <a:pt x="6805178" y="1691745"/>
                </a:cubicBezTo>
                <a:cubicBezTo>
                  <a:pt x="6805178" y="1677582"/>
                  <a:pt x="6816671" y="1666086"/>
                  <a:pt x="6830836" y="1666086"/>
                </a:cubicBezTo>
                <a:close/>
                <a:moveTo>
                  <a:pt x="6766631" y="1666086"/>
                </a:moveTo>
                <a:cubicBezTo>
                  <a:pt x="6780802" y="1666086"/>
                  <a:pt x="6792290" y="1677575"/>
                  <a:pt x="6792290" y="1691745"/>
                </a:cubicBezTo>
                <a:cubicBezTo>
                  <a:pt x="6792290" y="1705917"/>
                  <a:pt x="6780802" y="1717404"/>
                  <a:pt x="6766631" y="1717404"/>
                </a:cubicBezTo>
                <a:cubicBezTo>
                  <a:pt x="6752461" y="1717404"/>
                  <a:pt x="6740973" y="1705917"/>
                  <a:pt x="6740973" y="1691745"/>
                </a:cubicBezTo>
                <a:cubicBezTo>
                  <a:pt x="6740973" y="1677575"/>
                  <a:pt x="6752461" y="1666086"/>
                  <a:pt x="6766631" y="1666086"/>
                </a:cubicBezTo>
                <a:close/>
                <a:moveTo>
                  <a:pt x="6702427" y="1666086"/>
                </a:moveTo>
                <a:cubicBezTo>
                  <a:pt x="6716597" y="1666086"/>
                  <a:pt x="6728085" y="1677575"/>
                  <a:pt x="6728085" y="1691745"/>
                </a:cubicBezTo>
                <a:cubicBezTo>
                  <a:pt x="6728085" y="1705917"/>
                  <a:pt x="6716597" y="1717404"/>
                  <a:pt x="6702427" y="1717404"/>
                </a:cubicBezTo>
                <a:cubicBezTo>
                  <a:pt x="6688254" y="1717404"/>
                  <a:pt x="6676766" y="1705917"/>
                  <a:pt x="6676766" y="1691745"/>
                </a:cubicBezTo>
                <a:cubicBezTo>
                  <a:pt x="6676766" y="1677575"/>
                  <a:pt x="6688254" y="1666086"/>
                  <a:pt x="6702427" y="1666086"/>
                </a:cubicBezTo>
                <a:close/>
                <a:moveTo>
                  <a:pt x="6638220" y="1666086"/>
                </a:moveTo>
                <a:cubicBezTo>
                  <a:pt x="6652385" y="1666086"/>
                  <a:pt x="6663881" y="1677582"/>
                  <a:pt x="6663881" y="1691745"/>
                </a:cubicBezTo>
                <a:cubicBezTo>
                  <a:pt x="6663881" y="1705910"/>
                  <a:pt x="6652385" y="1717404"/>
                  <a:pt x="6638220" y="1717404"/>
                </a:cubicBezTo>
                <a:cubicBezTo>
                  <a:pt x="6624055" y="1717404"/>
                  <a:pt x="6612562" y="1705910"/>
                  <a:pt x="6612562" y="1691745"/>
                </a:cubicBezTo>
                <a:cubicBezTo>
                  <a:pt x="6612562" y="1677582"/>
                  <a:pt x="6624055" y="1666086"/>
                  <a:pt x="6638220" y="1666086"/>
                </a:cubicBezTo>
                <a:close/>
                <a:moveTo>
                  <a:pt x="6574016" y="1666086"/>
                </a:moveTo>
                <a:cubicBezTo>
                  <a:pt x="6588181" y="1666086"/>
                  <a:pt x="6599674" y="1677582"/>
                  <a:pt x="6599674" y="1691745"/>
                </a:cubicBezTo>
                <a:cubicBezTo>
                  <a:pt x="6599674" y="1705910"/>
                  <a:pt x="6588181" y="1717404"/>
                  <a:pt x="6574016" y="1717404"/>
                </a:cubicBezTo>
                <a:cubicBezTo>
                  <a:pt x="6559851" y="1717404"/>
                  <a:pt x="6548357" y="1705910"/>
                  <a:pt x="6548357" y="1691745"/>
                </a:cubicBezTo>
                <a:cubicBezTo>
                  <a:pt x="6548357" y="1677582"/>
                  <a:pt x="6559851" y="1666086"/>
                  <a:pt x="6574016" y="1666086"/>
                </a:cubicBezTo>
                <a:close/>
                <a:moveTo>
                  <a:pt x="6381282" y="1666086"/>
                </a:moveTo>
                <a:cubicBezTo>
                  <a:pt x="6395455" y="1666086"/>
                  <a:pt x="6406943" y="1677575"/>
                  <a:pt x="6406943" y="1691745"/>
                </a:cubicBezTo>
                <a:cubicBezTo>
                  <a:pt x="6406943" y="1705917"/>
                  <a:pt x="6395455" y="1717404"/>
                  <a:pt x="6381282" y="1717404"/>
                </a:cubicBezTo>
                <a:cubicBezTo>
                  <a:pt x="6367112" y="1717404"/>
                  <a:pt x="6355624" y="1705917"/>
                  <a:pt x="6355624" y="1691745"/>
                </a:cubicBezTo>
                <a:cubicBezTo>
                  <a:pt x="6355624" y="1677575"/>
                  <a:pt x="6367112" y="1666086"/>
                  <a:pt x="6381282" y="1666086"/>
                </a:cubicBezTo>
                <a:close/>
                <a:moveTo>
                  <a:pt x="6317078" y="1666086"/>
                </a:moveTo>
                <a:cubicBezTo>
                  <a:pt x="6331243" y="1666086"/>
                  <a:pt x="6342736" y="1677582"/>
                  <a:pt x="6342736" y="1691745"/>
                </a:cubicBezTo>
                <a:cubicBezTo>
                  <a:pt x="6342736" y="1705910"/>
                  <a:pt x="6331243" y="1717404"/>
                  <a:pt x="6317078" y="1717404"/>
                </a:cubicBezTo>
                <a:cubicBezTo>
                  <a:pt x="6302913" y="1717404"/>
                  <a:pt x="6291420" y="1705910"/>
                  <a:pt x="6291420" y="1691745"/>
                </a:cubicBezTo>
                <a:cubicBezTo>
                  <a:pt x="6291420" y="1677582"/>
                  <a:pt x="6302913" y="1666086"/>
                  <a:pt x="6317078" y="1666086"/>
                </a:cubicBezTo>
                <a:close/>
                <a:moveTo>
                  <a:pt x="6252873" y="1666086"/>
                </a:moveTo>
                <a:cubicBezTo>
                  <a:pt x="6267036" y="1666086"/>
                  <a:pt x="6278532" y="1677582"/>
                  <a:pt x="6278532" y="1691745"/>
                </a:cubicBezTo>
                <a:cubicBezTo>
                  <a:pt x="6278532" y="1705910"/>
                  <a:pt x="6267036" y="1717404"/>
                  <a:pt x="6252873" y="1717404"/>
                </a:cubicBezTo>
                <a:cubicBezTo>
                  <a:pt x="6238708" y="1717404"/>
                  <a:pt x="6227213" y="1705910"/>
                  <a:pt x="6227213" y="1691745"/>
                </a:cubicBezTo>
                <a:cubicBezTo>
                  <a:pt x="6227213" y="1677582"/>
                  <a:pt x="6238708" y="1666086"/>
                  <a:pt x="6252873" y="1666086"/>
                </a:cubicBezTo>
                <a:close/>
                <a:moveTo>
                  <a:pt x="6188666" y="1666086"/>
                </a:moveTo>
                <a:cubicBezTo>
                  <a:pt x="6202831" y="1666086"/>
                  <a:pt x="6214327" y="1677582"/>
                  <a:pt x="6214327" y="1691745"/>
                </a:cubicBezTo>
                <a:cubicBezTo>
                  <a:pt x="6214327" y="1705910"/>
                  <a:pt x="6202831" y="1717404"/>
                  <a:pt x="6188666" y="1717404"/>
                </a:cubicBezTo>
                <a:cubicBezTo>
                  <a:pt x="6174504" y="1717404"/>
                  <a:pt x="6163008" y="1705910"/>
                  <a:pt x="6163008" y="1691745"/>
                </a:cubicBezTo>
                <a:cubicBezTo>
                  <a:pt x="6163008" y="1677582"/>
                  <a:pt x="6174504" y="1666086"/>
                  <a:pt x="6188666" y="1666086"/>
                </a:cubicBezTo>
                <a:close/>
                <a:moveTo>
                  <a:pt x="6124462" y="1666086"/>
                </a:moveTo>
                <a:cubicBezTo>
                  <a:pt x="6138627" y="1666086"/>
                  <a:pt x="6150123" y="1677582"/>
                  <a:pt x="6150123" y="1691745"/>
                </a:cubicBezTo>
                <a:cubicBezTo>
                  <a:pt x="6150123" y="1705910"/>
                  <a:pt x="6138627" y="1717404"/>
                  <a:pt x="6124462" y="1717404"/>
                </a:cubicBezTo>
                <a:cubicBezTo>
                  <a:pt x="6110297" y="1717404"/>
                  <a:pt x="6098804" y="1705910"/>
                  <a:pt x="6098804" y="1691745"/>
                </a:cubicBezTo>
                <a:cubicBezTo>
                  <a:pt x="6098804" y="1677582"/>
                  <a:pt x="6110297" y="1666086"/>
                  <a:pt x="6124462" y="1666086"/>
                </a:cubicBezTo>
                <a:close/>
                <a:moveTo>
                  <a:pt x="6064505" y="1666086"/>
                </a:moveTo>
                <a:cubicBezTo>
                  <a:pt x="6078666" y="1666086"/>
                  <a:pt x="6090163" y="1677582"/>
                  <a:pt x="6090163" y="1691745"/>
                </a:cubicBezTo>
                <a:cubicBezTo>
                  <a:pt x="6090163" y="1705910"/>
                  <a:pt x="6078666" y="1717404"/>
                  <a:pt x="6064505" y="1717404"/>
                </a:cubicBezTo>
                <a:cubicBezTo>
                  <a:pt x="6050336" y="1717404"/>
                  <a:pt x="6038844" y="1705910"/>
                  <a:pt x="6038844" y="1691745"/>
                </a:cubicBezTo>
                <a:cubicBezTo>
                  <a:pt x="6038844" y="1677582"/>
                  <a:pt x="6050336" y="1666086"/>
                  <a:pt x="6064505" y="1666086"/>
                </a:cubicBezTo>
                <a:close/>
                <a:moveTo>
                  <a:pt x="6000298" y="1666086"/>
                </a:moveTo>
                <a:cubicBezTo>
                  <a:pt x="6014463" y="1666086"/>
                  <a:pt x="6025956" y="1677582"/>
                  <a:pt x="6025956" y="1691745"/>
                </a:cubicBezTo>
                <a:cubicBezTo>
                  <a:pt x="6025956" y="1705910"/>
                  <a:pt x="6014463" y="1717404"/>
                  <a:pt x="6000298" y="1717404"/>
                </a:cubicBezTo>
                <a:cubicBezTo>
                  <a:pt x="5986133" y="1717404"/>
                  <a:pt x="5974639" y="1705910"/>
                  <a:pt x="5974639" y="1691745"/>
                </a:cubicBezTo>
                <a:cubicBezTo>
                  <a:pt x="5974639" y="1677582"/>
                  <a:pt x="5986133" y="1666086"/>
                  <a:pt x="6000298" y="1666086"/>
                </a:cubicBezTo>
                <a:close/>
                <a:moveTo>
                  <a:pt x="5936092" y="1666086"/>
                </a:moveTo>
                <a:cubicBezTo>
                  <a:pt x="5950255" y="1666086"/>
                  <a:pt x="5961751" y="1677582"/>
                  <a:pt x="5961751" y="1691745"/>
                </a:cubicBezTo>
                <a:cubicBezTo>
                  <a:pt x="5961751" y="1705910"/>
                  <a:pt x="5950255" y="1717404"/>
                  <a:pt x="5936092" y="1717404"/>
                </a:cubicBezTo>
                <a:cubicBezTo>
                  <a:pt x="5921928" y="1717404"/>
                  <a:pt x="5910435" y="1705910"/>
                  <a:pt x="5910435" y="1691745"/>
                </a:cubicBezTo>
                <a:cubicBezTo>
                  <a:pt x="5910435" y="1677582"/>
                  <a:pt x="5921928" y="1666086"/>
                  <a:pt x="5936092" y="1666086"/>
                </a:cubicBezTo>
                <a:close/>
                <a:moveTo>
                  <a:pt x="5743477" y="1666086"/>
                </a:moveTo>
                <a:cubicBezTo>
                  <a:pt x="5757648" y="1666086"/>
                  <a:pt x="5769136" y="1677575"/>
                  <a:pt x="5769136" y="1691745"/>
                </a:cubicBezTo>
                <a:cubicBezTo>
                  <a:pt x="5769136" y="1705917"/>
                  <a:pt x="5757648" y="1717404"/>
                  <a:pt x="5743477" y="1717404"/>
                </a:cubicBezTo>
                <a:cubicBezTo>
                  <a:pt x="5729307" y="1717404"/>
                  <a:pt x="5717818" y="1705917"/>
                  <a:pt x="5717818" y="1691745"/>
                </a:cubicBezTo>
                <a:cubicBezTo>
                  <a:pt x="5717818" y="1677575"/>
                  <a:pt x="5729307" y="1666086"/>
                  <a:pt x="5743477" y="1666086"/>
                </a:cubicBezTo>
                <a:close/>
                <a:moveTo>
                  <a:pt x="5679272" y="1666086"/>
                </a:moveTo>
                <a:cubicBezTo>
                  <a:pt x="5693437" y="1666086"/>
                  <a:pt x="5704930" y="1677582"/>
                  <a:pt x="5704930" y="1691745"/>
                </a:cubicBezTo>
                <a:cubicBezTo>
                  <a:pt x="5704930" y="1705910"/>
                  <a:pt x="5693437" y="1717404"/>
                  <a:pt x="5679272" y="1717404"/>
                </a:cubicBezTo>
                <a:cubicBezTo>
                  <a:pt x="5665108" y="1717404"/>
                  <a:pt x="5653614" y="1705910"/>
                  <a:pt x="5653614" y="1691745"/>
                </a:cubicBezTo>
                <a:cubicBezTo>
                  <a:pt x="5653614" y="1677582"/>
                  <a:pt x="5665108" y="1666086"/>
                  <a:pt x="5679272" y="1666086"/>
                </a:cubicBezTo>
                <a:close/>
                <a:moveTo>
                  <a:pt x="5615066" y="1666086"/>
                </a:moveTo>
                <a:cubicBezTo>
                  <a:pt x="5629231" y="1666086"/>
                  <a:pt x="5640726" y="1677582"/>
                  <a:pt x="5640726" y="1691745"/>
                </a:cubicBezTo>
                <a:cubicBezTo>
                  <a:pt x="5640726" y="1705910"/>
                  <a:pt x="5629231" y="1717404"/>
                  <a:pt x="5615066" y="1717404"/>
                </a:cubicBezTo>
                <a:cubicBezTo>
                  <a:pt x="5600901" y="1717404"/>
                  <a:pt x="5589407" y="1705910"/>
                  <a:pt x="5589407" y="1691745"/>
                </a:cubicBezTo>
                <a:cubicBezTo>
                  <a:pt x="5589407" y="1677582"/>
                  <a:pt x="5600901" y="1666086"/>
                  <a:pt x="5615066" y="1666086"/>
                </a:cubicBezTo>
                <a:close/>
                <a:moveTo>
                  <a:pt x="5550862" y="1666086"/>
                </a:moveTo>
                <a:cubicBezTo>
                  <a:pt x="5565027" y="1666086"/>
                  <a:pt x="5576520" y="1677582"/>
                  <a:pt x="5576520" y="1691745"/>
                </a:cubicBezTo>
                <a:cubicBezTo>
                  <a:pt x="5576520" y="1705910"/>
                  <a:pt x="5565027" y="1717404"/>
                  <a:pt x="5550862" y="1717404"/>
                </a:cubicBezTo>
                <a:cubicBezTo>
                  <a:pt x="5536697" y="1717404"/>
                  <a:pt x="5525203" y="1705910"/>
                  <a:pt x="5525203" y="1691745"/>
                </a:cubicBezTo>
                <a:cubicBezTo>
                  <a:pt x="5525203" y="1677582"/>
                  <a:pt x="5536697" y="1666086"/>
                  <a:pt x="5550862" y="1666086"/>
                </a:cubicBezTo>
                <a:close/>
                <a:moveTo>
                  <a:pt x="5486655" y="1666086"/>
                </a:moveTo>
                <a:cubicBezTo>
                  <a:pt x="5500819" y="1666086"/>
                  <a:pt x="5512316" y="1677582"/>
                  <a:pt x="5512316" y="1691745"/>
                </a:cubicBezTo>
                <a:cubicBezTo>
                  <a:pt x="5512316" y="1705910"/>
                  <a:pt x="5500819" y="1717404"/>
                  <a:pt x="5486655" y="1717404"/>
                </a:cubicBezTo>
                <a:cubicBezTo>
                  <a:pt x="5472491" y="1717404"/>
                  <a:pt x="5460997" y="1705910"/>
                  <a:pt x="5460997" y="1691745"/>
                </a:cubicBezTo>
                <a:cubicBezTo>
                  <a:pt x="5460997" y="1677582"/>
                  <a:pt x="5472491" y="1666086"/>
                  <a:pt x="5486655" y="1666086"/>
                </a:cubicBezTo>
                <a:close/>
                <a:moveTo>
                  <a:pt x="5422451" y="1666086"/>
                </a:moveTo>
                <a:cubicBezTo>
                  <a:pt x="5436621" y="1666086"/>
                  <a:pt x="5448109" y="1677575"/>
                  <a:pt x="5448109" y="1691745"/>
                </a:cubicBezTo>
                <a:cubicBezTo>
                  <a:pt x="5448109" y="1705917"/>
                  <a:pt x="5436621" y="1717404"/>
                  <a:pt x="5422451" y="1717404"/>
                </a:cubicBezTo>
                <a:cubicBezTo>
                  <a:pt x="5408280" y="1717404"/>
                  <a:pt x="5396791" y="1705917"/>
                  <a:pt x="5396791" y="1691745"/>
                </a:cubicBezTo>
                <a:cubicBezTo>
                  <a:pt x="5396791" y="1677575"/>
                  <a:pt x="5408280" y="1666086"/>
                  <a:pt x="5422451" y="1666086"/>
                </a:cubicBezTo>
                <a:close/>
                <a:moveTo>
                  <a:pt x="5358245" y="1666086"/>
                </a:moveTo>
                <a:cubicBezTo>
                  <a:pt x="5372417" y="1666086"/>
                  <a:pt x="5383904" y="1677575"/>
                  <a:pt x="5383904" y="1691745"/>
                </a:cubicBezTo>
                <a:cubicBezTo>
                  <a:pt x="5383904" y="1705917"/>
                  <a:pt x="5372417" y="1717404"/>
                  <a:pt x="5358245" y="1717404"/>
                </a:cubicBezTo>
                <a:cubicBezTo>
                  <a:pt x="5344076" y="1717404"/>
                  <a:pt x="5332587" y="1705917"/>
                  <a:pt x="5332587" y="1691745"/>
                </a:cubicBezTo>
                <a:cubicBezTo>
                  <a:pt x="5332587" y="1677575"/>
                  <a:pt x="5344076" y="1666086"/>
                  <a:pt x="5358245" y="1666086"/>
                </a:cubicBezTo>
                <a:close/>
                <a:moveTo>
                  <a:pt x="5294040" y="1666086"/>
                </a:moveTo>
                <a:cubicBezTo>
                  <a:pt x="5308205" y="1666086"/>
                  <a:pt x="5319699" y="1677582"/>
                  <a:pt x="5319699" y="1691745"/>
                </a:cubicBezTo>
                <a:cubicBezTo>
                  <a:pt x="5319699" y="1705910"/>
                  <a:pt x="5308205" y="1717404"/>
                  <a:pt x="5294040" y="1717404"/>
                </a:cubicBezTo>
                <a:cubicBezTo>
                  <a:pt x="5279877" y="1717404"/>
                  <a:pt x="5268382" y="1705910"/>
                  <a:pt x="5268382" y="1691745"/>
                </a:cubicBezTo>
                <a:cubicBezTo>
                  <a:pt x="5268382" y="1677582"/>
                  <a:pt x="5279877" y="1666086"/>
                  <a:pt x="5294040" y="1666086"/>
                </a:cubicBezTo>
                <a:close/>
                <a:moveTo>
                  <a:pt x="5229719" y="1666086"/>
                </a:moveTo>
                <a:cubicBezTo>
                  <a:pt x="5243999" y="1666086"/>
                  <a:pt x="5255377" y="1677582"/>
                  <a:pt x="5255377" y="1691745"/>
                </a:cubicBezTo>
                <a:cubicBezTo>
                  <a:pt x="5255377" y="1705910"/>
                  <a:pt x="5243883" y="1717404"/>
                  <a:pt x="5229719" y="1717404"/>
                </a:cubicBezTo>
                <a:cubicBezTo>
                  <a:pt x="5215554" y="1717404"/>
                  <a:pt x="5204058" y="1705910"/>
                  <a:pt x="5204058" y="1691745"/>
                </a:cubicBezTo>
                <a:cubicBezTo>
                  <a:pt x="5204058" y="1677582"/>
                  <a:pt x="5215554" y="1666086"/>
                  <a:pt x="5229719" y="1666086"/>
                </a:cubicBezTo>
                <a:close/>
                <a:moveTo>
                  <a:pt x="5165514" y="1666086"/>
                </a:moveTo>
                <a:cubicBezTo>
                  <a:pt x="5179678" y="1666086"/>
                  <a:pt x="5191171" y="1677582"/>
                  <a:pt x="5191171" y="1691745"/>
                </a:cubicBezTo>
                <a:cubicBezTo>
                  <a:pt x="5191171" y="1705910"/>
                  <a:pt x="5179678" y="1717404"/>
                  <a:pt x="5165514" y="1717404"/>
                </a:cubicBezTo>
                <a:cubicBezTo>
                  <a:pt x="5151349" y="1717404"/>
                  <a:pt x="5139855" y="1705910"/>
                  <a:pt x="5139855" y="1691745"/>
                </a:cubicBezTo>
                <a:cubicBezTo>
                  <a:pt x="5139855" y="1677582"/>
                  <a:pt x="5151349" y="1666086"/>
                  <a:pt x="5165514" y="1666086"/>
                </a:cubicBezTo>
                <a:close/>
                <a:moveTo>
                  <a:pt x="5101309" y="1666086"/>
                </a:moveTo>
                <a:cubicBezTo>
                  <a:pt x="5115473" y="1666086"/>
                  <a:pt x="5126967" y="1677582"/>
                  <a:pt x="5126967" y="1691745"/>
                </a:cubicBezTo>
                <a:cubicBezTo>
                  <a:pt x="5126967" y="1705910"/>
                  <a:pt x="5115473" y="1717404"/>
                  <a:pt x="5101309" y="1717404"/>
                </a:cubicBezTo>
                <a:cubicBezTo>
                  <a:pt x="5087142" y="1717404"/>
                  <a:pt x="5075649" y="1705910"/>
                  <a:pt x="5075649" y="1691745"/>
                </a:cubicBezTo>
                <a:cubicBezTo>
                  <a:pt x="5075649" y="1677582"/>
                  <a:pt x="5087142" y="1666086"/>
                  <a:pt x="5101309" y="1666086"/>
                </a:cubicBezTo>
                <a:close/>
                <a:moveTo>
                  <a:pt x="5037104" y="1666086"/>
                </a:moveTo>
                <a:cubicBezTo>
                  <a:pt x="5051273" y="1666086"/>
                  <a:pt x="5062762" y="1677575"/>
                  <a:pt x="5062762" y="1691745"/>
                </a:cubicBezTo>
                <a:cubicBezTo>
                  <a:pt x="5062762" y="1705917"/>
                  <a:pt x="5051273" y="1717404"/>
                  <a:pt x="5037104" y="1717404"/>
                </a:cubicBezTo>
                <a:cubicBezTo>
                  <a:pt x="5022930" y="1717404"/>
                  <a:pt x="5011444" y="1705917"/>
                  <a:pt x="5011444" y="1691745"/>
                </a:cubicBezTo>
                <a:cubicBezTo>
                  <a:pt x="5011444" y="1677575"/>
                  <a:pt x="5022930" y="1666086"/>
                  <a:pt x="5037104" y="1666086"/>
                </a:cubicBezTo>
                <a:close/>
                <a:moveTo>
                  <a:pt x="4972896" y="1666086"/>
                </a:moveTo>
                <a:cubicBezTo>
                  <a:pt x="4987063" y="1666086"/>
                  <a:pt x="4998557" y="1677582"/>
                  <a:pt x="4998557" y="1691745"/>
                </a:cubicBezTo>
                <a:cubicBezTo>
                  <a:pt x="4998557" y="1705910"/>
                  <a:pt x="4987063" y="1717404"/>
                  <a:pt x="4972896" y="1717404"/>
                </a:cubicBezTo>
                <a:cubicBezTo>
                  <a:pt x="4958732" y="1717404"/>
                  <a:pt x="4947240" y="1705910"/>
                  <a:pt x="4947240" y="1691745"/>
                </a:cubicBezTo>
                <a:cubicBezTo>
                  <a:pt x="4947240" y="1677582"/>
                  <a:pt x="4958732" y="1666086"/>
                  <a:pt x="4972896" y="1666086"/>
                </a:cubicBezTo>
                <a:close/>
                <a:moveTo>
                  <a:pt x="4908693" y="1666086"/>
                </a:moveTo>
                <a:cubicBezTo>
                  <a:pt x="4922857" y="1666086"/>
                  <a:pt x="4934352" y="1677582"/>
                  <a:pt x="4934352" y="1691745"/>
                </a:cubicBezTo>
                <a:cubicBezTo>
                  <a:pt x="4934352" y="1705910"/>
                  <a:pt x="4922857" y="1717404"/>
                  <a:pt x="4908693" y="1717404"/>
                </a:cubicBezTo>
                <a:cubicBezTo>
                  <a:pt x="4894527" y="1717404"/>
                  <a:pt x="4883033" y="1705910"/>
                  <a:pt x="4883033" y="1691745"/>
                </a:cubicBezTo>
                <a:cubicBezTo>
                  <a:pt x="4883033" y="1677582"/>
                  <a:pt x="4894527" y="1666086"/>
                  <a:pt x="4908693" y="1666086"/>
                </a:cubicBezTo>
                <a:close/>
                <a:moveTo>
                  <a:pt x="4844487" y="1666086"/>
                </a:moveTo>
                <a:cubicBezTo>
                  <a:pt x="4858650" y="1666086"/>
                  <a:pt x="4870146" y="1677582"/>
                  <a:pt x="4870146" y="1691745"/>
                </a:cubicBezTo>
                <a:cubicBezTo>
                  <a:pt x="4870146" y="1705910"/>
                  <a:pt x="4858650" y="1717404"/>
                  <a:pt x="4844487" y="1717404"/>
                </a:cubicBezTo>
                <a:cubicBezTo>
                  <a:pt x="4830322" y="1717404"/>
                  <a:pt x="4818828" y="1705910"/>
                  <a:pt x="4818828" y="1691745"/>
                </a:cubicBezTo>
                <a:cubicBezTo>
                  <a:pt x="4818828" y="1677582"/>
                  <a:pt x="4830322" y="1666086"/>
                  <a:pt x="4844487" y="1666086"/>
                </a:cubicBezTo>
                <a:close/>
                <a:moveTo>
                  <a:pt x="4780282" y="1666086"/>
                </a:moveTo>
                <a:cubicBezTo>
                  <a:pt x="4794447" y="1666086"/>
                  <a:pt x="4805941" y="1677582"/>
                  <a:pt x="4805941" y="1691745"/>
                </a:cubicBezTo>
                <a:cubicBezTo>
                  <a:pt x="4805941" y="1705910"/>
                  <a:pt x="4794447" y="1717404"/>
                  <a:pt x="4780282" y="1717404"/>
                </a:cubicBezTo>
                <a:cubicBezTo>
                  <a:pt x="4766118" y="1717404"/>
                  <a:pt x="4754622" y="1705910"/>
                  <a:pt x="4754622" y="1691745"/>
                </a:cubicBezTo>
                <a:cubicBezTo>
                  <a:pt x="4754622" y="1677582"/>
                  <a:pt x="4766118" y="1666086"/>
                  <a:pt x="4780282" y="1666086"/>
                </a:cubicBezTo>
                <a:close/>
                <a:moveTo>
                  <a:pt x="4716077" y="1666086"/>
                </a:moveTo>
                <a:cubicBezTo>
                  <a:pt x="4730248" y="1666086"/>
                  <a:pt x="4741736" y="1677575"/>
                  <a:pt x="4741736" y="1691745"/>
                </a:cubicBezTo>
                <a:cubicBezTo>
                  <a:pt x="4741736" y="1705917"/>
                  <a:pt x="4730248" y="1717404"/>
                  <a:pt x="4716077" y="1717404"/>
                </a:cubicBezTo>
                <a:cubicBezTo>
                  <a:pt x="4701906" y="1717404"/>
                  <a:pt x="4690419" y="1705917"/>
                  <a:pt x="4690419" y="1691745"/>
                </a:cubicBezTo>
                <a:cubicBezTo>
                  <a:pt x="4690419" y="1677575"/>
                  <a:pt x="4701906" y="1666086"/>
                  <a:pt x="4716077" y="1666086"/>
                </a:cubicBezTo>
                <a:close/>
                <a:moveTo>
                  <a:pt x="4651872" y="1666086"/>
                </a:moveTo>
                <a:cubicBezTo>
                  <a:pt x="4666042" y="1666086"/>
                  <a:pt x="4677531" y="1677575"/>
                  <a:pt x="4677531" y="1691745"/>
                </a:cubicBezTo>
                <a:cubicBezTo>
                  <a:pt x="4677531" y="1705917"/>
                  <a:pt x="4666042" y="1717404"/>
                  <a:pt x="4651872" y="1717404"/>
                </a:cubicBezTo>
                <a:cubicBezTo>
                  <a:pt x="4637700" y="1717404"/>
                  <a:pt x="4626213" y="1705917"/>
                  <a:pt x="4626213" y="1691745"/>
                </a:cubicBezTo>
                <a:cubicBezTo>
                  <a:pt x="4626213" y="1677575"/>
                  <a:pt x="4637700" y="1666086"/>
                  <a:pt x="4651872" y="1666086"/>
                </a:cubicBezTo>
                <a:close/>
                <a:moveTo>
                  <a:pt x="4587666" y="1666086"/>
                </a:moveTo>
                <a:cubicBezTo>
                  <a:pt x="4601830" y="1666086"/>
                  <a:pt x="4613324" y="1677582"/>
                  <a:pt x="4613324" y="1691745"/>
                </a:cubicBezTo>
                <a:cubicBezTo>
                  <a:pt x="4613324" y="1705910"/>
                  <a:pt x="4601830" y="1717404"/>
                  <a:pt x="4587666" y="1717404"/>
                </a:cubicBezTo>
                <a:cubicBezTo>
                  <a:pt x="4573501" y="1717404"/>
                  <a:pt x="4562007" y="1705910"/>
                  <a:pt x="4562007" y="1691745"/>
                </a:cubicBezTo>
                <a:cubicBezTo>
                  <a:pt x="4562007" y="1677582"/>
                  <a:pt x="4573501" y="1666086"/>
                  <a:pt x="4587666" y="1666086"/>
                </a:cubicBezTo>
                <a:close/>
                <a:moveTo>
                  <a:pt x="4523461" y="1666086"/>
                </a:moveTo>
                <a:cubicBezTo>
                  <a:pt x="4537626" y="1666086"/>
                  <a:pt x="4549121" y="1677582"/>
                  <a:pt x="4549121" y="1691745"/>
                </a:cubicBezTo>
                <a:cubicBezTo>
                  <a:pt x="4549121" y="1705910"/>
                  <a:pt x="4537626" y="1717404"/>
                  <a:pt x="4523461" y="1717404"/>
                </a:cubicBezTo>
                <a:cubicBezTo>
                  <a:pt x="4509296" y="1717404"/>
                  <a:pt x="4497802" y="1705910"/>
                  <a:pt x="4497802" y="1691745"/>
                </a:cubicBezTo>
                <a:cubicBezTo>
                  <a:pt x="4497802" y="1677582"/>
                  <a:pt x="4509296" y="1666086"/>
                  <a:pt x="4523461" y="1666086"/>
                </a:cubicBezTo>
                <a:close/>
                <a:moveTo>
                  <a:pt x="4395050" y="1666086"/>
                </a:moveTo>
                <a:cubicBezTo>
                  <a:pt x="4409214" y="1666086"/>
                  <a:pt x="4420710" y="1677582"/>
                  <a:pt x="4420710" y="1691745"/>
                </a:cubicBezTo>
                <a:cubicBezTo>
                  <a:pt x="4420710" y="1705910"/>
                  <a:pt x="4409214" y="1717404"/>
                  <a:pt x="4395050" y="1717404"/>
                </a:cubicBezTo>
                <a:cubicBezTo>
                  <a:pt x="4380886" y="1717404"/>
                  <a:pt x="4369391" y="1705910"/>
                  <a:pt x="4369391" y="1691745"/>
                </a:cubicBezTo>
                <a:cubicBezTo>
                  <a:pt x="4369391" y="1677582"/>
                  <a:pt x="4380886" y="1666086"/>
                  <a:pt x="4395050" y="1666086"/>
                </a:cubicBezTo>
                <a:close/>
                <a:moveTo>
                  <a:pt x="4266640" y="1666086"/>
                </a:moveTo>
                <a:cubicBezTo>
                  <a:pt x="4280811" y="1666086"/>
                  <a:pt x="4292298" y="1677575"/>
                  <a:pt x="4292298" y="1691745"/>
                </a:cubicBezTo>
                <a:cubicBezTo>
                  <a:pt x="4292298" y="1705917"/>
                  <a:pt x="4280811" y="1717404"/>
                  <a:pt x="4266640" y="1717404"/>
                </a:cubicBezTo>
                <a:cubicBezTo>
                  <a:pt x="4252470" y="1717404"/>
                  <a:pt x="4240981" y="1705917"/>
                  <a:pt x="4240981" y="1691745"/>
                </a:cubicBezTo>
                <a:cubicBezTo>
                  <a:pt x="4240981" y="1677575"/>
                  <a:pt x="4252470" y="1666086"/>
                  <a:pt x="4266640" y="1666086"/>
                </a:cubicBezTo>
                <a:close/>
                <a:moveTo>
                  <a:pt x="4202435" y="1666086"/>
                </a:moveTo>
                <a:cubicBezTo>
                  <a:pt x="4216598" y="1666086"/>
                  <a:pt x="4228093" y="1677582"/>
                  <a:pt x="4228093" y="1691745"/>
                </a:cubicBezTo>
                <a:cubicBezTo>
                  <a:pt x="4228093" y="1705910"/>
                  <a:pt x="4216598" y="1717404"/>
                  <a:pt x="4202435" y="1717404"/>
                </a:cubicBezTo>
                <a:cubicBezTo>
                  <a:pt x="4188268" y="1717404"/>
                  <a:pt x="4176776" y="1705910"/>
                  <a:pt x="4176776" y="1691745"/>
                </a:cubicBezTo>
                <a:cubicBezTo>
                  <a:pt x="4176776" y="1677582"/>
                  <a:pt x="4188268" y="1666086"/>
                  <a:pt x="4202435" y="1666086"/>
                </a:cubicBezTo>
                <a:close/>
                <a:moveTo>
                  <a:pt x="4073908" y="1666086"/>
                </a:moveTo>
                <a:cubicBezTo>
                  <a:pt x="4088073" y="1666086"/>
                  <a:pt x="4099565" y="1677582"/>
                  <a:pt x="4099565" y="1691745"/>
                </a:cubicBezTo>
                <a:cubicBezTo>
                  <a:pt x="4099565" y="1705910"/>
                  <a:pt x="4088073" y="1717404"/>
                  <a:pt x="4073908" y="1717404"/>
                </a:cubicBezTo>
                <a:cubicBezTo>
                  <a:pt x="4059743" y="1717404"/>
                  <a:pt x="4048248" y="1705910"/>
                  <a:pt x="4048248" y="1691745"/>
                </a:cubicBezTo>
                <a:cubicBezTo>
                  <a:pt x="4048248" y="1677582"/>
                  <a:pt x="4059743" y="1666086"/>
                  <a:pt x="4073908" y="1666086"/>
                </a:cubicBezTo>
                <a:close/>
                <a:moveTo>
                  <a:pt x="4009702" y="1666086"/>
                </a:moveTo>
                <a:cubicBezTo>
                  <a:pt x="4023866" y="1666086"/>
                  <a:pt x="4035362" y="1677582"/>
                  <a:pt x="4035362" y="1691745"/>
                </a:cubicBezTo>
                <a:cubicBezTo>
                  <a:pt x="4035362" y="1705910"/>
                  <a:pt x="4023866" y="1717404"/>
                  <a:pt x="4009702" y="1717404"/>
                </a:cubicBezTo>
                <a:cubicBezTo>
                  <a:pt x="3995538" y="1717404"/>
                  <a:pt x="3984043" y="1705910"/>
                  <a:pt x="3984043" y="1691745"/>
                </a:cubicBezTo>
                <a:cubicBezTo>
                  <a:pt x="3984043" y="1677582"/>
                  <a:pt x="3995538" y="1666086"/>
                  <a:pt x="4009702" y="1666086"/>
                </a:cubicBezTo>
                <a:close/>
                <a:moveTo>
                  <a:pt x="3945497" y="1666086"/>
                </a:moveTo>
                <a:cubicBezTo>
                  <a:pt x="3959668" y="1666086"/>
                  <a:pt x="3971155" y="1677575"/>
                  <a:pt x="3971155" y="1691745"/>
                </a:cubicBezTo>
                <a:cubicBezTo>
                  <a:pt x="3971155" y="1705917"/>
                  <a:pt x="3959668" y="1717404"/>
                  <a:pt x="3945497" y="1717404"/>
                </a:cubicBezTo>
                <a:cubicBezTo>
                  <a:pt x="3931325" y="1717404"/>
                  <a:pt x="3919838" y="1705917"/>
                  <a:pt x="3919838" y="1691745"/>
                </a:cubicBezTo>
                <a:cubicBezTo>
                  <a:pt x="3919838" y="1677575"/>
                  <a:pt x="3931325" y="1666086"/>
                  <a:pt x="3945497" y="1666086"/>
                </a:cubicBezTo>
                <a:close/>
                <a:moveTo>
                  <a:pt x="3881291" y="1666086"/>
                </a:moveTo>
                <a:cubicBezTo>
                  <a:pt x="3895456" y="1666086"/>
                  <a:pt x="3906950" y="1677582"/>
                  <a:pt x="3906950" y="1691745"/>
                </a:cubicBezTo>
                <a:cubicBezTo>
                  <a:pt x="3906950" y="1705910"/>
                  <a:pt x="3895456" y="1717404"/>
                  <a:pt x="3881291" y="1717404"/>
                </a:cubicBezTo>
                <a:cubicBezTo>
                  <a:pt x="3867127" y="1717404"/>
                  <a:pt x="3855633" y="1705910"/>
                  <a:pt x="3855633" y="1691745"/>
                </a:cubicBezTo>
                <a:cubicBezTo>
                  <a:pt x="3855633" y="1677582"/>
                  <a:pt x="3867127" y="1666086"/>
                  <a:pt x="3881291" y="1666086"/>
                </a:cubicBezTo>
                <a:close/>
                <a:moveTo>
                  <a:pt x="3817085" y="1666086"/>
                </a:moveTo>
                <a:cubicBezTo>
                  <a:pt x="3831252" y="1666086"/>
                  <a:pt x="3842745" y="1677582"/>
                  <a:pt x="3842745" y="1691745"/>
                </a:cubicBezTo>
                <a:cubicBezTo>
                  <a:pt x="3842745" y="1705910"/>
                  <a:pt x="3831252" y="1717404"/>
                  <a:pt x="3817085" y="1717404"/>
                </a:cubicBezTo>
                <a:cubicBezTo>
                  <a:pt x="3802921" y="1717404"/>
                  <a:pt x="3791427" y="1705910"/>
                  <a:pt x="3791427" y="1691745"/>
                </a:cubicBezTo>
                <a:cubicBezTo>
                  <a:pt x="3791427" y="1677582"/>
                  <a:pt x="3802921" y="1666086"/>
                  <a:pt x="3817085" y="1666086"/>
                </a:cubicBezTo>
                <a:close/>
                <a:moveTo>
                  <a:pt x="3752882" y="1666086"/>
                </a:moveTo>
                <a:cubicBezTo>
                  <a:pt x="3767045" y="1666086"/>
                  <a:pt x="3778539" y="1677582"/>
                  <a:pt x="3778539" y="1691745"/>
                </a:cubicBezTo>
                <a:cubicBezTo>
                  <a:pt x="3778539" y="1705910"/>
                  <a:pt x="3767045" y="1717404"/>
                  <a:pt x="3752882" y="1717404"/>
                </a:cubicBezTo>
                <a:cubicBezTo>
                  <a:pt x="3738717" y="1717404"/>
                  <a:pt x="3727221" y="1705910"/>
                  <a:pt x="3727221" y="1691745"/>
                </a:cubicBezTo>
                <a:cubicBezTo>
                  <a:pt x="3727221" y="1677582"/>
                  <a:pt x="3738717" y="1666086"/>
                  <a:pt x="3752882" y="1666086"/>
                </a:cubicBezTo>
                <a:close/>
                <a:moveTo>
                  <a:pt x="3688674" y="1666086"/>
                </a:moveTo>
                <a:cubicBezTo>
                  <a:pt x="3702840" y="1666086"/>
                  <a:pt x="3714335" y="1677582"/>
                  <a:pt x="3714335" y="1691745"/>
                </a:cubicBezTo>
                <a:cubicBezTo>
                  <a:pt x="3714335" y="1705910"/>
                  <a:pt x="3702840" y="1717404"/>
                  <a:pt x="3688674" y="1717404"/>
                </a:cubicBezTo>
                <a:cubicBezTo>
                  <a:pt x="3674510" y="1717404"/>
                  <a:pt x="3663017" y="1705910"/>
                  <a:pt x="3663017" y="1691745"/>
                </a:cubicBezTo>
                <a:cubicBezTo>
                  <a:pt x="3663017" y="1677582"/>
                  <a:pt x="3674510" y="1666086"/>
                  <a:pt x="3688674" y="1666086"/>
                </a:cubicBezTo>
                <a:close/>
                <a:moveTo>
                  <a:pt x="3624472" y="1666086"/>
                </a:moveTo>
                <a:cubicBezTo>
                  <a:pt x="3638640" y="1666086"/>
                  <a:pt x="3650129" y="1677575"/>
                  <a:pt x="3650129" y="1691745"/>
                </a:cubicBezTo>
                <a:cubicBezTo>
                  <a:pt x="3650129" y="1705917"/>
                  <a:pt x="3638640" y="1717404"/>
                  <a:pt x="3624472" y="1717404"/>
                </a:cubicBezTo>
                <a:cubicBezTo>
                  <a:pt x="3610300" y="1717404"/>
                  <a:pt x="3598810" y="1705917"/>
                  <a:pt x="3598810" y="1691745"/>
                </a:cubicBezTo>
                <a:cubicBezTo>
                  <a:pt x="3598810" y="1677575"/>
                  <a:pt x="3610300" y="1666086"/>
                  <a:pt x="3624472" y="1666086"/>
                </a:cubicBezTo>
                <a:close/>
                <a:moveTo>
                  <a:pt x="3496060" y="1666086"/>
                </a:moveTo>
                <a:cubicBezTo>
                  <a:pt x="3510225" y="1666086"/>
                  <a:pt x="3521719" y="1677582"/>
                  <a:pt x="3521719" y="1691745"/>
                </a:cubicBezTo>
                <a:cubicBezTo>
                  <a:pt x="3521719" y="1705910"/>
                  <a:pt x="3510225" y="1717404"/>
                  <a:pt x="3496060" y="1717404"/>
                </a:cubicBezTo>
                <a:cubicBezTo>
                  <a:pt x="3481895" y="1717404"/>
                  <a:pt x="3470400" y="1705910"/>
                  <a:pt x="3470400" y="1691745"/>
                </a:cubicBezTo>
                <a:cubicBezTo>
                  <a:pt x="3470400" y="1677582"/>
                  <a:pt x="3481895" y="1666086"/>
                  <a:pt x="3496060" y="1666086"/>
                </a:cubicBezTo>
                <a:close/>
                <a:moveTo>
                  <a:pt x="3431855" y="1666086"/>
                </a:moveTo>
                <a:cubicBezTo>
                  <a:pt x="3446019" y="1666086"/>
                  <a:pt x="3457512" y="1677582"/>
                  <a:pt x="3457512" y="1691745"/>
                </a:cubicBezTo>
                <a:cubicBezTo>
                  <a:pt x="3457512" y="1705910"/>
                  <a:pt x="3446019" y="1717404"/>
                  <a:pt x="3431855" y="1717404"/>
                </a:cubicBezTo>
                <a:cubicBezTo>
                  <a:pt x="3417690" y="1717404"/>
                  <a:pt x="3406196" y="1705910"/>
                  <a:pt x="3406196" y="1691745"/>
                </a:cubicBezTo>
                <a:cubicBezTo>
                  <a:pt x="3406196" y="1677582"/>
                  <a:pt x="3417690" y="1666086"/>
                  <a:pt x="3431855" y="1666086"/>
                </a:cubicBezTo>
                <a:close/>
                <a:moveTo>
                  <a:pt x="3367649" y="1666086"/>
                </a:moveTo>
                <a:cubicBezTo>
                  <a:pt x="3381813" y="1666086"/>
                  <a:pt x="3393308" y="1677582"/>
                  <a:pt x="3393308" y="1691745"/>
                </a:cubicBezTo>
                <a:cubicBezTo>
                  <a:pt x="3393308" y="1705910"/>
                  <a:pt x="3381813" y="1717404"/>
                  <a:pt x="3367649" y="1717404"/>
                </a:cubicBezTo>
                <a:cubicBezTo>
                  <a:pt x="3353484" y="1717404"/>
                  <a:pt x="3341990" y="1705910"/>
                  <a:pt x="3341990" y="1691745"/>
                </a:cubicBezTo>
                <a:cubicBezTo>
                  <a:pt x="3341990" y="1677582"/>
                  <a:pt x="3353484" y="1666086"/>
                  <a:pt x="3367649" y="1666086"/>
                </a:cubicBezTo>
                <a:close/>
                <a:moveTo>
                  <a:pt x="3303444" y="1666086"/>
                </a:moveTo>
                <a:cubicBezTo>
                  <a:pt x="3317609" y="1666086"/>
                  <a:pt x="3329102" y="1677582"/>
                  <a:pt x="3329102" y="1691745"/>
                </a:cubicBezTo>
                <a:cubicBezTo>
                  <a:pt x="3329102" y="1705910"/>
                  <a:pt x="3317609" y="1717404"/>
                  <a:pt x="3303444" y="1717404"/>
                </a:cubicBezTo>
                <a:cubicBezTo>
                  <a:pt x="3289279" y="1717404"/>
                  <a:pt x="3277785" y="1705910"/>
                  <a:pt x="3277785" y="1691745"/>
                </a:cubicBezTo>
                <a:cubicBezTo>
                  <a:pt x="3277785" y="1677582"/>
                  <a:pt x="3289279" y="1666086"/>
                  <a:pt x="3303444" y="1666086"/>
                </a:cubicBezTo>
                <a:close/>
                <a:moveTo>
                  <a:pt x="3239238" y="1666086"/>
                </a:moveTo>
                <a:cubicBezTo>
                  <a:pt x="3253410" y="1666086"/>
                  <a:pt x="3264898" y="1677575"/>
                  <a:pt x="3264898" y="1691745"/>
                </a:cubicBezTo>
                <a:cubicBezTo>
                  <a:pt x="3264898" y="1705917"/>
                  <a:pt x="3253410" y="1717404"/>
                  <a:pt x="3239238" y="1717404"/>
                </a:cubicBezTo>
                <a:cubicBezTo>
                  <a:pt x="3225068" y="1717404"/>
                  <a:pt x="3213580" y="1705917"/>
                  <a:pt x="3213580" y="1691745"/>
                </a:cubicBezTo>
                <a:cubicBezTo>
                  <a:pt x="3213580" y="1677575"/>
                  <a:pt x="3225068" y="1666086"/>
                  <a:pt x="3239238" y="1666086"/>
                </a:cubicBezTo>
                <a:close/>
                <a:moveTo>
                  <a:pt x="3110828" y="1666086"/>
                </a:moveTo>
                <a:cubicBezTo>
                  <a:pt x="3124992" y="1666086"/>
                  <a:pt x="3136487" y="1677582"/>
                  <a:pt x="3136487" y="1691745"/>
                </a:cubicBezTo>
                <a:cubicBezTo>
                  <a:pt x="3136487" y="1705910"/>
                  <a:pt x="3124992" y="1717404"/>
                  <a:pt x="3110828" y="1717404"/>
                </a:cubicBezTo>
                <a:cubicBezTo>
                  <a:pt x="3096663" y="1717404"/>
                  <a:pt x="3085170" y="1705910"/>
                  <a:pt x="3085170" y="1691745"/>
                </a:cubicBezTo>
                <a:cubicBezTo>
                  <a:pt x="3085170" y="1677582"/>
                  <a:pt x="3096663" y="1666086"/>
                  <a:pt x="3110828" y="1666086"/>
                </a:cubicBezTo>
                <a:close/>
                <a:moveTo>
                  <a:pt x="3046623" y="1666086"/>
                </a:moveTo>
                <a:cubicBezTo>
                  <a:pt x="3060788" y="1666086"/>
                  <a:pt x="3072282" y="1677582"/>
                  <a:pt x="3072282" y="1691745"/>
                </a:cubicBezTo>
                <a:cubicBezTo>
                  <a:pt x="3072282" y="1705910"/>
                  <a:pt x="3060788" y="1717404"/>
                  <a:pt x="3046623" y="1717404"/>
                </a:cubicBezTo>
                <a:cubicBezTo>
                  <a:pt x="3032458" y="1717404"/>
                  <a:pt x="3020964" y="1705910"/>
                  <a:pt x="3020964" y="1691745"/>
                </a:cubicBezTo>
                <a:cubicBezTo>
                  <a:pt x="3020964" y="1677582"/>
                  <a:pt x="3032458" y="1666086"/>
                  <a:pt x="3046623" y="1666086"/>
                </a:cubicBezTo>
                <a:close/>
                <a:moveTo>
                  <a:pt x="2982301" y="1666086"/>
                </a:moveTo>
                <a:cubicBezTo>
                  <a:pt x="2996466" y="1666086"/>
                  <a:pt x="3007960" y="1677582"/>
                  <a:pt x="3007960" y="1691745"/>
                </a:cubicBezTo>
                <a:cubicBezTo>
                  <a:pt x="3007960" y="1705910"/>
                  <a:pt x="2996466" y="1717404"/>
                  <a:pt x="2982301" y="1717404"/>
                </a:cubicBezTo>
                <a:cubicBezTo>
                  <a:pt x="2968137" y="1717404"/>
                  <a:pt x="2956642" y="1705910"/>
                  <a:pt x="2956642" y="1691745"/>
                </a:cubicBezTo>
                <a:cubicBezTo>
                  <a:pt x="2956642" y="1677582"/>
                  <a:pt x="2968137" y="1666086"/>
                  <a:pt x="2982301" y="1666086"/>
                </a:cubicBezTo>
                <a:close/>
                <a:moveTo>
                  <a:pt x="2918096" y="1666086"/>
                </a:moveTo>
                <a:cubicBezTo>
                  <a:pt x="2932261" y="1666086"/>
                  <a:pt x="2943755" y="1677582"/>
                  <a:pt x="2943755" y="1691745"/>
                </a:cubicBezTo>
                <a:cubicBezTo>
                  <a:pt x="2943755" y="1705910"/>
                  <a:pt x="2932261" y="1717404"/>
                  <a:pt x="2918096" y="1717404"/>
                </a:cubicBezTo>
                <a:cubicBezTo>
                  <a:pt x="2903931" y="1717404"/>
                  <a:pt x="2892438" y="1705910"/>
                  <a:pt x="2892438" y="1691745"/>
                </a:cubicBezTo>
                <a:cubicBezTo>
                  <a:pt x="2892438" y="1677582"/>
                  <a:pt x="2903931" y="1666086"/>
                  <a:pt x="2918096" y="1666086"/>
                </a:cubicBezTo>
                <a:close/>
                <a:moveTo>
                  <a:pt x="2853890" y="1666086"/>
                </a:moveTo>
                <a:cubicBezTo>
                  <a:pt x="2868062" y="1666086"/>
                  <a:pt x="2879550" y="1677575"/>
                  <a:pt x="2879550" y="1691745"/>
                </a:cubicBezTo>
                <a:cubicBezTo>
                  <a:pt x="2879550" y="1705917"/>
                  <a:pt x="2868062" y="1717404"/>
                  <a:pt x="2853890" y="1717404"/>
                </a:cubicBezTo>
                <a:cubicBezTo>
                  <a:pt x="2839720" y="1717404"/>
                  <a:pt x="2828231" y="1705917"/>
                  <a:pt x="2828231" y="1691745"/>
                </a:cubicBezTo>
                <a:cubicBezTo>
                  <a:pt x="2828231" y="1677575"/>
                  <a:pt x="2839720" y="1666086"/>
                  <a:pt x="2853890" y="1666086"/>
                </a:cubicBezTo>
                <a:close/>
                <a:moveTo>
                  <a:pt x="2789686" y="1666086"/>
                </a:moveTo>
                <a:cubicBezTo>
                  <a:pt x="2803850" y="1666086"/>
                  <a:pt x="2815344" y="1677582"/>
                  <a:pt x="2815344" y="1691745"/>
                </a:cubicBezTo>
                <a:cubicBezTo>
                  <a:pt x="2815344" y="1705910"/>
                  <a:pt x="2803850" y="1717404"/>
                  <a:pt x="2789686" y="1717404"/>
                </a:cubicBezTo>
                <a:cubicBezTo>
                  <a:pt x="2775521" y="1717404"/>
                  <a:pt x="2764027" y="1705910"/>
                  <a:pt x="2764027" y="1691745"/>
                </a:cubicBezTo>
                <a:cubicBezTo>
                  <a:pt x="2764027" y="1677582"/>
                  <a:pt x="2775521" y="1666086"/>
                  <a:pt x="2789686" y="1666086"/>
                </a:cubicBezTo>
                <a:close/>
                <a:moveTo>
                  <a:pt x="2725480" y="1666086"/>
                </a:moveTo>
                <a:cubicBezTo>
                  <a:pt x="2739644" y="1666086"/>
                  <a:pt x="2751140" y="1677582"/>
                  <a:pt x="2751140" y="1691745"/>
                </a:cubicBezTo>
                <a:cubicBezTo>
                  <a:pt x="2751140" y="1705910"/>
                  <a:pt x="2739644" y="1717404"/>
                  <a:pt x="2725480" y="1717404"/>
                </a:cubicBezTo>
                <a:cubicBezTo>
                  <a:pt x="2711315" y="1717404"/>
                  <a:pt x="2699821" y="1705910"/>
                  <a:pt x="2699821" y="1691745"/>
                </a:cubicBezTo>
                <a:cubicBezTo>
                  <a:pt x="2699821" y="1677582"/>
                  <a:pt x="2711315" y="1666086"/>
                  <a:pt x="2725480" y="1666086"/>
                </a:cubicBezTo>
                <a:close/>
                <a:moveTo>
                  <a:pt x="2597069" y="1666086"/>
                </a:moveTo>
                <a:cubicBezTo>
                  <a:pt x="2611234" y="1666086"/>
                  <a:pt x="2622729" y="1677582"/>
                  <a:pt x="2622729" y="1691745"/>
                </a:cubicBezTo>
                <a:cubicBezTo>
                  <a:pt x="2622729" y="1705910"/>
                  <a:pt x="2611234" y="1717404"/>
                  <a:pt x="2597069" y="1717404"/>
                </a:cubicBezTo>
                <a:cubicBezTo>
                  <a:pt x="2582904" y="1717404"/>
                  <a:pt x="2571410" y="1705910"/>
                  <a:pt x="2571410" y="1691745"/>
                </a:cubicBezTo>
                <a:cubicBezTo>
                  <a:pt x="2571410" y="1677582"/>
                  <a:pt x="2582904" y="1666086"/>
                  <a:pt x="2597069" y="1666086"/>
                </a:cubicBezTo>
                <a:close/>
                <a:moveTo>
                  <a:pt x="2532865" y="1666086"/>
                </a:moveTo>
                <a:cubicBezTo>
                  <a:pt x="2547035" y="1666086"/>
                  <a:pt x="2558523" y="1677575"/>
                  <a:pt x="2558523" y="1691745"/>
                </a:cubicBezTo>
                <a:cubicBezTo>
                  <a:pt x="2558523" y="1705917"/>
                  <a:pt x="2547035" y="1717404"/>
                  <a:pt x="2532865" y="1717404"/>
                </a:cubicBezTo>
                <a:cubicBezTo>
                  <a:pt x="2518693" y="1717404"/>
                  <a:pt x="2507205" y="1705917"/>
                  <a:pt x="2507205" y="1691745"/>
                </a:cubicBezTo>
                <a:cubicBezTo>
                  <a:pt x="2507205" y="1677575"/>
                  <a:pt x="2518693" y="1666086"/>
                  <a:pt x="2532865" y="1666086"/>
                </a:cubicBezTo>
                <a:close/>
                <a:moveTo>
                  <a:pt x="2404454" y="1666086"/>
                </a:moveTo>
                <a:cubicBezTo>
                  <a:pt x="2418619" y="1666086"/>
                  <a:pt x="2430112" y="1677582"/>
                  <a:pt x="2430112" y="1691745"/>
                </a:cubicBezTo>
                <a:cubicBezTo>
                  <a:pt x="2430112" y="1705910"/>
                  <a:pt x="2418619" y="1717404"/>
                  <a:pt x="2404454" y="1717404"/>
                </a:cubicBezTo>
                <a:cubicBezTo>
                  <a:pt x="2390289" y="1717404"/>
                  <a:pt x="2378795" y="1705910"/>
                  <a:pt x="2378795" y="1691745"/>
                </a:cubicBezTo>
                <a:cubicBezTo>
                  <a:pt x="2378795" y="1677582"/>
                  <a:pt x="2390289" y="1666086"/>
                  <a:pt x="2404454" y="1666086"/>
                </a:cubicBezTo>
                <a:close/>
                <a:moveTo>
                  <a:pt x="2340249" y="1666086"/>
                </a:moveTo>
                <a:cubicBezTo>
                  <a:pt x="2354413" y="1666086"/>
                  <a:pt x="2365908" y="1677582"/>
                  <a:pt x="2365908" y="1691745"/>
                </a:cubicBezTo>
                <a:cubicBezTo>
                  <a:pt x="2365908" y="1705910"/>
                  <a:pt x="2354413" y="1717404"/>
                  <a:pt x="2340249" y="1717404"/>
                </a:cubicBezTo>
                <a:cubicBezTo>
                  <a:pt x="2326084" y="1717404"/>
                  <a:pt x="2314590" y="1705910"/>
                  <a:pt x="2314590" y="1691745"/>
                </a:cubicBezTo>
                <a:cubicBezTo>
                  <a:pt x="2314590" y="1677582"/>
                  <a:pt x="2326084" y="1666086"/>
                  <a:pt x="2340249" y="1666086"/>
                </a:cubicBezTo>
                <a:close/>
                <a:moveTo>
                  <a:pt x="2276044" y="1666086"/>
                </a:moveTo>
                <a:cubicBezTo>
                  <a:pt x="2290208" y="1666086"/>
                  <a:pt x="2301702" y="1677582"/>
                  <a:pt x="2301702" y="1691745"/>
                </a:cubicBezTo>
                <a:cubicBezTo>
                  <a:pt x="2301702" y="1705910"/>
                  <a:pt x="2290208" y="1717404"/>
                  <a:pt x="2276044" y="1717404"/>
                </a:cubicBezTo>
                <a:cubicBezTo>
                  <a:pt x="2261879" y="1717404"/>
                  <a:pt x="2250385" y="1705910"/>
                  <a:pt x="2250385" y="1691745"/>
                </a:cubicBezTo>
                <a:cubicBezTo>
                  <a:pt x="2250385" y="1677582"/>
                  <a:pt x="2261879" y="1666086"/>
                  <a:pt x="2276044" y="1666086"/>
                </a:cubicBezTo>
                <a:close/>
                <a:moveTo>
                  <a:pt x="2211838" y="1666086"/>
                </a:moveTo>
                <a:cubicBezTo>
                  <a:pt x="2226003" y="1666086"/>
                  <a:pt x="2237497" y="1677582"/>
                  <a:pt x="2237497" y="1691745"/>
                </a:cubicBezTo>
                <a:cubicBezTo>
                  <a:pt x="2237497" y="1705910"/>
                  <a:pt x="2226003" y="1717404"/>
                  <a:pt x="2211838" y="1717404"/>
                </a:cubicBezTo>
                <a:cubicBezTo>
                  <a:pt x="2197673" y="1717404"/>
                  <a:pt x="2186178" y="1705910"/>
                  <a:pt x="2186178" y="1691745"/>
                </a:cubicBezTo>
                <a:cubicBezTo>
                  <a:pt x="2186178" y="1677582"/>
                  <a:pt x="2197673" y="1666086"/>
                  <a:pt x="2211838" y="1666086"/>
                </a:cubicBezTo>
                <a:close/>
                <a:moveTo>
                  <a:pt x="2147633" y="1666086"/>
                </a:moveTo>
                <a:cubicBezTo>
                  <a:pt x="2161804" y="1666086"/>
                  <a:pt x="2173293" y="1677575"/>
                  <a:pt x="2173293" y="1691745"/>
                </a:cubicBezTo>
                <a:cubicBezTo>
                  <a:pt x="2173293" y="1705917"/>
                  <a:pt x="2161804" y="1717404"/>
                  <a:pt x="2147633" y="1717404"/>
                </a:cubicBezTo>
                <a:cubicBezTo>
                  <a:pt x="2133462" y="1717404"/>
                  <a:pt x="2121975" y="1705917"/>
                  <a:pt x="2121975" y="1691745"/>
                </a:cubicBezTo>
                <a:cubicBezTo>
                  <a:pt x="2121975" y="1677575"/>
                  <a:pt x="2133462" y="1666086"/>
                  <a:pt x="2147633" y="1666086"/>
                </a:cubicBezTo>
                <a:close/>
                <a:moveTo>
                  <a:pt x="2083427" y="1666086"/>
                </a:moveTo>
                <a:cubicBezTo>
                  <a:pt x="2097599" y="1666086"/>
                  <a:pt x="2109087" y="1677575"/>
                  <a:pt x="2109087" y="1691745"/>
                </a:cubicBezTo>
                <a:cubicBezTo>
                  <a:pt x="2109087" y="1705917"/>
                  <a:pt x="2097599" y="1717404"/>
                  <a:pt x="2083427" y="1717404"/>
                </a:cubicBezTo>
                <a:cubicBezTo>
                  <a:pt x="2069257" y="1717404"/>
                  <a:pt x="2057768" y="1705917"/>
                  <a:pt x="2057768" y="1691745"/>
                </a:cubicBezTo>
                <a:cubicBezTo>
                  <a:pt x="2057768" y="1677575"/>
                  <a:pt x="2069257" y="1666086"/>
                  <a:pt x="2083427" y="1666086"/>
                </a:cubicBezTo>
                <a:close/>
                <a:moveTo>
                  <a:pt x="2019222" y="1666086"/>
                </a:moveTo>
                <a:cubicBezTo>
                  <a:pt x="2033387" y="1666086"/>
                  <a:pt x="2044880" y="1677582"/>
                  <a:pt x="2044880" y="1691745"/>
                </a:cubicBezTo>
                <a:cubicBezTo>
                  <a:pt x="2044880" y="1705910"/>
                  <a:pt x="2033387" y="1717404"/>
                  <a:pt x="2019222" y="1717404"/>
                </a:cubicBezTo>
                <a:cubicBezTo>
                  <a:pt x="2005058" y="1717404"/>
                  <a:pt x="1993563" y="1705910"/>
                  <a:pt x="1993563" y="1691745"/>
                </a:cubicBezTo>
                <a:cubicBezTo>
                  <a:pt x="1993563" y="1677582"/>
                  <a:pt x="2005058" y="1666086"/>
                  <a:pt x="2019222" y="1666086"/>
                </a:cubicBezTo>
                <a:close/>
                <a:moveTo>
                  <a:pt x="1955016" y="1666086"/>
                </a:moveTo>
                <a:cubicBezTo>
                  <a:pt x="1969181" y="1666086"/>
                  <a:pt x="1980676" y="1677582"/>
                  <a:pt x="1980676" y="1691745"/>
                </a:cubicBezTo>
                <a:cubicBezTo>
                  <a:pt x="1980676" y="1705910"/>
                  <a:pt x="1969181" y="1717404"/>
                  <a:pt x="1955016" y="1717404"/>
                </a:cubicBezTo>
                <a:cubicBezTo>
                  <a:pt x="1940851" y="1717404"/>
                  <a:pt x="1929358" y="1705910"/>
                  <a:pt x="1929358" y="1691745"/>
                </a:cubicBezTo>
                <a:cubicBezTo>
                  <a:pt x="1929358" y="1677582"/>
                  <a:pt x="1940851" y="1666086"/>
                  <a:pt x="1955016" y="1666086"/>
                </a:cubicBezTo>
                <a:close/>
                <a:moveTo>
                  <a:pt x="1890696" y="1666086"/>
                </a:moveTo>
                <a:cubicBezTo>
                  <a:pt x="1904860" y="1666086"/>
                  <a:pt x="1916355" y="1677582"/>
                  <a:pt x="1916355" y="1691745"/>
                </a:cubicBezTo>
                <a:cubicBezTo>
                  <a:pt x="1916355" y="1705910"/>
                  <a:pt x="1904860" y="1717404"/>
                  <a:pt x="1890696" y="1717404"/>
                </a:cubicBezTo>
                <a:cubicBezTo>
                  <a:pt x="1876531" y="1717404"/>
                  <a:pt x="1865037" y="1705910"/>
                  <a:pt x="1865037" y="1691745"/>
                </a:cubicBezTo>
                <a:cubicBezTo>
                  <a:pt x="1865037" y="1677582"/>
                  <a:pt x="1876531" y="1666086"/>
                  <a:pt x="1890696" y="1666086"/>
                </a:cubicBezTo>
                <a:close/>
                <a:moveTo>
                  <a:pt x="1826490" y="1666086"/>
                </a:moveTo>
                <a:cubicBezTo>
                  <a:pt x="1840654" y="1666086"/>
                  <a:pt x="1852149" y="1677582"/>
                  <a:pt x="1852149" y="1691745"/>
                </a:cubicBezTo>
                <a:cubicBezTo>
                  <a:pt x="1852149" y="1705910"/>
                  <a:pt x="1840654" y="1717404"/>
                  <a:pt x="1826490" y="1717404"/>
                </a:cubicBezTo>
                <a:cubicBezTo>
                  <a:pt x="1812325" y="1717404"/>
                  <a:pt x="1800830" y="1705910"/>
                  <a:pt x="1800830" y="1691745"/>
                </a:cubicBezTo>
                <a:cubicBezTo>
                  <a:pt x="1800830" y="1677582"/>
                  <a:pt x="1812325" y="1666086"/>
                  <a:pt x="1826490" y="1666086"/>
                </a:cubicBezTo>
                <a:close/>
                <a:moveTo>
                  <a:pt x="1762285" y="1666086"/>
                </a:moveTo>
                <a:cubicBezTo>
                  <a:pt x="1776456" y="1666086"/>
                  <a:pt x="1787944" y="1677575"/>
                  <a:pt x="1787944" y="1691745"/>
                </a:cubicBezTo>
                <a:cubicBezTo>
                  <a:pt x="1787944" y="1705917"/>
                  <a:pt x="1776456" y="1717404"/>
                  <a:pt x="1762285" y="1717404"/>
                </a:cubicBezTo>
                <a:cubicBezTo>
                  <a:pt x="1748114" y="1717404"/>
                  <a:pt x="1736626" y="1705917"/>
                  <a:pt x="1736626" y="1691745"/>
                </a:cubicBezTo>
                <a:cubicBezTo>
                  <a:pt x="1736626" y="1677575"/>
                  <a:pt x="1748114" y="1666086"/>
                  <a:pt x="1762285" y="1666086"/>
                </a:cubicBezTo>
                <a:close/>
                <a:moveTo>
                  <a:pt x="1698080" y="1666086"/>
                </a:moveTo>
                <a:cubicBezTo>
                  <a:pt x="1712244" y="1666086"/>
                  <a:pt x="1723738" y="1677582"/>
                  <a:pt x="1723738" y="1691745"/>
                </a:cubicBezTo>
                <a:cubicBezTo>
                  <a:pt x="1723738" y="1705910"/>
                  <a:pt x="1712244" y="1717404"/>
                  <a:pt x="1698080" y="1717404"/>
                </a:cubicBezTo>
                <a:cubicBezTo>
                  <a:pt x="1683915" y="1717404"/>
                  <a:pt x="1672420" y="1705910"/>
                  <a:pt x="1672420" y="1691745"/>
                </a:cubicBezTo>
                <a:cubicBezTo>
                  <a:pt x="1672420" y="1677582"/>
                  <a:pt x="1683915" y="1666086"/>
                  <a:pt x="1698080" y="1666086"/>
                </a:cubicBezTo>
                <a:close/>
                <a:moveTo>
                  <a:pt x="1633874" y="1666086"/>
                </a:moveTo>
                <a:cubicBezTo>
                  <a:pt x="1648039" y="1666086"/>
                  <a:pt x="1659533" y="1677582"/>
                  <a:pt x="1659533" y="1691745"/>
                </a:cubicBezTo>
                <a:cubicBezTo>
                  <a:pt x="1659533" y="1705910"/>
                  <a:pt x="1648039" y="1717404"/>
                  <a:pt x="1633874" y="1717404"/>
                </a:cubicBezTo>
                <a:cubicBezTo>
                  <a:pt x="1619710" y="1717404"/>
                  <a:pt x="1608216" y="1705910"/>
                  <a:pt x="1608216" y="1691745"/>
                </a:cubicBezTo>
                <a:cubicBezTo>
                  <a:pt x="1608216" y="1677582"/>
                  <a:pt x="1619710" y="1666086"/>
                  <a:pt x="1633874" y="1666086"/>
                </a:cubicBezTo>
                <a:close/>
                <a:moveTo>
                  <a:pt x="1569669" y="1666086"/>
                </a:moveTo>
                <a:cubicBezTo>
                  <a:pt x="1583834" y="1666086"/>
                  <a:pt x="1595328" y="1677582"/>
                  <a:pt x="1595328" y="1691745"/>
                </a:cubicBezTo>
                <a:cubicBezTo>
                  <a:pt x="1595328" y="1705910"/>
                  <a:pt x="1583834" y="1717404"/>
                  <a:pt x="1569669" y="1717404"/>
                </a:cubicBezTo>
                <a:cubicBezTo>
                  <a:pt x="1555504" y="1717404"/>
                  <a:pt x="1544010" y="1705910"/>
                  <a:pt x="1544010" y="1691745"/>
                </a:cubicBezTo>
                <a:cubicBezTo>
                  <a:pt x="1544010" y="1677582"/>
                  <a:pt x="1555504" y="1666086"/>
                  <a:pt x="1569669" y="1666086"/>
                </a:cubicBezTo>
                <a:close/>
                <a:moveTo>
                  <a:pt x="1505464" y="1666086"/>
                </a:moveTo>
                <a:cubicBezTo>
                  <a:pt x="1519629" y="1666086"/>
                  <a:pt x="1531123" y="1677582"/>
                  <a:pt x="1531123" y="1691745"/>
                </a:cubicBezTo>
                <a:cubicBezTo>
                  <a:pt x="1531123" y="1705910"/>
                  <a:pt x="1519629" y="1717404"/>
                  <a:pt x="1505464" y="1717404"/>
                </a:cubicBezTo>
                <a:cubicBezTo>
                  <a:pt x="1491299" y="1717404"/>
                  <a:pt x="1479806" y="1705910"/>
                  <a:pt x="1479806" y="1691745"/>
                </a:cubicBezTo>
                <a:cubicBezTo>
                  <a:pt x="1479806" y="1677582"/>
                  <a:pt x="1491299" y="1666086"/>
                  <a:pt x="1505464" y="1666086"/>
                </a:cubicBezTo>
                <a:close/>
                <a:moveTo>
                  <a:pt x="1441258" y="1666086"/>
                </a:moveTo>
                <a:cubicBezTo>
                  <a:pt x="1455430" y="1666086"/>
                  <a:pt x="1466917" y="1677575"/>
                  <a:pt x="1466917" y="1691745"/>
                </a:cubicBezTo>
                <a:cubicBezTo>
                  <a:pt x="1466917" y="1705917"/>
                  <a:pt x="1455430" y="1717404"/>
                  <a:pt x="1441258" y="1717404"/>
                </a:cubicBezTo>
                <a:cubicBezTo>
                  <a:pt x="1427087" y="1717404"/>
                  <a:pt x="1415599" y="1705917"/>
                  <a:pt x="1415599" y="1691745"/>
                </a:cubicBezTo>
                <a:cubicBezTo>
                  <a:pt x="1415599" y="1677575"/>
                  <a:pt x="1427087" y="1666086"/>
                  <a:pt x="1441258" y="1666086"/>
                </a:cubicBezTo>
                <a:close/>
                <a:moveTo>
                  <a:pt x="1377053" y="1666086"/>
                </a:moveTo>
                <a:cubicBezTo>
                  <a:pt x="1391224" y="1666086"/>
                  <a:pt x="1402712" y="1677575"/>
                  <a:pt x="1402712" y="1691745"/>
                </a:cubicBezTo>
                <a:cubicBezTo>
                  <a:pt x="1402712" y="1705917"/>
                  <a:pt x="1391224" y="1717404"/>
                  <a:pt x="1377053" y="1717404"/>
                </a:cubicBezTo>
                <a:cubicBezTo>
                  <a:pt x="1362882" y="1717404"/>
                  <a:pt x="1351395" y="1705917"/>
                  <a:pt x="1351395" y="1691745"/>
                </a:cubicBezTo>
                <a:cubicBezTo>
                  <a:pt x="1351395" y="1677575"/>
                  <a:pt x="1362882" y="1666086"/>
                  <a:pt x="1377053" y="1666086"/>
                </a:cubicBezTo>
                <a:close/>
                <a:moveTo>
                  <a:pt x="1248643" y="1666086"/>
                </a:moveTo>
                <a:cubicBezTo>
                  <a:pt x="1262808" y="1666086"/>
                  <a:pt x="1274302" y="1677582"/>
                  <a:pt x="1274302" y="1691745"/>
                </a:cubicBezTo>
                <a:cubicBezTo>
                  <a:pt x="1274302" y="1705910"/>
                  <a:pt x="1262808" y="1717404"/>
                  <a:pt x="1248643" y="1717404"/>
                </a:cubicBezTo>
                <a:cubicBezTo>
                  <a:pt x="1234479" y="1717404"/>
                  <a:pt x="1222984" y="1705910"/>
                  <a:pt x="1222984" y="1691745"/>
                </a:cubicBezTo>
                <a:cubicBezTo>
                  <a:pt x="1222984" y="1677582"/>
                  <a:pt x="1234479" y="1666086"/>
                  <a:pt x="1248643" y="1666086"/>
                </a:cubicBezTo>
                <a:close/>
                <a:moveTo>
                  <a:pt x="1184437" y="1666086"/>
                </a:moveTo>
                <a:cubicBezTo>
                  <a:pt x="1198602" y="1666086"/>
                  <a:pt x="1210096" y="1677582"/>
                  <a:pt x="1210096" y="1691745"/>
                </a:cubicBezTo>
                <a:cubicBezTo>
                  <a:pt x="1210096" y="1705910"/>
                  <a:pt x="1198602" y="1717404"/>
                  <a:pt x="1184437" y="1717404"/>
                </a:cubicBezTo>
                <a:cubicBezTo>
                  <a:pt x="1170273" y="1717404"/>
                  <a:pt x="1158780" y="1705910"/>
                  <a:pt x="1158780" y="1691745"/>
                </a:cubicBezTo>
                <a:cubicBezTo>
                  <a:pt x="1158780" y="1677582"/>
                  <a:pt x="1170273" y="1666086"/>
                  <a:pt x="1184437" y="1666086"/>
                </a:cubicBezTo>
                <a:close/>
                <a:moveTo>
                  <a:pt x="1120233" y="1666086"/>
                </a:moveTo>
                <a:cubicBezTo>
                  <a:pt x="1134398" y="1666086"/>
                  <a:pt x="1145892" y="1677582"/>
                  <a:pt x="1145892" y="1691745"/>
                </a:cubicBezTo>
                <a:cubicBezTo>
                  <a:pt x="1145892" y="1705910"/>
                  <a:pt x="1134398" y="1717404"/>
                  <a:pt x="1120233" y="1717404"/>
                </a:cubicBezTo>
                <a:cubicBezTo>
                  <a:pt x="1106068" y="1717404"/>
                  <a:pt x="1094573" y="1705910"/>
                  <a:pt x="1094573" y="1691745"/>
                </a:cubicBezTo>
                <a:cubicBezTo>
                  <a:pt x="1094573" y="1677582"/>
                  <a:pt x="1106068" y="1666086"/>
                  <a:pt x="1120233" y="1666086"/>
                </a:cubicBezTo>
                <a:close/>
                <a:moveTo>
                  <a:pt x="1056027" y="1666086"/>
                </a:moveTo>
                <a:cubicBezTo>
                  <a:pt x="1070199" y="1666086"/>
                  <a:pt x="1081685" y="1677575"/>
                  <a:pt x="1081685" y="1691745"/>
                </a:cubicBezTo>
                <a:cubicBezTo>
                  <a:pt x="1081685" y="1705917"/>
                  <a:pt x="1070199" y="1717404"/>
                  <a:pt x="1056027" y="1717404"/>
                </a:cubicBezTo>
                <a:cubicBezTo>
                  <a:pt x="1041857" y="1717404"/>
                  <a:pt x="1030369" y="1705917"/>
                  <a:pt x="1030369" y="1691745"/>
                </a:cubicBezTo>
                <a:cubicBezTo>
                  <a:pt x="1030369" y="1677575"/>
                  <a:pt x="1041857" y="1666086"/>
                  <a:pt x="1056027" y="1666086"/>
                </a:cubicBezTo>
                <a:close/>
                <a:moveTo>
                  <a:pt x="991823" y="1666086"/>
                </a:moveTo>
                <a:cubicBezTo>
                  <a:pt x="1005993" y="1666086"/>
                  <a:pt x="1017481" y="1677575"/>
                  <a:pt x="1017481" y="1691745"/>
                </a:cubicBezTo>
                <a:cubicBezTo>
                  <a:pt x="1017481" y="1705917"/>
                  <a:pt x="1005993" y="1717404"/>
                  <a:pt x="991823" y="1717404"/>
                </a:cubicBezTo>
                <a:cubicBezTo>
                  <a:pt x="977652" y="1717404"/>
                  <a:pt x="966162" y="1705917"/>
                  <a:pt x="966162" y="1691745"/>
                </a:cubicBezTo>
                <a:cubicBezTo>
                  <a:pt x="966162" y="1677575"/>
                  <a:pt x="977652" y="1666086"/>
                  <a:pt x="991823" y="1666086"/>
                </a:cubicBezTo>
                <a:close/>
                <a:moveTo>
                  <a:pt x="927616" y="1666086"/>
                </a:moveTo>
                <a:cubicBezTo>
                  <a:pt x="941781" y="1666086"/>
                  <a:pt x="953275" y="1677582"/>
                  <a:pt x="953275" y="1691745"/>
                </a:cubicBezTo>
                <a:cubicBezTo>
                  <a:pt x="953275" y="1705910"/>
                  <a:pt x="941781" y="1717404"/>
                  <a:pt x="927616" y="1717404"/>
                </a:cubicBezTo>
                <a:cubicBezTo>
                  <a:pt x="913452" y="1717404"/>
                  <a:pt x="901957" y="1705910"/>
                  <a:pt x="901957" y="1691745"/>
                </a:cubicBezTo>
                <a:cubicBezTo>
                  <a:pt x="901957" y="1677582"/>
                  <a:pt x="913452" y="1666086"/>
                  <a:pt x="927616" y="1666086"/>
                </a:cubicBezTo>
                <a:close/>
                <a:moveTo>
                  <a:pt x="863411" y="1666086"/>
                </a:moveTo>
                <a:cubicBezTo>
                  <a:pt x="877576" y="1666086"/>
                  <a:pt x="889071" y="1677582"/>
                  <a:pt x="889071" y="1691745"/>
                </a:cubicBezTo>
                <a:cubicBezTo>
                  <a:pt x="889071" y="1705910"/>
                  <a:pt x="877576" y="1717404"/>
                  <a:pt x="863411" y="1717404"/>
                </a:cubicBezTo>
                <a:cubicBezTo>
                  <a:pt x="849248" y="1717404"/>
                  <a:pt x="837752" y="1705910"/>
                  <a:pt x="837752" y="1691745"/>
                </a:cubicBezTo>
                <a:cubicBezTo>
                  <a:pt x="837752" y="1677582"/>
                  <a:pt x="849248" y="1666086"/>
                  <a:pt x="863411" y="1666086"/>
                </a:cubicBezTo>
                <a:close/>
                <a:moveTo>
                  <a:pt x="670679" y="1666086"/>
                </a:moveTo>
                <a:cubicBezTo>
                  <a:pt x="684851" y="1666086"/>
                  <a:pt x="696338" y="1677575"/>
                  <a:pt x="696338" y="1691745"/>
                </a:cubicBezTo>
                <a:cubicBezTo>
                  <a:pt x="696338" y="1705917"/>
                  <a:pt x="684851" y="1717404"/>
                  <a:pt x="670679" y="1717404"/>
                </a:cubicBezTo>
                <a:cubicBezTo>
                  <a:pt x="656509" y="1717404"/>
                  <a:pt x="645020" y="1705917"/>
                  <a:pt x="645020" y="1691745"/>
                </a:cubicBezTo>
                <a:cubicBezTo>
                  <a:pt x="645020" y="1677575"/>
                  <a:pt x="656509" y="1666086"/>
                  <a:pt x="670679" y="1666086"/>
                </a:cubicBezTo>
                <a:close/>
                <a:moveTo>
                  <a:pt x="606475" y="1666086"/>
                </a:moveTo>
                <a:cubicBezTo>
                  <a:pt x="620639" y="1666086"/>
                  <a:pt x="632134" y="1677582"/>
                  <a:pt x="632134" y="1691745"/>
                </a:cubicBezTo>
                <a:cubicBezTo>
                  <a:pt x="632134" y="1705910"/>
                  <a:pt x="620639" y="1717404"/>
                  <a:pt x="606475" y="1717404"/>
                </a:cubicBezTo>
                <a:cubicBezTo>
                  <a:pt x="592310" y="1717404"/>
                  <a:pt x="580815" y="1705910"/>
                  <a:pt x="580815" y="1691745"/>
                </a:cubicBezTo>
                <a:cubicBezTo>
                  <a:pt x="580815" y="1677582"/>
                  <a:pt x="592310" y="1666086"/>
                  <a:pt x="606475" y="1666086"/>
                </a:cubicBezTo>
                <a:close/>
                <a:moveTo>
                  <a:pt x="542268" y="1666086"/>
                </a:moveTo>
                <a:cubicBezTo>
                  <a:pt x="556433" y="1666086"/>
                  <a:pt x="567927" y="1677582"/>
                  <a:pt x="567927" y="1691745"/>
                </a:cubicBezTo>
                <a:cubicBezTo>
                  <a:pt x="567927" y="1705910"/>
                  <a:pt x="556433" y="1717404"/>
                  <a:pt x="542268" y="1717404"/>
                </a:cubicBezTo>
                <a:cubicBezTo>
                  <a:pt x="528104" y="1717404"/>
                  <a:pt x="516610" y="1705910"/>
                  <a:pt x="516610" y="1691745"/>
                </a:cubicBezTo>
                <a:cubicBezTo>
                  <a:pt x="516610" y="1677582"/>
                  <a:pt x="528104" y="1666086"/>
                  <a:pt x="542268" y="1666086"/>
                </a:cubicBezTo>
                <a:close/>
                <a:moveTo>
                  <a:pt x="478063" y="1666086"/>
                </a:moveTo>
                <a:cubicBezTo>
                  <a:pt x="492228" y="1666086"/>
                  <a:pt x="503724" y="1677582"/>
                  <a:pt x="503724" y="1691745"/>
                </a:cubicBezTo>
                <a:cubicBezTo>
                  <a:pt x="503724" y="1705910"/>
                  <a:pt x="492228" y="1717404"/>
                  <a:pt x="478063" y="1717404"/>
                </a:cubicBezTo>
                <a:cubicBezTo>
                  <a:pt x="463900" y="1717404"/>
                  <a:pt x="452404" y="1705910"/>
                  <a:pt x="452404" y="1691745"/>
                </a:cubicBezTo>
                <a:cubicBezTo>
                  <a:pt x="452404" y="1677582"/>
                  <a:pt x="463900" y="1666086"/>
                  <a:pt x="478063" y="1666086"/>
                </a:cubicBezTo>
                <a:close/>
                <a:moveTo>
                  <a:pt x="413858" y="1666086"/>
                </a:moveTo>
                <a:cubicBezTo>
                  <a:pt x="428023" y="1666086"/>
                  <a:pt x="439517" y="1677582"/>
                  <a:pt x="439517" y="1691745"/>
                </a:cubicBezTo>
                <a:cubicBezTo>
                  <a:pt x="439517" y="1705910"/>
                  <a:pt x="428023" y="1717404"/>
                  <a:pt x="413858" y="1717404"/>
                </a:cubicBezTo>
                <a:cubicBezTo>
                  <a:pt x="399694" y="1717404"/>
                  <a:pt x="388200" y="1705910"/>
                  <a:pt x="388200" y="1691745"/>
                </a:cubicBezTo>
                <a:cubicBezTo>
                  <a:pt x="388200" y="1677582"/>
                  <a:pt x="399694" y="1666086"/>
                  <a:pt x="413858" y="1666086"/>
                </a:cubicBezTo>
                <a:close/>
                <a:moveTo>
                  <a:pt x="346686" y="1666086"/>
                </a:moveTo>
                <a:cubicBezTo>
                  <a:pt x="360849" y="1666086"/>
                  <a:pt x="372344" y="1677582"/>
                  <a:pt x="372344" y="1691745"/>
                </a:cubicBezTo>
                <a:cubicBezTo>
                  <a:pt x="372344" y="1705910"/>
                  <a:pt x="360849" y="1717404"/>
                  <a:pt x="346686" y="1717404"/>
                </a:cubicBezTo>
                <a:cubicBezTo>
                  <a:pt x="332520" y="1717404"/>
                  <a:pt x="321027" y="1705910"/>
                  <a:pt x="321027" y="1691745"/>
                </a:cubicBezTo>
                <a:cubicBezTo>
                  <a:pt x="321027" y="1677582"/>
                  <a:pt x="332520" y="1666086"/>
                  <a:pt x="346686" y="1666086"/>
                </a:cubicBezTo>
                <a:close/>
                <a:moveTo>
                  <a:pt x="282480" y="1666086"/>
                </a:moveTo>
                <a:cubicBezTo>
                  <a:pt x="296644" y="1666086"/>
                  <a:pt x="308138" y="1677582"/>
                  <a:pt x="308138" y="1691745"/>
                </a:cubicBezTo>
                <a:cubicBezTo>
                  <a:pt x="308138" y="1705910"/>
                  <a:pt x="296644" y="1717404"/>
                  <a:pt x="282480" y="1717404"/>
                </a:cubicBezTo>
                <a:cubicBezTo>
                  <a:pt x="268314" y="1717404"/>
                  <a:pt x="256820" y="1705910"/>
                  <a:pt x="256820" y="1691745"/>
                </a:cubicBezTo>
                <a:cubicBezTo>
                  <a:pt x="256820" y="1677582"/>
                  <a:pt x="268314" y="1666086"/>
                  <a:pt x="282480" y="1666086"/>
                </a:cubicBezTo>
                <a:close/>
                <a:moveTo>
                  <a:pt x="218274" y="1666086"/>
                </a:moveTo>
                <a:cubicBezTo>
                  <a:pt x="232438" y="1666086"/>
                  <a:pt x="243932" y="1677582"/>
                  <a:pt x="243932" y="1691745"/>
                </a:cubicBezTo>
                <a:cubicBezTo>
                  <a:pt x="243932" y="1705910"/>
                  <a:pt x="232438" y="1717404"/>
                  <a:pt x="218274" y="1717404"/>
                </a:cubicBezTo>
                <a:cubicBezTo>
                  <a:pt x="204109" y="1717404"/>
                  <a:pt x="192615" y="1705910"/>
                  <a:pt x="192615" y="1691745"/>
                </a:cubicBezTo>
                <a:cubicBezTo>
                  <a:pt x="192615" y="1677582"/>
                  <a:pt x="204109" y="1666086"/>
                  <a:pt x="218274" y="1666086"/>
                </a:cubicBezTo>
                <a:close/>
                <a:moveTo>
                  <a:pt x="25659" y="1666086"/>
                </a:moveTo>
                <a:cubicBezTo>
                  <a:pt x="39829" y="1666086"/>
                  <a:pt x="51317" y="1677575"/>
                  <a:pt x="51317" y="1691745"/>
                </a:cubicBezTo>
                <a:cubicBezTo>
                  <a:pt x="51317" y="1705917"/>
                  <a:pt x="39829" y="1717404"/>
                  <a:pt x="25659" y="1717404"/>
                </a:cubicBezTo>
                <a:cubicBezTo>
                  <a:pt x="11488" y="1717404"/>
                  <a:pt x="0" y="1705917"/>
                  <a:pt x="0" y="1691745"/>
                </a:cubicBezTo>
                <a:cubicBezTo>
                  <a:pt x="0" y="1677575"/>
                  <a:pt x="11488" y="1666086"/>
                  <a:pt x="25659" y="1666086"/>
                </a:cubicBezTo>
                <a:close/>
                <a:moveTo>
                  <a:pt x="11582491" y="1611634"/>
                </a:moveTo>
                <a:cubicBezTo>
                  <a:pt x="11589609" y="1611634"/>
                  <a:pt x="11595379" y="1617404"/>
                  <a:pt x="11595379" y="1624521"/>
                </a:cubicBezTo>
                <a:cubicBezTo>
                  <a:pt x="11595379" y="1631640"/>
                  <a:pt x="11589609" y="1637409"/>
                  <a:pt x="11582491" y="1637409"/>
                </a:cubicBezTo>
                <a:cubicBezTo>
                  <a:pt x="11575375" y="1637409"/>
                  <a:pt x="11569605" y="1631640"/>
                  <a:pt x="11569605" y="1624521"/>
                </a:cubicBezTo>
                <a:cubicBezTo>
                  <a:pt x="11569605" y="1617404"/>
                  <a:pt x="11575375" y="1611634"/>
                  <a:pt x="11582491" y="1611634"/>
                </a:cubicBezTo>
                <a:close/>
                <a:moveTo>
                  <a:pt x="11518287" y="1611634"/>
                </a:moveTo>
                <a:cubicBezTo>
                  <a:pt x="11525405" y="1611634"/>
                  <a:pt x="11531175" y="1617404"/>
                  <a:pt x="11531175" y="1624521"/>
                </a:cubicBezTo>
                <a:cubicBezTo>
                  <a:pt x="11531175" y="1631640"/>
                  <a:pt x="11525403" y="1637409"/>
                  <a:pt x="11518287" y="1637409"/>
                </a:cubicBezTo>
                <a:cubicBezTo>
                  <a:pt x="11511167" y="1637409"/>
                  <a:pt x="11505399" y="1631640"/>
                  <a:pt x="11505399" y="1624521"/>
                </a:cubicBezTo>
                <a:cubicBezTo>
                  <a:pt x="11505399" y="1617404"/>
                  <a:pt x="11511171" y="1611634"/>
                  <a:pt x="11518287" y="1611634"/>
                </a:cubicBezTo>
                <a:close/>
                <a:moveTo>
                  <a:pt x="10169743" y="1611634"/>
                </a:moveTo>
                <a:cubicBezTo>
                  <a:pt x="10176942" y="1611750"/>
                  <a:pt x="10182631" y="1617439"/>
                  <a:pt x="10182631" y="1624521"/>
                </a:cubicBezTo>
                <a:cubicBezTo>
                  <a:pt x="10182631" y="1631604"/>
                  <a:pt x="10176942" y="1637409"/>
                  <a:pt x="10169743" y="1637409"/>
                </a:cubicBezTo>
                <a:cubicBezTo>
                  <a:pt x="10162659" y="1637409"/>
                  <a:pt x="10156855" y="1631720"/>
                  <a:pt x="10156855" y="1624521"/>
                </a:cubicBezTo>
                <a:cubicBezTo>
                  <a:pt x="10156855" y="1617439"/>
                  <a:pt x="10162544" y="1611634"/>
                  <a:pt x="10169743" y="1611634"/>
                </a:cubicBezTo>
                <a:close/>
                <a:moveTo>
                  <a:pt x="9848716" y="1611634"/>
                </a:moveTo>
                <a:cubicBezTo>
                  <a:pt x="9855800" y="1611750"/>
                  <a:pt x="9861604" y="1617439"/>
                  <a:pt x="9861604" y="1624521"/>
                </a:cubicBezTo>
                <a:cubicBezTo>
                  <a:pt x="9861604" y="1631604"/>
                  <a:pt x="9855915" y="1637409"/>
                  <a:pt x="9848716" y="1637409"/>
                </a:cubicBezTo>
                <a:cubicBezTo>
                  <a:pt x="9841635" y="1637409"/>
                  <a:pt x="9835828" y="1631720"/>
                  <a:pt x="9835828" y="1624521"/>
                </a:cubicBezTo>
                <a:cubicBezTo>
                  <a:pt x="9835828" y="1617439"/>
                  <a:pt x="9841517" y="1611634"/>
                  <a:pt x="9848716" y="1611634"/>
                </a:cubicBezTo>
                <a:close/>
                <a:moveTo>
                  <a:pt x="7023451" y="1611634"/>
                </a:moveTo>
                <a:cubicBezTo>
                  <a:pt x="7030570" y="1611634"/>
                  <a:pt x="7036339" y="1617404"/>
                  <a:pt x="7036339" y="1624521"/>
                </a:cubicBezTo>
                <a:cubicBezTo>
                  <a:pt x="7036339" y="1631640"/>
                  <a:pt x="7030570" y="1637409"/>
                  <a:pt x="7023451" y="1637409"/>
                </a:cubicBezTo>
                <a:cubicBezTo>
                  <a:pt x="7016335" y="1637409"/>
                  <a:pt x="7010566" y="1631640"/>
                  <a:pt x="7010566" y="1624521"/>
                </a:cubicBezTo>
                <a:cubicBezTo>
                  <a:pt x="7010566" y="1617404"/>
                  <a:pt x="7016335" y="1611634"/>
                  <a:pt x="7023451" y="1611634"/>
                </a:cubicBezTo>
                <a:close/>
                <a:moveTo>
                  <a:pt x="5871887" y="1611634"/>
                </a:moveTo>
                <a:cubicBezTo>
                  <a:pt x="5879006" y="1611634"/>
                  <a:pt x="5884776" y="1617404"/>
                  <a:pt x="5884776" y="1624521"/>
                </a:cubicBezTo>
                <a:cubicBezTo>
                  <a:pt x="5884776" y="1631640"/>
                  <a:pt x="5879004" y="1637409"/>
                  <a:pt x="5871887" y="1637409"/>
                </a:cubicBezTo>
                <a:cubicBezTo>
                  <a:pt x="5864769" y="1637409"/>
                  <a:pt x="5859000" y="1631640"/>
                  <a:pt x="5859000" y="1624521"/>
                </a:cubicBezTo>
                <a:cubicBezTo>
                  <a:pt x="5859000" y="1617404"/>
                  <a:pt x="5864772" y="1611634"/>
                  <a:pt x="5871887" y="1611634"/>
                </a:cubicBezTo>
                <a:close/>
                <a:moveTo>
                  <a:pt x="5807683" y="1611634"/>
                </a:moveTo>
                <a:cubicBezTo>
                  <a:pt x="5814801" y="1611634"/>
                  <a:pt x="5820571" y="1617404"/>
                  <a:pt x="5820571" y="1624521"/>
                </a:cubicBezTo>
                <a:cubicBezTo>
                  <a:pt x="5820571" y="1631640"/>
                  <a:pt x="5814799" y="1637409"/>
                  <a:pt x="5807683" y="1637409"/>
                </a:cubicBezTo>
                <a:cubicBezTo>
                  <a:pt x="5800565" y="1637409"/>
                  <a:pt x="5794796" y="1631640"/>
                  <a:pt x="5794796" y="1624521"/>
                </a:cubicBezTo>
                <a:cubicBezTo>
                  <a:pt x="5794796" y="1617404"/>
                  <a:pt x="5800566" y="1611634"/>
                  <a:pt x="5807683" y="1611634"/>
                </a:cubicBezTo>
                <a:close/>
                <a:moveTo>
                  <a:pt x="4459140" y="1611634"/>
                </a:moveTo>
                <a:cubicBezTo>
                  <a:pt x="4466338" y="1611750"/>
                  <a:pt x="4472025" y="1617439"/>
                  <a:pt x="4472025" y="1624521"/>
                </a:cubicBezTo>
                <a:cubicBezTo>
                  <a:pt x="4472025" y="1631604"/>
                  <a:pt x="4466338" y="1637409"/>
                  <a:pt x="4459140" y="1637409"/>
                </a:cubicBezTo>
                <a:cubicBezTo>
                  <a:pt x="4452058" y="1637409"/>
                  <a:pt x="4446252" y="1631720"/>
                  <a:pt x="4446252" y="1624521"/>
                </a:cubicBezTo>
                <a:cubicBezTo>
                  <a:pt x="4446252" y="1617439"/>
                  <a:pt x="4451941" y="1611634"/>
                  <a:pt x="4459140" y="1611634"/>
                </a:cubicBezTo>
                <a:close/>
                <a:moveTo>
                  <a:pt x="4138112" y="1611634"/>
                </a:moveTo>
                <a:cubicBezTo>
                  <a:pt x="4145194" y="1611750"/>
                  <a:pt x="4151000" y="1617439"/>
                  <a:pt x="4151000" y="1624521"/>
                </a:cubicBezTo>
                <a:cubicBezTo>
                  <a:pt x="4151000" y="1631604"/>
                  <a:pt x="4145311" y="1637409"/>
                  <a:pt x="4138112" y="1637409"/>
                </a:cubicBezTo>
                <a:cubicBezTo>
                  <a:pt x="4131029" y="1637409"/>
                  <a:pt x="4125224" y="1631720"/>
                  <a:pt x="4125224" y="1624521"/>
                </a:cubicBezTo>
                <a:cubicBezTo>
                  <a:pt x="4125224" y="1617439"/>
                  <a:pt x="4130913" y="1611634"/>
                  <a:pt x="4138112" y="1611634"/>
                </a:cubicBezTo>
                <a:close/>
                <a:moveTo>
                  <a:pt x="1312848" y="1611634"/>
                </a:moveTo>
                <a:cubicBezTo>
                  <a:pt x="1319968" y="1611634"/>
                  <a:pt x="1325735" y="1617404"/>
                  <a:pt x="1325735" y="1624521"/>
                </a:cubicBezTo>
                <a:cubicBezTo>
                  <a:pt x="1325735" y="1631640"/>
                  <a:pt x="1319968" y="1637409"/>
                  <a:pt x="1312848" y="1637409"/>
                </a:cubicBezTo>
                <a:cubicBezTo>
                  <a:pt x="1305730" y="1637409"/>
                  <a:pt x="1299962" y="1631640"/>
                  <a:pt x="1299962" y="1624521"/>
                </a:cubicBezTo>
                <a:cubicBezTo>
                  <a:pt x="1299962" y="1617404"/>
                  <a:pt x="1305730" y="1611634"/>
                  <a:pt x="1312848" y="1611634"/>
                </a:cubicBezTo>
                <a:close/>
                <a:moveTo>
                  <a:pt x="154069" y="1611634"/>
                </a:moveTo>
                <a:cubicBezTo>
                  <a:pt x="161187" y="1611634"/>
                  <a:pt x="166957" y="1617404"/>
                  <a:pt x="166957" y="1624521"/>
                </a:cubicBezTo>
                <a:cubicBezTo>
                  <a:pt x="166957" y="1631640"/>
                  <a:pt x="161186" y="1637409"/>
                  <a:pt x="154069" y="1637409"/>
                </a:cubicBezTo>
                <a:cubicBezTo>
                  <a:pt x="146951" y="1637409"/>
                  <a:pt x="141182" y="1631640"/>
                  <a:pt x="141182" y="1624521"/>
                </a:cubicBezTo>
                <a:cubicBezTo>
                  <a:pt x="141182" y="1617404"/>
                  <a:pt x="146953" y="1611634"/>
                  <a:pt x="154069" y="1611634"/>
                </a:cubicBezTo>
                <a:close/>
                <a:moveTo>
                  <a:pt x="89864" y="1611634"/>
                </a:moveTo>
                <a:cubicBezTo>
                  <a:pt x="96982" y="1611634"/>
                  <a:pt x="102752" y="1617404"/>
                  <a:pt x="102752" y="1624521"/>
                </a:cubicBezTo>
                <a:cubicBezTo>
                  <a:pt x="102752" y="1631640"/>
                  <a:pt x="96981" y="1637409"/>
                  <a:pt x="89864" y="1637409"/>
                </a:cubicBezTo>
                <a:cubicBezTo>
                  <a:pt x="82746" y="1637409"/>
                  <a:pt x="76977" y="1631640"/>
                  <a:pt x="76977" y="1624521"/>
                </a:cubicBezTo>
                <a:cubicBezTo>
                  <a:pt x="76977" y="1617404"/>
                  <a:pt x="82748" y="1611634"/>
                  <a:pt x="89864" y="1611634"/>
                </a:cubicBezTo>
                <a:close/>
                <a:moveTo>
                  <a:pt x="12099103" y="1598863"/>
                </a:moveTo>
                <a:cubicBezTo>
                  <a:pt x="12113273" y="1598863"/>
                  <a:pt x="12124761" y="1610351"/>
                  <a:pt x="12124761" y="1624521"/>
                </a:cubicBezTo>
                <a:cubicBezTo>
                  <a:pt x="12124761" y="1638693"/>
                  <a:pt x="12113273" y="1650180"/>
                  <a:pt x="12099103" y="1650180"/>
                </a:cubicBezTo>
                <a:cubicBezTo>
                  <a:pt x="12084931" y="1650180"/>
                  <a:pt x="12073441" y="1638693"/>
                  <a:pt x="12073441" y="1624521"/>
                </a:cubicBezTo>
                <a:cubicBezTo>
                  <a:pt x="12073441" y="1610351"/>
                  <a:pt x="12084931" y="1598863"/>
                  <a:pt x="12099103" y="1598863"/>
                </a:cubicBezTo>
                <a:close/>
                <a:moveTo>
                  <a:pt x="12034897" y="1598863"/>
                </a:moveTo>
                <a:cubicBezTo>
                  <a:pt x="12049061" y="1598863"/>
                  <a:pt x="12060557" y="1610357"/>
                  <a:pt x="12060557" y="1624521"/>
                </a:cubicBezTo>
                <a:cubicBezTo>
                  <a:pt x="12060557" y="1638686"/>
                  <a:pt x="12049061" y="1650180"/>
                  <a:pt x="12034897" y="1650180"/>
                </a:cubicBezTo>
                <a:cubicBezTo>
                  <a:pt x="12020731" y="1650180"/>
                  <a:pt x="12009237" y="1638686"/>
                  <a:pt x="12009237" y="1624521"/>
                </a:cubicBezTo>
                <a:cubicBezTo>
                  <a:pt x="12009237" y="1610357"/>
                  <a:pt x="12020731" y="1598863"/>
                  <a:pt x="12034897" y="1598863"/>
                </a:cubicBezTo>
                <a:close/>
                <a:moveTo>
                  <a:pt x="11970691" y="1598863"/>
                </a:moveTo>
                <a:cubicBezTo>
                  <a:pt x="11984855" y="1598863"/>
                  <a:pt x="11996349" y="1610357"/>
                  <a:pt x="11996349" y="1624521"/>
                </a:cubicBezTo>
                <a:cubicBezTo>
                  <a:pt x="11996349" y="1638686"/>
                  <a:pt x="11984855" y="1650180"/>
                  <a:pt x="11970691" y="1650180"/>
                </a:cubicBezTo>
                <a:cubicBezTo>
                  <a:pt x="11956525" y="1650180"/>
                  <a:pt x="11945033" y="1638686"/>
                  <a:pt x="11945033" y="1624521"/>
                </a:cubicBezTo>
                <a:cubicBezTo>
                  <a:pt x="11945033" y="1610357"/>
                  <a:pt x="11956525" y="1598863"/>
                  <a:pt x="11970691" y="1598863"/>
                </a:cubicBezTo>
                <a:close/>
                <a:moveTo>
                  <a:pt x="11906483" y="1598863"/>
                </a:moveTo>
                <a:cubicBezTo>
                  <a:pt x="11920649" y="1598863"/>
                  <a:pt x="11932145" y="1610357"/>
                  <a:pt x="11932145" y="1624521"/>
                </a:cubicBezTo>
                <a:cubicBezTo>
                  <a:pt x="11932145" y="1638686"/>
                  <a:pt x="11920649" y="1650180"/>
                  <a:pt x="11906483" y="1650180"/>
                </a:cubicBezTo>
                <a:cubicBezTo>
                  <a:pt x="11892321" y="1650180"/>
                  <a:pt x="11880825" y="1638686"/>
                  <a:pt x="11880825" y="1624521"/>
                </a:cubicBezTo>
                <a:cubicBezTo>
                  <a:pt x="11880825" y="1610357"/>
                  <a:pt x="11892321" y="1598863"/>
                  <a:pt x="11906483" y="1598863"/>
                </a:cubicBezTo>
                <a:close/>
                <a:moveTo>
                  <a:pt x="11842279" y="1598863"/>
                </a:moveTo>
                <a:cubicBezTo>
                  <a:pt x="11856445" y="1598863"/>
                  <a:pt x="11867941" y="1610357"/>
                  <a:pt x="11867941" y="1624521"/>
                </a:cubicBezTo>
                <a:cubicBezTo>
                  <a:pt x="11867941" y="1638686"/>
                  <a:pt x="11856445" y="1650180"/>
                  <a:pt x="11842279" y="1650180"/>
                </a:cubicBezTo>
                <a:cubicBezTo>
                  <a:pt x="11828117" y="1650180"/>
                  <a:pt x="11816621" y="1638686"/>
                  <a:pt x="11816621" y="1624521"/>
                </a:cubicBezTo>
                <a:cubicBezTo>
                  <a:pt x="11816621" y="1610357"/>
                  <a:pt x="11828117" y="1598863"/>
                  <a:pt x="11842279" y="1598863"/>
                </a:cubicBezTo>
                <a:close/>
                <a:moveTo>
                  <a:pt x="11775107" y="1598863"/>
                </a:moveTo>
                <a:cubicBezTo>
                  <a:pt x="11789271" y="1598863"/>
                  <a:pt x="11800767" y="1610357"/>
                  <a:pt x="11800767" y="1624521"/>
                </a:cubicBezTo>
                <a:cubicBezTo>
                  <a:pt x="11800767" y="1638686"/>
                  <a:pt x="11789271" y="1650180"/>
                  <a:pt x="11775107" y="1650180"/>
                </a:cubicBezTo>
                <a:cubicBezTo>
                  <a:pt x="11760941" y="1650180"/>
                  <a:pt x="11749449" y="1638686"/>
                  <a:pt x="11749449" y="1624521"/>
                </a:cubicBezTo>
                <a:cubicBezTo>
                  <a:pt x="11749449" y="1610357"/>
                  <a:pt x="11760941" y="1598863"/>
                  <a:pt x="11775107" y="1598863"/>
                </a:cubicBezTo>
                <a:close/>
                <a:moveTo>
                  <a:pt x="11710901" y="1598863"/>
                </a:moveTo>
                <a:cubicBezTo>
                  <a:pt x="11725067" y="1598863"/>
                  <a:pt x="11736561" y="1610357"/>
                  <a:pt x="11736561" y="1624521"/>
                </a:cubicBezTo>
                <a:cubicBezTo>
                  <a:pt x="11736561" y="1638686"/>
                  <a:pt x="11725067" y="1650180"/>
                  <a:pt x="11710901" y="1650180"/>
                </a:cubicBezTo>
                <a:cubicBezTo>
                  <a:pt x="11696737" y="1650180"/>
                  <a:pt x="11685243" y="1638686"/>
                  <a:pt x="11685243" y="1624521"/>
                </a:cubicBezTo>
                <a:cubicBezTo>
                  <a:pt x="11685243" y="1610357"/>
                  <a:pt x="11696737" y="1598863"/>
                  <a:pt x="11710901" y="1598863"/>
                </a:cubicBezTo>
                <a:close/>
                <a:moveTo>
                  <a:pt x="11646697" y="1598863"/>
                </a:moveTo>
                <a:cubicBezTo>
                  <a:pt x="11660859" y="1598863"/>
                  <a:pt x="11672355" y="1610357"/>
                  <a:pt x="11672355" y="1624521"/>
                </a:cubicBezTo>
                <a:cubicBezTo>
                  <a:pt x="11672355" y="1638686"/>
                  <a:pt x="11660859" y="1650180"/>
                  <a:pt x="11646697" y="1650180"/>
                </a:cubicBezTo>
                <a:cubicBezTo>
                  <a:pt x="11632529" y="1650180"/>
                  <a:pt x="11621037" y="1638686"/>
                  <a:pt x="11621037" y="1624521"/>
                </a:cubicBezTo>
                <a:cubicBezTo>
                  <a:pt x="11621037" y="1610357"/>
                  <a:pt x="11632529" y="1598863"/>
                  <a:pt x="11646697" y="1598863"/>
                </a:cubicBezTo>
                <a:close/>
                <a:moveTo>
                  <a:pt x="11454081" y="1598863"/>
                </a:moveTo>
                <a:cubicBezTo>
                  <a:pt x="11468253" y="1598863"/>
                  <a:pt x="11479739" y="1610351"/>
                  <a:pt x="11479739" y="1624521"/>
                </a:cubicBezTo>
                <a:cubicBezTo>
                  <a:pt x="11479739" y="1638693"/>
                  <a:pt x="11468253" y="1650180"/>
                  <a:pt x="11454081" y="1650180"/>
                </a:cubicBezTo>
                <a:cubicBezTo>
                  <a:pt x="11439909" y="1650180"/>
                  <a:pt x="11428421" y="1638693"/>
                  <a:pt x="11428421" y="1624521"/>
                </a:cubicBezTo>
                <a:cubicBezTo>
                  <a:pt x="11428421" y="1610351"/>
                  <a:pt x="11439909" y="1598863"/>
                  <a:pt x="11454081" y="1598863"/>
                </a:cubicBezTo>
                <a:close/>
                <a:moveTo>
                  <a:pt x="11389875" y="1598863"/>
                </a:moveTo>
                <a:cubicBezTo>
                  <a:pt x="11404040" y="1598863"/>
                  <a:pt x="11415533" y="1610357"/>
                  <a:pt x="11415533" y="1624521"/>
                </a:cubicBezTo>
                <a:cubicBezTo>
                  <a:pt x="11415533" y="1638686"/>
                  <a:pt x="11404040" y="1650180"/>
                  <a:pt x="11389875" y="1650180"/>
                </a:cubicBezTo>
                <a:cubicBezTo>
                  <a:pt x="11375710" y="1650180"/>
                  <a:pt x="11364217" y="1638686"/>
                  <a:pt x="11364217" y="1624521"/>
                </a:cubicBezTo>
                <a:cubicBezTo>
                  <a:pt x="11364217" y="1610357"/>
                  <a:pt x="11375710" y="1598863"/>
                  <a:pt x="11389875" y="1598863"/>
                </a:cubicBezTo>
                <a:close/>
                <a:moveTo>
                  <a:pt x="11325670" y="1598863"/>
                </a:moveTo>
                <a:cubicBezTo>
                  <a:pt x="11339835" y="1598863"/>
                  <a:pt x="11351329" y="1610357"/>
                  <a:pt x="11351329" y="1624521"/>
                </a:cubicBezTo>
                <a:cubicBezTo>
                  <a:pt x="11351329" y="1638686"/>
                  <a:pt x="11339835" y="1650180"/>
                  <a:pt x="11325670" y="1650180"/>
                </a:cubicBezTo>
                <a:cubicBezTo>
                  <a:pt x="11311505" y="1650180"/>
                  <a:pt x="11300012" y="1638686"/>
                  <a:pt x="11300012" y="1624521"/>
                </a:cubicBezTo>
                <a:cubicBezTo>
                  <a:pt x="11300012" y="1610357"/>
                  <a:pt x="11311505" y="1598863"/>
                  <a:pt x="11325670" y="1598863"/>
                </a:cubicBezTo>
                <a:close/>
                <a:moveTo>
                  <a:pt x="11261466" y="1598863"/>
                </a:moveTo>
                <a:cubicBezTo>
                  <a:pt x="11275628" y="1598863"/>
                  <a:pt x="11287124" y="1610357"/>
                  <a:pt x="11287124" y="1624521"/>
                </a:cubicBezTo>
                <a:cubicBezTo>
                  <a:pt x="11287124" y="1638686"/>
                  <a:pt x="11275628" y="1650180"/>
                  <a:pt x="11261466" y="1650180"/>
                </a:cubicBezTo>
                <a:cubicBezTo>
                  <a:pt x="11247301" y="1650180"/>
                  <a:pt x="11235805" y="1638686"/>
                  <a:pt x="11235805" y="1624521"/>
                </a:cubicBezTo>
                <a:cubicBezTo>
                  <a:pt x="11235805" y="1610357"/>
                  <a:pt x="11247301" y="1598863"/>
                  <a:pt x="11261466" y="1598863"/>
                </a:cubicBezTo>
                <a:close/>
                <a:moveTo>
                  <a:pt x="11197259" y="1598863"/>
                </a:moveTo>
                <a:cubicBezTo>
                  <a:pt x="11211424" y="1598863"/>
                  <a:pt x="11222917" y="1610357"/>
                  <a:pt x="11222917" y="1624521"/>
                </a:cubicBezTo>
                <a:cubicBezTo>
                  <a:pt x="11222917" y="1638686"/>
                  <a:pt x="11211424" y="1650180"/>
                  <a:pt x="11197259" y="1650180"/>
                </a:cubicBezTo>
                <a:cubicBezTo>
                  <a:pt x="11183094" y="1650180"/>
                  <a:pt x="11171601" y="1638686"/>
                  <a:pt x="11171601" y="1624521"/>
                </a:cubicBezTo>
                <a:cubicBezTo>
                  <a:pt x="11171601" y="1610357"/>
                  <a:pt x="11183094" y="1598863"/>
                  <a:pt x="11197259" y="1598863"/>
                </a:cubicBezTo>
                <a:close/>
                <a:moveTo>
                  <a:pt x="11133055" y="1598863"/>
                </a:moveTo>
                <a:cubicBezTo>
                  <a:pt x="11147225" y="1598863"/>
                  <a:pt x="11158713" y="1610351"/>
                  <a:pt x="11158713" y="1624521"/>
                </a:cubicBezTo>
                <a:cubicBezTo>
                  <a:pt x="11158713" y="1638693"/>
                  <a:pt x="11147225" y="1650180"/>
                  <a:pt x="11133055" y="1650180"/>
                </a:cubicBezTo>
                <a:cubicBezTo>
                  <a:pt x="11118884" y="1650180"/>
                  <a:pt x="11107396" y="1638693"/>
                  <a:pt x="11107396" y="1624521"/>
                </a:cubicBezTo>
                <a:cubicBezTo>
                  <a:pt x="11107396" y="1610351"/>
                  <a:pt x="11118884" y="1598863"/>
                  <a:pt x="11133055" y="1598863"/>
                </a:cubicBezTo>
                <a:close/>
                <a:moveTo>
                  <a:pt x="11068848" y="1598863"/>
                </a:moveTo>
                <a:cubicBezTo>
                  <a:pt x="11083021" y="1598863"/>
                  <a:pt x="11094509" y="1610351"/>
                  <a:pt x="11094509" y="1624521"/>
                </a:cubicBezTo>
                <a:cubicBezTo>
                  <a:pt x="11094509" y="1638693"/>
                  <a:pt x="11083021" y="1650180"/>
                  <a:pt x="11068848" y="1650180"/>
                </a:cubicBezTo>
                <a:cubicBezTo>
                  <a:pt x="11054677" y="1650180"/>
                  <a:pt x="11043189" y="1638693"/>
                  <a:pt x="11043189" y="1624521"/>
                </a:cubicBezTo>
                <a:cubicBezTo>
                  <a:pt x="11043189" y="1610351"/>
                  <a:pt x="11054677" y="1598863"/>
                  <a:pt x="11068848" y="1598863"/>
                </a:cubicBezTo>
                <a:close/>
                <a:moveTo>
                  <a:pt x="11004643" y="1598863"/>
                </a:moveTo>
                <a:cubicBezTo>
                  <a:pt x="11018808" y="1598863"/>
                  <a:pt x="11030301" y="1610357"/>
                  <a:pt x="11030301" y="1624521"/>
                </a:cubicBezTo>
                <a:cubicBezTo>
                  <a:pt x="11030301" y="1638686"/>
                  <a:pt x="11018808" y="1650180"/>
                  <a:pt x="11004643" y="1650180"/>
                </a:cubicBezTo>
                <a:cubicBezTo>
                  <a:pt x="10990478" y="1650180"/>
                  <a:pt x="10978985" y="1638686"/>
                  <a:pt x="10978985" y="1624521"/>
                </a:cubicBezTo>
                <a:cubicBezTo>
                  <a:pt x="10978985" y="1610357"/>
                  <a:pt x="10990478" y="1598863"/>
                  <a:pt x="11004643" y="1598863"/>
                </a:cubicBezTo>
                <a:close/>
                <a:moveTo>
                  <a:pt x="10940321" y="1598863"/>
                </a:moveTo>
                <a:cubicBezTo>
                  <a:pt x="10954604" y="1598863"/>
                  <a:pt x="10965982" y="1610357"/>
                  <a:pt x="10965982" y="1624521"/>
                </a:cubicBezTo>
                <a:cubicBezTo>
                  <a:pt x="10965982" y="1638686"/>
                  <a:pt x="10954486" y="1650180"/>
                  <a:pt x="10940321" y="1650180"/>
                </a:cubicBezTo>
                <a:cubicBezTo>
                  <a:pt x="10926156" y="1650180"/>
                  <a:pt x="10914663" y="1638686"/>
                  <a:pt x="10914663" y="1624521"/>
                </a:cubicBezTo>
                <a:cubicBezTo>
                  <a:pt x="10914663" y="1610357"/>
                  <a:pt x="10926156" y="1598863"/>
                  <a:pt x="10940321" y="1598863"/>
                </a:cubicBezTo>
                <a:close/>
                <a:moveTo>
                  <a:pt x="10811912" y="1598863"/>
                </a:moveTo>
                <a:cubicBezTo>
                  <a:pt x="10826077" y="1598863"/>
                  <a:pt x="10837571" y="1610357"/>
                  <a:pt x="10837571" y="1624521"/>
                </a:cubicBezTo>
                <a:cubicBezTo>
                  <a:pt x="10837571" y="1638686"/>
                  <a:pt x="10826077" y="1650180"/>
                  <a:pt x="10811912" y="1650180"/>
                </a:cubicBezTo>
                <a:cubicBezTo>
                  <a:pt x="10797747" y="1650180"/>
                  <a:pt x="10786254" y="1638686"/>
                  <a:pt x="10786254" y="1624521"/>
                </a:cubicBezTo>
                <a:cubicBezTo>
                  <a:pt x="10786254" y="1610357"/>
                  <a:pt x="10797747" y="1598863"/>
                  <a:pt x="10811912" y="1598863"/>
                </a:cubicBezTo>
                <a:close/>
                <a:moveTo>
                  <a:pt x="10747708" y="1598863"/>
                </a:moveTo>
                <a:cubicBezTo>
                  <a:pt x="10761878" y="1598863"/>
                  <a:pt x="10773366" y="1610351"/>
                  <a:pt x="10773366" y="1624521"/>
                </a:cubicBezTo>
                <a:cubicBezTo>
                  <a:pt x="10773366" y="1638693"/>
                  <a:pt x="10761878" y="1650180"/>
                  <a:pt x="10747708" y="1650180"/>
                </a:cubicBezTo>
                <a:cubicBezTo>
                  <a:pt x="10733535" y="1650180"/>
                  <a:pt x="10722047" y="1638693"/>
                  <a:pt x="10722047" y="1624521"/>
                </a:cubicBezTo>
                <a:cubicBezTo>
                  <a:pt x="10722047" y="1610351"/>
                  <a:pt x="10733535" y="1598863"/>
                  <a:pt x="10747708" y="1598863"/>
                </a:cubicBezTo>
                <a:close/>
                <a:moveTo>
                  <a:pt x="10683501" y="1598863"/>
                </a:moveTo>
                <a:cubicBezTo>
                  <a:pt x="10697666" y="1598863"/>
                  <a:pt x="10709159" y="1610357"/>
                  <a:pt x="10709159" y="1624521"/>
                </a:cubicBezTo>
                <a:cubicBezTo>
                  <a:pt x="10709159" y="1638686"/>
                  <a:pt x="10697666" y="1650180"/>
                  <a:pt x="10683501" y="1650180"/>
                </a:cubicBezTo>
                <a:cubicBezTo>
                  <a:pt x="10669336" y="1650180"/>
                  <a:pt x="10657843" y="1638686"/>
                  <a:pt x="10657843" y="1624521"/>
                </a:cubicBezTo>
                <a:cubicBezTo>
                  <a:pt x="10657843" y="1610357"/>
                  <a:pt x="10669336" y="1598863"/>
                  <a:pt x="10683501" y="1598863"/>
                </a:cubicBezTo>
                <a:close/>
                <a:moveTo>
                  <a:pt x="10619297" y="1598863"/>
                </a:moveTo>
                <a:cubicBezTo>
                  <a:pt x="10633462" y="1598863"/>
                  <a:pt x="10644955" y="1610357"/>
                  <a:pt x="10644955" y="1624521"/>
                </a:cubicBezTo>
                <a:cubicBezTo>
                  <a:pt x="10644955" y="1638686"/>
                  <a:pt x="10633462" y="1650180"/>
                  <a:pt x="10619297" y="1650180"/>
                </a:cubicBezTo>
                <a:cubicBezTo>
                  <a:pt x="10605132" y="1650180"/>
                  <a:pt x="10593639" y="1638686"/>
                  <a:pt x="10593639" y="1624521"/>
                </a:cubicBezTo>
                <a:cubicBezTo>
                  <a:pt x="10593639" y="1610357"/>
                  <a:pt x="10605132" y="1598863"/>
                  <a:pt x="10619297" y="1598863"/>
                </a:cubicBezTo>
                <a:close/>
                <a:moveTo>
                  <a:pt x="10555092" y="1598863"/>
                </a:moveTo>
                <a:cubicBezTo>
                  <a:pt x="10569255" y="1598863"/>
                  <a:pt x="10580751" y="1610357"/>
                  <a:pt x="10580751" y="1624521"/>
                </a:cubicBezTo>
                <a:cubicBezTo>
                  <a:pt x="10580751" y="1638686"/>
                  <a:pt x="10569255" y="1650180"/>
                  <a:pt x="10555092" y="1650180"/>
                </a:cubicBezTo>
                <a:cubicBezTo>
                  <a:pt x="10540927" y="1650180"/>
                  <a:pt x="10529432" y="1638686"/>
                  <a:pt x="10529432" y="1624521"/>
                </a:cubicBezTo>
                <a:cubicBezTo>
                  <a:pt x="10529432" y="1610357"/>
                  <a:pt x="10540927" y="1598863"/>
                  <a:pt x="10555092" y="1598863"/>
                </a:cubicBezTo>
                <a:close/>
                <a:moveTo>
                  <a:pt x="10490885" y="1598863"/>
                </a:moveTo>
                <a:cubicBezTo>
                  <a:pt x="10505050" y="1598863"/>
                  <a:pt x="10516544" y="1610357"/>
                  <a:pt x="10516544" y="1624521"/>
                </a:cubicBezTo>
                <a:cubicBezTo>
                  <a:pt x="10516544" y="1638686"/>
                  <a:pt x="10505050" y="1650180"/>
                  <a:pt x="10490885" y="1650180"/>
                </a:cubicBezTo>
                <a:cubicBezTo>
                  <a:pt x="10476720" y="1650180"/>
                  <a:pt x="10465227" y="1638686"/>
                  <a:pt x="10465227" y="1624521"/>
                </a:cubicBezTo>
                <a:cubicBezTo>
                  <a:pt x="10465227" y="1610357"/>
                  <a:pt x="10476720" y="1598863"/>
                  <a:pt x="10490885" y="1598863"/>
                </a:cubicBezTo>
                <a:close/>
                <a:moveTo>
                  <a:pt x="10426681" y="1598863"/>
                </a:moveTo>
                <a:cubicBezTo>
                  <a:pt x="10440851" y="1598863"/>
                  <a:pt x="10452339" y="1610351"/>
                  <a:pt x="10452339" y="1624521"/>
                </a:cubicBezTo>
                <a:cubicBezTo>
                  <a:pt x="10452339" y="1638693"/>
                  <a:pt x="10440851" y="1650180"/>
                  <a:pt x="10426681" y="1650180"/>
                </a:cubicBezTo>
                <a:cubicBezTo>
                  <a:pt x="10412508" y="1650180"/>
                  <a:pt x="10401023" y="1638693"/>
                  <a:pt x="10401023" y="1624521"/>
                </a:cubicBezTo>
                <a:cubicBezTo>
                  <a:pt x="10401023" y="1610351"/>
                  <a:pt x="10412508" y="1598863"/>
                  <a:pt x="10426681" y="1598863"/>
                </a:cubicBezTo>
                <a:close/>
                <a:moveTo>
                  <a:pt x="10362474" y="1598863"/>
                </a:moveTo>
                <a:cubicBezTo>
                  <a:pt x="10376647" y="1598863"/>
                  <a:pt x="10388135" y="1610351"/>
                  <a:pt x="10388135" y="1624521"/>
                </a:cubicBezTo>
                <a:cubicBezTo>
                  <a:pt x="10388135" y="1638693"/>
                  <a:pt x="10376647" y="1650180"/>
                  <a:pt x="10362474" y="1650180"/>
                </a:cubicBezTo>
                <a:cubicBezTo>
                  <a:pt x="10348304" y="1650180"/>
                  <a:pt x="10336816" y="1638693"/>
                  <a:pt x="10336816" y="1624521"/>
                </a:cubicBezTo>
                <a:cubicBezTo>
                  <a:pt x="10336816" y="1610351"/>
                  <a:pt x="10348304" y="1598863"/>
                  <a:pt x="10362474" y="1598863"/>
                </a:cubicBezTo>
                <a:close/>
                <a:moveTo>
                  <a:pt x="10298270" y="1598863"/>
                </a:moveTo>
                <a:cubicBezTo>
                  <a:pt x="10312435" y="1598863"/>
                  <a:pt x="10323928" y="1610357"/>
                  <a:pt x="10323928" y="1624521"/>
                </a:cubicBezTo>
                <a:cubicBezTo>
                  <a:pt x="10323928" y="1638686"/>
                  <a:pt x="10312435" y="1650180"/>
                  <a:pt x="10298270" y="1650180"/>
                </a:cubicBezTo>
                <a:cubicBezTo>
                  <a:pt x="10284105" y="1650180"/>
                  <a:pt x="10272611" y="1638686"/>
                  <a:pt x="10272611" y="1624521"/>
                </a:cubicBezTo>
                <a:cubicBezTo>
                  <a:pt x="10272611" y="1610357"/>
                  <a:pt x="10284105" y="1598863"/>
                  <a:pt x="10298270" y="1598863"/>
                </a:cubicBezTo>
                <a:close/>
                <a:moveTo>
                  <a:pt x="10234065" y="1598863"/>
                </a:moveTo>
                <a:cubicBezTo>
                  <a:pt x="10248228" y="1598863"/>
                  <a:pt x="10259723" y="1610357"/>
                  <a:pt x="10259723" y="1624521"/>
                </a:cubicBezTo>
                <a:cubicBezTo>
                  <a:pt x="10259723" y="1638686"/>
                  <a:pt x="10248228" y="1650180"/>
                  <a:pt x="10234065" y="1650180"/>
                </a:cubicBezTo>
                <a:cubicBezTo>
                  <a:pt x="10219900" y="1650180"/>
                  <a:pt x="10208404" y="1638686"/>
                  <a:pt x="10208404" y="1624521"/>
                </a:cubicBezTo>
                <a:cubicBezTo>
                  <a:pt x="10208404" y="1610357"/>
                  <a:pt x="10219900" y="1598863"/>
                  <a:pt x="10234065" y="1598863"/>
                </a:cubicBezTo>
                <a:close/>
                <a:moveTo>
                  <a:pt x="10105654" y="1598863"/>
                </a:moveTo>
                <a:cubicBezTo>
                  <a:pt x="10119819" y="1598863"/>
                  <a:pt x="10131312" y="1610357"/>
                  <a:pt x="10131312" y="1624521"/>
                </a:cubicBezTo>
                <a:cubicBezTo>
                  <a:pt x="10131312" y="1638686"/>
                  <a:pt x="10119819" y="1650180"/>
                  <a:pt x="10105654" y="1650180"/>
                </a:cubicBezTo>
                <a:cubicBezTo>
                  <a:pt x="10091489" y="1650180"/>
                  <a:pt x="10079996" y="1638686"/>
                  <a:pt x="10079996" y="1624521"/>
                </a:cubicBezTo>
                <a:cubicBezTo>
                  <a:pt x="10079996" y="1610357"/>
                  <a:pt x="10091489" y="1598863"/>
                  <a:pt x="10105654" y="1598863"/>
                </a:cubicBezTo>
                <a:close/>
                <a:moveTo>
                  <a:pt x="9977242" y="1598863"/>
                </a:moveTo>
                <a:cubicBezTo>
                  <a:pt x="9991416" y="1598863"/>
                  <a:pt x="10002903" y="1610351"/>
                  <a:pt x="10002903" y="1624521"/>
                </a:cubicBezTo>
                <a:cubicBezTo>
                  <a:pt x="10002903" y="1638693"/>
                  <a:pt x="9991416" y="1650180"/>
                  <a:pt x="9977242" y="1650180"/>
                </a:cubicBezTo>
                <a:cubicBezTo>
                  <a:pt x="9963072" y="1650180"/>
                  <a:pt x="9951584" y="1638693"/>
                  <a:pt x="9951584" y="1624521"/>
                </a:cubicBezTo>
                <a:cubicBezTo>
                  <a:pt x="9951584" y="1610351"/>
                  <a:pt x="9963072" y="1598863"/>
                  <a:pt x="9977242" y="1598863"/>
                </a:cubicBezTo>
                <a:close/>
                <a:moveTo>
                  <a:pt x="9913038" y="1598863"/>
                </a:moveTo>
                <a:cubicBezTo>
                  <a:pt x="9927203" y="1598863"/>
                  <a:pt x="9938696" y="1610357"/>
                  <a:pt x="9938696" y="1624521"/>
                </a:cubicBezTo>
                <a:cubicBezTo>
                  <a:pt x="9938696" y="1638686"/>
                  <a:pt x="9927203" y="1650180"/>
                  <a:pt x="9913038" y="1650180"/>
                </a:cubicBezTo>
                <a:cubicBezTo>
                  <a:pt x="9898873" y="1650180"/>
                  <a:pt x="9887380" y="1638686"/>
                  <a:pt x="9887380" y="1624521"/>
                </a:cubicBezTo>
                <a:cubicBezTo>
                  <a:pt x="9887380" y="1610357"/>
                  <a:pt x="9898873" y="1598863"/>
                  <a:pt x="9913038" y="1598863"/>
                </a:cubicBezTo>
                <a:close/>
                <a:moveTo>
                  <a:pt x="9784512" y="1598863"/>
                </a:moveTo>
                <a:cubicBezTo>
                  <a:pt x="9798677" y="1598863"/>
                  <a:pt x="9810170" y="1610357"/>
                  <a:pt x="9810170" y="1624521"/>
                </a:cubicBezTo>
                <a:cubicBezTo>
                  <a:pt x="9810170" y="1638686"/>
                  <a:pt x="9798677" y="1650180"/>
                  <a:pt x="9784512" y="1650180"/>
                </a:cubicBezTo>
                <a:cubicBezTo>
                  <a:pt x="9770347" y="1650180"/>
                  <a:pt x="9758853" y="1638686"/>
                  <a:pt x="9758853" y="1624521"/>
                </a:cubicBezTo>
                <a:cubicBezTo>
                  <a:pt x="9758853" y="1610357"/>
                  <a:pt x="9770347" y="1598863"/>
                  <a:pt x="9784512" y="1598863"/>
                </a:cubicBezTo>
                <a:close/>
                <a:moveTo>
                  <a:pt x="9720307" y="1598863"/>
                </a:moveTo>
                <a:cubicBezTo>
                  <a:pt x="9734470" y="1598863"/>
                  <a:pt x="9745965" y="1610357"/>
                  <a:pt x="9745965" y="1624521"/>
                </a:cubicBezTo>
                <a:cubicBezTo>
                  <a:pt x="9745965" y="1638686"/>
                  <a:pt x="9734470" y="1650180"/>
                  <a:pt x="9720307" y="1650180"/>
                </a:cubicBezTo>
                <a:cubicBezTo>
                  <a:pt x="9706142" y="1650180"/>
                  <a:pt x="9694646" y="1638686"/>
                  <a:pt x="9694646" y="1624521"/>
                </a:cubicBezTo>
                <a:cubicBezTo>
                  <a:pt x="9694646" y="1610357"/>
                  <a:pt x="9706142" y="1598863"/>
                  <a:pt x="9720307" y="1598863"/>
                </a:cubicBezTo>
                <a:close/>
                <a:moveTo>
                  <a:pt x="9656100" y="1598863"/>
                </a:moveTo>
                <a:cubicBezTo>
                  <a:pt x="9670271" y="1598863"/>
                  <a:pt x="9681758" y="1610351"/>
                  <a:pt x="9681758" y="1624521"/>
                </a:cubicBezTo>
                <a:cubicBezTo>
                  <a:pt x="9681758" y="1638693"/>
                  <a:pt x="9670271" y="1650180"/>
                  <a:pt x="9656100" y="1650180"/>
                </a:cubicBezTo>
                <a:cubicBezTo>
                  <a:pt x="9641930" y="1650180"/>
                  <a:pt x="9630442" y="1638693"/>
                  <a:pt x="9630442" y="1624521"/>
                </a:cubicBezTo>
                <a:cubicBezTo>
                  <a:pt x="9630442" y="1610351"/>
                  <a:pt x="9641930" y="1598863"/>
                  <a:pt x="9656100" y="1598863"/>
                </a:cubicBezTo>
                <a:close/>
                <a:moveTo>
                  <a:pt x="9591896" y="1598863"/>
                </a:moveTo>
                <a:cubicBezTo>
                  <a:pt x="9606061" y="1598863"/>
                  <a:pt x="9617554" y="1610357"/>
                  <a:pt x="9617554" y="1624521"/>
                </a:cubicBezTo>
                <a:cubicBezTo>
                  <a:pt x="9617554" y="1638686"/>
                  <a:pt x="9606061" y="1650180"/>
                  <a:pt x="9591896" y="1650180"/>
                </a:cubicBezTo>
                <a:cubicBezTo>
                  <a:pt x="9577731" y="1650180"/>
                  <a:pt x="9566238" y="1638686"/>
                  <a:pt x="9566238" y="1624521"/>
                </a:cubicBezTo>
                <a:cubicBezTo>
                  <a:pt x="9566238" y="1610357"/>
                  <a:pt x="9577731" y="1598863"/>
                  <a:pt x="9591896" y="1598863"/>
                </a:cubicBezTo>
                <a:close/>
                <a:moveTo>
                  <a:pt x="9527689" y="1598863"/>
                </a:moveTo>
                <a:cubicBezTo>
                  <a:pt x="9541854" y="1598863"/>
                  <a:pt x="9553350" y="1610357"/>
                  <a:pt x="9553350" y="1624521"/>
                </a:cubicBezTo>
                <a:cubicBezTo>
                  <a:pt x="9553350" y="1638686"/>
                  <a:pt x="9541854" y="1650180"/>
                  <a:pt x="9527689" y="1650180"/>
                </a:cubicBezTo>
                <a:cubicBezTo>
                  <a:pt x="9513524" y="1650180"/>
                  <a:pt x="9502031" y="1638686"/>
                  <a:pt x="9502031" y="1624521"/>
                </a:cubicBezTo>
                <a:cubicBezTo>
                  <a:pt x="9502031" y="1610357"/>
                  <a:pt x="9513524" y="1598863"/>
                  <a:pt x="9527689" y="1598863"/>
                </a:cubicBezTo>
                <a:close/>
                <a:moveTo>
                  <a:pt x="9463485" y="1598863"/>
                </a:moveTo>
                <a:cubicBezTo>
                  <a:pt x="9477650" y="1598863"/>
                  <a:pt x="9489143" y="1610357"/>
                  <a:pt x="9489143" y="1624521"/>
                </a:cubicBezTo>
                <a:cubicBezTo>
                  <a:pt x="9489143" y="1638686"/>
                  <a:pt x="9477650" y="1650180"/>
                  <a:pt x="9463485" y="1650180"/>
                </a:cubicBezTo>
                <a:cubicBezTo>
                  <a:pt x="9449320" y="1650180"/>
                  <a:pt x="9437826" y="1638686"/>
                  <a:pt x="9437826" y="1624521"/>
                </a:cubicBezTo>
                <a:cubicBezTo>
                  <a:pt x="9437826" y="1610357"/>
                  <a:pt x="9449320" y="1598863"/>
                  <a:pt x="9463485" y="1598863"/>
                </a:cubicBezTo>
                <a:close/>
                <a:moveTo>
                  <a:pt x="9399280" y="1598863"/>
                </a:moveTo>
                <a:cubicBezTo>
                  <a:pt x="9413445" y="1598863"/>
                  <a:pt x="9424938" y="1610357"/>
                  <a:pt x="9424938" y="1624521"/>
                </a:cubicBezTo>
                <a:cubicBezTo>
                  <a:pt x="9424938" y="1638686"/>
                  <a:pt x="9413445" y="1650180"/>
                  <a:pt x="9399280" y="1650180"/>
                </a:cubicBezTo>
                <a:cubicBezTo>
                  <a:pt x="9385115" y="1650180"/>
                  <a:pt x="9373619" y="1638686"/>
                  <a:pt x="9373619" y="1624521"/>
                </a:cubicBezTo>
                <a:cubicBezTo>
                  <a:pt x="9373619" y="1610357"/>
                  <a:pt x="9385115" y="1598863"/>
                  <a:pt x="9399280" y="1598863"/>
                </a:cubicBezTo>
                <a:close/>
                <a:moveTo>
                  <a:pt x="9335073" y="1598863"/>
                </a:moveTo>
                <a:cubicBezTo>
                  <a:pt x="9349246" y="1598863"/>
                  <a:pt x="9360734" y="1610351"/>
                  <a:pt x="9360734" y="1624521"/>
                </a:cubicBezTo>
                <a:cubicBezTo>
                  <a:pt x="9360734" y="1638693"/>
                  <a:pt x="9349246" y="1650180"/>
                  <a:pt x="9335073" y="1650180"/>
                </a:cubicBezTo>
                <a:cubicBezTo>
                  <a:pt x="9320903" y="1650180"/>
                  <a:pt x="9309415" y="1638693"/>
                  <a:pt x="9309415" y="1624521"/>
                </a:cubicBezTo>
                <a:cubicBezTo>
                  <a:pt x="9309415" y="1610351"/>
                  <a:pt x="9320903" y="1598863"/>
                  <a:pt x="9335073" y="1598863"/>
                </a:cubicBezTo>
                <a:close/>
                <a:moveTo>
                  <a:pt x="9206664" y="1598863"/>
                </a:moveTo>
                <a:cubicBezTo>
                  <a:pt x="9220829" y="1598863"/>
                  <a:pt x="9232323" y="1610357"/>
                  <a:pt x="9232323" y="1624521"/>
                </a:cubicBezTo>
                <a:cubicBezTo>
                  <a:pt x="9232323" y="1638686"/>
                  <a:pt x="9220829" y="1650180"/>
                  <a:pt x="9206664" y="1650180"/>
                </a:cubicBezTo>
                <a:cubicBezTo>
                  <a:pt x="9192499" y="1650180"/>
                  <a:pt x="9181006" y="1638686"/>
                  <a:pt x="9181006" y="1624521"/>
                </a:cubicBezTo>
                <a:cubicBezTo>
                  <a:pt x="9181006" y="1610357"/>
                  <a:pt x="9192499" y="1598863"/>
                  <a:pt x="9206664" y="1598863"/>
                </a:cubicBezTo>
                <a:close/>
                <a:moveTo>
                  <a:pt x="9142457" y="1598863"/>
                </a:moveTo>
                <a:cubicBezTo>
                  <a:pt x="9156622" y="1598863"/>
                  <a:pt x="9168118" y="1610357"/>
                  <a:pt x="9168118" y="1624521"/>
                </a:cubicBezTo>
                <a:cubicBezTo>
                  <a:pt x="9168118" y="1638686"/>
                  <a:pt x="9156622" y="1650180"/>
                  <a:pt x="9142457" y="1650180"/>
                </a:cubicBezTo>
                <a:cubicBezTo>
                  <a:pt x="9128292" y="1650180"/>
                  <a:pt x="9116799" y="1638686"/>
                  <a:pt x="9116799" y="1624521"/>
                </a:cubicBezTo>
                <a:cubicBezTo>
                  <a:pt x="9116799" y="1610357"/>
                  <a:pt x="9128292" y="1598863"/>
                  <a:pt x="9142457" y="1598863"/>
                </a:cubicBezTo>
                <a:close/>
                <a:moveTo>
                  <a:pt x="9078253" y="1598863"/>
                </a:moveTo>
                <a:cubicBezTo>
                  <a:pt x="9092418" y="1598863"/>
                  <a:pt x="9103911" y="1610357"/>
                  <a:pt x="9103911" y="1624521"/>
                </a:cubicBezTo>
                <a:cubicBezTo>
                  <a:pt x="9103911" y="1638686"/>
                  <a:pt x="9092418" y="1650180"/>
                  <a:pt x="9078253" y="1650180"/>
                </a:cubicBezTo>
                <a:cubicBezTo>
                  <a:pt x="9064088" y="1650180"/>
                  <a:pt x="9052595" y="1638686"/>
                  <a:pt x="9052595" y="1624521"/>
                </a:cubicBezTo>
                <a:cubicBezTo>
                  <a:pt x="9052595" y="1610357"/>
                  <a:pt x="9064088" y="1598863"/>
                  <a:pt x="9078253" y="1598863"/>
                </a:cubicBezTo>
                <a:close/>
                <a:moveTo>
                  <a:pt x="9014049" y="1598863"/>
                </a:moveTo>
                <a:cubicBezTo>
                  <a:pt x="9028214" y="1598863"/>
                  <a:pt x="9039707" y="1610357"/>
                  <a:pt x="9039707" y="1624521"/>
                </a:cubicBezTo>
                <a:cubicBezTo>
                  <a:pt x="9039707" y="1638686"/>
                  <a:pt x="9028214" y="1650180"/>
                  <a:pt x="9014049" y="1650180"/>
                </a:cubicBezTo>
                <a:cubicBezTo>
                  <a:pt x="8999884" y="1650180"/>
                  <a:pt x="8988388" y="1638686"/>
                  <a:pt x="8988388" y="1624521"/>
                </a:cubicBezTo>
                <a:cubicBezTo>
                  <a:pt x="8988388" y="1610357"/>
                  <a:pt x="8999884" y="1598863"/>
                  <a:pt x="9014049" y="1598863"/>
                </a:cubicBezTo>
                <a:close/>
                <a:moveTo>
                  <a:pt x="8949842" y="1598863"/>
                </a:moveTo>
                <a:cubicBezTo>
                  <a:pt x="8964015" y="1598863"/>
                  <a:pt x="8975503" y="1610351"/>
                  <a:pt x="8975503" y="1624521"/>
                </a:cubicBezTo>
                <a:cubicBezTo>
                  <a:pt x="8975503" y="1638693"/>
                  <a:pt x="8964015" y="1650180"/>
                  <a:pt x="8949842" y="1650180"/>
                </a:cubicBezTo>
                <a:cubicBezTo>
                  <a:pt x="8935671" y="1650180"/>
                  <a:pt x="8924183" y="1638693"/>
                  <a:pt x="8924183" y="1624521"/>
                </a:cubicBezTo>
                <a:cubicBezTo>
                  <a:pt x="8924183" y="1610351"/>
                  <a:pt x="8935671" y="1598863"/>
                  <a:pt x="8949842" y="1598863"/>
                </a:cubicBezTo>
                <a:close/>
                <a:moveTo>
                  <a:pt x="8821433" y="1598863"/>
                </a:moveTo>
                <a:cubicBezTo>
                  <a:pt x="8835598" y="1598863"/>
                  <a:pt x="8847091" y="1610357"/>
                  <a:pt x="8847091" y="1624521"/>
                </a:cubicBezTo>
                <a:cubicBezTo>
                  <a:pt x="8847091" y="1638686"/>
                  <a:pt x="8835598" y="1650180"/>
                  <a:pt x="8821433" y="1650180"/>
                </a:cubicBezTo>
                <a:cubicBezTo>
                  <a:pt x="8807268" y="1650180"/>
                  <a:pt x="8795772" y="1638686"/>
                  <a:pt x="8795772" y="1624521"/>
                </a:cubicBezTo>
                <a:cubicBezTo>
                  <a:pt x="8795772" y="1610357"/>
                  <a:pt x="8807268" y="1598863"/>
                  <a:pt x="8821433" y="1598863"/>
                </a:cubicBezTo>
                <a:close/>
                <a:moveTo>
                  <a:pt x="8757226" y="1598863"/>
                </a:moveTo>
                <a:cubicBezTo>
                  <a:pt x="8771391" y="1598863"/>
                  <a:pt x="8782887" y="1610357"/>
                  <a:pt x="8782887" y="1624521"/>
                </a:cubicBezTo>
                <a:cubicBezTo>
                  <a:pt x="8782887" y="1638686"/>
                  <a:pt x="8771391" y="1650180"/>
                  <a:pt x="8757226" y="1650180"/>
                </a:cubicBezTo>
                <a:cubicBezTo>
                  <a:pt x="8743061" y="1650180"/>
                  <a:pt x="8731568" y="1638686"/>
                  <a:pt x="8731568" y="1624521"/>
                </a:cubicBezTo>
                <a:cubicBezTo>
                  <a:pt x="8731568" y="1610357"/>
                  <a:pt x="8743061" y="1598863"/>
                  <a:pt x="8757226" y="1598863"/>
                </a:cubicBezTo>
                <a:close/>
                <a:moveTo>
                  <a:pt x="8692904" y="1598863"/>
                </a:moveTo>
                <a:cubicBezTo>
                  <a:pt x="8707069" y="1598863"/>
                  <a:pt x="8718565" y="1610357"/>
                  <a:pt x="8718565" y="1624521"/>
                </a:cubicBezTo>
                <a:cubicBezTo>
                  <a:pt x="8718565" y="1638686"/>
                  <a:pt x="8707069" y="1650180"/>
                  <a:pt x="8692904" y="1650180"/>
                </a:cubicBezTo>
                <a:cubicBezTo>
                  <a:pt x="8678741" y="1650180"/>
                  <a:pt x="8667246" y="1638686"/>
                  <a:pt x="8667246" y="1624521"/>
                </a:cubicBezTo>
                <a:cubicBezTo>
                  <a:pt x="8667246" y="1610357"/>
                  <a:pt x="8678741" y="1598863"/>
                  <a:pt x="8692904" y="1598863"/>
                </a:cubicBezTo>
                <a:close/>
                <a:moveTo>
                  <a:pt x="8628699" y="1598863"/>
                </a:moveTo>
                <a:cubicBezTo>
                  <a:pt x="8642864" y="1598863"/>
                  <a:pt x="8654358" y="1610357"/>
                  <a:pt x="8654358" y="1624521"/>
                </a:cubicBezTo>
                <a:cubicBezTo>
                  <a:pt x="8654358" y="1638686"/>
                  <a:pt x="8642864" y="1650180"/>
                  <a:pt x="8628699" y="1650180"/>
                </a:cubicBezTo>
                <a:cubicBezTo>
                  <a:pt x="8614534" y="1650180"/>
                  <a:pt x="8603041" y="1638686"/>
                  <a:pt x="8603041" y="1624521"/>
                </a:cubicBezTo>
                <a:cubicBezTo>
                  <a:pt x="8603041" y="1610357"/>
                  <a:pt x="8614534" y="1598863"/>
                  <a:pt x="8628699" y="1598863"/>
                </a:cubicBezTo>
                <a:close/>
                <a:moveTo>
                  <a:pt x="8564495" y="1598863"/>
                </a:moveTo>
                <a:cubicBezTo>
                  <a:pt x="8578665" y="1598863"/>
                  <a:pt x="8590153" y="1610351"/>
                  <a:pt x="8590153" y="1624521"/>
                </a:cubicBezTo>
                <a:cubicBezTo>
                  <a:pt x="8590153" y="1638693"/>
                  <a:pt x="8578665" y="1650180"/>
                  <a:pt x="8564495" y="1650180"/>
                </a:cubicBezTo>
                <a:cubicBezTo>
                  <a:pt x="8550325" y="1650180"/>
                  <a:pt x="8538837" y="1638693"/>
                  <a:pt x="8538837" y="1624521"/>
                </a:cubicBezTo>
                <a:cubicBezTo>
                  <a:pt x="8538837" y="1610351"/>
                  <a:pt x="8550325" y="1598863"/>
                  <a:pt x="8564495" y="1598863"/>
                </a:cubicBezTo>
                <a:close/>
                <a:moveTo>
                  <a:pt x="8500288" y="1598863"/>
                </a:moveTo>
                <a:cubicBezTo>
                  <a:pt x="8514453" y="1598863"/>
                  <a:pt x="8525949" y="1610357"/>
                  <a:pt x="8525949" y="1624521"/>
                </a:cubicBezTo>
                <a:cubicBezTo>
                  <a:pt x="8525949" y="1638686"/>
                  <a:pt x="8514453" y="1650180"/>
                  <a:pt x="8500288" y="1650180"/>
                </a:cubicBezTo>
                <a:cubicBezTo>
                  <a:pt x="8486126" y="1650180"/>
                  <a:pt x="8474630" y="1638686"/>
                  <a:pt x="8474630" y="1624521"/>
                </a:cubicBezTo>
                <a:cubicBezTo>
                  <a:pt x="8474630" y="1610357"/>
                  <a:pt x="8486126" y="1598863"/>
                  <a:pt x="8500288" y="1598863"/>
                </a:cubicBezTo>
                <a:close/>
                <a:moveTo>
                  <a:pt x="8436084" y="1598863"/>
                </a:moveTo>
                <a:cubicBezTo>
                  <a:pt x="8450249" y="1598863"/>
                  <a:pt x="8461745" y="1610357"/>
                  <a:pt x="8461745" y="1624521"/>
                </a:cubicBezTo>
                <a:cubicBezTo>
                  <a:pt x="8461745" y="1638686"/>
                  <a:pt x="8450249" y="1650180"/>
                  <a:pt x="8436084" y="1650180"/>
                </a:cubicBezTo>
                <a:cubicBezTo>
                  <a:pt x="8421919" y="1650180"/>
                  <a:pt x="8410426" y="1638686"/>
                  <a:pt x="8410426" y="1624521"/>
                </a:cubicBezTo>
                <a:cubicBezTo>
                  <a:pt x="8410426" y="1610357"/>
                  <a:pt x="8421919" y="1598863"/>
                  <a:pt x="8436084" y="1598863"/>
                </a:cubicBezTo>
                <a:close/>
                <a:moveTo>
                  <a:pt x="8307675" y="1598863"/>
                </a:moveTo>
                <a:cubicBezTo>
                  <a:pt x="8321837" y="1598863"/>
                  <a:pt x="8333333" y="1610357"/>
                  <a:pt x="8333333" y="1624521"/>
                </a:cubicBezTo>
                <a:cubicBezTo>
                  <a:pt x="8333333" y="1638686"/>
                  <a:pt x="8321837" y="1650180"/>
                  <a:pt x="8307675" y="1650180"/>
                </a:cubicBezTo>
                <a:cubicBezTo>
                  <a:pt x="8293510" y="1650180"/>
                  <a:pt x="8282014" y="1638686"/>
                  <a:pt x="8282014" y="1624521"/>
                </a:cubicBezTo>
                <a:cubicBezTo>
                  <a:pt x="8282014" y="1610357"/>
                  <a:pt x="8293510" y="1598863"/>
                  <a:pt x="8307675" y="1598863"/>
                </a:cubicBezTo>
                <a:close/>
                <a:moveTo>
                  <a:pt x="8243468" y="1598863"/>
                </a:moveTo>
                <a:cubicBezTo>
                  <a:pt x="8257638" y="1598863"/>
                  <a:pt x="8269126" y="1610351"/>
                  <a:pt x="8269126" y="1624521"/>
                </a:cubicBezTo>
                <a:cubicBezTo>
                  <a:pt x="8269126" y="1638693"/>
                  <a:pt x="8257638" y="1650180"/>
                  <a:pt x="8243468" y="1650180"/>
                </a:cubicBezTo>
                <a:cubicBezTo>
                  <a:pt x="8229298" y="1650180"/>
                  <a:pt x="8217810" y="1638693"/>
                  <a:pt x="8217810" y="1624521"/>
                </a:cubicBezTo>
                <a:cubicBezTo>
                  <a:pt x="8217810" y="1610351"/>
                  <a:pt x="8229298" y="1598863"/>
                  <a:pt x="8243468" y="1598863"/>
                </a:cubicBezTo>
                <a:close/>
                <a:moveTo>
                  <a:pt x="8115057" y="1598863"/>
                </a:moveTo>
                <a:cubicBezTo>
                  <a:pt x="8129222" y="1598863"/>
                  <a:pt x="8140717" y="1610357"/>
                  <a:pt x="8140717" y="1624521"/>
                </a:cubicBezTo>
                <a:cubicBezTo>
                  <a:pt x="8140717" y="1638686"/>
                  <a:pt x="8129222" y="1650180"/>
                  <a:pt x="8115057" y="1650180"/>
                </a:cubicBezTo>
                <a:cubicBezTo>
                  <a:pt x="8100894" y="1650180"/>
                  <a:pt x="8089398" y="1638686"/>
                  <a:pt x="8089398" y="1624521"/>
                </a:cubicBezTo>
                <a:cubicBezTo>
                  <a:pt x="8089398" y="1610357"/>
                  <a:pt x="8100894" y="1598863"/>
                  <a:pt x="8115057" y="1598863"/>
                </a:cubicBezTo>
                <a:close/>
                <a:moveTo>
                  <a:pt x="8050852" y="1598863"/>
                </a:moveTo>
                <a:cubicBezTo>
                  <a:pt x="8065017" y="1598863"/>
                  <a:pt x="8076510" y="1610357"/>
                  <a:pt x="8076510" y="1624521"/>
                </a:cubicBezTo>
                <a:cubicBezTo>
                  <a:pt x="8076510" y="1638686"/>
                  <a:pt x="8065017" y="1650180"/>
                  <a:pt x="8050852" y="1650180"/>
                </a:cubicBezTo>
                <a:cubicBezTo>
                  <a:pt x="8036687" y="1650180"/>
                  <a:pt x="8025194" y="1638686"/>
                  <a:pt x="8025194" y="1624521"/>
                </a:cubicBezTo>
                <a:cubicBezTo>
                  <a:pt x="8025194" y="1610357"/>
                  <a:pt x="8036687" y="1598863"/>
                  <a:pt x="8050852" y="1598863"/>
                </a:cubicBezTo>
                <a:close/>
                <a:moveTo>
                  <a:pt x="7986648" y="1598863"/>
                </a:moveTo>
                <a:cubicBezTo>
                  <a:pt x="8000813" y="1598863"/>
                  <a:pt x="8012306" y="1610357"/>
                  <a:pt x="8012306" y="1624521"/>
                </a:cubicBezTo>
                <a:cubicBezTo>
                  <a:pt x="8012306" y="1638686"/>
                  <a:pt x="8000813" y="1650180"/>
                  <a:pt x="7986648" y="1650180"/>
                </a:cubicBezTo>
                <a:cubicBezTo>
                  <a:pt x="7972483" y="1650180"/>
                  <a:pt x="7960990" y="1638686"/>
                  <a:pt x="7960990" y="1624521"/>
                </a:cubicBezTo>
                <a:cubicBezTo>
                  <a:pt x="7960990" y="1610357"/>
                  <a:pt x="7972483" y="1598863"/>
                  <a:pt x="7986648" y="1598863"/>
                </a:cubicBezTo>
                <a:close/>
                <a:moveTo>
                  <a:pt x="7922444" y="1598863"/>
                </a:moveTo>
                <a:cubicBezTo>
                  <a:pt x="7936606" y="1598863"/>
                  <a:pt x="7948102" y="1610357"/>
                  <a:pt x="7948102" y="1624521"/>
                </a:cubicBezTo>
                <a:cubicBezTo>
                  <a:pt x="7948102" y="1638686"/>
                  <a:pt x="7936606" y="1650180"/>
                  <a:pt x="7922444" y="1650180"/>
                </a:cubicBezTo>
                <a:cubicBezTo>
                  <a:pt x="7908279" y="1650180"/>
                  <a:pt x="7896783" y="1638686"/>
                  <a:pt x="7896783" y="1624521"/>
                </a:cubicBezTo>
                <a:cubicBezTo>
                  <a:pt x="7896783" y="1610357"/>
                  <a:pt x="7908279" y="1598863"/>
                  <a:pt x="7922444" y="1598863"/>
                </a:cubicBezTo>
                <a:close/>
                <a:moveTo>
                  <a:pt x="7858237" y="1598863"/>
                </a:moveTo>
                <a:cubicBezTo>
                  <a:pt x="7872407" y="1598863"/>
                  <a:pt x="7883895" y="1610351"/>
                  <a:pt x="7883895" y="1624521"/>
                </a:cubicBezTo>
                <a:cubicBezTo>
                  <a:pt x="7883895" y="1638693"/>
                  <a:pt x="7872407" y="1650180"/>
                  <a:pt x="7858237" y="1650180"/>
                </a:cubicBezTo>
                <a:cubicBezTo>
                  <a:pt x="7844066" y="1650180"/>
                  <a:pt x="7832578" y="1638693"/>
                  <a:pt x="7832578" y="1624521"/>
                </a:cubicBezTo>
                <a:cubicBezTo>
                  <a:pt x="7832578" y="1610351"/>
                  <a:pt x="7844066" y="1598863"/>
                  <a:pt x="7858237" y="1598863"/>
                </a:cubicBezTo>
                <a:close/>
                <a:moveTo>
                  <a:pt x="7794032" y="1598863"/>
                </a:moveTo>
                <a:cubicBezTo>
                  <a:pt x="7808203" y="1598863"/>
                  <a:pt x="7819690" y="1610351"/>
                  <a:pt x="7819690" y="1624521"/>
                </a:cubicBezTo>
                <a:cubicBezTo>
                  <a:pt x="7819690" y="1638693"/>
                  <a:pt x="7808203" y="1650180"/>
                  <a:pt x="7794032" y="1650180"/>
                </a:cubicBezTo>
                <a:cubicBezTo>
                  <a:pt x="7779862" y="1650180"/>
                  <a:pt x="7768371" y="1638693"/>
                  <a:pt x="7768371" y="1624521"/>
                </a:cubicBezTo>
                <a:cubicBezTo>
                  <a:pt x="7768371" y="1610351"/>
                  <a:pt x="7779862" y="1598863"/>
                  <a:pt x="7794032" y="1598863"/>
                </a:cubicBezTo>
                <a:close/>
                <a:moveTo>
                  <a:pt x="7729825" y="1598863"/>
                </a:moveTo>
                <a:cubicBezTo>
                  <a:pt x="7743990" y="1598863"/>
                  <a:pt x="7755486" y="1610357"/>
                  <a:pt x="7755486" y="1624521"/>
                </a:cubicBezTo>
                <a:cubicBezTo>
                  <a:pt x="7755486" y="1638686"/>
                  <a:pt x="7743990" y="1650180"/>
                  <a:pt x="7729825" y="1650180"/>
                </a:cubicBezTo>
                <a:cubicBezTo>
                  <a:pt x="7715660" y="1650180"/>
                  <a:pt x="7704167" y="1638686"/>
                  <a:pt x="7704167" y="1624521"/>
                </a:cubicBezTo>
                <a:cubicBezTo>
                  <a:pt x="7704167" y="1610357"/>
                  <a:pt x="7715660" y="1598863"/>
                  <a:pt x="7729825" y="1598863"/>
                </a:cubicBezTo>
                <a:close/>
                <a:moveTo>
                  <a:pt x="7665621" y="1598863"/>
                </a:moveTo>
                <a:cubicBezTo>
                  <a:pt x="7679786" y="1598863"/>
                  <a:pt x="7691279" y="1610357"/>
                  <a:pt x="7691279" y="1624521"/>
                </a:cubicBezTo>
                <a:cubicBezTo>
                  <a:pt x="7691279" y="1638686"/>
                  <a:pt x="7679786" y="1650180"/>
                  <a:pt x="7665621" y="1650180"/>
                </a:cubicBezTo>
                <a:cubicBezTo>
                  <a:pt x="7651456" y="1650180"/>
                  <a:pt x="7639963" y="1638686"/>
                  <a:pt x="7639963" y="1624521"/>
                </a:cubicBezTo>
                <a:cubicBezTo>
                  <a:pt x="7639963" y="1610357"/>
                  <a:pt x="7651456" y="1598863"/>
                  <a:pt x="7665621" y="1598863"/>
                </a:cubicBezTo>
                <a:close/>
                <a:moveTo>
                  <a:pt x="7601299" y="1598863"/>
                </a:moveTo>
                <a:cubicBezTo>
                  <a:pt x="7615464" y="1598863"/>
                  <a:pt x="7626959" y="1610357"/>
                  <a:pt x="7626959" y="1624521"/>
                </a:cubicBezTo>
                <a:cubicBezTo>
                  <a:pt x="7626959" y="1638686"/>
                  <a:pt x="7615464" y="1650180"/>
                  <a:pt x="7601299" y="1650180"/>
                </a:cubicBezTo>
                <a:cubicBezTo>
                  <a:pt x="7587134" y="1650180"/>
                  <a:pt x="7575640" y="1638686"/>
                  <a:pt x="7575640" y="1624521"/>
                </a:cubicBezTo>
                <a:cubicBezTo>
                  <a:pt x="7575640" y="1610357"/>
                  <a:pt x="7587134" y="1598863"/>
                  <a:pt x="7601299" y="1598863"/>
                </a:cubicBezTo>
                <a:close/>
                <a:moveTo>
                  <a:pt x="7537094" y="1598863"/>
                </a:moveTo>
                <a:cubicBezTo>
                  <a:pt x="7551259" y="1598863"/>
                  <a:pt x="7562752" y="1610357"/>
                  <a:pt x="7562752" y="1624521"/>
                </a:cubicBezTo>
                <a:cubicBezTo>
                  <a:pt x="7562752" y="1638686"/>
                  <a:pt x="7551259" y="1650180"/>
                  <a:pt x="7537094" y="1650180"/>
                </a:cubicBezTo>
                <a:cubicBezTo>
                  <a:pt x="7522929" y="1650180"/>
                  <a:pt x="7511436" y="1638686"/>
                  <a:pt x="7511436" y="1624521"/>
                </a:cubicBezTo>
                <a:cubicBezTo>
                  <a:pt x="7511436" y="1610357"/>
                  <a:pt x="7522929" y="1598863"/>
                  <a:pt x="7537094" y="1598863"/>
                </a:cubicBezTo>
                <a:close/>
                <a:moveTo>
                  <a:pt x="7472890" y="1598863"/>
                </a:moveTo>
                <a:cubicBezTo>
                  <a:pt x="7487060" y="1598863"/>
                  <a:pt x="7498548" y="1610351"/>
                  <a:pt x="7498548" y="1624521"/>
                </a:cubicBezTo>
                <a:cubicBezTo>
                  <a:pt x="7498548" y="1638693"/>
                  <a:pt x="7487060" y="1650180"/>
                  <a:pt x="7472890" y="1650180"/>
                </a:cubicBezTo>
                <a:cubicBezTo>
                  <a:pt x="7458717" y="1650180"/>
                  <a:pt x="7447229" y="1638693"/>
                  <a:pt x="7447229" y="1624521"/>
                </a:cubicBezTo>
                <a:cubicBezTo>
                  <a:pt x="7447229" y="1610351"/>
                  <a:pt x="7458717" y="1598863"/>
                  <a:pt x="7472890" y="1598863"/>
                </a:cubicBezTo>
                <a:close/>
                <a:moveTo>
                  <a:pt x="7408683" y="1598863"/>
                </a:moveTo>
                <a:cubicBezTo>
                  <a:pt x="7422848" y="1598863"/>
                  <a:pt x="7434341" y="1610357"/>
                  <a:pt x="7434341" y="1624521"/>
                </a:cubicBezTo>
                <a:cubicBezTo>
                  <a:pt x="7434341" y="1638686"/>
                  <a:pt x="7422848" y="1650180"/>
                  <a:pt x="7408683" y="1650180"/>
                </a:cubicBezTo>
                <a:cubicBezTo>
                  <a:pt x="7394518" y="1650180"/>
                  <a:pt x="7383025" y="1638686"/>
                  <a:pt x="7383025" y="1624521"/>
                </a:cubicBezTo>
                <a:cubicBezTo>
                  <a:pt x="7383025" y="1610357"/>
                  <a:pt x="7394518" y="1598863"/>
                  <a:pt x="7408683" y="1598863"/>
                </a:cubicBezTo>
                <a:close/>
                <a:moveTo>
                  <a:pt x="7344479" y="1598863"/>
                </a:moveTo>
                <a:cubicBezTo>
                  <a:pt x="7358644" y="1598863"/>
                  <a:pt x="7370137" y="1610357"/>
                  <a:pt x="7370137" y="1624521"/>
                </a:cubicBezTo>
                <a:cubicBezTo>
                  <a:pt x="7370137" y="1638686"/>
                  <a:pt x="7358644" y="1650180"/>
                  <a:pt x="7344479" y="1650180"/>
                </a:cubicBezTo>
                <a:cubicBezTo>
                  <a:pt x="7330314" y="1650180"/>
                  <a:pt x="7318820" y="1638686"/>
                  <a:pt x="7318820" y="1624521"/>
                </a:cubicBezTo>
                <a:cubicBezTo>
                  <a:pt x="7318820" y="1610357"/>
                  <a:pt x="7330314" y="1598863"/>
                  <a:pt x="7344479" y="1598863"/>
                </a:cubicBezTo>
                <a:close/>
                <a:moveTo>
                  <a:pt x="7280274" y="1598863"/>
                </a:moveTo>
                <a:cubicBezTo>
                  <a:pt x="7294437" y="1598863"/>
                  <a:pt x="7305932" y="1610357"/>
                  <a:pt x="7305932" y="1624521"/>
                </a:cubicBezTo>
                <a:cubicBezTo>
                  <a:pt x="7305932" y="1638686"/>
                  <a:pt x="7294437" y="1650180"/>
                  <a:pt x="7280274" y="1650180"/>
                </a:cubicBezTo>
                <a:cubicBezTo>
                  <a:pt x="7266109" y="1650180"/>
                  <a:pt x="7254613" y="1638686"/>
                  <a:pt x="7254613" y="1624521"/>
                </a:cubicBezTo>
                <a:cubicBezTo>
                  <a:pt x="7254613" y="1610357"/>
                  <a:pt x="7266109" y="1598863"/>
                  <a:pt x="7280274" y="1598863"/>
                </a:cubicBezTo>
                <a:close/>
                <a:moveTo>
                  <a:pt x="7216067" y="1598863"/>
                </a:moveTo>
                <a:cubicBezTo>
                  <a:pt x="7230232" y="1598863"/>
                  <a:pt x="7241725" y="1610357"/>
                  <a:pt x="7241725" y="1624521"/>
                </a:cubicBezTo>
                <a:cubicBezTo>
                  <a:pt x="7241725" y="1638686"/>
                  <a:pt x="7230232" y="1650180"/>
                  <a:pt x="7216067" y="1650180"/>
                </a:cubicBezTo>
                <a:cubicBezTo>
                  <a:pt x="7201902" y="1650180"/>
                  <a:pt x="7190409" y="1638686"/>
                  <a:pt x="7190409" y="1624521"/>
                </a:cubicBezTo>
                <a:cubicBezTo>
                  <a:pt x="7190409" y="1610357"/>
                  <a:pt x="7201902" y="1598863"/>
                  <a:pt x="7216067" y="1598863"/>
                </a:cubicBezTo>
                <a:close/>
                <a:moveTo>
                  <a:pt x="7151863" y="1598863"/>
                </a:moveTo>
                <a:cubicBezTo>
                  <a:pt x="7166033" y="1598863"/>
                  <a:pt x="7177521" y="1610351"/>
                  <a:pt x="7177521" y="1624521"/>
                </a:cubicBezTo>
                <a:cubicBezTo>
                  <a:pt x="7177521" y="1638693"/>
                  <a:pt x="7166033" y="1650180"/>
                  <a:pt x="7151863" y="1650180"/>
                </a:cubicBezTo>
                <a:cubicBezTo>
                  <a:pt x="7137692" y="1650180"/>
                  <a:pt x="7126205" y="1638693"/>
                  <a:pt x="7126205" y="1624521"/>
                </a:cubicBezTo>
                <a:cubicBezTo>
                  <a:pt x="7126205" y="1610351"/>
                  <a:pt x="7137692" y="1598863"/>
                  <a:pt x="7151863" y="1598863"/>
                </a:cubicBezTo>
                <a:close/>
                <a:moveTo>
                  <a:pt x="7087658" y="1598863"/>
                </a:moveTo>
                <a:cubicBezTo>
                  <a:pt x="7101829" y="1598863"/>
                  <a:pt x="7113317" y="1610351"/>
                  <a:pt x="7113317" y="1624521"/>
                </a:cubicBezTo>
                <a:cubicBezTo>
                  <a:pt x="7113317" y="1638693"/>
                  <a:pt x="7101829" y="1650180"/>
                  <a:pt x="7087658" y="1650180"/>
                </a:cubicBezTo>
                <a:cubicBezTo>
                  <a:pt x="7073485" y="1650180"/>
                  <a:pt x="7061998" y="1638693"/>
                  <a:pt x="7061998" y="1624521"/>
                </a:cubicBezTo>
                <a:cubicBezTo>
                  <a:pt x="7061998" y="1610351"/>
                  <a:pt x="7073485" y="1598863"/>
                  <a:pt x="7087658" y="1598863"/>
                </a:cubicBezTo>
                <a:close/>
                <a:moveTo>
                  <a:pt x="6959247" y="1598863"/>
                </a:moveTo>
                <a:cubicBezTo>
                  <a:pt x="6973412" y="1598863"/>
                  <a:pt x="6984905" y="1610357"/>
                  <a:pt x="6984905" y="1624521"/>
                </a:cubicBezTo>
                <a:cubicBezTo>
                  <a:pt x="6984905" y="1638686"/>
                  <a:pt x="6973412" y="1650180"/>
                  <a:pt x="6959247" y="1650180"/>
                </a:cubicBezTo>
                <a:cubicBezTo>
                  <a:pt x="6945082" y="1650180"/>
                  <a:pt x="6933589" y="1638686"/>
                  <a:pt x="6933589" y="1624521"/>
                </a:cubicBezTo>
                <a:cubicBezTo>
                  <a:pt x="6933589" y="1610357"/>
                  <a:pt x="6945082" y="1598863"/>
                  <a:pt x="6959247" y="1598863"/>
                </a:cubicBezTo>
                <a:close/>
                <a:moveTo>
                  <a:pt x="6895043" y="1598863"/>
                </a:moveTo>
                <a:cubicBezTo>
                  <a:pt x="6909208" y="1598863"/>
                  <a:pt x="6920701" y="1610357"/>
                  <a:pt x="6920701" y="1624521"/>
                </a:cubicBezTo>
                <a:cubicBezTo>
                  <a:pt x="6920701" y="1638686"/>
                  <a:pt x="6909208" y="1650180"/>
                  <a:pt x="6895043" y="1650180"/>
                </a:cubicBezTo>
                <a:cubicBezTo>
                  <a:pt x="6880878" y="1650180"/>
                  <a:pt x="6869382" y="1638686"/>
                  <a:pt x="6869382" y="1624521"/>
                </a:cubicBezTo>
                <a:cubicBezTo>
                  <a:pt x="6869382" y="1610357"/>
                  <a:pt x="6880878" y="1598863"/>
                  <a:pt x="6895043" y="1598863"/>
                </a:cubicBezTo>
                <a:close/>
                <a:moveTo>
                  <a:pt x="6830836" y="1598863"/>
                </a:moveTo>
                <a:cubicBezTo>
                  <a:pt x="6845001" y="1598863"/>
                  <a:pt x="6856494" y="1610357"/>
                  <a:pt x="6856494" y="1624521"/>
                </a:cubicBezTo>
                <a:cubicBezTo>
                  <a:pt x="6856494" y="1638686"/>
                  <a:pt x="6845001" y="1650180"/>
                  <a:pt x="6830836" y="1650180"/>
                </a:cubicBezTo>
                <a:cubicBezTo>
                  <a:pt x="6816671" y="1650180"/>
                  <a:pt x="6805178" y="1638686"/>
                  <a:pt x="6805178" y="1624521"/>
                </a:cubicBezTo>
                <a:cubicBezTo>
                  <a:pt x="6805178" y="1610357"/>
                  <a:pt x="6816671" y="1598863"/>
                  <a:pt x="6830836" y="1598863"/>
                </a:cubicBezTo>
                <a:close/>
                <a:moveTo>
                  <a:pt x="6766631" y="1598863"/>
                </a:moveTo>
                <a:cubicBezTo>
                  <a:pt x="6780802" y="1598863"/>
                  <a:pt x="6792290" y="1610351"/>
                  <a:pt x="6792290" y="1624521"/>
                </a:cubicBezTo>
                <a:cubicBezTo>
                  <a:pt x="6792290" y="1638693"/>
                  <a:pt x="6780802" y="1650180"/>
                  <a:pt x="6766631" y="1650180"/>
                </a:cubicBezTo>
                <a:cubicBezTo>
                  <a:pt x="6752461" y="1650180"/>
                  <a:pt x="6740973" y="1638693"/>
                  <a:pt x="6740973" y="1624521"/>
                </a:cubicBezTo>
                <a:cubicBezTo>
                  <a:pt x="6740973" y="1610351"/>
                  <a:pt x="6752461" y="1598863"/>
                  <a:pt x="6766631" y="1598863"/>
                </a:cubicBezTo>
                <a:close/>
                <a:moveTo>
                  <a:pt x="6702427" y="1598863"/>
                </a:moveTo>
                <a:cubicBezTo>
                  <a:pt x="6716597" y="1598863"/>
                  <a:pt x="6728085" y="1610351"/>
                  <a:pt x="6728085" y="1624521"/>
                </a:cubicBezTo>
                <a:cubicBezTo>
                  <a:pt x="6728085" y="1638693"/>
                  <a:pt x="6716597" y="1650180"/>
                  <a:pt x="6702427" y="1650180"/>
                </a:cubicBezTo>
                <a:cubicBezTo>
                  <a:pt x="6688254" y="1650180"/>
                  <a:pt x="6676766" y="1638693"/>
                  <a:pt x="6676766" y="1624521"/>
                </a:cubicBezTo>
                <a:cubicBezTo>
                  <a:pt x="6676766" y="1610351"/>
                  <a:pt x="6688254" y="1598863"/>
                  <a:pt x="6702427" y="1598863"/>
                </a:cubicBezTo>
                <a:close/>
                <a:moveTo>
                  <a:pt x="6638220" y="1598863"/>
                </a:moveTo>
                <a:cubicBezTo>
                  <a:pt x="6652385" y="1598863"/>
                  <a:pt x="6663881" y="1610357"/>
                  <a:pt x="6663881" y="1624521"/>
                </a:cubicBezTo>
                <a:cubicBezTo>
                  <a:pt x="6663881" y="1638686"/>
                  <a:pt x="6652385" y="1650180"/>
                  <a:pt x="6638220" y="1650180"/>
                </a:cubicBezTo>
                <a:cubicBezTo>
                  <a:pt x="6624055" y="1650180"/>
                  <a:pt x="6612562" y="1638686"/>
                  <a:pt x="6612562" y="1624521"/>
                </a:cubicBezTo>
                <a:cubicBezTo>
                  <a:pt x="6612562" y="1610357"/>
                  <a:pt x="6624055" y="1598863"/>
                  <a:pt x="6638220" y="1598863"/>
                </a:cubicBezTo>
                <a:close/>
                <a:moveTo>
                  <a:pt x="6574016" y="1598863"/>
                </a:moveTo>
                <a:cubicBezTo>
                  <a:pt x="6588181" y="1598863"/>
                  <a:pt x="6599674" y="1610357"/>
                  <a:pt x="6599674" y="1624521"/>
                </a:cubicBezTo>
                <a:cubicBezTo>
                  <a:pt x="6599674" y="1638686"/>
                  <a:pt x="6588181" y="1650180"/>
                  <a:pt x="6574016" y="1650180"/>
                </a:cubicBezTo>
                <a:cubicBezTo>
                  <a:pt x="6559851" y="1650180"/>
                  <a:pt x="6548357" y="1638686"/>
                  <a:pt x="6548357" y="1624521"/>
                </a:cubicBezTo>
                <a:cubicBezTo>
                  <a:pt x="6548357" y="1610357"/>
                  <a:pt x="6559851" y="1598863"/>
                  <a:pt x="6574016" y="1598863"/>
                </a:cubicBezTo>
                <a:close/>
                <a:moveTo>
                  <a:pt x="6381282" y="1598863"/>
                </a:moveTo>
                <a:cubicBezTo>
                  <a:pt x="6395455" y="1598863"/>
                  <a:pt x="6406943" y="1610351"/>
                  <a:pt x="6406943" y="1624521"/>
                </a:cubicBezTo>
                <a:cubicBezTo>
                  <a:pt x="6406943" y="1638693"/>
                  <a:pt x="6395455" y="1650180"/>
                  <a:pt x="6381282" y="1650180"/>
                </a:cubicBezTo>
                <a:cubicBezTo>
                  <a:pt x="6367112" y="1650180"/>
                  <a:pt x="6355624" y="1638693"/>
                  <a:pt x="6355624" y="1624521"/>
                </a:cubicBezTo>
                <a:cubicBezTo>
                  <a:pt x="6355624" y="1610351"/>
                  <a:pt x="6367112" y="1598863"/>
                  <a:pt x="6381282" y="1598863"/>
                </a:cubicBezTo>
                <a:close/>
                <a:moveTo>
                  <a:pt x="6317078" y="1598863"/>
                </a:moveTo>
                <a:cubicBezTo>
                  <a:pt x="6331243" y="1598863"/>
                  <a:pt x="6342736" y="1610357"/>
                  <a:pt x="6342736" y="1624521"/>
                </a:cubicBezTo>
                <a:cubicBezTo>
                  <a:pt x="6342736" y="1638686"/>
                  <a:pt x="6331243" y="1650180"/>
                  <a:pt x="6317078" y="1650180"/>
                </a:cubicBezTo>
                <a:cubicBezTo>
                  <a:pt x="6302913" y="1650180"/>
                  <a:pt x="6291420" y="1638686"/>
                  <a:pt x="6291420" y="1624521"/>
                </a:cubicBezTo>
                <a:cubicBezTo>
                  <a:pt x="6291420" y="1610357"/>
                  <a:pt x="6302913" y="1598863"/>
                  <a:pt x="6317078" y="1598863"/>
                </a:cubicBezTo>
                <a:close/>
                <a:moveTo>
                  <a:pt x="6252873" y="1598863"/>
                </a:moveTo>
                <a:cubicBezTo>
                  <a:pt x="6267036" y="1598863"/>
                  <a:pt x="6278532" y="1610357"/>
                  <a:pt x="6278532" y="1624521"/>
                </a:cubicBezTo>
                <a:cubicBezTo>
                  <a:pt x="6278532" y="1638686"/>
                  <a:pt x="6267036" y="1650180"/>
                  <a:pt x="6252873" y="1650180"/>
                </a:cubicBezTo>
                <a:cubicBezTo>
                  <a:pt x="6238708" y="1650180"/>
                  <a:pt x="6227213" y="1638686"/>
                  <a:pt x="6227213" y="1624521"/>
                </a:cubicBezTo>
                <a:cubicBezTo>
                  <a:pt x="6227213" y="1610357"/>
                  <a:pt x="6238708" y="1598863"/>
                  <a:pt x="6252873" y="1598863"/>
                </a:cubicBezTo>
                <a:close/>
                <a:moveTo>
                  <a:pt x="6188666" y="1598863"/>
                </a:moveTo>
                <a:cubicBezTo>
                  <a:pt x="6202831" y="1598863"/>
                  <a:pt x="6214327" y="1610357"/>
                  <a:pt x="6214327" y="1624521"/>
                </a:cubicBezTo>
                <a:cubicBezTo>
                  <a:pt x="6214327" y="1638686"/>
                  <a:pt x="6202831" y="1650180"/>
                  <a:pt x="6188666" y="1650180"/>
                </a:cubicBezTo>
                <a:cubicBezTo>
                  <a:pt x="6174504" y="1650180"/>
                  <a:pt x="6163008" y="1638686"/>
                  <a:pt x="6163008" y="1624521"/>
                </a:cubicBezTo>
                <a:cubicBezTo>
                  <a:pt x="6163008" y="1610357"/>
                  <a:pt x="6174504" y="1598863"/>
                  <a:pt x="6188666" y="1598863"/>
                </a:cubicBezTo>
                <a:close/>
                <a:moveTo>
                  <a:pt x="6124462" y="1598863"/>
                </a:moveTo>
                <a:cubicBezTo>
                  <a:pt x="6138627" y="1598863"/>
                  <a:pt x="6150123" y="1610357"/>
                  <a:pt x="6150123" y="1624521"/>
                </a:cubicBezTo>
                <a:cubicBezTo>
                  <a:pt x="6150123" y="1638686"/>
                  <a:pt x="6138627" y="1650180"/>
                  <a:pt x="6124462" y="1650180"/>
                </a:cubicBezTo>
                <a:cubicBezTo>
                  <a:pt x="6110297" y="1650180"/>
                  <a:pt x="6098804" y="1638686"/>
                  <a:pt x="6098804" y="1624521"/>
                </a:cubicBezTo>
                <a:cubicBezTo>
                  <a:pt x="6098804" y="1610357"/>
                  <a:pt x="6110297" y="1598863"/>
                  <a:pt x="6124462" y="1598863"/>
                </a:cubicBezTo>
                <a:close/>
                <a:moveTo>
                  <a:pt x="6064505" y="1598863"/>
                </a:moveTo>
                <a:cubicBezTo>
                  <a:pt x="6078666" y="1598863"/>
                  <a:pt x="6090163" y="1610357"/>
                  <a:pt x="6090163" y="1624521"/>
                </a:cubicBezTo>
                <a:cubicBezTo>
                  <a:pt x="6090163" y="1638686"/>
                  <a:pt x="6078666" y="1650180"/>
                  <a:pt x="6064505" y="1650180"/>
                </a:cubicBezTo>
                <a:cubicBezTo>
                  <a:pt x="6050336" y="1650180"/>
                  <a:pt x="6038844" y="1638686"/>
                  <a:pt x="6038844" y="1624521"/>
                </a:cubicBezTo>
                <a:cubicBezTo>
                  <a:pt x="6038844" y="1610357"/>
                  <a:pt x="6050336" y="1598863"/>
                  <a:pt x="6064505" y="1598863"/>
                </a:cubicBezTo>
                <a:close/>
                <a:moveTo>
                  <a:pt x="6000298" y="1598863"/>
                </a:moveTo>
                <a:cubicBezTo>
                  <a:pt x="6014463" y="1598863"/>
                  <a:pt x="6025956" y="1610357"/>
                  <a:pt x="6025956" y="1624521"/>
                </a:cubicBezTo>
                <a:cubicBezTo>
                  <a:pt x="6025956" y="1638686"/>
                  <a:pt x="6014463" y="1650180"/>
                  <a:pt x="6000298" y="1650180"/>
                </a:cubicBezTo>
                <a:cubicBezTo>
                  <a:pt x="5986133" y="1650180"/>
                  <a:pt x="5974639" y="1638686"/>
                  <a:pt x="5974639" y="1624521"/>
                </a:cubicBezTo>
                <a:cubicBezTo>
                  <a:pt x="5974639" y="1610357"/>
                  <a:pt x="5986133" y="1598863"/>
                  <a:pt x="6000298" y="1598863"/>
                </a:cubicBezTo>
                <a:close/>
                <a:moveTo>
                  <a:pt x="5936092" y="1598863"/>
                </a:moveTo>
                <a:cubicBezTo>
                  <a:pt x="5950255" y="1598863"/>
                  <a:pt x="5961751" y="1610357"/>
                  <a:pt x="5961751" y="1624521"/>
                </a:cubicBezTo>
                <a:cubicBezTo>
                  <a:pt x="5961751" y="1638686"/>
                  <a:pt x="5950255" y="1650180"/>
                  <a:pt x="5936092" y="1650180"/>
                </a:cubicBezTo>
                <a:cubicBezTo>
                  <a:pt x="5921928" y="1650180"/>
                  <a:pt x="5910435" y="1638686"/>
                  <a:pt x="5910435" y="1624521"/>
                </a:cubicBezTo>
                <a:cubicBezTo>
                  <a:pt x="5910435" y="1610357"/>
                  <a:pt x="5921928" y="1598863"/>
                  <a:pt x="5936092" y="1598863"/>
                </a:cubicBezTo>
                <a:close/>
                <a:moveTo>
                  <a:pt x="5743477" y="1598863"/>
                </a:moveTo>
                <a:cubicBezTo>
                  <a:pt x="5757648" y="1598863"/>
                  <a:pt x="5769136" y="1610351"/>
                  <a:pt x="5769136" y="1624521"/>
                </a:cubicBezTo>
                <a:cubicBezTo>
                  <a:pt x="5769136" y="1638693"/>
                  <a:pt x="5757648" y="1650180"/>
                  <a:pt x="5743477" y="1650180"/>
                </a:cubicBezTo>
                <a:cubicBezTo>
                  <a:pt x="5729307" y="1650180"/>
                  <a:pt x="5717818" y="1638693"/>
                  <a:pt x="5717818" y="1624521"/>
                </a:cubicBezTo>
                <a:cubicBezTo>
                  <a:pt x="5717818" y="1610351"/>
                  <a:pt x="5729307" y="1598863"/>
                  <a:pt x="5743477" y="1598863"/>
                </a:cubicBezTo>
                <a:close/>
                <a:moveTo>
                  <a:pt x="5679272" y="1598863"/>
                </a:moveTo>
                <a:cubicBezTo>
                  <a:pt x="5693437" y="1598863"/>
                  <a:pt x="5704930" y="1610357"/>
                  <a:pt x="5704930" y="1624521"/>
                </a:cubicBezTo>
                <a:cubicBezTo>
                  <a:pt x="5704930" y="1638686"/>
                  <a:pt x="5693437" y="1650180"/>
                  <a:pt x="5679272" y="1650180"/>
                </a:cubicBezTo>
                <a:cubicBezTo>
                  <a:pt x="5665108" y="1650180"/>
                  <a:pt x="5653614" y="1638686"/>
                  <a:pt x="5653614" y="1624521"/>
                </a:cubicBezTo>
                <a:cubicBezTo>
                  <a:pt x="5653614" y="1610357"/>
                  <a:pt x="5665108" y="1598863"/>
                  <a:pt x="5679272" y="1598863"/>
                </a:cubicBezTo>
                <a:close/>
                <a:moveTo>
                  <a:pt x="5615066" y="1598863"/>
                </a:moveTo>
                <a:cubicBezTo>
                  <a:pt x="5629231" y="1598863"/>
                  <a:pt x="5640726" y="1610357"/>
                  <a:pt x="5640726" y="1624521"/>
                </a:cubicBezTo>
                <a:cubicBezTo>
                  <a:pt x="5640726" y="1638686"/>
                  <a:pt x="5629231" y="1650180"/>
                  <a:pt x="5615066" y="1650180"/>
                </a:cubicBezTo>
                <a:cubicBezTo>
                  <a:pt x="5600901" y="1650180"/>
                  <a:pt x="5589407" y="1638686"/>
                  <a:pt x="5589407" y="1624521"/>
                </a:cubicBezTo>
                <a:cubicBezTo>
                  <a:pt x="5589407" y="1610357"/>
                  <a:pt x="5600901" y="1598863"/>
                  <a:pt x="5615066" y="1598863"/>
                </a:cubicBezTo>
                <a:close/>
                <a:moveTo>
                  <a:pt x="5550862" y="1598863"/>
                </a:moveTo>
                <a:cubicBezTo>
                  <a:pt x="5565027" y="1598863"/>
                  <a:pt x="5576520" y="1610357"/>
                  <a:pt x="5576520" y="1624521"/>
                </a:cubicBezTo>
                <a:cubicBezTo>
                  <a:pt x="5576520" y="1638686"/>
                  <a:pt x="5565027" y="1650180"/>
                  <a:pt x="5550862" y="1650180"/>
                </a:cubicBezTo>
                <a:cubicBezTo>
                  <a:pt x="5536697" y="1650180"/>
                  <a:pt x="5525203" y="1638686"/>
                  <a:pt x="5525203" y="1624521"/>
                </a:cubicBezTo>
                <a:cubicBezTo>
                  <a:pt x="5525203" y="1610357"/>
                  <a:pt x="5536697" y="1598863"/>
                  <a:pt x="5550862" y="1598863"/>
                </a:cubicBezTo>
                <a:close/>
                <a:moveTo>
                  <a:pt x="5486655" y="1598863"/>
                </a:moveTo>
                <a:cubicBezTo>
                  <a:pt x="5500819" y="1598863"/>
                  <a:pt x="5512316" y="1610357"/>
                  <a:pt x="5512316" y="1624521"/>
                </a:cubicBezTo>
                <a:cubicBezTo>
                  <a:pt x="5512316" y="1638686"/>
                  <a:pt x="5500819" y="1650180"/>
                  <a:pt x="5486655" y="1650180"/>
                </a:cubicBezTo>
                <a:cubicBezTo>
                  <a:pt x="5472491" y="1650180"/>
                  <a:pt x="5460997" y="1638686"/>
                  <a:pt x="5460997" y="1624521"/>
                </a:cubicBezTo>
                <a:cubicBezTo>
                  <a:pt x="5460997" y="1610357"/>
                  <a:pt x="5472491" y="1598863"/>
                  <a:pt x="5486655" y="1598863"/>
                </a:cubicBezTo>
                <a:close/>
                <a:moveTo>
                  <a:pt x="5422451" y="1598863"/>
                </a:moveTo>
                <a:cubicBezTo>
                  <a:pt x="5436621" y="1598863"/>
                  <a:pt x="5448109" y="1610351"/>
                  <a:pt x="5448109" y="1624521"/>
                </a:cubicBezTo>
                <a:cubicBezTo>
                  <a:pt x="5448109" y="1638693"/>
                  <a:pt x="5436621" y="1650180"/>
                  <a:pt x="5422451" y="1650180"/>
                </a:cubicBezTo>
                <a:cubicBezTo>
                  <a:pt x="5408280" y="1650180"/>
                  <a:pt x="5396791" y="1638693"/>
                  <a:pt x="5396791" y="1624521"/>
                </a:cubicBezTo>
                <a:cubicBezTo>
                  <a:pt x="5396791" y="1610351"/>
                  <a:pt x="5408280" y="1598863"/>
                  <a:pt x="5422451" y="1598863"/>
                </a:cubicBezTo>
                <a:close/>
                <a:moveTo>
                  <a:pt x="5358245" y="1598863"/>
                </a:moveTo>
                <a:cubicBezTo>
                  <a:pt x="5372417" y="1598863"/>
                  <a:pt x="5383904" y="1610351"/>
                  <a:pt x="5383904" y="1624521"/>
                </a:cubicBezTo>
                <a:cubicBezTo>
                  <a:pt x="5383904" y="1638693"/>
                  <a:pt x="5372417" y="1650180"/>
                  <a:pt x="5358245" y="1650180"/>
                </a:cubicBezTo>
                <a:cubicBezTo>
                  <a:pt x="5344076" y="1650180"/>
                  <a:pt x="5332587" y="1638693"/>
                  <a:pt x="5332587" y="1624521"/>
                </a:cubicBezTo>
                <a:cubicBezTo>
                  <a:pt x="5332587" y="1610351"/>
                  <a:pt x="5344076" y="1598863"/>
                  <a:pt x="5358245" y="1598863"/>
                </a:cubicBezTo>
                <a:close/>
                <a:moveTo>
                  <a:pt x="5294040" y="1598863"/>
                </a:moveTo>
                <a:cubicBezTo>
                  <a:pt x="5308205" y="1598863"/>
                  <a:pt x="5319699" y="1610357"/>
                  <a:pt x="5319699" y="1624521"/>
                </a:cubicBezTo>
                <a:cubicBezTo>
                  <a:pt x="5319699" y="1638686"/>
                  <a:pt x="5308205" y="1650180"/>
                  <a:pt x="5294040" y="1650180"/>
                </a:cubicBezTo>
                <a:cubicBezTo>
                  <a:pt x="5279877" y="1650180"/>
                  <a:pt x="5268382" y="1638686"/>
                  <a:pt x="5268382" y="1624521"/>
                </a:cubicBezTo>
                <a:cubicBezTo>
                  <a:pt x="5268382" y="1610357"/>
                  <a:pt x="5279877" y="1598863"/>
                  <a:pt x="5294040" y="1598863"/>
                </a:cubicBezTo>
                <a:close/>
                <a:moveTo>
                  <a:pt x="5229719" y="1598863"/>
                </a:moveTo>
                <a:cubicBezTo>
                  <a:pt x="5243999" y="1598863"/>
                  <a:pt x="5255377" y="1610357"/>
                  <a:pt x="5255377" y="1624521"/>
                </a:cubicBezTo>
                <a:cubicBezTo>
                  <a:pt x="5255377" y="1638686"/>
                  <a:pt x="5243883" y="1650180"/>
                  <a:pt x="5229719" y="1650180"/>
                </a:cubicBezTo>
                <a:cubicBezTo>
                  <a:pt x="5215554" y="1650180"/>
                  <a:pt x="5204058" y="1638686"/>
                  <a:pt x="5204058" y="1624521"/>
                </a:cubicBezTo>
                <a:cubicBezTo>
                  <a:pt x="5204058" y="1610357"/>
                  <a:pt x="5215554" y="1598863"/>
                  <a:pt x="5229719" y="1598863"/>
                </a:cubicBezTo>
                <a:close/>
                <a:moveTo>
                  <a:pt x="5101309" y="1598863"/>
                </a:moveTo>
                <a:cubicBezTo>
                  <a:pt x="5115473" y="1598863"/>
                  <a:pt x="5126967" y="1610357"/>
                  <a:pt x="5126967" y="1624521"/>
                </a:cubicBezTo>
                <a:cubicBezTo>
                  <a:pt x="5126967" y="1638686"/>
                  <a:pt x="5115473" y="1650180"/>
                  <a:pt x="5101309" y="1650180"/>
                </a:cubicBezTo>
                <a:cubicBezTo>
                  <a:pt x="5087142" y="1650180"/>
                  <a:pt x="5075649" y="1638686"/>
                  <a:pt x="5075649" y="1624521"/>
                </a:cubicBezTo>
                <a:cubicBezTo>
                  <a:pt x="5075649" y="1610357"/>
                  <a:pt x="5087142" y="1598863"/>
                  <a:pt x="5101309" y="1598863"/>
                </a:cubicBezTo>
                <a:close/>
                <a:moveTo>
                  <a:pt x="5037104" y="1598863"/>
                </a:moveTo>
                <a:cubicBezTo>
                  <a:pt x="5051273" y="1598863"/>
                  <a:pt x="5062762" y="1610351"/>
                  <a:pt x="5062762" y="1624521"/>
                </a:cubicBezTo>
                <a:cubicBezTo>
                  <a:pt x="5062762" y="1638693"/>
                  <a:pt x="5051273" y="1650180"/>
                  <a:pt x="5037104" y="1650180"/>
                </a:cubicBezTo>
                <a:cubicBezTo>
                  <a:pt x="5022930" y="1650180"/>
                  <a:pt x="5011444" y="1638693"/>
                  <a:pt x="5011444" y="1624521"/>
                </a:cubicBezTo>
                <a:cubicBezTo>
                  <a:pt x="5011444" y="1610351"/>
                  <a:pt x="5022930" y="1598863"/>
                  <a:pt x="5037104" y="1598863"/>
                </a:cubicBezTo>
                <a:close/>
                <a:moveTo>
                  <a:pt x="4972896" y="1598863"/>
                </a:moveTo>
                <a:cubicBezTo>
                  <a:pt x="4987063" y="1598863"/>
                  <a:pt x="4998557" y="1610357"/>
                  <a:pt x="4998557" y="1624521"/>
                </a:cubicBezTo>
                <a:cubicBezTo>
                  <a:pt x="4998557" y="1638686"/>
                  <a:pt x="4987063" y="1650180"/>
                  <a:pt x="4972896" y="1650180"/>
                </a:cubicBezTo>
                <a:cubicBezTo>
                  <a:pt x="4958732" y="1650180"/>
                  <a:pt x="4947240" y="1638686"/>
                  <a:pt x="4947240" y="1624521"/>
                </a:cubicBezTo>
                <a:cubicBezTo>
                  <a:pt x="4947240" y="1610357"/>
                  <a:pt x="4958732" y="1598863"/>
                  <a:pt x="4972896" y="1598863"/>
                </a:cubicBezTo>
                <a:close/>
                <a:moveTo>
                  <a:pt x="4908693" y="1598863"/>
                </a:moveTo>
                <a:cubicBezTo>
                  <a:pt x="4922857" y="1598863"/>
                  <a:pt x="4934352" y="1610357"/>
                  <a:pt x="4934352" y="1624521"/>
                </a:cubicBezTo>
                <a:cubicBezTo>
                  <a:pt x="4934352" y="1638686"/>
                  <a:pt x="4922857" y="1650180"/>
                  <a:pt x="4908693" y="1650180"/>
                </a:cubicBezTo>
                <a:cubicBezTo>
                  <a:pt x="4894527" y="1650180"/>
                  <a:pt x="4883033" y="1638686"/>
                  <a:pt x="4883033" y="1624521"/>
                </a:cubicBezTo>
                <a:cubicBezTo>
                  <a:pt x="4883033" y="1610357"/>
                  <a:pt x="4894527" y="1598863"/>
                  <a:pt x="4908693" y="1598863"/>
                </a:cubicBezTo>
                <a:close/>
                <a:moveTo>
                  <a:pt x="4844487" y="1598863"/>
                </a:moveTo>
                <a:cubicBezTo>
                  <a:pt x="4858650" y="1598863"/>
                  <a:pt x="4870146" y="1610357"/>
                  <a:pt x="4870146" y="1624521"/>
                </a:cubicBezTo>
                <a:cubicBezTo>
                  <a:pt x="4870146" y="1638686"/>
                  <a:pt x="4858650" y="1650180"/>
                  <a:pt x="4844487" y="1650180"/>
                </a:cubicBezTo>
                <a:cubicBezTo>
                  <a:pt x="4830322" y="1650180"/>
                  <a:pt x="4818828" y="1638686"/>
                  <a:pt x="4818828" y="1624521"/>
                </a:cubicBezTo>
                <a:cubicBezTo>
                  <a:pt x="4818828" y="1610357"/>
                  <a:pt x="4830322" y="1598863"/>
                  <a:pt x="4844487" y="1598863"/>
                </a:cubicBezTo>
                <a:close/>
                <a:moveTo>
                  <a:pt x="4780282" y="1598863"/>
                </a:moveTo>
                <a:cubicBezTo>
                  <a:pt x="4794447" y="1598863"/>
                  <a:pt x="4805941" y="1610357"/>
                  <a:pt x="4805941" y="1624521"/>
                </a:cubicBezTo>
                <a:cubicBezTo>
                  <a:pt x="4805941" y="1638686"/>
                  <a:pt x="4794447" y="1650180"/>
                  <a:pt x="4780282" y="1650180"/>
                </a:cubicBezTo>
                <a:cubicBezTo>
                  <a:pt x="4766118" y="1650180"/>
                  <a:pt x="4754622" y="1638686"/>
                  <a:pt x="4754622" y="1624521"/>
                </a:cubicBezTo>
                <a:cubicBezTo>
                  <a:pt x="4754622" y="1610357"/>
                  <a:pt x="4766118" y="1598863"/>
                  <a:pt x="4780282" y="1598863"/>
                </a:cubicBezTo>
                <a:close/>
                <a:moveTo>
                  <a:pt x="4716077" y="1598863"/>
                </a:moveTo>
                <a:cubicBezTo>
                  <a:pt x="4730248" y="1598863"/>
                  <a:pt x="4741736" y="1610351"/>
                  <a:pt x="4741736" y="1624521"/>
                </a:cubicBezTo>
                <a:cubicBezTo>
                  <a:pt x="4741736" y="1638693"/>
                  <a:pt x="4730248" y="1650180"/>
                  <a:pt x="4716077" y="1650180"/>
                </a:cubicBezTo>
                <a:cubicBezTo>
                  <a:pt x="4701906" y="1650180"/>
                  <a:pt x="4690419" y="1638693"/>
                  <a:pt x="4690419" y="1624521"/>
                </a:cubicBezTo>
                <a:cubicBezTo>
                  <a:pt x="4690419" y="1610351"/>
                  <a:pt x="4701906" y="1598863"/>
                  <a:pt x="4716077" y="1598863"/>
                </a:cubicBezTo>
                <a:close/>
                <a:moveTo>
                  <a:pt x="4651872" y="1598863"/>
                </a:moveTo>
                <a:cubicBezTo>
                  <a:pt x="4666042" y="1598863"/>
                  <a:pt x="4677531" y="1610351"/>
                  <a:pt x="4677531" y="1624521"/>
                </a:cubicBezTo>
                <a:cubicBezTo>
                  <a:pt x="4677531" y="1638693"/>
                  <a:pt x="4666042" y="1650180"/>
                  <a:pt x="4651872" y="1650180"/>
                </a:cubicBezTo>
                <a:cubicBezTo>
                  <a:pt x="4637700" y="1650180"/>
                  <a:pt x="4626213" y="1638693"/>
                  <a:pt x="4626213" y="1624521"/>
                </a:cubicBezTo>
                <a:cubicBezTo>
                  <a:pt x="4626213" y="1610351"/>
                  <a:pt x="4637700" y="1598863"/>
                  <a:pt x="4651872" y="1598863"/>
                </a:cubicBezTo>
                <a:close/>
                <a:moveTo>
                  <a:pt x="4587666" y="1598863"/>
                </a:moveTo>
                <a:cubicBezTo>
                  <a:pt x="4601830" y="1598863"/>
                  <a:pt x="4613324" y="1610357"/>
                  <a:pt x="4613324" y="1624521"/>
                </a:cubicBezTo>
                <a:cubicBezTo>
                  <a:pt x="4613324" y="1638686"/>
                  <a:pt x="4601830" y="1650180"/>
                  <a:pt x="4587666" y="1650180"/>
                </a:cubicBezTo>
                <a:cubicBezTo>
                  <a:pt x="4573501" y="1650180"/>
                  <a:pt x="4562007" y="1638686"/>
                  <a:pt x="4562007" y="1624521"/>
                </a:cubicBezTo>
                <a:cubicBezTo>
                  <a:pt x="4562007" y="1610357"/>
                  <a:pt x="4573501" y="1598863"/>
                  <a:pt x="4587666" y="1598863"/>
                </a:cubicBezTo>
                <a:close/>
                <a:moveTo>
                  <a:pt x="4523461" y="1598863"/>
                </a:moveTo>
                <a:cubicBezTo>
                  <a:pt x="4537626" y="1598863"/>
                  <a:pt x="4549121" y="1610357"/>
                  <a:pt x="4549121" y="1624521"/>
                </a:cubicBezTo>
                <a:cubicBezTo>
                  <a:pt x="4549121" y="1638686"/>
                  <a:pt x="4537626" y="1650180"/>
                  <a:pt x="4523461" y="1650180"/>
                </a:cubicBezTo>
                <a:cubicBezTo>
                  <a:pt x="4509296" y="1650180"/>
                  <a:pt x="4497802" y="1638686"/>
                  <a:pt x="4497802" y="1624521"/>
                </a:cubicBezTo>
                <a:cubicBezTo>
                  <a:pt x="4497802" y="1610357"/>
                  <a:pt x="4509296" y="1598863"/>
                  <a:pt x="4523461" y="1598863"/>
                </a:cubicBezTo>
                <a:close/>
                <a:moveTo>
                  <a:pt x="4395050" y="1598863"/>
                </a:moveTo>
                <a:cubicBezTo>
                  <a:pt x="4409214" y="1598863"/>
                  <a:pt x="4420710" y="1610357"/>
                  <a:pt x="4420710" y="1624521"/>
                </a:cubicBezTo>
                <a:cubicBezTo>
                  <a:pt x="4420710" y="1638686"/>
                  <a:pt x="4409214" y="1650180"/>
                  <a:pt x="4395050" y="1650180"/>
                </a:cubicBezTo>
                <a:cubicBezTo>
                  <a:pt x="4380886" y="1650180"/>
                  <a:pt x="4369391" y="1638686"/>
                  <a:pt x="4369391" y="1624521"/>
                </a:cubicBezTo>
                <a:cubicBezTo>
                  <a:pt x="4369391" y="1610357"/>
                  <a:pt x="4380886" y="1598863"/>
                  <a:pt x="4395050" y="1598863"/>
                </a:cubicBezTo>
                <a:close/>
                <a:moveTo>
                  <a:pt x="4266640" y="1598863"/>
                </a:moveTo>
                <a:cubicBezTo>
                  <a:pt x="4280811" y="1598863"/>
                  <a:pt x="4292298" y="1610351"/>
                  <a:pt x="4292298" y="1624521"/>
                </a:cubicBezTo>
                <a:cubicBezTo>
                  <a:pt x="4292298" y="1638693"/>
                  <a:pt x="4280811" y="1650180"/>
                  <a:pt x="4266640" y="1650180"/>
                </a:cubicBezTo>
                <a:cubicBezTo>
                  <a:pt x="4252470" y="1650180"/>
                  <a:pt x="4240981" y="1638693"/>
                  <a:pt x="4240981" y="1624521"/>
                </a:cubicBezTo>
                <a:cubicBezTo>
                  <a:pt x="4240981" y="1610351"/>
                  <a:pt x="4252470" y="1598863"/>
                  <a:pt x="4266640" y="1598863"/>
                </a:cubicBezTo>
                <a:close/>
                <a:moveTo>
                  <a:pt x="4202435" y="1598863"/>
                </a:moveTo>
                <a:cubicBezTo>
                  <a:pt x="4216598" y="1598863"/>
                  <a:pt x="4228093" y="1610357"/>
                  <a:pt x="4228093" y="1624521"/>
                </a:cubicBezTo>
                <a:cubicBezTo>
                  <a:pt x="4228093" y="1638686"/>
                  <a:pt x="4216598" y="1650180"/>
                  <a:pt x="4202435" y="1650180"/>
                </a:cubicBezTo>
                <a:cubicBezTo>
                  <a:pt x="4188268" y="1650180"/>
                  <a:pt x="4176776" y="1638686"/>
                  <a:pt x="4176776" y="1624521"/>
                </a:cubicBezTo>
                <a:cubicBezTo>
                  <a:pt x="4176776" y="1610357"/>
                  <a:pt x="4188268" y="1598863"/>
                  <a:pt x="4202435" y="1598863"/>
                </a:cubicBezTo>
                <a:close/>
                <a:moveTo>
                  <a:pt x="4073908" y="1598863"/>
                </a:moveTo>
                <a:cubicBezTo>
                  <a:pt x="4088073" y="1598863"/>
                  <a:pt x="4099565" y="1610357"/>
                  <a:pt x="4099565" y="1624521"/>
                </a:cubicBezTo>
                <a:cubicBezTo>
                  <a:pt x="4099565" y="1638686"/>
                  <a:pt x="4088073" y="1650180"/>
                  <a:pt x="4073908" y="1650180"/>
                </a:cubicBezTo>
                <a:cubicBezTo>
                  <a:pt x="4059743" y="1650180"/>
                  <a:pt x="4048248" y="1638686"/>
                  <a:pt x="4048248" y="1624521"/>
                </a:cubicBezTo>
                <a:cubicBezTo>
                  <a:pt x="4048248" y="1610357"/>
                  <a:pt x="4059743" y="1598863"/>
                  <a:pt x="4073908" y="1598863"/>
                </a:cubicBezTo>
                <a:close/>
                <a:moveTo>
                  <a:pt x="4009702" y="1598863"/>
                </a:moveTo>
                <a:cubicBezTo>
                  <a:pt x="4023866" y="1598863"/>
                  <a:pt x="4035362" y="1610357"/>
                  <a:pt x="4035362" y="1624521"/>
                </a:cubicBezTo>
                <a:cubicBezTo>
                  <a:pt x="4035362" y="1638686"/>
                  <a:pt x="4023866" y="1650180"/>
                  <a:pt x="4009702" y="1650180"/>
                </a:cubicBezTo>
                <a:cubicBezTo>
                  <a:pt x="3995538" y="1650180"/>
                  <a:pt x="3984043" y="1638686"/>
                  <a:pt x="3984043" y="1624521"/>
                </a:cubicBezTo>
                <a:cubicBezTo>
                  <a:pt x="3984043" y="1610357"/>
                  <a:pt x="3995538" y="1598863"/>
                  <a:pt x="4009702" y="1598863"/>
                </a:cubicBezTo>
                <a:close/>
                <a:moveTo>
                  <a:pt x="3945497" y="1598863"/>
                </a:moveTo>
                <a:cubicBezTo>
                  <a:pt x="3959668" y="1598863"/>
                  <a:pt x="3971155" y="1610351"/>
                  <a:pt x="3971155" y="1624521"/>
                </a:cubicBezTo>
                <a:cubicBezTo>
                  <a:pt x="3971155" y="1638693"/>
                  <a:pt x="3959668" y="1650180"/>
                  <a:pt x="3945497" y="1650180"/>
                </a:cubicBezTo>
                <a:cubicBezTo>
                  <a:pt x="3931325" y="1650180"/>
                  <a:pt x="3919838" y="1638693"/>
                  <a:pt x="3919838" y="1624521"/>
                </a:cubicBezTo>
                <a:cubicBezTo>
                  <a:pt x="3919838" y="1610351"/>
                  <a:pt x="3931325" y="1598863"/>
                  <a:pt x="3945497" y="1598863"/>
                </a:cubicBezTo>
                <a:close/>
                <a:moveTo>
                  <a:pt x="3881291" y="1598863"/>
                </a:moveTo>
                <a:cubicBezTo>
                  <a:pt x="3895456" y="1598863"/>
                  <a:pt x="3906950" y="1610357"/>
                  <a:pt x="3906950" y="1624521"/>
                </a:cubicBezTo>
                <a:cubicBezTo>
                  <a:pt x="3906950" y="1638686"/>
                  <a:pt x="3895456" y="1650180"/>
                  <a:pt x="3881291" y="1650180"/>
                </a:cubicBezTo>
                <a:cubicBezTo>
                  <a:pt x="3867127" y="1650180"/>
                  <a:pt x="3855633" y="1638686"/>
                  <a:pt x="3855633" y="1624521"/>
                </a:cubicBezTo>
                <a:cubicBezTo>
                  <a:pt x="3855633" y="1610357"/>
                  <a:pt x="3867127" y="1598863"/>
                  <a:pt x="3881291" y="1598863"/>
                </a:cubicBezTo>
                <a:close/>
                <a:moveTo>
                  <a:pt x="3817085" y="1598863"/>
                </a:moveTo>
                <a:cubicBezTo>
                  <a:pt x="3831252" y="1598863"/>
                  <a:pt x="3842745" y="1610357"/>
                  <a:pt x="3842745" y="1624521"/>
                </a:cubicBezTo>
                <a:cubicBezTo>
                  <a:pt x="3842745" y="1638686"/>
                  <a:pt x="3831252" y="1650180"/>
                  <a:pt x="3817085" y="1650180"/>
                </a:cubicBezTo>
                <a:cubicBezTo>
                  <a:pt x="3802921" y="1650180"/>
                  <a:pt x="3791427" y="1638686"/>
                  <a:pt x="3791427" y="1624521"/>
                </a:cubicBezTo>
                <a:cubicBezTo>
                  <a:pt x="3791427" y="1610357"/>
                  <a:pt x="3802921" y="1598863"/>
                  <a:pt x="3817085" y="1598863"/>
                </a:cubicBezTo>
                <a:close/>
                <a:moveTo>
                  <a:pt x="3752882" y="1598863"/>
                </a:moveTo>
                <a:cubicBezTo>
                  <a:pt x="3767045" y="1598863"/>
                  <a:pt x="3778539" y="1610357"/>
                  <a:pt x="3778539" y="1624521"/>
                </a:cubicBezTo>
                <a:cubicBezTo>
                  <a:pt x="3778539" y="1638686"/>
                  <a:pt x="3767045" y="1650180"/>
                  <a:pt x="3752882" y="1650180"/>
                </a:cubicBezTo>
                <a:cubicBezTo>
                  <a:pt x="3738717" y="1650180"/>
                  <a:pt x="3727221" y="1638686"/>
                  <a:pt x="3727221" y="1624521"/>
                </a:cubicBezTo>
                <a:cubicBezTo>
                  <a:pt x="3727221" y="1610357"/>
                  <a:pt x="3738717" y="1598863"/>
                  <a:pt x="3752882" y="1598863"/>
                </a:cubicBezTo>
                <a:close/>
                <a:moveTo>
                  <a:pt x="3688674" y="1598863"/>
                </a:moveTo>
                <a:cubicBezTo>
                  <a:pt x="3702840" y="1598863"/>
                  <a:pt x="3714335" y="1610357"/>
                  <a:pt x="3714335" y="1624521"/>
                </a:cubicBezTo>
                <a:cubicBezTo>
                  <a:pt x="3714335" y="1638686"/>
                  <a:pt x="3702840" y="1650180"/>
                  <a:pt x="3688674" y="1650180"/>
                </a:cubicBezTo>
                <a:cubicBezTo>
                  <a:pt x="3674510" y="1650180"/>
                  <a:pt x="3663017" y="1638686"/>
                  <a:pt x="3663017" y="1624521"/>
                </a:cubicBezTo>
                <a:cubicBezTo>
                  <a:pt x="3663017" y="1610357"/>
                  <a:pt x="3674510" y="1598863"/>
                  <a:pt x="3688674" y="1598863"/>
                </a:cubicBezTo>
                <a:close/>
                <a:moveTo>
                  <a:pt x="3624472" y="1598863"/>
                </a:moveTo>
                <a:cubicBezTo>
                  <a:pt x="3638640" y="1598863"/>
                  <a:pt x="3650129" y="1610351"/>
                  <a:pt x="3650129" y="1624521"/>
                </a:cubicBezTo>
                <a:cubicBezTo>
                  <a:pt x="3650129" y="1638693"/>
                  <a:pt x="3638640" y="1650180"/>
                  <a:pt x="3624472" y="1650180"/>
                </a:cubicBezTo>
                <a:cubicBezTo>
                  <a:pt x="3610300" y="1650180"/>
                  <a:pt x="3598810" y="1638693"/>
                  <a:pt x="3598810" y="1624521"/>
                </a:cubicBezTo>
                <a:cubicBezTo>
                  <a:pt x="3598810" y="1610351"/>
                  <a:pt x="3610300" y="1598863"/>
                  <a:pt x="3624472" y="1598863"/>
                </a:cubicBezTo>
                <a:close/>
                <a:moveTo>
                  <a:pt x="3496060" y="1598863"/>
                </a:moveTo>
                <a:cubicBezTo>
                  <a:pt x="3510225" y="1598863"/>
                  <a:pt x="3521719" y="1610357"/>
                  <a:pt x="3521719" y="1624521"/>
                </a:cubicBezTo>
                <a:cubicBezTo>
                  <a:pt x="3521719" y="1638686"/>
                  <a:pt x="3510225" y="1650180"/>
                  <a:pt x="3496060" y="1650180"/>
                </a:cubicBezTo>
                <a:cubicBezTo>
                  <a:pt x="3481895" y="1650180"/>
                  <a:pt x="3470400" y="1638686"/>
                  <a:pt x="3470400" y="1624521"/>
                </a:cubicBezTo>
                <a:cubicBezTo>
                  <a:pt x="3470400" y="1610357"/>
                  <a:pt x="3481895" y="1598863"/>
                  <a:pt x="3496060" y="1598863"/>
                </a:cubicBezTo>
                <a:close/>
                <a:moveTo>
                  <a:pt x="3431855" y="1598863"/>
                </a:moveTo>
                <a:cubicBezTo>
                  <a:pt x="3446019" y="1598863"/>
                  <a:pt x="3457512" y="1610357"/>
                  <a:pt x="3457512" y="1624521"/>
                </a:cubicBezTo>
                <a:cubicBezTo>
                  <a:pt x="3457512" y="1638686"/>
                  <a:pt x="3446019" y="1650180"/>
                  <a:pt x="3431855" y="1650180"/>
                </a:cubicBezTo>
                <a:cubicBezTo>
                  <a:pt x="3417690" y="1650180"/>
                  <a:pt x="3406196" y="1638686"/>
                  <a:pt x="3406196" y="1624521"/>
                </a:cubicBezTo>
                <a:cubicBezTo>
                  <a:pt x="3406196" y="1610357"/>
                  <a:pt x="3417690" y="1598863"/>
                  <a:pt x="3431855" y="1598863"/>
                </a:cubicBezTo>
                <a:close/>
                <a:moveTo>
                  <a:pt x="3367649" y="1598863"/>
                </a:moveTo>
                <a:cubicBezTo>
                  <a:pt x="3381813" y="1598863"/>
                  <a:pt x="3393308" y="1610357"/>
                  <a:pt x="3393308" y="1624521"/>
                </a:cubicBezTo>
                <a:cubicBezTo>
                  <a:pt x="3393308" y="1638686"/>
                  <a:pt x="3381813" y="1650180"/>
                  <a:pt x="3367649" y="1650180"/>
                </a:cubicBezTo>
                <a:cubicBezTo>
                  <a:pt x="3353484" y="1650180"/>
                  <a:pt x="3341990" y="1638686"/>
                  <a:pt x="3341990" y="1624521"/>
                </a:cubicBezTo>
                <a:cubicBezTo>
                  <a:pt x="3341990" y="1610357"/>
                  <a:pt x="3353484" y="1598863"/>
                  <a:pt x="3367649" y="1598863"/>
                </a:cubicBezTo>
                <a:close/>
                <a:moveTo>
                  <a:pt x="3303444" y="1598863"/>
                </a:moveTo>
                <a:cubicBezTo>
                  <a:pt x="3317609" y="1598863"/>
                  <a:pt x="3329102" y="1610357"/>
                  <a:pt x="3329102" y="1624521"/>
                </a:cubicBezTo>
                <a:cubicBezTo>
                  <a:pt x="3329102" y="1638686"/>
                  <a:pt x="3317609" y="1650180"/>
                  <a:pt x="3303444" y="1650180"/>
                </a:cubicBezTo>
                <a:cubicBezTo>
                  <a:pt x="3289279" y="1650180"/>
                  <a:pt x="3277785" y="1638686"/>
                  <a:pt x="3277785" y="1624521"/>
                </a:cubicBezTo>
                <a:cubicBezTo>
                  <a:pt x="3277785" y="1610357"/>
                  <a:pt x="3289279" y="1598863"/>
                  <a:pt x="3303444" y="1598863"/>
                </a:cubicBezTo>
                <a:close/>
                <a:moveTo>
                  <a:pt x="3239238" y="1598863"/>
                </a:moveTo>
                <a:cubicBezTo>
                  <a:pt x="3253410" y="1598863"/>
                  <a:pt x="3264898" y="1610351"/>
                  <a:pt x="3264898" y="1624521"/>
                </a:cubicBezTo>
                <a:cubicBezTo>
                  <a:pt x="3264898" y="1638693"/>
                  <a:pt x="3253410" y="1650180"/>
                  <a:pt x="3239238" y="1650180"/>
                </a:cubicBezTo>
                <a:cubicBezTo>
                  <a:pt x="3225068" y="1650180"/>
                  <a:pt x="3213580" y="1638693"/>
                  <a:pt x="3213580" y="1624521"/>
                </a:cubicBezTo>
                <a:cubicBezTo>
                  <a:pt x="3213580" y="1610351"/>
                  <a:pt x="3225068" y="1598863"/>
                  <a:pt x="3239238" y="1598863"/>
                </a:cubicBezTo>
                <a:close/>
                <a:moveTo>
                  <a:pt x="3110828" y="1598863"/>
                </a:moveTo>
                <a:cubicBezTo>
                  <a:pt x="3124992" y="1598863"/>
                  <a:pt x="3136487" y="1610357"/>
                  <a:pt x="3136487" y="1624521"/>
                </a:cubicBezTo>
                <a:cubicBezTo>
                  <a:pt x="3136487" y="1638686"/>
                  <a:pt x="3124992" y="1650180"/>
                  <a:pt x="3110828" y="1650180"/>
                </a:cubicBezTo>
                <a:cubicBezTo>
                  <a:pt x="3096663" y="1650180"/>
                  <a:pt x="3085170" y="1638686"/>
                  <a:pt x="3085170" y="1624521"/>
                </a:cubicBezTo>
                <a:cubicBezTo>
                  <a:pt x="3085170" y="1610357"/>
                  <a:pt x="3096663" y="1598863"/>
                  <a:pt x="3110828" y="1598863"/>
                </a:cubicBezTo>
                <a:close/>
                <a:moveTo>
                  <a:pt x="3046623" y="1598863"/>
                </a:moveTo>
                <a:cubicBezTo>
                  <a:pt x="3060788" y="1598863"/>
                  <a:pt x="3072282" y="1610357"/>
                  <a:pt x="3072282" y="1624521"/>
                </a:cubicBezTo>
                <a:cubicBezTo>
                  <a:pt x="3072282" y="1638686"/>
                  <a:pt x="3060788" y="1650180"/>
                  <a:pt x="3046623" y="1650180"/>
                </a:cubicBezTo>
                <a:cubicBezTo>
                  <a:pt x="3032458" y="1650180"/>
                  <a:pt x="3020964" y="1638686"/>
                  <a:pt x="3020964" y="1624521"/>
                </a:cubicBezTo>
                <a:cubicBezTo>
                  <a:pt x="3020964" y="1610357"/>
                  <a:pt x="3032458" y="1598863"/>
                  <a:pt x="3046623" y="1598863"/>
                </a:cubicBezTo>
                <a:close/>
                <a:moveTo>
                  <a:pt x="2982301" y="1598863"/>
                </a:moveTo>
                <a:cubicBezTo>
                  <a:pt x="2996466" y="1598863"/>
                  <a:pt x="3007960" y="1610357"/>
                  <a:pt x="3007960" y="1624521"/>
                </a:cubicBezTo>
                <a:cubicBezTo>
                  <a:pt x="3007960" y="1638686"/>
                  <a:pt x="2996466" y="1650180"/>
                  <a:pt x="2982301" y="1650180"/>
                </a:cubicBezTo>
                <a:cubicBezTo>
                  <a:pt x="2968137" y="1650180"/>
                  <a:pt x="2956642" y="1638686"/>
                  <a:pt x="2956642" y="1624521"/>
                </a:cubicBezTo>
                <a:cubicBezTo>
                  <a:pt x="2956642" y="1610357"/>
                  <a:pt x="2968137" y="1598863"/>
                  <a:pt x="2982301" y="1598863"/>
                </a:cubicBezTo>
                <a:close/>
                <a:moveTo>
                  <a:pt x="2918096" y="1598863"/>
                </a:moveTo>
                <a:cubicBezTo>
                  <a:pt x="2932261" y="1598863"/>
                  <a:pt x="2943755" y="1610357"/>
                  <a:pt x="2943755" y="1624521"/>
                </a:cubicBezTo>
                <a:cubicBezTo>
                  <a:pt x="2943755" y="1638686"/>
                  <a:pt x="2932261" y="1650180"/>
                  <a:pt x="2918096" y="1650180"/>
                </a:cubicBezTo>
                <a:cubicBezTo>
                  <a:pt x="2903931" y="1650180"/>
                  <a:pt x="2892438" y="1638686"/>
                  <a:pt x="2892438" y="1624521"/>
                </a:cubicBezTo>
                <a:cubicBezTo>
                  <a:pt x="2892438" y="1610357"/>
                  <a:pt x="2903931" y="1598863"/>
                  <a:pt x="2918096" y="1598863"/>
                </a:cubicBezTo>
                <a:close/>
                <a:moveTo>
                  <a:pt x="2853890" y="1598863"/>
                </a:moveTo>
                <a:cubicBezTo>
                  <a:pt x="2868062" y="1598863"/>
                  <a:pt x="2879550" y="1610351"/>
                  <a:pt x="2879550" y="1624521"/>
                </a:cubicBezTo>
                <a:cubicBezTo>
                  <a:pt x="2879550" y="1638693"/>
                  <a:pt x="2868062" y="1650180"/>
                  <a:pt x="2853890" y="1650180"/>
                </a:cubicBezTo>
                <a:cubicBezTo>
                  <a:pt x="2839720" y="1650180"/>
                  <a:pt x="2828231" y="1638693"/>
                  <a:pt x="2828231" y="1624521"/>
                </a:cubicBezTo>
                <a:cubicBezTo>
                  <a:pt x="2828231" y="1610351"/>
                  <a:pt x="2839720" y="1598863"/>
                  <a:pt x="2853890" y="1598863"/>
                </a:cubicBezTo>
                <a:close/>
                <a:moveTo>
                  <a:pt x="2789686" y="1598863"/>
                </a:moveTo>
                <a:cubicBezTo>
                  <a:pt x="2803850" y="1598863"/>
                  <a:pt x="2815344" y="1610357"/>
                  <a:pt x="2815344" y="1624521"/>
                </a:cubicBezTo>
                <a:cubicBezTo>
                  <a:pt x="2815344" y="1638686"/>
                  <a:pt x="2803850" y="1650180"/>
                  <a:pt x="2789686" y="1650180"/>
                </a:cubicBezTo>
                <a:cubicBezTo>
                  <a:pt x="2775521" y="1650180"/>
                  <a:pt x="2764027" y="1638686"/>
                  <a:pt x="2764027" y="1624521"/>
                </a:cubicBezTo>
                <a:cubicBezTo>
                  <a:pt x="2764027" y="1610357"/>
                  <a:pt x="2775521" y="1598863"/>
                  <a:pt x="2789686" y="1598863"/>
                </a:cubicBezTo>
                <a:close/>
                <a:moveTo>
                  <a:pt x="2725480" y="1598863"/>
                </a:moveTo>
                <a:cubicBezTo>
                  <a:pt x="2739644" y="1598863"/>
                  <a:pt x="2751140" y="1610357"/>
                  <a:pt x="2751140" y="1624521"/>
                </a:cubicBezTo>
                <a:cubicBezTo>
                  <a:pt x="2751140" y="1638686"/>
                  <a:pt x="2739644" y="1650180"/>
                  <a:pt x="2725480" y="1650180"/>
                </a:cubicBezTo>
                <a:cubicBezTo>
                  <a:pt x="2711315" y="1650180"/>
                  <a:pt x="2699821" y="1638686"/>
                  <a:pt x="2699821" y="1624521"/>
                </a:cubicBezTo>
                <a:cubicBezTo>
                  <a:pt x="2699821" y="1610357"/>
                  <a:pt x="2711315" y="1598863"/>
                  <a:pt x="2725480" y="1598863"/>
                </a:cubicBezTo>
                <a:close/>
                <a:moveTo>
                  <a:pt x="2597069" y="1598863"/>
                </a:moveTo>
                <a:cubicBezTo>
                  <a:pt x="2611234" y="1598863"/>
                  <a:pt x="2622729" y="1610357"/>
                  <a:pt x="2622729" y="1624521"/>
                </a:cubicBezTo>
                <a:cubicBezTo>
                  <a:pt x="2622729" y="1638686"/>
                  <a:pt x="2611234" y="1650180"/>
                  <a:pt x="2597069" y="1650180"/>
                </a:cubicBezTo>
                <a:cubicBezTo>
                  <a:pt x="2582904" y="1650180"/>
                  <a:pt x="2571410" y="1638686"/>
                  <a:pt x="2571410" y="1624521"/>
                </a:cubicBezTo>
                <a:cubicBezTo>
                  <a:pt x="2571410" y="1610357"/>
                  <a:pt x="2582904" y="1598863"/>
                  <a:pt x="2597069" y="1598863"/>
                </a:cubicBezTo>
                <a:close/>
                <a:moveTo>
                  <a:pt x="2532865" y="1598863"/>
                </a:moveTo>
                <a:cubicBezTo>
                  <a:pt x="2547035" y="1598863"/>
                  <a:pt x="2558523" y="1610351"/>
                  <a:pt x="2558523" y="1624521"/>
                </a:cubicBezTo>
                <a:cubicBezTo>
                  <a:pt x="2558523" y="1638693"/>
                  <a:pt x="2547035" y="1650180"/>
                  <a:pt x="2532865" y="1650180"/>
                </a:cubicBezTo>
                <a:cubicBezTo>
                  <a:pt x="2518693" y="1650180"/>
                  <a:pt x="2507205" y="1638693"/>
                  <a:pt x="2507205" y="1624521"/>
                </a:cubicBezTo>
                <a:cubicBezTo>
                  <a:pt x="2507205" y="1610351"/>
                  <a:pt x="2518693" y="1598863"/>
                  <a:pt x="2532865" y="1598863"/>
                </a:cubicBezTo>
                <a:close/>
                <a:moveTo>
                  <a:pt x="2404454" y="1598863"/>
                </a:moveTo>
                <a:cubicBezTo>
                  <a:pt x="2418619" y="1598863"/>
                  <a:pt x="2430112" y="1610357"/>
                  <a:pt x="2430112" y="1624521"/>
                </a:cubicBezTo>
                <a:cubicBezTo>
                  <a:pt x="2430112" y="1638686"/>
                  <a:pt x="2418619" y="1650180"/>
                  <a:pt x="2404454" y="1650180"/>
                </a:cubicBezTo>
                <a:cubicBezTo>
                  <a:pt x="2390289" y="1650180"/>
                  <a:pt x="2378795" y="1638686"/>
                  <a:pt x="2378795" y="1624521"/>
                </a:cubicBezTo>
                <a:cubicBezTo>
                  <a:pt x="2378795" y="1610357"/>
                  <a:pt x="2390289" y="1598863"/>
                  <a:pt x="2404454" y="1598863"/>
                </a:cubicBezTo>
                <a:close/>
                <a:moveTo>
                  <a:pt x="2340249" y="1598863"/>
                </a:moveTo>
                <a:cubicBezTo>
                  <a:pt x="2354413" y="1598863"/>
                  <a:pt x="2365908" y="1610357"/>
                  <a:pt x="2365908" y="1624521"/>
                </a:cubicBezTo>
                <a:cubicBezTo>
                  <a:pt x="2365908" y="1638686"/>
                  <a:pt x="2354413" y="1650180"/>
                  <a:pt x="2340249" y="1650180"/>
                </a:cubicBezTo>
                <a:cubicBezTo>
                  <a:pt x="2326084" y="1650180"/>
                  <a:pt x="2314590" y="1638686"/>
                  <a:pt x="2314590" y="1624521"/>
                </a:cubicBezTo>
                <a:cubicBezTo>
                  <a:pt x="2314590" y="1610357"/>
                  <a:pt x="2326084" y="1598863"/>
                  <a:pt x="2340249" y="1598863"/>
                </a:cubicBezTo>
                <a:close/>
                <a:moveTo>
                  <a:pt x="2276044" y="1598863"/>
                </a:moveTo>
                <a:cubicBezTo>
                  <a:pt x="2290208" y="1598863"/>
                  <a:pt x="2301702" y="1610357"/>
                  <a:pt x="2301702" y="1624521"/>
                </a:cubicBezTo>
                <a:cubicBezTo>
                  <a:pt x="2301702" y="1638686"/>
                  <a:pt x="2290208" y="1650180"/>
                  <a:pt x="2276044" y="1650180"/>
                </a:cubicBezTo>
                <a:cubicBezTo>
                  <a:pt x="2261879" y="1650180"/>
                  <a:pt x="2250385" y="1638686"/>
                  <a:pt x="2250385" y="1624521"/>
                </a:cubicBezTo>
                <a:cubicBezTo>
                  <a:pt x="2250385" y="1610357"/>
                  <a:pt x="2261879" y="1598863"/>
                  <a:pt x="2276044" y="1598863"/>
                </a:cubicBezTo>
                <a:close/>
                <a:moveTo>
                  <a:pt x="2211838" y="1598863"/>
                </a:moveTo>
                <a:cubicBezTo>
                  <a:pt x="2226003" y="1598863"/>
                  <a:pt x="2237497" y="1610357"/>
                  <a:pt x="2237497" y="1624521"/>
                </a:cubicBezTo>
                <a:cubicBezTo>
                  <a:pt x="2237497" y="1638686"/>
                  <a:pt x="2226003" y="1650180"/>
                  <a:pt x="2211838" y="1650180"/>
                </a:cubicBezTo>
                <a:cubicBezTo>
                  <a:pt x="2197673" y="1650180"/>
                  <a:pt x="2186178" y="1638686"/>
                  <a:pt x="2186178" y="1624521"/>
                </a:cubicBezTo>
                <a:cubicBezTo>
                  <a:pt x="2186178" y="1610357"/>
                  <a:pt x="2197673" y="1598863"/>
                  <a:pt x="2211838" y="1598863"/>
                </a:cubicBezTo>
                <a:close/>
                <a:moveTo>
                  <a:pt x="2147633" y="1598863"/>
                </a:moveTo>
                <a:cubicBezTo>
                  <a:pt x="2161804" y="1598863"/>
                  <a:pt x="2173293" y="1610351"/>
                  <a:pt x="2173293" y="1624521"/>
                </a:cubicBezTo>
                <a:cubicBezTo>
                  <a:pt x="2173293" y="1638693"/>
                  <a:pt x="2161804" y="1650180"/>
                  <a:pt x="2147633" y="1650180"/>
                </a:cubicBezTo>
                <a:cubicBezTo>
                  <a:pt x="2133462" y="1650180"/>
                  <a:pt x="2121975" y="1638693"/>
                  <a:pt x="2121975" y="1624521"/>
                </a:cubicBezTo>
                <a:cubicBezTo>
                  <a:pt x="2121975" y="1610351"/>
                  <a:pt x="2133462" y="1598863"/>
                  <a:pt x="2147633" y="1598863"/>
                </a:cubicBezTo>
                <a:close/>
                <a:moveTo>
                  <a:pt x="2083427" y="1598863"/>
                </a:moveTo>
                <a:cubicBezTo>
                  <a:pt x="2097599" y="1598863"/>
                  <a:pt x="2109087" y="1610351"/>
                  <a:pt x="2109087" y="1624521"/>
                </a:cubicBezTo>
                <a:cubicBezTo>
                  <a:pt x="2109087" y="1638693"/>
                  <a:pt x="2097599" y="1650180"/>
                  <a:pt x="2083427" y="1650180"/>
                </a:cubicBezTo>
                <a:cubicBezTo>
                  <a:pt x="2069257" y="1650180"/>
                  <a:pt x="2057768" y="1638693"/>
                  <a:pt x="2057768" y="1624521"/>
                </a:cubicBezTo>
                <a:cubicBezTo>
                  <a:pt x="2057768" y="1610351"/>
                  <a:pt x="2069257" y="1598863"/>
                  <a:pt x="2083427" y="1598863"/>
                </a:cubicBezTo>
                <a:close/>
                <a:moveTo>
                  <a:pt x="2019222" y="1598863"/>
                </a:moveTo>
                <a:cubicBezTo>
                  <a:pt x="2033387" y="1598863"/>
                  <a:pt x="2044880" y="1610357"/>
                  <a:pt x="2044880" y="1624521"/>
                </a:cubicBezTo>
                <a:cubicBezTo>
                  <a:pt x="2044880" y="1638686"/>
                  <a:pt x="2033387" y="1650180"/>
                  <a:pt x="2019222" y="1650180"/>
                </a:cubicBezTo>
                <a:cubicBezTo>
                  <a:pt x="2005058" y="1650180"/>
                  <a:pt x="1993563" y="1638686"/>
                  <a:pt x="1993563" y="1624521"/>
                </a:cubicBezTo>
                <a:cubicBezTo>
                  <a:pt x="1993563" y="1610357"/>
                  <a:pt x="2005058" y="1598863"/>
                  <a:pt x="2019222" y="1598863"/>
                </a:cubicBezTo>
                <a:close/>
                <a:moveTo>
                  <a:pt x="1955016" y="1598863"/>
                </a:moveTo>
                <a:cubicBezTo>
                  <a:pt x="1969181" y="1598863"/>
                  <a:pt x="1980676" y="1610357"/>
                  <a:pt x="1980676" y="1624521"/>
                </a:cubicBezTo>
                <a:cubicBezTo>
                  <a:pt x="1980676" y="1638686"/>
                  <a:pt x="1969181" y="1650180"/>
                  <a:pt x="1955016" y="1650180"/>
                </a:cubicBezTo>
                <a:cubicBezTo>
                  <a:pt x="1940851" y="1650180"/>
                  <a:pt x="1929358" y="1638686"/>
                  <a:pt x="1929358" y="1624521"/>
                </a:cubicBezTo>
                <a:cubicBezTo>
                  <a:pt x="1929358" y="1610357"/>
                  <a:pt x="1940851" y="1598863"/>
                  <a:pt x="1955016" y="1598863"/>
                </a:cubicBezTo>
                <a:close/>
                <a:moveTo>
                  <a:pt x="1890696" y="1598863"/>
                </a:moveTo>
                <a:cubicBezTo>
                  <a:pt x="1904860" y="1598863"/>
                  <a:pt x="1916355" y="1610357"/>
                  <a:pt x="1916355" y="1624521"/>
                </a:cubicBezTo>
                <a:cubicBezTo>
                  <a:pt x="1916355" y="1638686"/>
                  <a:pt x="1904860" y="1650180"/>
                  <a:pt x="1890696" y="1650180"/>
                </a:cubicBezTo>
                <a:cubicBezTo>
                  <a:pt x="1876531" y="1650180"/>
                  <a:pt x="1865037" y="1638686"/>
                  <a:pt x="1865037" y="1624521"/>
                </a:cubicBezTo>
                <a:cubicBezTo>
                  <a:pt x="1865037" y="1610357"/>
                  <a:pt x="1876531" y="1598863"/>
                  <a:pt x="1890696" y="1598863"/>
                </a:cubicBezTo>
                <a:close/>
                <a:moveTo>
                  <a:pt x="1826490" y="1598863"/>
                </a:moveTo>
                <a:cubicBezTo>
                  <a:pt x="1840654" y="1598863"/>
                  <a:pt x="1852149" y="1610357"/>
                  <a:pt x="1852149" y="1624521"/>
                </a:cubicBezTo>
                <a:cubicBezTo>
                  <a:pt x="1852149" y="1638686"/>
                  <a:pt x="1840654" y="1650180"/>
                  <a:pt x="1826490" y="1650180"/>
                </a:cubicBezTo>
                <a:cubicBezTo>
                  <a:pt x="1812325" y="1650180"/>
                  <a:pt x="1800830" y="1638686"/>
                  <a:pt x="1800830" y="1624521"/>
                </a:cubicBezTo>
                <a:cubicBezTo>
                  <a:pt x="1800830" y="1610357"/>
                  <a:pt x="1812325" y="1598863"/>
                  <a:pt x="1826490" y="1598863"/>
                </a:cubicBezTo>
                <a:close/>
                <a:moveTo>
                  <a:pt x="1762285" y="1598863"/>
                </a:moveTo>
                <a:cubicBezTo>
                  <a:pt x="1776456" y="1598863"/>
                  <a:pt x="1787944" y="1610351"/>
                  <a:pt x="1787944" y="1624521"/>
                </a:cubicBezTo>
                <a:cubicBezTo>
                  <a:pt x="1787944" y="1638693"/>
                  <a:pt x="1776456" y="1650180"/>
                  <a:pt x="1762285" y="1650180"/>
                </a:cubicBezTo>
                <a:cubicBezTo>
                  <a:pt x="1748114" y="1650180"/>
                  <a:pt x="1736626" y="1638693"/>
                  <a:pt x="1736626" y="1624521"/>
                </a:cubicBezTo>
                <a:cubicBezTo>
                  <a:pt x="1736626" y="1610351"/>
                  <a:pt x="1748114" y="1598863"/>
                  <a:pt x="1762285" y="1598863"/>
                </a:cubicBezTo>
                <a:close/>
                <a:moveTo>
                  <a:pt x="1698080" y="1598863"/>
                </a:moveTo>
                <a:cubicBezTo>
                  <a:pt x="1712244" y="1598863"/>
                  <a:pt x="1723738" y="1610357"/>
                  <a:pt x="1723738" y="1624521"/>
                </a:cubicBezTo>
                <a:cubicBezTo>
                  <a:pt x="1723738" y="1638686"/>
                  <a:pt x="1712244" y="1650180"/>
                  <a:pt x="1698080" y="1650180"/>
                </a:cubicBezTo>
                <a:cubicBezTo>
                  <a:pt x="1683915" y="1650180"/>
                  <a:pt x="1672420" y="1638686"/>
                  <a:pt x="1672420" y="1624521"/>
                </a:cubicBezTo>
                <a:cubicBezTo>
                  <a:pt x="1672420" y="1610357"/>
                  <a:pt x="1683915" y="1598863"/>
                  <a:pt x="1698080" y="1598863"/>
                </a:cubicBezTo>
                <a:close/>
                <a:moveTo>
                  <a:pt x="1633874" y="1598863"/>
                </a:moveTo>
                <a:cubicBezTo>
                  <a:pt x="1648039" y="1598863"/>
                  <a:pt x="1659533" y="1610357"/>
                  <a:pt x="1659533" y="1624521"/>
                </a:cubicBezTo>
                <a:cubicBezTo>
                  <a:pt x="1659533" y="1638686"/>
                  <a:pt x="1648039" y="1650180"/>
                  <a:pt x="1633874" y="1650180"/>
                </a:cubicBezTo>
                <a:cubicBezTo>
                  <a:pt x="1619710" y="1650180"/>
                  <a:pt x="1608216" y="1638686"/>
                  <a:pt x="1608216" y="1624521"/>
                </a:cubicBezTo>
                <a:cubicBezTo>
                  <a:pt x="1608216" y="1610357"/>
                  <a:pt x="1619710" y="1598863"/>
                  <a:pt x="1633874" y="1598863"/>
                </a:cubicBezTo>
                <a:close/>
                <a:moveTo>
                  <a:pt x="1569669" y="1598863"/>
                </a:moveTo>
                <a:cubicBezTo>
                  <a:pt x="1583834" y="1598863"/>
                  <a:pt x="1595328" y="1610357"/>
                  <a:pt x="1595328" y="1624521"/>
                </a:cubicBezTo>
                <a:cubicBezTo>
                  <a:pt x="1595328" y="1638686"/>
                  <a:pt x="1583834" y="1650180"/>
                  <a:pt x="1569669" y="1650180"/>
                </a:cubicBezTo>
                <a:cubicBezTo>
                  <a:pt x="1555504" y="1650180"/>
                  <a:pt x="1544010" y="1638686"/>
                  <a:pt x="1544010" y="1624521"/>
                </a:cubicBezTo>
                <a:cubicBezTo>
                  <a:pt x="1544010" y="1610357"/>
                  <a:pt x="1555504" y="1598863"/>
                  <a:pt x="1569669" y="1598863"/>
                </a:cubicBezTo>
                <a:close/>
                <a:moveTo>
                  <a:pt x="1505464" y="1598863"/>
                </a:moveTo>
                <a:cubicBezTo>
                  <a:pt x="1519629" y="1598863"/>
                  <a:pt x="1531123" y="1610357"/>
                  <a:pt x="1531123" y="1624521"/>
                </a:cubicBezTo>
                <a:cubicBezTo>
                  <a:pt x="1531123" y="1638686"/>
                  <a:pt x="1519629" y="1650180"/>
                  <a:pt x="1505464" y="1650180"/>
                </a:cubicBezTo>
                <a:cubicBezTo>
                  <a:pt x="1491299" y="1650180"/>
                  <a:pt x="1479806" y="1638686"/>
                  <a:pt x="1479806" y="1624521"/>
                </a:cubicBezTo>
                <a:cubicBezTo>
                  <a:pt x="1479806" y="1610357"/>
                  <a:pt x="1491299" y="1598863"/>
                  <a:pt x="1505464" y="1598863"/>
                </a:cubicBezTo>
                <a:close/>
                <a:moveTo>
                  <a:pt x="1441258" y="1598863"/>
                </a:moveTo>
                <a:cubicBezTo>
                  <a:pt x="1455430" y="1598863"/>
                  <a:pt x="1466917" y="1610351"/>
                  <a:pt x="1466917" y="1624521"/>
                </a:cubicBezTo>
                <a:cubicBezTo>
                  <a:pt x="1466917" y="1638693"/>
                  <a:pt x="1455430" y="1650180"/>
                  <a:pt x="1441258" y="1650180"/>
                </a:cubicBezTo>
                <a:cubicBezTo>
                  <a:pt x="1427087" y="1650180"/>
                  <a:pt x="1415599" y="1638693"/>
                  <a:pt x="1415599" y="1624521"/>
                </a:cubicBezTo>
                <a:cubicBezTo>
                  <a:pt x="1415599" y="1610351"/>
                  <a:pt x="1427087" y="1598863"/>
                  <a:pt x="1441258" y="1598863"/>
                </a:cubicBezTo>
                <a:close/>
                <a:moveTo>
                  <a:pt x="1377053" y="1598863"/>
                </a:moveTo>
                <a:cubicBezTo>
                  <a:pt x="1391224" y="1598863"/>
                  <a:pt x="1402712" y="1610351"/>
                  <a:pt x="1402712" y="1624521"/>
                </a:cubicBezTo>
                <a:cubicBezTo>
                  <a:pt x="1402712" y="1638693"/>
                  <a:pt x="1391224" y="1650180"/>
                  <a:pt x="1377053" y="1650180"/>
                </a:cubicBezTo>
                <a:cubicBezTo>
                  <a:pt x="1362882" y="1650180"/>
                  <a:pt x="1351395" y="1638693"/>
                  <a:pt x="1351395" y="1624521"/>
                </a:cubicBezTo>
                <a:cubicBezTo>
                  <a:pt x="1351395" y="1610351"/>
                  <a:pt x="1362882" y="1598863"/>
                  <a:pt x="1377053" y="1598863"/>
                </a:cubicBezTo>
                <a:close/>
                <a:moveTo>
                  <a:pt x="1248643" y="1598863"/>
                </a:moveTo>
                <a:cubicBezTo>
                  <a:pt x="1262808" y="1598863"/>
                  <a:pt x="1274302" y="1610357"/>
                  <a:pt x="1274302" y="1624521"/>
                </a:cubicBezTo>
                <a:cubicBezTo>
                  <a:pt x="1274302" y="1638686"/>
                  <a:pt x="1262808" y="1650180"/>
                  <a:pt x="1248643" y="1650180"/>
                </a:cubicBezTo>
                <a:cubicBezTo>
                  <a:pt x="1234479" y="1650180"/>
                  <a:pt x="1222984" y="1638686"/>
                  <a:pt x="1222984" y="1624521"/>
                </a:cubicBezTo>
                <a:cubicBezTo>
                  <a:pt x="1222984" y="1610357"/>
                  <a:pt x="1234479" y="1598863"/>
                  <a:pt x="1248643" y="1598863"/>
                </a:cubicBezTo>
                <a:close/>
                <a:moveTo>
                  <a:pt x="1184437" y="1598863"/>
                </a:moveTo>
                <a:cubicBezTo>
                  <a:pt x="1198602" y="1598863"/>
                  <a:pt x="1210096" y="1610357"/>
                  <a:pt x="1210096" y="1624521"/>
                </a:cubicBezTo>
                <a:cubicBezTo>
                  <a:pt x="1210096" y="1638686"/>
                  <a:pt x="1198602" y="1650180"/>
                  <a:pt x="1184437" y="1650180"/>
                </a:cubicBezTo>
                <a:cubicBezTo>
                  <a:pt x="1170273" y="1650180"/>
                  <a:pt x="1158780" y="1638686"/>
                  <a:pt x="1158780" y="1624521"/>
                </a:cubicBezTo>
                <a:cubicBezTo>
                  <a:pt x="1158780" y="1610357"/>
                  <a:pt x="1170273" y="1598863"/>
                  <a:pt x="1184437" y="1598863"/>
                </a:cubicBezTo>
                <a:close/>
                <a:moveTo>
                  <a:pt x="1120233" y="1598863"/>
                </a:moveTo>
                <a:cubicBezTo>
                  <a:pt x="1134398" y="1598863"/>
                  <a:pt x="1145892" y="1610357"/>
                  <a:pt x="1145892" y="1624521"/>
                </a:cubicBezTo>
                <a:cubicBezTo>
                  <a:pt x="1145892" y="1638686"/>
                  <a:pt x="1134398" y="1650180"/>
                  <a:pt x="1120233" y="1650180"/>
                </a:cubicBezTo>
                <a:cubicBezTo>
                  <a:pt x="1106068" y="1650180"/>
                  <a:pt x="1094573" y="1638686"/>
                  <a:pt x="1094573" y="1624521"/>
                </a:cubicBezTo>
                <a:cubicBezTo>
                  <a:pt x="1094573" y="1610357"/>
                  <a:pt x="1106068" y="1598863"/>
                  <a:pt x="1120233" y="1598863"/>
                </a:cubicBezTo>
                <a:close/>
                <a:moveTo>
                  <a:pt x="1056027" y="1598863"/>
                </a:moveTo>
                <a:cubicBezTo>
                  <a:pt x="1070199" y="1598863"/>
                  <a:pt x="1081685" y="1610351"/>
                  <a:pt x="1081685" y="1624521"/>
                </a:cubicBezTo>
                <a:cubicBezTo>
                  <a:pt x="1081685" y="1638693"/>
                  <a:pt x="1070199" y="1650180"/>
                  <a:pt x="1056027" y="1650180"/>
                </a:cubicBezTo>
                <a:cubicBezTo>
                  <a:pt x="1041857" y="1650180"/>
                  <a:pt x="1030369" y="1638693"/>
                  <a:pt x="1030369" y="1624521"/>
                </a:cubicBezTo>
                <a:cubicBezTo>
                  <a:pt x="1030369" y="1610351"/>
                  <a:pt x="1041857" y="1598863"/>
                  <a:pt x="1056027" y="1598863"/>
                </a:cubicBezTo>
                <a:close/>
                <a:moveTo>
                  <a:pt x="991823" y="1598863"/>
                </a:moveTo>
                <a:cubicBezTo>
                  <a:pt x="1005993" y="1598863"/>
                  <a:pt x="1017481" y="1610351"/>
                  <a:pt x="1017481" y="1624521"/>
                </a:cubicBezTo>
                <a:cubicBezTo>
                  <a:pt x="1017481" y="1638693"/>
                  <a:pt x="1005993" y="1650180"/>
                  <a:pt x="991823" y="1650180"/>
                </a:cubicBezTo>
                <a:cubicBezTo>
                  <a:pt x="977652" y="1650180"/>
                  <a:pt x="966162" y="1638693"/>
                  <a:pt x="966162" y="1624521"/>
                </a:cubicBezTo>
                <a:cubicBezTo>
                  <a:pt x="966162" y="1610351"/>
                  <a:pt x="977652" y="1598863"/>
                  <a:pt x="991823" y="1598863"/>
                </a:cubicBezTo>
                <a:close/>
                <a:moveTo>
                  <a:pt x="927616" y="1598863"/>
                </a:moveTo>
                <a:cubicBezTo>
                  <a:pt x="941781" y="1598863"/>
                  <a:pt x="953275" y="1610357"/>
                  <a:pt x="953275" y="1624521"/>
                </a:cubicBezTo>
                <a:cubicBezTo>
                  <a:pt x="953275" y="1638686"/>
                  <a:pt x="941781" y="1650180"/>
                  <a:pt x="927616" y="1650180"/>
                </a:cubicBezTo>
                <a:cubicBezTo>
                  <a:pt x="913452" y="1650180"/>
                  <a:pt x="901957" y="1638686"/>
                  <a:pt x="901957" y="1624521"/>
                </a:cubicBezTo>
                <a:cubicBezTo>
                  <a:pt x="901957" y="1610357"/>
                  <a:pt x="913452" y="1598863"/>
                  <a:pt x="927616" y="1598863"/>
                </a:cubicBezTo>
                <a:close/>
                <a:moveTo>
                  <a:pt x="863411" y="1598863"/>
                </a:moveTo>
                <a:cubicBezTo>
                  <a:pt x="877576" y="1598863"/>
                  <a:pt x="889071" y="1610357"/>
                  <a:pt x="889071" y="1624521"/>
                </a:cubicBezTo>
                <a:cubicBezTo>
                  <a:pt x="889071" y="1638686"/>
                  <a:pt x="877576" y="1650180"/>
                  <a:pt x="863411" y="1650180"/>
                </a:cubicBezTo>
                <a:cubicBezTo>
                  <a:pt x="849248" y="1650180"/>
                  <a:pt x="837752" y="1638686"/>
                  <a:pt x="837752" y="1624521"/>
                </a:cubicBezTo>
                <a:cubicBezTo>
                  <a:pt x="837752" y="1610357"/>
                  <a:pt x="849248" y="1598863"/>
                  <a:pt x="863411" y="1598863"/>
                </a:cubicBezTo>
                <a:close/>
                <a:moveTo>
                  <a:pt x="670679" y="1598863"/>
                </a:moveTo>
                <a:cubicBezTo>
                  <a:pt x="684851" y="1598863"/>
                  <a:pt x="696338" y="1610351"/>
                  <a:pt x="696338" y="1624521"/>
                </a:cubicBezTo>
                <a:cubicBezTo>
                  <a:pt x="696338" y="1638693"/>
                  <a:pt x="684851" y="1650180"/>
                  <a:pt x="670679" y="1650180"/>
                </a:cubicBezTo>
                <a:cubicBezTo>
                  <a:pt x="656509" y="1650180"/>
                  <a:pt x="645020" y="1638693"/>
                  <a:pt x="645020" y="1624521"/>
                </a:cubicBezTo>
                <a:cubicBezTo>
                  <a:pt x="645020" y="1610351"/>
                  <a:pt x="656509" y="1598863"/>
                  <a:pt x="670679" y="1598863"/>
                </a:cubicBezTo>
                <a:close/>
                <a:moveTo>
                  <a:pt x="606475" y="1598863"/>
                </a:moveTo>
                <a:cubicBezTo>
                  <a:pt x="620639" y="1598863"/>
                  <a:pt x="632134" y="1610357"/>
                  <a:pt x="632134" y="1624521"/>
                </a:cubicBezTo>
                <a:cubicBezTo>
                  <a:pt x="632134" y="1638686"/>
                  <a:pt x="620639" y="1650180"/>
                  <a:pt x="606475" y="1650180"/>
                </a:cubicBezTo>
                <a:cubicBezTo>
                  <a:pt x="592310" y="1650180"/>
                  <a:pt x="580815" y="1638686"/>
                  <a:pt x="580815" y="1624521"/>
                </a:cubicBezTo>
                <a:cubicBezTo>
                  <a:pt x="580815" y="1610357"/>
                  <a:pt x="592310" y="1598863"/>
                  <a:pt x="606475" y="1598863"/>
                </a:cubicBezTo>
                <a:close/>
                <a:moveTo>
                  <a:pt x="542268" y="1598863"/>
                </a:moveTo>
                <a:cubicBezTo>
                  <a:pt x="556433" y="1598863"/>
                  <a:pt x="567927" y="1610357"/>
                  <a:pt x="567927" y="1624521"/>
                </a:cubicBezTo>
                <a:cubicBezTo>
                  <a:pt x="567927" y="1638686"/>
                  <a:pt x="556433" y="1650180"/>
                  <a:pt x="542268" y="1650180"/>
                </a:cubicBezTo>
                <a:cubicBezTo>
                  <a:pt x="528104" y="1650180"/>
                  <a:pt x="516610" y="1638686"/>
                  <a:pt x="516610" y="1624521"/>
                </a:cubicBezTo>
                <a:cubicBezTo>
                  <a:pt x="516610" y="1610357"/>
                  <a:pt x="528104" y="1598863"/>
                  <a:pt x="542268" y="1598863"/>
                </a:cubicBezTo>
                <a:close/>
                <a:moveTo>
                  <a:pt x="478063" y="1598863"/>
                </a:moveTo>
                <a:cubicBezTo>
                  <a:pt x="492228" y="1598863"/>
                  <a:pt x="503724" y="1610357"/>
                  <a:pt x="503724" y="1624521"/>
                </a:cubicBezTo>
                <a:cubicBezTo>
                  <a:pt x="503724" y="1638686"/>
                  <a:pt x="492228" y="1650180"/>
                  <a:pt x="478063" y="1650180"/>
                </a:cubicBezTo>
                <a:cubicBezTo>
                  <a:pt x="463900" y="1650180"/>
                  <a:pt x="452404" y="1638686"/>
                  <a:pt x="452404" y="1624521"/>
                </a:cubicBezTo>
                <a:cubicBezTo>
                  <a:pt x="452404" y="1610357"/>
                  <a:pt x="463900" y="1598863"/>
                  <a:pt x="478063" y="1598863"/>
                </a:cubicBezTo>
                <a:close/>
                <a:moveTo>
                  <a:pt x="413858" y="1598863"/>
                </a:moveTo>
                <a:cubicBezTo>
                  <a:pt x="428023" y="1598863"/>
                  <a:pt x="439517" y="1610357"/>
                  <a:pt x="439517" y="1624521"/>
                </a:cubicBezTo>
                <a:cubicBezTo>
                  <a:pt x="439517" y="1638686"/>
                  <a:pt x="428023" y="1650180"/>
                  <a:pt x="413858" y="1650180"/>
                </a:cubicBezTo>
                <a:cubicBezTo>
                  <a:pt x="399694" y="1650180"/>
                  <a:pt x="388200" y="1638686"/>
                  <a:pt x="388200" y="1624521"/>
                </a:cubicBezTo>
                <a:cubicBezTo>
                  <a:pt x="388200" y="1610357"/>
                  <a:pt x="399694" y="1598863"/>
                  <a:pt x="413858" y="1598863"/>
                </a:cubicBezTo>
                <a:close/>
                <a:moveTo>
                  <a:pt x="346686" y="1598863"/>
                </a:moveTo>
                <a:cubicBezTo>
                  <a:pt x="360849" y="1598863"/>
                  <a:pt x="372344" y="1610357"/>
                  <a:pt x="372344" y="1624521"/>
                </a:cubicBezTo>
                <a:cubicBezTo>
                  <a:pt x="372344" y="1638686"/>
                  <a:pt x="360849" y="1650180"/>
                  <a:pt x="346686" y="1650180"/>
                </a:cubicBezTo>
                <a:cubicBezTo>
                  <a:pt x="332520" y="1650180"/>
                  <a:pt x="321027" y="1638686"/>
                  <a:pt x="321027" y="1624521"/>
                </a:cubicBezTo>
                <a:cubicBezTo>
                  <a:pt x="321027" y="1610357"/>
                  <a:pt x="332520" y="1598863"/>
                  <a:pt x="346686" y="1598863"/>
                </a:cubicBezTo>
                <a:close/>
                <a:moveTo>
                  <a:pt x="282480" y="1598863"/>
                </a:moveTo>
                <a:cubicBezTo>
                  <a:pt x="296644" y="1598863"/>
                  <a:pt x="308138" y="1610357"/>
                  <a:pt x="308138" y="1624521"/>
                </a:cubicBezTo>
                <a:cubicBezTo>
                  <a:pt x="308138" y="1638686"/>
                  <a:pt x="296644" y="1650180"/>
                  <a:pt x="282480" y="1650180"/>
                </a:cubicBezTo>
                <a:cubicBezTo>
                  <a:pt x="268314" y="1650180"/>
                  <a:pt x="256820" y="1638686"/>
                  <a:pt x="256820" y="1624521"/>
                </a:cubicBezTo>
                <a:cubicBezTo>
                  <a:pt x="256820" y="1610357"/>
                  <a:pt x="268314" y="1598863"/>
                  <a:pt x="282480" y="1598863"/>
                </a:cubicBezTo>
                <a:close/>
                <a:moveTo>
                  <a:pt x="218274" y="1598863"/>
                </a:moveTo>
                <a:cubicBezTo>
                  <a:pt x="232438" y="1598863"/>
                  <a:pt x="243932" y="1610357"/>
                  <a:pt x="243932" y="1624521"/>
                </a:cubicBezTo>
                <a:cubicBezTo>
                  <a:pt x="243932" y="1638686"/>
                  <a:pt x="232438" y="1650180"/>
                  <a:pt x="218274" y="1650180"/>
                </a:cubicBezTo>
                <a:cubicBezTo>
                  <a:pt x="204109" y="1650180"/>
                  <a:pt x="192615" y="1638686"/>
                  <a:pt x="192615" y="1624521"/>
                </a:cubicBezTo>
                <a:cubicBezTo>
                  <a:pt x="192615" y="1610357"/>
                  <a:pt x="204109" y="1598863"/>
                  <a:pt x="218274" y="1598863"/>
                </a:cubicBezTo>
                <a:close/>
                <a:moveTo>
                  <a:pt x="25659" y="1598863"/>
                </a:moveTo>
                <a:cubicBezTo>
                  <a:pt x="39829" y="1598863"/>
                  <a:pt x="51317" y="1610351"/>
                  <a:pt x="51317" y="1624521"/>
                </a:cubicBezTo>
                <a:cubicBezTo>
                  <a:pt x="51317" y="1638693"/>
                  <a:pt x="39829" y="1650180"/>
                  <a:pt x="25659" y="1650180"/>
                </a:cubicBezTo>
                <a:cubicBezTo>
                  <a:pt x="11488" y="1650180"/>
                  <a:pt x="0" y="1638693"/>
                  <a:pt x="0" y="1624521"/>
                </a:cubicBezTo>
                <a:cubicBezTo>
                  <a:pt x="0" y="1610351"/>
                  <a:pt x="11488" y="1598863"/>
                  <a:pt x="25659" y="1598863"/>
                </a:cubicBezTo>
                <a:close/>
                <a:moveTo>
                  <a:pt x="11582491" y="1544527"/>
                </a:moveTo>
                <a:cubicBezTo>
                  <a:pt x="11589609" y="1544527"/>
                  <a:pt x="11595379" y="1550296"/>
                  <a:pt x="11595379" y="1557414"/>
                </a:cubicBezTo>
                <a:cubicBezTo>
                  <a:pt x="11595379" y="1564531"/>
                  <a:pt x="11589609" y="1570301"/>
                  <a:pt x="11582491" y="1570301"/>
                </a:cubicBezTo>
                <a:cubicBezTo>
                  <a:pt x="11575375" y="1570301"/>
                  <a:pt x="11569605" y="1564531"/>
                  <a:pt x="11569605" y="1557414"/>
                </a:cubicBezTo>
                <a:cubicBezTo>
                  <a:pt x="11569605" y="1550296"/>
                  <a:pt x="11575375" y="1544527"/>
                  <a:pt x="11582491" y="1544527"/>
                </a:cubicBezTo>
                <a:close/>
                <a:moveTo>
                  <a:pt x="11518287" y="1544527"/>
                </a:moveTo>
                <a:cubicBezTo>
                  <a:pt x="11525405" y="1544527"/>
                  <a:pt x="11531175" y="1550296"/>
                  <a:pt x="11531175" y="1557414"/>
                </a:cubicBezTo>
                <a:cubicBezTo>
                  <a:pt x="11531175" y="1564531"/>
                  <a:pt x="11525403" y="1570301"/>
                  <a:pt x="11518287" y="1570301"/>
                </a:cubicBezTo>
                <a:cubicBezTo>
                  <a:pt x="11511167" y="1570301"/>
                  <a:pt x="11505399" y="1564531"/>
                  <a:pt x="11505399" y="1557414"/>
                </a:cubicBezTo>
                <a:cubicBezTo>
                  <a:pt x="11505399" y="1550296"/>
                  <a:pt x="11511171" y="1544527"/>
                  <a:pt x="11518287" y="1544527"/>
                </a:cubicBezTo>
                <a:close/>
                <a:moveTo>
                  <a:pt x="11004528" y="1544527"/>
                </a:moveTo>
                <a:cubicBezTo>
                  <a:pt x="11011644" y="1544527"/>
                  <a:pt x="11017416" y="1550296"/>
                  <a:pt x="11017416" y="1557414"/>
                </a:cubicBezTo>
                <a:cubicBezTo>
                  <a:pt x="11017416" y="1564531"/>
                  <a:pt x="11011644" y="1570301"/>
                  <a:pt x="11004528" y="1570301"/>
                </a:cubicBezTo>
                <a:cubicBezTo>
                  <a:pt x="10997410" y="1570301"/>
                  <a:pt x="10991640" y="1564531"/>
                  <a:pt x="10991640" y="1557414"/>
                </a:cubicBezTo>
                <a:cubicBezTo>
                  <a:pt x="10991640" y="1550296"/>
                  <a:pt x="10997410" y="1544527"/>
                  <a:pt x="11004528" y="1544527"/>
                </a:cubicBezTo>
                <a:close/>
                <a:moveTo>
                  <a:pt x="10426681" y="1544527"/>
                </a:moveTo>
                <a:cubicBezTo>
                  <a:pt x="10433797" y="1544527"/>
                  <a:pt x="10439569" y="1550296"/>
                  <a:pt x="10439569" y="1557414"/>
                </a:cubicBezTo>
                <a:cubicBezTo>
                  <a:pt x="10439569" y="1564531"/>
                  <a:pt x="10433797" y="1570301"/>
                  <a:pt x="10426681" y="1570301"/>
                </a:cubicBezTo>
                <a:cubicBezTo>
                  <a:pt x="10419562" y="1570301"/>
                  <a:pt x="10413793" y="1564531"/>
                  <a:pt x="10413793" y="1557414"/>
                </a:cubicBezTo>
                <a:cubicBezTo>
                  <a:pt x="10413793" y="1550296"/>
                  <a:pt x="10419562" y="1544527"/>
                  <a:pt x="10426681" y="1544527"/>
                </a:cubicBezTo>
                <a:close/>
                <a:moveTo>
                  <a:pt x="10169743" y="1544527"/>
                </a:moveTo>
                <a:cubicBezTo>
                  <a:pt x="10176942" y="1544527"/>
                  <a:pt x="10182631" y="1550331"/>
                  <a:pt x="10182631" y="1557414"/>
                </a:cubicBezTo>
                <a:cubicBezTo>
                  <a:pt x="10182631" y="1564496"/>
                  <a:pt x="10176942" y="1570301"/>
                  <a:pt x="10169743" y="1570301"/>
                </a:cubicBezTo>
                <a:cubicBezTo>
                  <a:pt x="10162659" y="1570301"/>
                  <a:pt x="10156855" y="1564612"/>
                  <a:pt x="10156855" y="1557414"/>
                </a:cubicBezTo>
                <a:cubicBezTo>
                  <a:pt x="10156855" y="1550216"/>
                  <a:pt x="10162544" y="1544527"/>
                  <a:pt x="10169743" y="1544527"/>
                </a:cubicBezTo>
                <a:close/>
                <a:moveTo>
                  <a:pt x="9848716" y="1544527"/>
                </a:moveTo>
                <a:cubicBezTo>
                  <a:pt x="9855800" y="1544527"/>
                  <a:pt x="9861604" y="1550331"/>
                  <a:pt x="9861604" y="1557414"/>
                </a:cubicBezTo>
                <a:cubicBezTo>
                  <a:pt x="9861604" y="1564496"/>
                  <a:pt x="9855915" y="1570301"/>
                  <a:pt x="9848716" y="1570301"/>
                </a:cubicBezTo>
                <a:cubicBezTo>
                  <a:pt x="9841635" y="1570301"/>
                  <a:pt x="9835828" y="1564612"/>
                  <a:pt x="9835828" y="1557414"/>
                </a:cubicBezTo>
                <a:cubicBezTo>
                  <a:pt x="9835828" y="1550216"/>
                  <a:pt x="9841517" y="1544527"/>
                  <a:pt x="9848716" y="1544527"/>
                </a:cubicBezTo>
                <a:close/>
                <a:moveTo>
                  <a:pt x="7023451" y="1544527"/>
                </a:moveTo>
                <a:cubicBezTo>
                  <a:pt x="7030570" y="1544527"/>
                  <a:pt x="7036339" y="1550296"/>
                  <a:pt x="7036339" y="1557414"/>
                </a:cubicBezTo>
                <a:cubicBezTo>
                  <a:pt x="7036339" y="1564531"/>
                  <a:pt x="7030570" y="1570301"/>
                  <a:pt x="7023451" y="1570301"/>
                </a:cubicBezTo>
                <a:cubicBezTo>
                  <a:pt x="7016335" y="1570301"/>
                  <a:pt x="7010566" y="1564531"/>
                  <a:pt x="7010566" y="1557414"/>
                </a:cubicBezTo>
                <a:cubicBezTo>
                  <a:pt x="7010566" y="1550296"/>
                  <a:pt x="7016335" y="1544527"/>
                  <a:pt x="7023451" y="1544527"/>
                </a:cubicBezTo>
                <a:close/>
                <a:moveTo>
                  <a:pt x="6959132" y="1544527"/>
                </a:moveTo>
                <a:cubicBezTo>
                  <a:pt x="6966331" y="1544527"/>
                  <a:pt x="6972020" y="1550331"/>
                  <a:pt x="6972020" y="1557414"/>
                </a:cubicBezTo>
                <a:cubicBezTo>
                  <a:pt x="6972020" y="1564496"/>
                  <a:pt x="6966331" y="1570301"/>
                  <a:pt x="6959132" y="1570301"/>
                </a:cubicBezTo>
                <a:cubicBezTo>
                  <a:pt x="6952048" y="1570301"/>
                  <a:pt x="6946244" y="1564612"/>
                  <a:pt x="6946244" y="1557414"/>
                </a:cubicBezTo>
                <a:cubicBezTo>
                  <a:pt x="6946244" y="1550216"/>
                  <a:pt x="6951933" y="1544527"/>
                  <a:pt x="6959132" y="1544527"/>
                </a:cubicBezTo>
                <a:close/>
                <a:moveTo>
                  <a:pt x="5871887" y="1544527"/>
                </a:moveTo>
                <a:cubicBezTo>
                  <a:pt x="5879006" y="1544527"/>
                  <a:pt x="5884776" y="1550296"/>
                  <a:pt x="5884776" y="1557414"/>
                </a:cubicBezTo>
                <a:cubicBezTo>
                  <a:pt x="5884776" y="1564531"/>
                  <a:pt x="5879004" y="1570301"/>
                  <a:pt x="5871887" y="1570301"/>
                </a:cubicBezTo>
                <a:cubicBezTo>
                  <a:pt x="5864769" y="1570301"/>
                  <a:pt x="5859000" y="1564531"/>
                  <a:pt x="5859000" y="1557414"/>
                </a:cubicBezTo>
                <a:cubicBezTo>
                  <a:pt x="5859000" y="1550296"/>
                  <a:pt x="5864772" y="1544527"/>
                  <a:pt x="5871887" y="1544527"/>
                </a:cubicBezTo>
                <a:close/>
                <a:moveTo>
                  <a:pt x="5807683" y="1544527"/>
                </a:moveTo>
                <a:cubicBezTo>
                  <a:pt x="5814801" y="1544527"/>
                  <a:pt x="5820571" y="1550296"/>
                  <a:pt x="5820571" y="1557414"/>
                </a:cubicBezTo>
                <a:cubicBezTo>
                  <a:pt x="5820571" y="1564531"/>
                  <a:pt x="5814799" y="1570301"/>
                  <a:pt x="5807683" y="1570301"/>
                </a:cubicBezTo>
                <a:cubicBezTo>
                  <a:pt x="5800565" y="1570301"/>
                  <a:pt x="5794796" y="1564531"/>
                  <a:pt x="5794796" y="1557414"/>
                </a:cubicBezTo>
                <a:cubicBezTo>
                  <a:pt x="5794796" y="1550296"/>
                  <a:pt x="5800566" y="1544527"/>
                  <a:pt x="5807683" y="1544527"/>
                </a:cubicBezTo>
                <a:close/>
                <a:moveTo>
                  <a:pt x="5293924" y="1544527"/>
                </a:moveTo>
                <a:cubicBezTo>
                  <a:pt x="5301042" y="1544527"/>
                  <a:pt x="5306812" y="1550296"/>
                  <a:pt x="5306812" y="1557414"/>
                </a:cubicBezTo>
                <a:cubicBezTo>
                  <a:pt x="5306812" y="1564531"/>
                  <a:pt x="5301042" y="1570301"/>
                  <a:pt x="5293924" y="1570301"/>
                </a:cubicBezTo>
                <a:cubicBezTo>
                  <a:pt x="5286806" y="1570301"/>
                  <a:pt x="5281036" y="1564531"/>
                  <a:pt x="5281036" y="1557414"/>
                </a:cubicBezTo>
                <a:cubicBezTo>
                  <a:pt x="5281036" y="1550296"/>
                  <a:pt x="5286807" y="1544527"/>
                  <a:pt x="5293924" y="1544527"/>
                </a:cubicBezTo>
                <a:close/>
                <a:moveTo>
                  <a:pt x="4716077" y="1544527"/>
                </a:moveTo>
                <a:cubicBezTo>
                  <a:pt x="4723194" y="1544527"/>
                  <a:pt x="4728964" y="1550296"/>
                  <a:pt x="4728964" y="1557414"/>
                </a:cubicBezTo>
                <a:cubicBezTo>
                  <a:pt x="4728964" y="1564531"/>
                  <a:pt x="4723194" y="1570301"/>
                  <a:pt x="4716077" y="1570301"/>
                </a:cubicBezTo>
                <a:cubicBezTo>
                  <a:pt x="4708959" y="1570301"/>
                  <a:pt x="4703188" y="1564531"/>
                  <a:pt x="4703188" y="1557414"/>
                </a:cubicBezTo>
                <a:cubicBezTo>
                  <a:pt x="4703188" y="1550296"/>
                  <a:pt x="4708959" y="1544527"/>
                  <a:pt x="4716077" y="1544527"/>
                </a:cubicBezTo>
                <a:close/>
                <a:moveTo>
                  <a:pt x="4459140" y="1544527"/>
                </a:moveTo>
                <a:cubicBezTo>
                  <a:pt x="4466338" y="1544527"/>
                  <a:pt x="4472025" y="1550331"/>
                  <a:pt x="4472025" y="1557414"/>
                </a:cubicBezTo>
                <a:cubicBezTo>
                  <a:pt x="4472025" y="1564496"/>
                  <a:pt x="4466338" y="1570301"/>
                  <a:pt x="4459140" y="1570301"/>
                </a:cubicBezTo>
                <a:cubicBezTo>
                  <a:pt x="4452058" y="1570301"/>
                  <a:pt x="4446252" y="1564612"/>
                  <a:pt x="4446252" y="1557414"/>
                </a:cubicBezTo>
                <a:cubicBezTo>
                  <a:pt x="4446252" y="1550216"/>
                  <a:pt x="4451941" y="1544527"/>
                  <a:pt x="4459140" y="1544527"/>
                </a:cubicBezTo>
                <a:close/>
                <a:moveTo>
                  <a:pt x="4138112" y="1544527"/>
                </a:moveTo>
                <a:cubicBezTo>
                  <a:pt x="4145194" y="1544527"/>
                  <a:pt x="4151000" y="1550331"/>
                  <a:pt x="4151000" y="1557414"/>
                </a:cubicBezTo>
                <a:cubicBezTo>
                  <a:pt x="4151000" y="1564496"/>
                  <a:pt x="4145311" y="1570301"/>
                  <a:pt x="4138112" y="1570301"/>
                </a:cubicBezTo>
                <a:cubicBezTo>
                  <a:pt x="4131029" y="1570301"/>
                  <a:pt x="4125224" y="1564612"/>
                  <a:pt x="4125224" y="1557414"/>
                </a:cubicBezTo>
                <a:cubicBezTo>
                  <a:pt x="4125224" y="1550216"/>
                  <a:pt x="4130913" y="1544527"/>
                  <a:pt x="4138112" y="1544527"/>
                </a:cubicBezTo>
                <a:close/>
                <a:moveTo>
                  <a:pt x="1312848" y="1544527"/>
                </a:moveTo>
                <a:cubicBezTo>
                  <a:pt x="1319968" y="1544527"/>
                  <a:pt x="1325735" y="1550296"/>
                  <a:pt x="1325735" y="1557414"/>
                </a:cubicBezTo>
                <a:cubicBezTo>
                  <a:pt x="1325735" y="1564531"/>
                  <a:pt x="1319968" y="1570301"/>
                  <a:pt x="1312848" y="1570301"/>
                </a:cubicBezTo>
                <a:cubicBezTo>
                  <a:pt x="1305730" y="1570301"/>
                  <a:pt x="1299962" y="1564531"/>
                  <a:pt x="1299962" y="1557414"/>
                </a:cubicBezTo>
                <a:cubicBezTo>
                  <a:pt x="1299962" y="1550296"/>
                  <a:pt x="1305730" y="1544527"/>
                  <a:pt x="1312848" y="1544527"/>
                </a:cubicBezTo>
                <a:close/>
                <a:moveTo>
                  <a:pt x="1248528" y="1544527"/>
                </a:moveTo>
                <a:cubicBezTo>
                  <a:pt x="1255726" y="1544527"/>
                  <a:pt x="1261416" y="1550331"/>
                  <a:pt x="1261416" y="1557414"/>
                </a:cubicBezTo>
                <a:cubicBezTo>
                  <a:pt x="1261416" y="1564496"/>
                  <a:pt x="1255726" y="1570301"/>
                  <a:pt x="1248528" y="1570301"/>
                </a:cubicBezTo>
                <a:cubicBezTo>
                  <a:pt x="1241444" y="1570301"/>
                  <a:pt x="1235638" y="1564612"/>
                  <a:pt x="1235638" y="1557414"/>
                </a:cubicBezTo>
                <a:cubicBezTo>
                  <a:pt x="1235638" y="1550216"/>
                  <a:pt x="1241328" y="1544527"/>
                  <a:pt x="1248528" y="1544527"/>
                </a:cubicBezTo>
                <a:close/>
                <a:moveTo>
                  <a:pt x="154069" y="1544527"/>
                </a:moveTo>
                <a:cubicBezTo>
                  <a:pt x="161187" y="1544527"/>
                  <a:pt x="166957" y="1550296"/>
                  <a:pt x="166957" y="1557414"/>
                </a:cubicBezTo>
                <a:cubicBezTo>
                  <a:pt x="166957" y="1564531"/>
                  <a:pt x="161186" y="1570301"/>
                  <a:pt x="154069" y="1570301"/>
                </a:cubicBezTo>
                <a:cubicBezTo>
                  <a:pt x="146951" y="1570301"/>
                  <a:pt x="141182" y="1564531"/>
                  <a:pt x="141182" y="1557414"/>
                </a:cubicBezTo>
                <a:cubicBezTo>
                  <a:pt x="141182" y="1550296"/>
                  <a:pt x="146953" y="1544527"/>
                  <a:pt x="154069" y="1544527"/>
                </a:cubicBezTo>
                <a:close/>
                <a:moveTo>
                  <a:pt x="89864" y="1544527"/>
                </a:moveTo>
                <a:cubicBezTo>
                  <a:pt x="96982" y="1544527"/>
                  <a:pt x="102752" y="1550296"/>
                  <a:pt x="102752" y="1557414"/>
                </a:cubicBezTo>
                <a:cubicBezTo>
                  <a:pt x="102752" y="1564531"/>
                  <a:pt x="96981" y="1570301"/>
                  <a:pt x="89864" y="1570301"/>
                </a:cubicBezTo>
                <a:cubicBezTo>
                  <a:pt x="82746" y="1570301"/>
                  <a:pt x="76977" y="1564531"/>
                  <a:pt x="76977" y="1557414"/>
                </a:cubicBezTo>
                <a:cubicBezTo>
                  <a:pt x="76977" y="1550296"/>
                  <a:pt x="82748" y="1544527"/>
                  <a:pt x="89864" y="1544527"/>
                </a:cubicBezTo>
                <a:close/>
                <a:moveTo>
                  <a:pt x="12099103" y="1531755"/>
                </a:moveTo>
                <a:cubicBezTo>
                  <a:pt x="12113273" y="1531755"/>
                  <a:pt x="12124761" y="1543242"/>
                  <a:pt x="12124761" y="1557413"/>
                </a:cubicBezTo>
                <a:cubicBezTo>
                  <a:pt x="12124761" y="1571585"/>
                  <a:pt x="12113273" y="1583073"/>
                  <a:pt x="12099103" y="1583073"/>
                </a:cubicBezTo>
                <a:cubicBezTo>
                  <a:pt x="12084931" y="1583073"/>
                  <a:pt x="12073441" y="1571585"/>
                  <a:pt x="12073441" y="1557413"/>
                </a:cubicBezTo>
                <a:cubicBezTo>
                  <a:pt x="12073441" y="1543242"/>
                  <a:pt x="12084931" y="1531755"/>
                  <a:pt x="12099103" y="1531755"/>
                </a:cubicBezTo>
                <a:close/>
                <a:moveTo>
                  <a:pt x="12034897" y="1531755"/>
                </a:moveTo>
                <a:cubicBezTo>
                  <a:pt x="12049061" y="1531755"/>
                  <a:pt x="12060557" y="1543249"/>
                  <a:pt x="12060557" y="1557414"/>
                </a:cubicBezTo>
                <a:cubicBezTo>
                  <a:pt x="12060557" y="1571578"/>
                  <a:pt x="12049061" y="1583073"/>
                  <a:pt x="12034897" y="1583073"/>
                </a:cubicBezTo>
                <a:cubicBezTo>
                  <a:pt x="12020731" y="1583073"/>
                  <a:pt x="12009237" y="1571578"/>
                  <a:pt x="12009237" y="1557414"/>
                </a:cubicBezTo>
                <a:cubicBezTo>
                  <a:pt x="12009237" y="1543249"/>
                  <a:pt x="12020731" y="1531755"/>
                  <a:pt x="12034897" y="1531755"/>
                </a:cubicBezTo>
                <a:close/>
                <a:moveTo>
                  <a:pt x="11970691" y="1531755"/>
                </a:moveTo>
                <a:cubicBezTo>
                  <a:pt x="11984855" y="1531755"/>
                  <a:pt x="11996349" y="1543249"/>
                  <a:pt x="11996349" y="1557414"/>
                </a:cubicBezTo>
                <a:cubicBezTo>
                  <a:pt x="11996349" y="1571578"/>
                  <a:pt x="11984855" y="1583073"/>
                  <a:pt x="11970691" y="1583073"/>
                </a:cubicBezTo>
                <a:cubicBezTo>
                  <a:pt x="11956525" y="1583073"/>
                  <a:pt x="11945033" y="1571578"/>
                  <a:pt x="11945033" y="1557414"/>
                </a:cubicBezTo>
                <a:cubicBezTo>
                  <a:pt x="11945033" y="1543249"/>
                  <a:pt x="11956525" y="1531755"/>
                  <a:pt x="11970691" y="1531755"/>
                </a:cubicBezTo>
                <a:close/>
                <a:moveTo>
                  <a:pt x="11906483" y="1531755"/>
                </a:moveTo>
                <a:cubicBezTo>
                  <a:pt x="11920649" y="1531755"/>
                  <a:pt x="11932145" y="1543249"/>
                  <a:pt x="11932145" y="1557414"/>
                </a:cubicBezTo>
                <a:cubicBezTo>
                  <a:pt x="11932145" y="1571578"/>
                  <a:pt x="11920649" y="1583073"/>
                  <a:pt x="11906483" y="1583073"/>
                </a:cubicBezTo>
                <a:cubicBezTo>
                  <a:pt x="11892321" y="1583073"/>
                  <a:pt x="11880825" y="1571578"/>
                  <a:pt x="11880825" y="1557414"/>
                </a:cubicBezTo>
                <a:cubicBezTo>
                  <a:pt x="11880825" y="1543249"/>
                  <a:pt x="11892321" y="1531755"/>
                  <a:pt x="11906483" y="1531755"/>
                </a:cubicBezTo>
                <a:close/>
                <a:moveTo>
                  <a:pt x="11842279" y="1531755"/>
                </a:moveTo>
                <a:cubicBezTo>
                  <a:pt x="11856445" y="1531755"/>
                  <a:pt x="11867941" y="1543249"/>
                  <a:pt x="11867941" y="1557414"/>
                </a:cubicBezTo>
                <a:cubicBezTo>
                  <a:pt x="11867941" y="1571578"/>
                  <a:pt x="11856445" y="1583073"/>
                  <a:pt x="11842279" y="1583073"/>
                </a:cubicBezTo>
                <a:cubicBezTo>
                  <a:pt x="11828117" y="1583073"/>
                  <a:pt x="11816621" y="1571578"/>
                  <a:pt x="11816621" y="1557414"/>
                </a:cubicBezTo>
                <a:cubicBezTo>
                  <a:pt x="11816621" y="1543249"/>
                  <a:pt x="11828117" y="1531755"/>
                  <a:pt x="11842279" y="1531755"/>
                </a:cubicBezTo>
                <a:close/>
                <a:moveTo>
                  <a:pt x="11775107" y="1531755"/>
                </a:moveTo>
                <a:cubicBezTo>
                  <a:pt x="11789271" y="1531755"/>
                  <a:pt x="11800767" y="1543249"/>
                  <a:pt x="11800767" y="1557414"/>
                </a:cubicBezTo>
                <a:cubicBezTo>
                  <a:pt x="11800767" y="1571578"/>
                  <a:pt x="11789271" y="1583073"/>
                  <a:pt x="11775107" y="1583073"/>
                </a:cubicBezTo>
                <a:cubicBezTo>
                  <a:pt x="11760941" y="1583073"/>
                  <a:pt x="11749449" y="1571578"/>
                  <a:pt x="11749449" y="1557414"/>
                </a:cubicBezTo>
                <a:cubicBezTo>
                  <a:pt x="11749449" y="1543249"/>
                  <a:pt x="11760941" y="1531755"/>
                  <a:pt x="11775107" y="1531755"/>
                </a:cubicBezTo>
                <a:close/>
                <a:moveTo>
                  <a:pt x="11710901" y="1531755"/>
                </a:moveTo>
                <a:cubicBezTo>
                  <a:pt x="11725067" y="1531755"/>
                  <a:pt x="11736561" y="1543249"/>
                  <a:pt x="11736561" y="1557414"/>
                </a:cubicBezTo>
                <a:cubicBezTo>
                  <a:pt x="11736561" y="1571578"/>
                  <a:pt x="11725067" y="1583073"/>
                  <a:pt x="11710901" y="1583073"/>
                </a:cubicBezTo>
                <a:cubicBezTo>
                  <a:pt x="11696737" y="1583073"/>
                  <a:pt x="11685243" y="1571578"/>
                  <a:pt x="11685243" y="1557414"/>
                </a:cubicBezTo>
                <a:cubicBezTo>
                  <a:pt x="11685243" y="1543249"/>
                  <a:pt x="11696737" y="1531755"/>
                  <a:pt x="11710901" y="1531755"/>
                </a:cubicBezTo>
                <a:close/>
                <a:moveTo>
                  <a:pt x="11646697" y="1531755"/>
                </a:moveTo>
                <a:cubicBezTo>
                  <a:pt x="11660859" y="1531755"/>
                  <a:pt x="11672355" y="1543249"/>
                  <a:pt x="11672355" y="1557414"/>
                </a:cubicBezTo>
                <a:cubicBezTo>
                  <a:pt x="11672355" y="1571578"/>
                  <a:pt x="11660859" y="1583073"/>
                  <a:pt x="11646697" y="1583073"/>
                </a:cubicBezTo>
                <a:cubicBezTo>
                  <a:pt x="11632529" y="1583073"/>
                  <a:pt x="11621037" y="1571578"/>
                  <a:pt x="11621037" y="1557414"/>
                </a:cubicBezTo>
                <a:cubicBezTo>
                  <a:pt x="11621037" y="1543249"/>
                  <a:pt x="11632529" y="1531755"/>
                  <a:pt x="11646697" y="1531755"/>
                </a:cubicBezTo>
                <a:close/>
                <a:moveTo>
                  <a:pt x="11454081" y="1531755"/>
                </a:moveTo>
                <a:cubicBezTo>
                  <a:pt x="11468253" y="1531755"/>
                  <a:pt x="11479739" y="1543242"/>
                  <a:pt x="11479739" y="1557413"/>
                </a:cubicBezTo>
                <a:cubicBezTo>
                  <a:pt x="11479739" y="1571585"/>
                  <a:pt x="11468253" y="1583073"/>
                  <a:pt x="11454081" y="1583073"/>
                </a:cubicBezTo>
                <a:cubicBezTo>
                  <a:pt x="11439909" y="1583073"/>
                  <a:pt x="11428421" y="1571585"/>
                  <a:pt x="11428421" y="1557413"/>
                </a:cubicBezTo>
                <a:cubicBezTo>
                  <a:pt x="11428421" y="1543242"/>
                  <a:pt x="11439909" y="1531755"/>
                  <a:pt x="11454081" y="1531755"/>
                </a:cubicBezTo>
                <a:close/>
                <a:moveTo>
                  <a:pt x="11389875" y="1531755"/>
                </a:moveTo>
                <a:cubicBezTo>
                  <a:pt x="11404040" y="1531755"/>
                  <a:pt x="11415533" y="1543249"/>
                  <a:pt x="11415533" y="1557414"/>
                </a:cubicBezTo>
                <a:cubicBezTo>
                  <a:pt x="11415533" y="1571578"/>
                  <a:pt x="11404040" y="1583073"/>
                  <a:pt x="11389875" y="1583073"/>
                </a:cubicBezTo>
                <a:cubicBezTo>
                  <a:pt x="11375710" y="1583073"/>
                  <a:pt x="11364217" y="1571578"/>
                  <a:pt x="11364217" y="1557414"/>
                </a:cubicBezTo>
                <a:cubicBezTo>
                  <a:pt x="11364217" y="1543249"/>
                  <a:pt x="11375710" y="1531755"/>
                  <a:pt x="11389875" y="1531755"/>
                </a:cubicBezTo>
                <a:close/>
                <a:moveTo>
                  <a:pt x="11325670" y="1531755"/>
                </a:moveTo>
                <a:cubicBezTo>
                  <a:pt x="11339835" y="1531755"/>
                  <a:pt x="11351329" y="1543249"/>
                  <a:pt x="11351329" y="1557414"/>
                </a:cubicBezTo>
                <a:cubicBezTo>
                  <a:pt x="11351329" y="1571578"/>
                  <a:pt x="11339835" y="1583073"/>
                  <a:pt x="11325670" y="1583073"/>
                </a:cubicBezTo>
                <a:cubicBezTo>
                  <a:pt x="11311505" y="1583073"/>
                  <a:pt x="11300012" y="1571578"/>
                  <a:pt x="11300012" y="1557414"/>
                </a:cubicBezTo>
                <a:cubicBezTo>
                  <a:pt x="11300012" y="1543249"/>
                  <a:pt x="11311505" y="1531755"/>
                  <a:pt x="11325670" y="1531755"/>
                </a:cubicBezTo>
                <a:close/>
                <a:moveTo>
                  <a:pt x="11261466" y="1531755"/>
                </a:moveTo>
                <a:cubicBezTo>
                  <a:pt x="11275628" y="1531755"/>
                  <a:pt x="11287124" y="1543249"/>
                  <a:pt x="11287124" y="1557414"/>
                </a:cubicBezTo>
                <a:cubicBezTo>
                  <a:pt x="11287124" y="1571578"/>
                  <a:pt x="11275628" y="1583073"/>
                  <a:pt x="11261466" y="1583073"/>
                </a:cubicBezTo>
                <a:cubicBezTo>
                  <a:pt x="11247301" y="1583073"/>
                  <a:pt x="11235805" y="1571578"/>
                  <a:pt x="11235805" y="1557414"/>
                </a:cubicBezTo>
                <a:cubicBezTo>
                  <a:pt x="11235805" y="1543249"/>
                  <a:pt x="11247301" y="1531755"/>
                  <a:pt x="11261466" y="1531755"/>
                </a:cubicBezTo>
                <a:close/>
                <a:moveTo>
                  <a:pt x="11197259" y="1531755"/>
                </a:moveTo>
                <a:cubicBezTo>
                  <a:pt x="11211424" y="1531755"/>
                  <a:pt x="11222917" y="1543249"/>
                  <a:pt x="11222917" y="1557414"/>
                </a:cubicBezTo>
                <a:cubicBezTo>
                  <a:pt x="11222917" y="1571578"/>
                  <a:pt x="11211424" y="1583073"/>
                  <a:pt x="11197259" y="1583073"/>
                </a:cubicBezTo>
                <a:cubicBezTo>
                  <a:pt x="11183094" y="1583073"/>
                  <a:pt x="11171601" y="1571578"/>
                  <a:pt x="11171601" y="1557414"/>
                </a:cubicBezTo>
                <a:cubicBezTo>
                  <a:pt x="11171601" y="1543249"/>
                  <a:pt x="11183094" y="1531755"/>
                  <a:pt x="11197259" y="1531755"/>
                </a:cubicBezTo>
                <a:close/>
                <a:moveTo>
                  <a:pt x="11133055" y="1531755"/>
                </a:moveTo>
                <a:cubicBezTo>
                  <a:pt x="11147225" y="1531755"/>
                  <a:pt x="11158713" y="1543242"/>
                  <a:pt x="11158713" y="1557413"/>
                </a:cubicBezTo>
                <a:cubicBezTo>
                  <a:pt x="11158713" y="1571585"/>
                  <a:pt x="11147225" y="1583073"/>
                  <a:pt x="11133055" y="1583073"/>
                </a:cubicBezTo>
                <a:cubicBezTo>
                  <a:pt x="11118884" y="1583073"/>
                  <a:pt x="11107396" y="1571585"/>
                  <a:pt x="11107396" y="1557413"/>
                </a:cubicBezTo>
                <a:cubicBezTo>
                  <a:pt x="11107396" y="1543242"/>
                  <a:pt x="11118884" y="1531755"/>
                  <a:pt x="11133055" y="1531755"/>
                </a:cubicBezTo>
                <a:close/>
                <a:moveTo>
                  <a:pt x="11068848" y="1531755"/>
                </a:moveTo>
                <a:cubicBezTo>
                  <a:pt x="11083021" y="1531755"/>
                  <a:pt x="11094509" y="1543242"/>
                  <a:pt x="11094509" y="1557413"/>
                </a:cubicBezTo>
                <a:cubicBezTo>
                  <a:pt x="11094509" y="1571585"/>
                  <a:pt x="11083021" y="1583073"/>
                  <a:pt x="11068848" y="1583073"/>
                </a:cubicBezTo>
                <a:cubicBezTo>
                  <a:pt x="11054677" y="1583073"/>
                  <a:pt x="11043189" y="1571585"/>
                  <a:pt x="11043189" y="1557413"/>
                </a:cubicBezTo>
                <a:cubicBezTo>
                  <a:pt x="11043189" y="1543242"/>
                  <a:pt x="11054677" y="1531755"/>
                  <a:pt x="11068848" y="1531755"/>
                </a:cubicBezTo>
                <a:close/>
                <a:moveTo>
                  <a:pt x="10940321" y="1531755"/>
                </a:moveTo>
                <a:cubicBezTo>
                  <a:pt x="10954604" y="1531755"/>
                  <a:pt x="10965982" y="1543249"/>
                  <a:pt x="10965982" y="1557414"/>
                </a:cubicBezTo>
                <a:cubicBezTo>
                  <a:pt x="10965982" y="1571578"/>
                  <a:pt x="10954486" y="1583073"/>
                  <a:pt x="10940321" y="1583073"/>
                </a:cubicBezTo>
                <a:cubicBezTo>
                  <a:pt x="10926156" y="1583073"/>
                  <a:pt x="10914663" y="1571578"/>
                  <a:pt x="10914663" y="1557414"/>
                </a:cubicBezTo>
                <a:cubicBezTo>
                  <a:pt x="10914663" y="1543249"/>
                  <a:pt x="10926156" y="1531755"/>
                  <a:pt x="10940321" y="1531755"/>
                </a:cubicBezTo>
                <a:close/>
                <a:moveTo>
                  <a:pt x="10811912" y="1531755"/>
                </a:moveTo>
                <a:cubicBezTo>
                  <a:pt x="10826077" y="1531755"/>
                  <a:pt x="10837571" y="1543249"/>
                  <a:pt x="10837571" y="1557414"/>
                </a:cubicBezTo>
                <a:cubicBezTo>
                  <a:pt x="10837571" y="1571578"/>
                  <a:pt x="10826077" y="1583073"/>
                  <a:pt x="10811912" y="1583073"/>
                </a:cubicBezTo>
                <a:cubicBezTo>
                  <a:pt x="10797747" y="1583073"/>
                  <a:pt x="10786254" y="1571578"/>
                  <a:pt x="10786254" y="1557414"/>
                </a:cubicBezTo>
                <a:cubicBezTo>
                  <a:pt x="10786254" y="1543249"/>
                  <a:pt x="10797747" y="1531755"/>
                  <a:pt x="10811912" y="1531755"/>
                </a:cubicBezTo>
                <a:close/>
                <a:moveTo>
                  <a:pt x="10747708" y="1531755"/>
                </a:moveTo>
                <a:cubicBezTo>
                  <a:pt x="10761878" y="1531755"/>
                  <a:pt x="10773366" y="1543242"/>
                  <a:pt x="10773366" y="1557413"/>
                </a:cubicBezTo>
                <a:cubicBezTo>
                  <a:pt x="10773366" y="1571585"/>
                  <a:pt x="10761878" y="1583073"/>
                  <a:pt x="10747708" y="1583073"/>
                </a:cubicBezTo>
                <a:cubicBezTo>
                  <a:pt x="10733535" y="1583073"/>
                  <a:pt x="10722047" y="1571585"/>
                  <a:pt x="10722047" y="1557413"/>
                </a:cubicBezTo>
                <a:cubicBezTo>
                  <a:pt x="10722047" y="1543242"/>
                  <a:pt x="10733535" y="1531755"/>
                  <a:pt x="10747708" y="1531755"/>
                </a:cubicBezTo>
                <a:close/>
                <a:moveTo>
                  <a:pt x="10683501" y="1531755"/>
                </a:moveTo>
                <a:cubicBezTo>
                  <a:pt x="10697666" y="1531755"/>
                  <a:pt x="10709159" y="1543249"/>
                  <a:pt x="10709159" y="1557414"/>
                </a:cubicBezTo>
                <a:cubicBezTo>
                  <a:pt x="10709159" y="1571578"/>
                  <a:pt x="10697666" y="1583073"/>
                  <a:pt x="10683501" y="1583073"/>
                </a:cubicBezTo>
                <a:cubicBezTo>
                  <a:pt x="10669336" y="1583073"/>
                  <a:pt x="10657843" y="1571578"/>
                  <a:pt x="10657843" y="1557414"/>
                </a:cubicBezTo>
                <a:cubicBezTo>
                  <a:pt x="10657843" y="1543249"/>
                  <a:pt x="10669336" y="1531755"/>
                  <a:pt x="10683501" y="1531755"/>
                </a:cubicBezTo>
                <a:close/>
                <a:moveTo>
                  <a:pt x="10619297" y="1531755"/>
                </a:moveTo>
                <a:cubicBezTo>
                  <a:pt x="10633462" y="1531755"/>
                  <a:pt x="10644955" y="1543249"/>
                  <a:pt x="10644955" y="1557414"/>
                </a:cubicBezTo>
                <a:cubicBezTo>
                  <a:pt x="10644955" y="1571578"/>
                  <a:pt x="10633462" y="1583073"/>
                  <a:pt x="10619297" y="1583073"/>
                </a:cubicBezTo>
                <a:cubicBezTo>
                  <a:pt x="10605132" y="1583073"/>
                  <a:pt x="10593639" y="1571578"/>
                  <a:pt x="10593639" y="1557414"/>
                </a:cubicBezTo>
                <a:cubicBezTo>
                  <a:pt x="10593639" y="1543249"/>
                  <a:pt x="10605132" y="1531755"/>
                  <a:pt x="10619297" y="1531755"/>
                </a:cubicBezTo>
                <a:close/>
                <a:moveTo>
                  <a:pt x="10555092" y="1531755"/>
                </a:moveTo>
                <a:cubicBezTo>
                  <a:pt x="10569255" y="1531755"/>
                  <a:pt x="10580751" y="1543249"/>
                  <a:pt x="10580751" y="1557414"/>
                </a:cubicBezTo>
                <a:cubicBezTo>
                  <a:pt x="10580751" y="1571578"/>
                  <a:pt x="10569255" y="1583073"/>
                  <a:pt x="10555092" y="1583073"/>
                </a:cubicBezTo>
                <a:cubicBezTo>
                  <a:pt x="10540927" y="1583073"/>
                  <a:pt x="10529432" y="1571578"/>
                  <a:pt x="10529432" y="1557414"/>
                </a:cubicBezTo>
                <a:cubicBezTo>
                  <a:pt x="10529432" y="1543249"/>
                  <a:pt x="10540927" y="1531755"/>
                  <a:pt x="10555092" y="1531755"/>
                </a:cubicBezTo>
                <a:close/>
                <a:moveTo>
                  <a:pt x="10490885" y="1531755"/>
                </a:moveTo>
                <a:cubicBezTo>
                  <a:pt x="10505050" y="1531755"/>
                  <a:pt x="10516544" y="1543249"/>
                  <a:pt x="10516544" y="1557414"/>
                </a:cubicBezTo>
                <a:cubicBezTo>
                  <a:pt x="10516544" y="1571578"/>
                  <a:pt x="10505050" y="1583073"/>
                  <a:pt x="10490885" y="1583073"/>
                </a:cubicBezTo>
                <a:cubicBezTo>
                  <a:pt x="10476720" y="1583073"/>
                  <a:pt x="10465227" y="1571578"/>
                  <a:pt x="10465227" y="1557414"/>
                </a:cubicBezTo>
                <a:cubicBezTo>
                  <a:pt x="10465227" y="1543249"/>
                  <a:pt x="10476720" y="1531755"/>
                  <a:pt x="10490885" y="1531755"/>
                </a:cubicBezTo>
                <a:close/>
                <a:moveTo>
                  <a:pt x="10362474" y="1531755"/>
                </a:moveTo>
                <a:cubicBezTo>
                  <a:pt x="10376647" y="1531755"/>
                  <a:pt x="10388135" y="1543242"/>
                  <a:pt x="10388135" y="1557413"/>
                </a:cubicBezTo>
                <a:cubicBezTo>
                  <a:pt x="10388135" y="1571585"/>
                  <a:pt x="10376647" y="1583073"/>
                  <a:pt x="10362474" y="1583073"/>
                </a:cubicBezTo>
                <a:cubicBezTo>
                  <a:pt x="10348304" y="1583073"/>
                  <a:pt x="10336816" y="1571585"/>
                  <a:pt x="10336816" y="1557413"/>
                </a:cubicBezTo>
                <a:cubicBezTo>
                  <a:pt x="10336816" y="1543242"/>
                  <a:pt x="10348304" y="1531755"/>
                  <a:pt x="10362474" y="1531755"/>
                </a:cubicBezTo>
                <a:close/>
                <a:moveTo>
                  <a:pt x="10298270" y="1531755"/>
                </a:moveTo>
                <a:cubicBezTo>
                  <a:pt x="10312435" y="1531755"/>
                  <a:pt x="10323928" y="1543249"/>
                  <a:pt x="10323928" y="1557414"/>
                </a:cubicBezTo>
                <a:cubicBezTo>
                  <a:pt x="10323928" y="1571578"/>
                  <a:pt x="10312435" y="1583073"/>
                  <a:pt x="10298270" y="1583073"/>
                </a:cubicBezTo>
                <a:cubicBezTo>
                  <a:pt x="10284105" y="1583073"/>
                  <a:pt x="10272611" y="1571578"/>
                  <a:pt x="10272611" y="1557414"/>
                </a:cubicBezTo>
                <a:cubicBezTo>
                  <a:pt x="10272611" y="1543249"/>
                  <a:pt x="10284105" y="1531755"/>
                  <a:pt x="10298270" y="1531755"/>
                </a:cubicBezTo>
                <a:close/>
                <a:moveTo>
                  <a:pt x="10234065" y="1531755"/>
                </a:moveTo>
                <a:cubicBezTo>
                  <a:pt x="10248228" y="1531755"/>
                  <a:pt x="10259723" y="1543249"/>
                  <a:pt x="10259723" y="1557414"/>
                </a:cubicBezTo>
                <a:cubicBezTo>
                  <a:pt x="10259723" y="1571578"/>
                  <a:pt x="10248228" y="1583073"/>
                  <a:pt x="10234065" y="1583073"/>
                </a:cubicBezTo>
                <a:cubicBezTo>
                  <a:pt x="10219900" y="1583073"/>
                  <a:pt x="10208404" y="1571578"/>
                  <a:pt x="10208404" y="1557414"/>
                </a:cubicBezTo>
                <a:cubicBezTo>
                  <a:pt x="10208404" y="1543249"/>
                  <a:pt x="10219900" y="1531755"/>
                  <a:pt x="10234065" y="1531755"/>
                </a:cubicBezTo>
                <a:close/>
                <a:moveTo>
                  <a:pt x="10105654" y="1531755"/>
                </a:moveTo>
                <a:cubicBezTo>
                  <a:pt x="10119819" y="1531755"/>
                  <a:pt x="10131312" y="1543249"/>
                  <a:pt x="10131312" y="1557414"/>
                </a:cubicBezTo>
                <a:cubicBezTo>
                  <a:pt x="10131312" y="1571578"/>
                  <a:pt x="10119819" y="1583073"/>
                  <a:pt x="10105654" y="1583073"/>
                </a:cubicBezTo>
                <a:cubicBezTo>
                  <a:pt x="10091489" y="1583073"/>
                  <a:pt x="10079996" y="1571578"/>
                  <a:pt x="10079996" y="1557414"/>
                </a:cubicBezTo>
                <a:cubicBezTo>
                  <a:pt x="10079996" y="1543249"/>
                  <a:pt x="10091489" y="1531755"/>
                  <a:pt x="10105654" y="1531755"/>
                </a:cubicBezTo>
                <a:close/>
                <a:moveTo>
                  <a:pt x="9977242" y="1531755"/>
                </a:moveTo>
                <a:cubicBezTo>
                  <a:pt x="9991416" y="1531755"/>
                  <a:pt x="10002903" y="1543242"/>
                  <a:pt x="10002903" y="1557413"/>
                </a:cubicBezTo>
                <a:cubicBezTo>
                  <a:pt x="10002903" y="1571585"/>
                  <a:pt x="9991416" y="1583073"/>
                  <a:pt x="9977242" y="1583073"/>
                </a:cubicBezTo>
                <a:cubicBezTo>
                  <a:pt x="9963072" y="1583073"/>
                  <a:pt x="9951584" y="1571585"/>
                  <a:pt x="9951584" y="1557413"/>
                </a:cubicBezTo>
                <a:cubicBezTo>
                  <a:pt x="9951584" y="1543242"/>
                  <a:pt x="9963072" y="1531755"/>
                  <a:pt x="9977242" y="1531755"/>
                </a:cubicBezTo>
                <a:close/>
                <a:moveTo>
                  <a:pt x="9913038" y="1531755"/>
                </a:moveTo>
                <a:cubicBezTo>
                  <a:pt x="9927203" y="1531755"/>
                  <a:pt x="9938696" y="1543249"/>
                  <a:pt x="9938696" y="1557414"/>
                </a:cubicBezTo>
                <a:cubicBezTo>
                  <a:pt x="9938696" y="1571578"/>
                  <a:pt x="9927203" y="1583073"/>
                  <a:pt x="9913038" y="1583073"/>
                </a:cubicBezTo>
                <a:cubicBezTo>
                  <a:pt x="9898873" y="1583073"/>
                  <a:pt x="9887380" y="1571578"/>
                  <a:pt x="9887380" y="1557414"/>
                </a:cubicBezTo>
                <a:cubicBezTo>
                  <a:pt x="9887380" y="1543249"/>
                  <a:pt x="9898873" y="1531755"/>
                  <a:pt x="9913038" y="1531755"/>
                </a:cubicBezTo>
                <a:close/>
                <a:moveTo>
                  <a:pt x="9784512" y="1531755"/>
                </a:moveTo>
                <a:cubicBezTo>
                  <a:pt x="9798677" y="1531755"/>
                  <a:pt x="9810170" y="1543249"/>
                  <a:pt x="9810170" y="1557414"/>
                </a:cubicBezTo>
                <a:cubicBezTo>
                  <a:pt x="9810170" y="1571578"/>
                  <a:pt x="9798677" y="1583073"/>
                  <a:pt x="9784512" y="1583073"/>
                </a:cubicBezTo>
                <a:cubicBezTo>
                  <a:pt x="9770347" y="1583073"/>
                  <a:pt x="9758853" y="1571578"/>
                  <a:pt x="9758853" y="1557414"/>
                </a:cubicBezTo>
                <a:cubicBezTo>
                  <a:pt x="9758853" y="1543249"/>
                  <a:pt x="9770347" y="1531755"/>
                  <a:pt x="9784512" y="1531755"/>
                </a:cubicBezTo>
                <a:close/>
                <a:moveTo>
                  <a:pt x="9720307" y="1531755"/>
                </a:moveTo>
                <a:cubicBezTo>
                  <a:pt x="9734470" y="1531755"/>
                  <a:pt x="9745965" y="1543249"/>
                  <a:pt x="9745965" y="1557414"/>
                </a:cubicBezTo>
                <a:cubicBezTo>
                  <a:pt x="9745965" y="1571578"/>
                  <a:pt x="9734470" y="1583073"/>
                  <a:pt x="9720307" y="1583073"/>
                </a:cubicBezTo>
                <a:cubicBezTo>
                  <a:pt x="9706142" y="1583073"/>
                  <a:pt x="9694646" y="1571578"/>
                  <a:pt x="9694646" y="1557414"/>
                </a:cubicBezTo>
                <a:cubicBezTo>
                  <a:pt x="9694646" y="1543249"/>
                  <a:pt x="9706142" y="1531755"/>
                  <a:pt x="9720307" y="1531755"/>
                </a:cubicBezTo>
                <a:close/>
                <a:moveTo>
                  <a:pt x="9591896" y="1531755"/>
                </a:moveTo>
                <a:cubicBezTo>
                  <a:pt x="9606061" y="1531755"/>
                  <a:pt x="9617554" y="1543249"/>
                  <a:pt x="9617554" y="1557414"/>
                </a:cubicBezTo>
                <a:cubicBezTo>
                  <a:pt x="9617554" y="1571578"/>
                  <a:pt x="9606061" y="1583073"/>
                  <a:pt x="9591896" y="1583073"/>
                </a:cubicBezTo>
                <a:cubicBezTo>
                  <a:pt x="9577731" y="1583073"/>
                  <a:pt x="9566238" y="1571578"/>
                  <a:pt x="9566238" y="1557414"/>
                </a:cubicBezTo>
                <a:cubicBezTo>
                  <a:pt x="9566238" y="1543249"/>
                  <a:pt x="9577731" y="1531755"/>
                  <a:pt x="9591896" y="1531755"/>
                </a:cubicBezTo>
                <a:close/>
                <a:moveTo>
                  <a:pt x="9527689" y="1531755"/>
                </a:moveTo>
                <a:cubicBezTo>
                  <a:pt x="9541854" y="1531755"/>
                  <a:pt x="9553350" y="1543249"/>
                  <a:pt x="9553350" y="1557414"/>
                </a:cubicBezTo>
                <a:cubicBezTo>
                  <a:pt x="9553350" y="1571578"/>
                  <a:pt x="9541854" y="1583073"/>
                  <a:pt x="9527689" y="1583073"/>
                </a:cubicBezTo>
                <a:cubicBezTo>
                  <a:pt x="9513524" y="1583073"/>
                  <a:pt x="9502031" y="1571578"/>
                  <a:pt x="9502031" y="1557414"/>
                </a:cubicBezTo>
                <a:cubicBezTo>
                  <a:pt x="9502031" y="1543249"/>
                  <a:pt x="9513524" y="1531755"/>
                  <a:pt x="9527689" y="1531755"/>
                </a:cubicBezTo>
                <a:close/>
                <a:moveTo>
                  <a:pt x="9463485" y="1531755"/>
                </a:moveTo>
                <a:cubicBezTo>
                  <a:pt x="9477650" y="1531755"/>
                  <a:pt x="9489143" y="1543249"/>
                  <a:pt x="9489143" y="1557414"/>
                </a:cubicBezTo>
                <a:cubicBezTo>
                  <a:pt x="9489143" y="1571578"/>
                  <a:pt x="9477650" y="1583073"/>
                  <a:pt x="9463485" y="1583073"/>
                </a:cubicBezTo>
                <a:cubicBezTo>
                  <a:pt x="9449320" y="1583073"/>
                  <a:pt x="9437826" y="1571578"/>
                  <a:pt x="9437826" y="1557414"/>
                </a:cubicBezTo>
                <a:cubicBezTo>
                  <a:pt x="9437826" y="1543249"/>
                  <a:pt x="9449320" y="1531755"/>
                  <a:pt x="9463485" y="1531755"/>
                </a:cubicBezTo>
                <a:close/>
                <a:moveTo>
                  <a:pt x="9399280" y="1531755"/>
                </a:moveTo>
                <a:cubicBezTo>
                  <a:pt x="9413445" y="1531755"/>
                  <a:pt x="9424938" y="1543249"/>
                  <a:pt x="9424938" y="1557414"/>
                </a:cubicBezTo>
                <a:cubicBezTo>
                  <a:pt x="9424938" y="1571578"/>
                  <a:pt x="9413445" y="1583073"/>
                  <a:pt x="9399280" y="1583073"/>
                </a:cubicBezTo>
                <a:cubicBezTo>
                  <a:pt x="9385115" y="1583073"/>
                  <a:pt x="9373619" y="1571578"/>
                  <a:pt x="9373619" y="1557414"/>
                </a:cubicBezTo>
                <a:cubicBezTo>
                  <a:pt x="9373619" y="1543249"/>
                  <a:pt x="9385115" y="1531755"/>
                  <a:pt x="9399280" y="1531755"/>
                </a:cubicBezTo>
                <a:close/>
                <a:moveTo>
                  <a:pt x="9335073" y="1531755"/>
                </a:moveTo>
                <a:cubicBezTo>
                  <a:pt x="9349246" y="1531755"/>
                  <a:pt x="9360734" y="1543242"/>
                  <a:pt x="9360734" y="1557413"/>
                </a:cubicBezTo>
                <a:cubicBezTo>
                  <a:pt x="9360734" y="1571585"/>
                  <a:pt x="9349246" y="1583073"/>
                  <a:pt x="9335073" y="1583073"/>
                </a:cubicBezTo>
                <a:cubicBezTo>
                  <a:pt x="9320903" y="1583073"/>
                  <a:pt x="9309415" y="1571585"/>
                  <a:pt x="9309415" y="1557413"/>
                </a:cubicBezTo>
                <a:cubicBezTo>
                  <a:pt x="9309415" y="1543242"/>
                  <a:pt x="9320903" y="1531755"/>
                  <a:pt x="9335073" y="1531755"/>
                </a:cubicBezTo>
                <a:close/>
                <a:moveTo>
                  <a:pt x="9142457" y="1531755"/>
                </a:moveTo>
                <a:cubicBezTo>
                  <a:pt x="9156622" y="1531755"/>
                  <a:pt x="9168118" y="1543249"/>
                  <a:pt x="9168118" y="1557414"/>
                </a:cubicBezTo>
                <a:cubicBezTo>
                  <a:pt x="9168118" y="1571578"/>
                  <a:pt x="9156622" y="1583073"/>
                  <a:pt x="9142457" y="1583073"/>
                </a:cubicBezTo>
                <a:cubicBezTo>
                  <a:pt x="9128292" y="1583073"/>
                  <a:pt x="9116799" y="1571578"/>
                  <a:pt x="9116799" y="1557414"/>
                </a:cubicBezTo>
                <a:cubicBezTo>
                  <a:pt x="9116799" y="1543249"/>
                  <a:pt x="9128292" y="1531755"/>
                  <a:pt x="9142457" y="1531755"/>
                </a:cubicBezTo>
                <a:close/>
                <a:moveTo>
                  <a:pt x="9078253" y="1531755"/>
                </a:moveTo>
                <a:cubicBezTo>
                  <a:pt x="9092418" y="1531755"/>
                  <a:pt x="9103911" y="1543249"/>
                  <a:pt x="9103911" y="1557414"/>
                </a:cubicBezTo>
                <a:cubicBezTo>
                  <a:pt x="9103911" y="1571578"/>
                  <a:pt x="9092418" y="1583073"/>
                  <a:pt x="9078253" y="1583073"/>
                </a:cubicBezTo>
                <a:cubicBezTo>
                  <a:pt x="9064088" y="1583073"/>
                  <a:pt x="9052595" y="1571578"/>
                  <a:pt x="9052595" y="1557414"/>
                </a:cubicBezTo>
                <a:cubicBezTo>
                  <a:pt x="9052595" y="1543249"/>
                  <a:pt x="9064088" y="1531755"/>
                  <a:pt x="9078253" y="1531755"/>
                </a:cubicBezTo>
                <a:close/>
                <a:moveTo>
                  <a:pt x="9014049" y="1531755"/>
                </a:moveTo>
                <a:cubicBezTo>
                  <a:pt x="9028214" y="1531755"/>
                  <a:pt x="9039707" y="1543249"/>
                  <a:pt x="9039707" y="1557414"/>
                </a:cubicBezTo>
                <a:cubicBezTo>
                  <a:pt x="9039707" y="1571578"/>
                  <a:pt x="9028214" y="1583073"/>
                  <a:pt x="9014049" y="1583073"/>
                </a:cubicBezTo>
                <a:cubicBezTo>
                  <a:pt x="8999884" y="1583073"/>
                  <a:pt x="8988388" y="1571578"/>
                  <a:pt x="8988388" y="1557414"/>
                </a:cubicBezTo>
                <a:cubicBezTo>
                  <a:pt x="8988388" y="1543249"/>
                  <a:pt x="8999884" y="1531755"/>
                  <a:pt x="9014049" y="1531755"/>
                </a:cubicBezTo>
                <a:close/>
                <a:moveTo>
                  <a:pt x="8949842" y="1531755"/>
                </a:moveTo>
                <a:cubicBezTo>
                  <a:pt x="8964015" y="1531755"/>
                  <a:pt x="8975503" y="1543242"/>
                  <a:pt x="8975503" y="1557413"/>
                </a:cubicBezTo>
                <a:cubicBezTo>
                  <a:pt x="8975503" y="1571585"/>
                  <a:pt x="8964015" y="1583073"/>
                  <a:pt x="8949842" y="1583073"/>
                </a:cubicBezTo>
                <a:cubicBezTo>
                  <a:pt x="8935671" y="1583073"/>
                  <a:pt x="8924183" y="1571585"/>
                  <a:pt x="8924183" y="1557413"/>
                </a:cubicBezTo>
                <a:cubicBezTo>
                  <a:pt x="8924183" y="1543242"/>
                  <a:pt x="8935671" y="1531755"/>
                  <a:pt x="8949842" y="1531755"/>
                </a:cubicBezTo>
                <a:close/>
                <a:moveTo>
                  <a:pt x="8821433" y="1531755"/>
                </a:moveTo>
                <a:cubicBezTo>
                  <a:pt x="8835598" y="1531755"/>
                  <a:pt x="8847091" y="1543249"/>
                  <a:pt x="8847091" y="1557414"/>
                </a:cubicBezTo>
                <a:cubicBezTo>
                  <a:pt x="8847091" y="1571578"/>
                  <a:pt x="8835598" y="1583073"/>
                  <a:pt x="8821433" y="1583073"/>
                </a:cubicBezTo>
                <a:cubicBezTo>
                  <a:pt x="8807268" y="1583073"/>
                  <a:pt x="8795772" y="1571578"/>
                  <a:pt x="8795772" y="1557414"/>
                </a:cubicBezTo>
                <a:cubicBezTo>
                  <a:pt x="8795772" y="1543249"/>
                  <a:pt x="8807268" y="1531755"/>
                  <a:pt x="8821433" y="1531755"/>
                </a:cubicBezTo>
                <a:close/>
                <a:moveTo>
                  <a:pt x="8757226" y="1531755"/>
                </a:moveTo>
                <a:cubicBezTo>
                  <a:pt x="8771391" y="1531755"/>
                  <a:pt x="8782887" y="1543249"/>
                  <a:pt x="8782887" y="1557414"/>
                </a:cubicBezTo>
                <a:cubicBezTo>
                  <a:pt x="8782887" y="1571578"/>
                  <a:pt x="8771391" y="1583073"/>
                  <a:pt x="8757226" y="1583073"/>
                </a:cubicBezTo>
                <a:cubicBezTo>
                  <a:pt x="8743061" y="1583073"/>
                  <a:pt x="8731568" y="1571578"/>
                  <a:pt x="8731568" y="1557414"/>
                </a:cubicBezTo>
                <a:cubicBezTo>
                  <a:pt x="8731568" y="1543249"/>
                  <a:pt x="8743061" y="1531755"/>
                  <a:pt x="8757226" y="1531755"/>
                </a:cubicBezTo>
                <a:close/>
                <a:moveTo>
                  <a:pt x="8692904" y="1531755"/>
                </a:moveTo>
                <a:cubicBezTo>
                  <a:pt x="8707069" y="1531755"/>
                  <a:pt x="8718565" y="1543249"/>
                  <a:pt x="8718565" y="1557414"/>
                </a:cubicBezTo>
                <a:cubicBezTo>
                  <a:pt x="8718565" y="1571578"/>
                  <a:pt x="8707069" y="1583073"/>
                  <a:pt x="8692904" y="1583073"/>
                </a:cubicBezTo>
                <a:cubicBezTo>
                  <a:pt x="8678741" y="1583073"/>
                  <a:pt x="8667246" y="1571578"/>
                  <a:pt x="8667246" y="1557414"/>
                </a:cubicBezTo>
                <a:cubicBezTo>
                  <a:pt x="8667246" y="1543249"/>
                  <a:pt x="8678741" y="1531755"/>
                  <a:pt x="8692904" y="1531755"/>
                </a:cubicBezTo>
                <a:close/>
                <a:moveTo>
                  <a:pt x="8564495" y="1531755"/>
                </a:moveTo>
                <a:cubicBezTo>
                  <a:pt x="8578665" y="1531755"/>
                  <a:pt x="8590153" y="1543242"/>
                  <a:pt x="8590153" y="1557413"/>
                </a:cubicBezTo>
                <a:cubicBezTo>
                  <a:pt x="8590153" y="1571585"/>
                  <a:pt x="8578665" y="1583073"/>
                  <a:pt x="8564495" y="1583073"/>
                </a:cubicBezTo>
                <a:cubicBezTo>
                  <a:pt x="8550325" y="1583073"/>
                  <a:pt x="8538837" y="1571585"/>
                  <a:pt x="8538837" y="1557413"/>
                </a:cubicBezTo>
                <a:cubicBezTo>
                  <a:pt x="8538837" y="1543242"/>
                  <a:pt x="8550325" y="1531755"/>
                  <a:pt x="8564495" y="1531755"/>
                </a:cubicBezTo>
                <a:close/>
                <a:moveTo>
                  <a:pt x="8500288" y="1531755"/>
                </a:moveTo>
                <a:cubicBezTo>
                  <a:pt x="8514453" y="1531755"/>
                  <a:pt x="8525949" y="1543249"/>
                  <a:pt x="8525949" y="1557414"/>
                </a:cubicBezTo>
                <a:cubicBezTo>
                  <a:pt x="8525949" y="1571578"/>
                  <a:pt x="8514453" y="1583073"/>
                  <a:pt x="8500288" y="1583073"/>
                </a:cubicBezTo>
                <a:cubicBezTo>
                  <a:pt x="8486126" y="1583073"/>
                  <a:pt x="8474630" y="1571578"/>
                  <a:pt x="8474630" y="1557414"/>
                </a:cubicBezTo>
                <a:cubicBezTo>
                  <a:pt x="8474630" y="1543249"/>
                  <a:pt x="8486126" y="1531755"/>
                  <a:pt x="8500288" y="1531755"/>
                </a:cubicBezTo>
                <a:close/>
                <a:moveTo>
                  <a:pt x="8436084" y="1531755"/>
                </a:moveTo>
                <a:cubicBezTo>
                  <a:pt x="8450249" y="1531755"/>
                  <a:pt x="8461745" y="1543249"/>
                  <a:pt x="8461745" y="1557414"/>
                </a:cubicBezTo>
                <a:cubicBezTo>
                  <a:pt x="8461745" y="1571578"/>
                  <a:pt x="8450249" y="1583073"/>
                  <a:pt x="8436084" y="1583073"/>
                </a:cubicBezTo>
                <a:cubicBezTo>
                  <a:pt x="8421919" y="1583073"/>
                  <a:pt x="8410426" y="1571578"/>
                  <a:pt x="8410426" y="1557414"/>
                </a:cubicBezTo>
                <a:cubicBezTo>
                  <a:pt x="8410426" y="1543249"/>
                  <a:pt x="8421919" y="1531755"/>
                  <a:pt x="8436084" y="1531755"/>
                </a:cubicBezTo>
                <a:close/>
                <a:moveTo>
                  <a:pt x="8307675" y="1531755"/>
                </a:moveTo>
                <a:cubicBezTo>
                  <a:pt x="8321837" y="1531755"/>
                  <a:pt x="8333333" y="1543249"/>
                  <a:pt x="8333333" y="1557414"/>
                </a:cubicBezTo>
                <a:cubicBezTo>
                  <a:pt x="8333333" y="1571578"/>
                  <a:pt x="8321837" y="1583073"/>
                  <a:pt x="8307675" y="1583073"/>
                </a:cubicBezTo>
                <a:cubicBezTo>
                  <a:pt x="8293510" y="1583073"/>
                  <a:pt x="8282014" y="1571578"/>
                  <a:pt x="8282014" y="1557414"/>
                </a:cubicBezTo>
                <a:cubicBezTo>
                  <a:pt x="8282014" y="1543249"/>
                  <a:pt x="8293510" y="1531755"/>
                  <a:pt x="8307675" y="1531755"/>
                </a:cubicBezTo>
                <a:close/>
                <a:moveTo>
                  <a:pt x="8243468" y="1531755"/>
                </a:moveTo>
                <a:cubicBezTo>
                  <a:pt x="8257638" y="1531755"/>
                  <a:pt x="8269126" y="1543242"/>
                  <a:pt x="8269126" y="1557413"/>
                </a:cubicBezTo>
                <a:cubicBezTo>
                  <a:pt x="8269126" y="1571585"/>
                  <a:pt x="8257638" y="1583073"/>
                  <a:pt x="8243468" y="1583073"/>
                </a:cubicBezTo>
                <a:cubicBezTo>
                  <a:pt x="8229298" y="1583073"/>
                  <a:pt x="8217810" y="1571585"/>
                  <a:pt x="8217810" y="1557413"/>
                </a:cubicBezTo>
                <a:cubicBezTo>
                  <a:pt x="8217810" y="1543242"/>
                  <a:pt x="8229298" y="1531755"/>
                  <a:pt x="8243468" y="1531755"/>
                </a:cubicBezTo>
                <a:close/>
                <a:moveTo>
                  <a:pt x="8115057" y="1531755"/>
                </a:moveTo>
                <a:cubicBezTo>
                  <a:pt x="8129222" y="1531755"/>
                  <a:pt x="8140717" y="1543249"/>
                  <a:pt x="8140717" y="1557414"/>
                </a:cubicBezTo>
                <a:cubicBezTo>
                  <a:pt x="8140717" y="1571578"/>
                  <a:pt x="8129222" y="1583073"/>
                  <a:pt x="8115057" y="1583073"/>
                </a:cubicBezTo>
                <a:cubicBezTo>
                  <a:pt x="8100894" y="1583073"/>
                  <a:pt x="8089398" y="1571578"/>
                  <a:pt x="8089398" y="1557414"/>
                </a:cubicBezTo>
                <a:cubicBezTo>
                  <a:pt x="8089398" y="1543249"/>
                  <a:pt x="8100894" y="1531755"/>
                  <a:pt x="8115057" y="1531755"/>
                </a:cubicBezTo>
                <a:close/>
                <a:moveTo>
                  <a:pt x="8050852" y="1531755"/>
                </a:moveTo>
                <a:cubicBezTo>
                  <a:pt x="8065017" y="1531755"/>
                  <a:pt x="8076510" y="1543249"/>
                  <a:pt x="8076510" y="1557414"/>
                </a:cubicBezTo>
                <a:cubicBezTo>
                  <a:pt x="8076510" y="1571578"/>
                  <a:pt x="8065017" y="1583073"/>
                  <a:pt x="8050852" y="1583073"/>
                </a:cubicBezTo>
                <a:cubicBezTo>
                  <a:pt x="8036687" y="1583073"/>
                  <a:pt x="8025194" y="1571578"/>
                  <a:pt x="8025194" y="1557414"/>
                </a:cubicBezTo>
                <a:cubicBezTo>
                  <a:pt x="8025194" y="1543249"/>
                  <a:pt x="8036687" y="1531755"/>
                  <a:pt x="8050852" y="1531755"/>
                </a:cubicBezTo>
                <a:close/>
                <a:moveTo>
                  <a:pt x="7986648" y="1531755"/>
                </a:moveTo>
                <a:cubicBezTo>
                  <a:pt x="8000813" y="1531755"/>
                  <a:pt x="8012306" y="1543249"/>
                  <a:pt x="8012306" y="1557414"/>
                </a:cubicBezTo>
                <a:cubicBezTo>
                  <a:pt x="8012306" y="1571578"/>
                  <a:pt x="8000813" y="1583073"/>
                  <a:pt x="7986648" y="1583073"/>
                </a:cubicBezTo>
                <a:cubicBezTo>
                  <a:pt x="7972483" y="1583073"/>
                  <a:pt x="7960990" y="1571578"/>
                  <a:pt x="7960990" y="1557414"/>
                </a:cubicBezTo>
                <a:cubicBezTo>
                  <a:pt x="7960990" y="1543249"/>
                  <a:pt x="7972483" y="1531755"/>
                  <a:pt x="7986648" y="1531755"/>
                </a:cubicBezTo>
                <a:close/>
                <a:moveTo>
                  <a:pt x="7922444" y="1531755"/>
                </a:moveTo>
                <a:cubicBezTo>
                  <a:pt x="7936606" y="1531755"/>
                  <a:pt x="7948102" y="1543249"/>
                  <a:pt x="7948102" y="1557414"/>
                </a:cubicBezTo>
                <a:cubicBezTo>
                  <a:pt x="7948102" y="1571578"/>
                  <a:pt x="7936606" y="1583073"/>
                  <a:pt x="7922444" y="1583073"/>
                </a:cubicBezTo>
                <a:cubicBezTo>
                  <a:pt x="7908279" y="1583073"/>
                  <a:pt x="7896783" y="1571578"/>
                  <a:pt x="7896783" y="1557414"/>
                </a:cubicBezTo>
                <a:cubicBezTo>
                  <a:pt x="7896783" y="1543249"/>
                  <a:pt x="7908279" y="1531755"/>
                  <a:pt x="7922444" y="1531755"/>
                </a:cubicBezTo>
                <a:close/>
                <a:moveTo>
                  <a:pt x="7858237" y="1531755"/>
                </a:moveTo>
                <a:cubicBezTo>
                  <a:pt x="7872407" y="1531755"/>
                  <a:pt x="7883895" y="1543242"/>
                  <a:pt x="7883895" y="1557413"/>
                </a:cubicBezTo>
                <a:cubicBezTo>
                  <a:pt x="7883895" y="1571585"/>
                  <a:pt x="7872407" y="1583073"/>
                  <a:pt x="7858237" y="1583073"/>
                </a:cubicBezTo>
                <a:cubicBezTo>
                  <a:pt x="7844066" y="1583073"/>
                  <a:pt x="7832578" y="1571585"/>
                  <a:pt x="7832578" y="1557413"/>
                </a:cubicBezTo>
                <a:cubicBezTo>
                  <a:pt x="7832578" y="1543242"/>
                  <a:pt x="7844066" y="1531755"/>
                  <a:pt x="7858237" y="1531755"/>
                </a:cubicBezTo>
                <a:close/>
                <a:moveTo>
                  <a:pt x="7794032" y="1531755"/>
                </a:moveTo>
                <a:cubicBezTo>
                  <a:pt x="7808203" y="1531755"/>
                  <a:pt x="7819690" y="1543242"/>
                  <a:pt x="7819690" y="1557413"/>
                </a:cubicBezTo>
                <a:cubicBezTo>
                  <a:pt x="7819690" y="1571585"/>
                  <a:pt x="7808203" y="1583073"/>
                  <a:pt x="7794032" y="1583073"/>
                </a:cubicBezTo>
                <a:cubicBezTo>
                  <a:pt x="7779862" y="1583073"/>
                  <a:pt x="7768371" y="1571585"/>
                  <a:pt x="7768371" y="1557413"/>
                </a:cubicBezTo>
                <a:cubicBezTo>
                  <a:pt x="7768371" y="1543242"/>
                  <a:pt x="7779862" y="1531755"/>
                  <a:pt x="7794032" y="1531755"/>
                </a:cubicBezTo>
                <a:close/>
                <a:moveTo>
                  <a:pt x="7729825" y="1531755"/>
                </a:moveTo>
                <a:cubicBezTo>
                  <a:pt x="7743990" y="1531755"/>
                  <a:pt x="7755486" y="1543249"/>
                  <a:pt x="7755486" y="1557414"/>
                </a:cubicBezTo>
                <a:cubicBezTo>
                  <a:pt x="7755486" y="1571578"/>
                  <a:pt x="7743990" y="1583073"/>
                  <a:pt x="7729825" y="1583073"/>
                </a:cubicBezTo>
                <a:cubicBezTo>
                  <a:pt x="7715660" y="1583073"/>
                  <a:pt x="7704167" y="1571578"/>
                  <a:pt x="7704167" y="1557414"/>
                </a:cubicBezTo>
                <a:cubicBezTo>
                  <a:pt x="7704167" y="1543249"/>
                  <a:pt x="7715660" y="1531755"/>
                  <a:pt x="7729825" y="1531755"/>
                </a:cubicBezTo>
                <a:close/>
                <a:moveTo>
                  <a:pt x="7665621" y="1531755"/>
                </a:moveTo>
                <a:cubicBezTo>
                  <a:pt x="7679786" y="1531755"/>
                  <a:pt x="7691279" y="1543249"/>
                  <a:pt x="7691279" y="1557414"/>
                </a:cubicBezTo>
                <a:cubicBezTo>
                  <a:pt x="7691279" y="1571578"/>
                  <a:pt x="7679786" y="1583073"/>
                  <a:pt x="7665621" y="1583073"/>
                </a:cubicBezTo>
                <a:cubicBezTo>
                  <a:pt x="7651456" y="1583073"/>
                  <a:pt x="7639963" y="1571578"/>
                  <a:pt x="7639963" y="1557414"/>
                </a:cubicBezTo>
                <a:cubicBezTo>
                  <a:pt x="7639963" y="1543249"/>
                  <a:pt x="7651456" y="1531755"/>
                  <a:pt x="7665621" y="1531755"/>
                </a:cubicBezTo>
                <a:close/>
                <a:moveTo>
                  <a:pt x="7601299" y="1531755"/>
                </a:moveTo>
                <a:cubicBezTo>
                  <a:pt x="7615464" y="1531755"/>
                  <a:pt x="7626959" y="1543249"/>
                  <a:pt x="7626959" y="1557414"/>
                </a:cubicBezTo>
                <a:cubicBezTo>
                  <a:pt x="7626959" y="1571578"/>
                  <a:pt x="7615464" y="1583073"/>
                  <a:pt x="7601299" y="1583073"/>
                </a:cubicBezTo>
                <a:cubicBezTo>
                  <a:pt x="7587134" y="1583073"/>
                  <a:pt x="7575640" y="1571578"/>
                  <a:pt x="7575640" y="1557414"/>
                </a:cubicBezTo>
                <a:cubicBezTo>
                  <a:pt x="7575640" y="1543249"/>
                  <a:pt x="7587134" y="1531755"/>
                  <a:pt x="7601299" y="1531755"/>
                </a:cubicBezTo>
                <a:close/>
                <a:moveTo>
                  <a:pt x="7537094" y="1531755"/>
                </a:moveTo>
                <a:cubicBezTo>
                  <a:pt x="7551259" y="1531755"/>
                  <a:pt x="7562752" y="1543249"/>
                  <a:pt x="7562752" y="1557414"/>
                </a:cubicBezTo>
                <a:cubicBezTo>
                  <a:pt x="7562752" y="1571578"/>
                  <a:pt x="7551259" y="1583073"/>
                  <a:pt x="7537094" y="1583073"/>
                </a:cubicBezTo>
                <a:cubicBezTo>
                  <a:pt x="7522929" y="1583073"/>
                  <a:pt x="7511436" y="1571578"/>
                  <a:pt x="7511436" y="1557414"/>
                </a:cubicBezTo>
                <a:cubicBezTo>
                  <a:pt x="7511436" y="1543249"/>
                  <a:pt x="7522929" y="1531755"/>
                  <a:pt x="7537094" y="1531755"/>
                </a:cubicBezTo>
                <a:close/>
                <a:moveTo>
                  <a:pt x="7472890" y="1531755"/>
                </a:moveTo>
                <a:cubicBezTo>
                  <a:pt x="7487060" y="1531755"/>
                  <a:pt x="7498548" y="1543242"/>
                  <a:pt x="7498548" y="1557413"/>
                </a:cubicBezTo>
                <a:cubicBezTo>
                  <a:pt x="7498548" y="1571585"/>
                  <a:pt x="7487060" y="1583073"/>
                  <a:pt x="7472890" y="1583073"/>
                </a:cubicBezTo>
                <a:cubicBezTo>
                  <a:pt x="7458717" y="1583073"/>
                  <a:pt x="7447229" y="1571585"/>
                  <a:pt x="7447229" y="1557413"/>
                </a:cubicBezTo>
                <a:cubicBezTo>
                  <a:pt x="7447229" y="1543242"/>
                  <a:pt x="7458717" y="1531755"/>
                  <a:pt x="7472890" y="1531755"/>
                </a:cubicBezTo>
                <a:close/>
                <a:moveTo>
                  <a:pt x="7408683" y="1531755"/>
                </a:moveTo>
                <a:cubicBezTo>
                  <a:pt x="7422848" y="1531755"/>
                  <a:pt x="7434341" y="1543249"/>
                  <a:pt x="7434341" y="1557414"/>
                </a:cubicBezTo>
                <a:cubicBezTo>
                  <a:pt x="7434341" y="1571578"/>
                  <a:pt x="7422848" y="1583073"/>
                  <a:pt x="7408683" y="1583073"/>
                </a:cubicBezTo>
                <a:cubicBezTo>
                  <a:pt x="7394518" y="1583073"/>
                  <a:pt x="7383025" y="1571578"/>
                  <a:pt x="7383025" y="1557414"/>
                </a:cubicBezTo>
                <a:cubicBezTo>
                  <a:pt x="7383025" y="1543249"/>
                  <a:pt x="7394518" y="1531755"/>
                  <a:pt x="7408683" y="1531755"/>
                </a:cubicBezTo>
                <a:close/>
                <a:moveTo>
                  <a:pt x="7344479" y="1531755"/>
                </a:moveTo>
                <a:cubicBezTo>
                  <a:pt x="7358644" y="1531755"/>
                  <a:pt x="7370137" y="1543249"/>
                  <a:pt x="7370137" y="1557414"/>
                </a:cubicBezTo>
                <a:cubicBezTo>
                  <a:pt x="7370137" y="1571578"/>
                  <a:pt x="7358644" y="1583073"/>
                  <a:pt x="7344479" y="1583073"/>
                </a:cubicBezTo>
                <a:cubicBezTo>
                  <a:pt x="7330314" y="1583073"/>
                  <a:pt x="7318820" y="1571578"/>
                  <a:pt x="7318820" y="1557414"/>
                </a:cubicBezTo>
                <a:cubicBezTo>
                  <a:pt x="7318820" y="1543249"/>
                  <a:pt x="7330314" y="1531755"/>
                  <a:pt x="7344479" y="1531755"/>
                </a:cubicBezTo>
                <a:close/>
                <a:moveTo>
                  <a:pt x="7280274" y="1531755"/>
                </a:moveTo>
                <a:cubicBezTo>
                  <a:pt x="7294437" y="1531755"/>
                  <a:pt x="7305932" y="1543249"/>
                  <a:pt x="7305932" y="1557414"/>
                </a:cubicBezTo>
                <a:cubicBezTo>
                  <a:pt x="7305932" y="1571578"/>
                  <a:pt x="7294437" y="1583073"/>
                  <a:pt x="7280274" y="1583073"/>
                </a:cubicBezTo>
                <a:cubicBezTo>
                  <a:pt x="7266109" y="1583073"/>
                  <a:pt x="7254613" y="1571578"/>
                  <a:pt x="7254613" y="1557414"/>
                </a:cubicBezTo>
                <a:cubicBezTo>
                  <a:pt x="7254613" y="1543249"/>
                  <a:pt x="7266109" y="1531755"/>
                  <a:pt x="7280274" y="1531755"/>
                </a:cubicBezTo>
                <a:close/>
                <a:moveTo>
                  <a:pt x="7216067" y="1531755"/>
                </a:moveTo>
                <a:cubicBezTo>
                  <a:pt x="7230232" y="1531755"/>
                  <a:pt x="7241725" y="1543249"/>
                  <a:pt x="7241725" y="1557414"/>
                </a:cubicBezTo>
                <a:cubicBezTo>
                  <a:pt x="7241725" y="1571578"/>
                  <a:pt x="7230232" y="1583073"/>
                  <a:pt x="7216067" y="1583073"/>
                </a:cubicBezTo>
                <a:cubicBezTo>
                  <a:pt x="7201902" y="1583073"/>
                  <a:pt x="7190409" y="1571578"/>
                  <a:pt x="7190409" y="1557414"/>
                </a:cubicBezTo>
                <a:cubicBezTo>
                  <a:pt x="7190409" y="1543249"/>
                  <a:pt x="7201902" y="1531755"/>
                  <a:pt x="7216067" y="1531755"/>
                </a:cubicBezTo>
                <a:close/>
                <a:moveTo>
                  <a:pt x="7151863" y="1531755"/>
                </a:moveTo>
                <a:cubicBezTo>
                  <a:pt x="7166033" y="1531755"/>
                  <a:pt x="7177521" y="1543242"/>
                  <a:pt x="7177521" y="1557413"/>
                </a:cubicBezTo>
                <a:cubicBezTo>
                  <a:pt x="7177521" y="1571585"/>
                  <a:pt x="7166033" y="1583073"/>
                  <a:pt x="7151863" y="1583073"/>
                </a:cubicBezTo>
                <a:cubicBezTo>
                  <a:pt x="7137692" y="1583073"/>
                  <a:pt x="7126205" y="1571585"/>
                  <a:pt x="7126205" y="1557413"/>
                </a:cubicBezTo>
                <a:cubicBezTo>
                  <a:pt x="7126205" y="1543242"/>
                  <a:pt x="7137692" y="1531755"/>
                  <a:pt x="7151863" y="1531755"/>
                </a:cubicBezTo>
                <a:close/>
                <a:moveTo>
                  <a:pt x="7087658" y="1531755"/>
                </a:moveTo>
                <a:cubicBezTo>
                  <a:pt x="7101829" y="1531755"/>
                  <a:pt x="7113317" y="1543242"/>
                  <a:pt x="7113317" y="1557413"/>
                </a:cubicBezTo>
                <a:cubicBezTo>
                  <a:pt x="7113317" y="1571585"/>
                  <a:pt x="7101829" y="1583073"/>
                  <a:pt x="7087658" y="1583073"/>
                </a:cubicBezTo>
                <a:cubicBezTo>
                  <a:pt x="7073485" y="1583073"/>
                  <a:pt x="7061998" y="1571585"/>
                  <a:pt x="7061998" y="1557413"/>
                </a:cubicBezTo>
                <a:cubicBezTo>
                  <a:pt x="7061998" y="1543242"/>
                  <a:pt x="7073485" y="1531755"/>
                  <a:pt x="7087658" y="1531755"/>
                </a:cubicBezTo>
                <a:close/>
                <a:moveTo>
                  <a:pt x="6895043" y="1531755"/>
                </a:moveTo>
                <a:cubicBezTo>
                  <a:pt x="6909208" y="1531755"/>
                  <a:pt x="6920701" y="1543249"/>
                  <a:pt x="6920701" y="1557414"/>
                </a:cubicBezTo>
                <a:cubicBezTo>
                  <a:pt x="6920701" y="1571578"/>
                  <a:pt x="6909208" y="1583073"/>
                  <a:pt x="6895043" y="1583073"/>
                </a:cubicBezTo>
                <a:cubicBezTo>
                  <a:pt x="6880878" y="1583073"/>
                  <a:pt x="6869382" y="1571578"/>
                  <a:pt x="6869382" y="1557414"/>
                </a:cubicBezTo>
                <a:cubicBezTo>
                  <a:pt x="6869382" y="1543249"/>
                  <a:pt x="6880878" y="1531755"/>
                  <a:pt x="6895043" y="1531755"/>
                </a:cubicBezTo>
                <a:close/>
                <a:moveTo>
                  <a:pt x="6830836" y="1531755"/>
                </a:moveTo>
                <a:cubicBezTo>
                  <a:pt x="6845001" y="1531755"/>
                  <a:pt x="6856494" y="1543249"/>
                  <a:pt x="6856494" y="1557414"/>
                </a:cubicBezTo>
                <a:cubicBezTo>
                  <a:pt x="6856494" y="1571578"/>
                  <a:pt x="6845001" y="1583073"/>
                  <a:pt x="6830836" y="1583073"/>
                </a:cubicBezTo>
                <a:cubicBezTo>
                  <a:pt x="6816671" y="1583073"/>
                  <a:pt x="6805178" y="1571578"/>
                  <a:pt x="6805178" y="1557414"/>
                </a:cubicBezTo>
                <a:cubicBezTo>
                  <a:pt x="6805178" y="1543249"/>
                  <a:pt x="6816671" y="1531755"/>
                  <a:pt x="6830836" y="1531755"/>
                </a:cubicBezTo>
                <a:close/>
                <a:moveTo>
                  <a:pt x="6766631" y="1531755"/>
                </a:moveTo>
                <a:cubicBezTo>
                  <a:pt x="6780802" y="1531755"/>
                  <a:pt x="6792290" y="1543242"/>
                  <a:pt x="6792290" y="1557413"/>
                </a:cubicBezTo>
                <a:cubicBezTo>
                  <a:pt x="6792290" y="1571585"/>
                  <a:pt x="6780802" y="1583073"/>
                  <a:pt x="6766631" y="1583073"/>
                </a:cubicBezTo>
                <a:cubicBezTo>
                  <a:pt x="6752461" y="1583073"/>
                  <a:pt x="6740973" y="1571585"/>
                  <a:pt x="6740973" y="1557413"/>
                </a:cubicBezTo>
                <a:cubicBezTo>
                  <a:pt x="6740973" y="1543242"/>
                  <a:pt x="6752461" y="1531755"/>
                  <a:pt x="6766631" y="1531755"/>
                </a:cubicBezTo>
                <a:close/>
                <a:moveTo>
                  <a:pt x="6702427" y="1531755"/>
                </a:moveTo>
                <a:cubicBezTo>
                  <a:pt x="6716597" y="1531755"/>
                  <a:pt x="6728085" y="1543242"/>
                  <a:pt x="6728085" y="1557413"/>
                </a:cubicBezTo>
                <a:cubicBezTo>
                  <a:pt x="6728085" y="1571585"/>
                  <a:pt x="6716597" y="1583073"/>
                  <a:pt x="6702427" y="1583073"/>
                </a:cubicBezTo>
                <a:cubicBezTo>
                  <a:pt x="6688254" y="1583073"/>
                  <a:pt x="6676766" y="1571585"/>
                  <a:pt x="6676766" y="1557413"/>
                </a:cubicBezTo>
                <a:cubicBezTo>
                  <a:pt x="6676766" y="1543242"/>
                  <a:pt x="6688254" y="1531755"/>
                  <a:pt x="6702427" y="1531755"/>
                </a:cubicBezTo>
                <a:close/>
                <a:moveTo>
                  <a:pt x="6638220" y="1531755"/>
                </a:moveTo>
                <a:cubicBezTo>
                  <a:pt x="6652385" y="1531755"/>
                  <a:pt x="6663881" y="1543249"/>
                  <a:pt x="6663881" y="1557414"/>
                </a:cubicBezTo>
                <a:cubicBezTo>
                  <a:pt x="6663881" y="1571578"/>
                  <a:pt x="6652385" y="1583073"/>
                  <a:pt x="6638220" y="1583073"/>
                </a:cubicBezTo>
                <a:cubicBezTo>
                  <a:pt x="6624055" y="1583073"/>
                  <a:pt x="6612562" y="1571578"/>
                  <a:pt x="6612562" y="1557414"/>
                </a:cubicBezTo>
                <a:cubicBezTo>
                  <a:pt x="6612562" y="1543249"/>
                  <a:pt x="6624055" y="1531755"/>
                  <a:pt x="6638220" y="1531755"/>
                </a:cubicBezTo>
                <a:close/>
                <a:moveTo>
                  <a:pt x="6574016" y="1531755"/>
                </a:moveTo>
                <a:cubicBezTo>
                  <a:pt x="6588181" y="1531755"/>
                  <a:pt x="6599674" y="1543249"/>
                  <a:pt x="6599674" y="1557414"/>
                </a:cubicBezTo>
                <a:cubicBezTo>
                  <a:pt x="6599674" y="1571578"/>
                  <a:pt x="6588181" y="1583073"/>
                  <a:pt x="6574016" y="1583073"/>
                </a:cubicBezTo>
                <a:cubicBezTo>
                  <a:pt x="6559851" y="1583073"/>
                  <a:pt x="6548357" y="1571578"/>
                  <a:pt x="6548357" y="1557414"/>
                </a:cubicBezTo>
                <a:cubicBezTo>
                  <a:pt x="6548357" y="1543249"/>
                  <a:pt x="6559851" y="1531755"/>
                  <a:pt x="6574016" y="1531755"/>
                </a:cubicBezTo>
                <a:close/>
                <a:moveTo>
                  <a:pt x="6381282" y="1531755"/>
                </a:moveTo>
                <a:cubicBezTo>
                  <a:pt x="6395455" y="1531755"/>
                  <a:pt x="6406943" y="1543242"/>
                  <a:pt x="6406943" y="1557413"/>
                </a:cubicBezTo>
                <a:cubicBezTo>
                  <a:pt x="6406943" y="1571585"/>
                  <a:pt x="6395455" y="1583073"/>
                  <a:pt x="6381282" y="1583073"/>
                </a:cubicBezTo>
                <a:cubicBezTo>
                  <a:pt x="6367112" y="1583073"/>
                  <a:pt x="6355624" y="1571585"/>
                  <a:pt x="6355624" y="1557413"/>
                </a:cubicBezTo>
                <a:cubicBezTo>
                  <a:pt x="6355624" y="1543242"/>
                  <a:pt x="6367112" y="1531755"/>
                  <a:pt x="6381282" y="1531755"/>
                </a:cubicBezTo>
                <a:close/>
                <a:moveTo>
                  <a:pt x="6317078" y="1531755"/>
                </a:moveTo>
                <a:cubicBezTo>
                  <a:pt x="6331243" y="1531755"/>
                  <a:pt x="6342736" y="1543249"/>
                  <a:pt x="6342736" y="1557414"/>
                </a:cubicBezTo>
                <a:cubicBezTo>
                  <a:pt x="6342736" y="1571578"/>
                  <a:pt x="6331243" y="1583073"/>
                  <a:pt x="6317078" y="1583073"/>
                </a:cubicBezTo>
                <a:cubicBezTo>
                  <a:pt x="6302913" y="1583073"/>
                  <a:pt x="6291420" y="1571578"/>
                  <a:pt x="6291420" y="1557414"/>
                </a:cubicBezTo>
                <a:cubicBezTo>
                  <a:pt x="6291420" y="1543249"/>
                  <a:pt x="6302913" y="1531755"/>
                  <a:pt x="6317078" y="1531755"/>
                </a:cubicBezTo>
                <a:close/>
                <a:moveTo>
                  <a:pt x="6252873" y="1531755"/>
                </a:moveTo>
                <a:cubicBezTo>
                  <a:pt x="6267036" y="1531755"/>
                  <a:pt x="6278532" y="1543249"/>
                  <a:pt x="6278532" y="1557414"/>
                </a:cubicBezTo>
                <a:cubicBezTo>
                  <a:pt x="6278532" y="1571578"/>
                  <a:pt x="6267036" y="1583073"/>
                  <a:pt x="6252873" y="1583073"/>
                </a:cubicBezTo>
                <a:cubicBezTo>
                  <a:pt x="6238708" y="1583073"/>
                  <a:pt x="6227213" y="1571578"/>
                  <a:pt x="6227213" y="1557414"/>
                </a:cubicBezTo>
                <a:cubicBezTo>
                  <a:pt x="6227213" y="1543249"/>
                  <a:pt x="6238708" y="1531755"/>
                  <a:pt x="6252873" y="1531755"/>
                </a:cubicBezTo>
                <a:close/>
                <a:moveTo>
                  <a:pt x="6188666" y="1531755"/>
                </a:moveTo>
                <a:cubicBezTo>
                  <a:pt x="6202831" y="1531755"/>
                  <a:pt x="6214327" y="1543249"/>
                  <a:pt x="6214327" y="1557414"/>
                </a:cubicBezTo>
                <a:cubicBezTo>
                  <a:pt x="6214327" y="1571578"/>
                  <a:pt x="6202831" y="1583073"/>
                  <a:pt x="6188666" y="1583073"/>
                </a:cubicBezTo>
                <a:cubicBezTo>
                  <a:pt x="6174504" y="1583073"/>
                  <a:pt x="6163008" y="1571578"/>
                  <a:pt x="6163008" y="1557414"/>
                </a:cubicBezTo>
                <a:cubicBezTo>
                  <a:pt x="6163008" y="1543249"/>
                  <a:pt x="6174504" y="1531755"/>
                  <a:pt x="6188666" y="1531755"/>
                </a:cubicBezTo>
                <a:close/>
                <a:moveTo>
                  <a:pt x="6124462" y="1531755"/>
                </a:moveTo>
                <a:cubicBezTo>
                  <a:pt x="6138627" y="1531755"/>
                  <a:pt x="6150123" y="1543249"/>
                  <a:pt x="6150123" y="1557414"/>
                </a:cubicBezTo>
                <a:cubicBezTo>
                  <a:pt x="6150123" y="1571578"/>
                  <a:pt x="6138627" y="1583073"/>
                  <a:pt x="6124462" y="1583073"/>
                </a:cubicBezTo>
                <a:cubicBezTo>
                  <a:pt x="6110297" y="1583073"/>
                  <a:pt x="6098804" y="1571578"/>
                  <a:pt x="6098804" y="1557414"/>
                </a:cubicBezTo>
                <a:cubicBezTo>
                  <a:pt x="6098804" y="1543249"/>
                  <a:pt x="6110297" y="1531755"/>
                  <a:pt x="6124462" y="1531755"/>
                </a:cubicBezTo>
                <a:close/>
                <a:moveTo>
                  <a:pt x="6064505" y="1531755"/>
                </a:moveTo>
                <a:cubicBezTo>
                  <a:pt x="6078666" y="1531755"/>
                  <a:pt x="6090163" y="1543249"/>
                  <a:pt x="6090163" y="1557414"/>
                </a:cubicBezTo>
                <a:cubicBezTo>
                  <a:pt x="6090163" y="1571578"/>
                  <a:pt x="6078666" y="1583073"/>
                  <a:pt x="6064505" y="1583073"/>
                </a:cubicBezTo>
                <a:cubicBezTo>
                  <a:pt x="6050336" y="1583073"/>
                  <a:pt x="6038844" y="1571578"/>
                  <a:pt x="6038844" y="1557414"/>
                </a:cubicBezTo>
                <a:cubicBezTo>
                  <a:pt x="6038844" y="1543249"/>
                  <a:pt x="6050336" y="1531755"/>
                  <a:pt x="6064505" y="1531755"/>
                </a:cubicBezTo>
                <a:close/>
                <a:moveTo>
                  <a:pt x="6000298" y="1531755"/>
                </a:moveTo>
                <a:cubicBezTo>
                  <a:pt x="6014463" y="1531755"/>
                  <a:pt x="6025956" y="1543249"/>
                  <a:pt x="6025956" y="1557414"/>
                </a:cubicBezTo>
                <a:cubicBezTo>
                  <a:pt x="6025956" y="1571578"/>
                  <a:pt x="6014463" y="1583073"/>
                  <a:pt x="6000298" y="1583073"/>
                </a:cubicBezTo>
                <a:cubicBezTo>
                  <a:pt x="5986133" y="1583073"/>
                  <a:pt x="5974639" y="1571578"/>
                  <a:pt x="5974639" y="1557414"/>
                </a:cubicBezTo>
                <a:cubicBezTo>
                  <a:pt x="5974639" y="1543249"/>
                  <a:pt x="5986133" y="1531755"/>
                  <a:pt x="6000298" y="1531755"/>
                </a:cubicBezTo>
                <a:close/>
                <a:moveTo>
                  <a:pt x="5936092" y="1531755"/>
                </a:moveTo>
                <a:cubicBezTo>
                  <a:pt x="5950255" y="1531755"/>
                  <a:pt x="5961751" y="1543249"/>
                  <a:pt x="5961751" y="1557414"/>
                </a:cubicBezTo>
                <a:cubicBezTo>
                  <a:pt x="5961751" y="1571578"/>
                  <a:pt x="5950255" y="1583073"/>
                  <a:pt x="5936092" y="1583073"/>
                </a:cubicBezTo>
                <a:cubicBezTo>
                  <a:pt x="5921928" y="1583073"/>
                  <a:pt x="5910435" y="1571578"/>
                  <a:pt x="5910435" y="1557414"/>
                </a:cubicBezTo>
                <a:cubicBezTo>
                  <a:pt x="5910435" y="1543249"/>
                  <a:pt x="5921928" y="1531755"/>
                  <a:pt x="5936092" y="1531755"/>
                </a:cubicBezTo>
                <a:close/>
                <a:moveTo>
                  <a:pt x="5743477" y="1531755"/>
                </a:moveTo>
                <a:cubicBezTo>
                  <a:pt x="5757648" y="1531755"/>
                  <a:pt x="5769136" y="1543242"/>
                  <a:pt x="5769136" y="1557413"/>
                </a:cubicBezTo>
                <a:cubicBezTo>
                  <a:pt x="5769136" y="1571585"/>
                  <a:pt x="5757648" y="1583073"/>
                  <a:pt x="5743477" y="1583073"/>
                </a:cubicBezTo>
                <a:cubicBezTo>
                  <a:pt x="5729307" y="1583073"/>
                  <a:pt x="5717818" y="1571585"/>
                  <a:pt x="5717818" y="1557413"/>
                </a:cubicBezTo>
                <a:cubicBezTo>
                  <a:pt x="5717818" y="1543242"/>
                  <a:pt x="5729307" y="1531755"/>
                  <a:pt x="5743477" y="1531755"/>
                </a:cubicBezTo>
                <a:close/>
                <a:moveTo>
                  <a:pt x="5679272" y="1531755"/>
                </a:moveTo>
                <a:cubicBezTo>
                  <a:pt x="5693437" y="1531755"/>
                  <a:pt x="5704930" y="1543249"/>
                  <a:pt x="5704930" y="1557414"/>
                </a:cubicBezTo>
                <a:cubicBezTo>
                  <a:pt x="5704930" y="1571578"/>
                  <a:pt x="5693437" y="1583073"/>
                  <a:pt x="5679272" y="1583073"/>
                </a:cubicBezTo>
                <a:cubicBezTo>
                  <a:pt x="5665108" y="1583073"/>
                  <a:pt x="5653614" y="1571578"/>
                  <a:pt x="5653614" y="1557414"/>
                </a:cubicBezTo>
                <a:cubicBezTo>
                  <a:pt x="5653614" y="1543249"/>
                  <a:pt x="5665108" y="1531755"/>
                  <a:pt x="5679272" y="1531755"/>
                </a:cubicBezTo>
                <a:close/>
                <a:moveTo>
                  <a:pt x="5615066" y="1531755"/>
                </a:moveTo>
                <a:cubicBezTo>
                  <a:pt x="5629231" y="1531755"/>
                  <a:pt x="5640726" y="1543249"/>
                  <a:pt x="5640726" y="1557414"/>
                </a:cubicBezTo>
                <a:cubicBezTo>
                  <a:pt x="5640726" y="1571578"/>
                  <a:pt x="5629231" y="1583073"/>
                  <a:pt x="5615066" y="1583073"/>
                </a:cubicBezTo>
                <a:cubicBezTo>
                  <a:pt x="5600901" y="1583073"/>
                  <a:pt x="5589407" y="1571578"/>
                  <a:pt x="5589407" y="1557414"/>
                </a:cubicBezTo>
                <a:cubicBezTo>
                  <a:pt x="5589407" y="1543249"/>
                  <a:pt x="5600901" y="1531755"/>
                  <a:pt x="5615066" y="1531755"/>
                </a:cubicBezTo>
                <a:close/>
                <a:moveTo>
                  <a:pt x="5550862" y="1531755"/>
                </a:moveTo>
                <a:cubicBezTo>
                  <a:pt x="5565027" y="1531755"/>
                  <a:pt x="5576520" y="1543249"/>
                  <a:pt x="5576520" y="1557414"/>
                </a:cubicBezTo>
                <a:cubicBezTo>
                  <a:pt x="5576520" y="1571578"/>
                  <a:pt x="5565027" y="1583073"/>
                  <a:pt x="5550862" y="1583073"/>
                </a:cubicBezTo>
                <a:cubicBezTo>
                  <a:pt x="5536697" y="1583073"/>
                  <a:pt x="5525203" y="1571578"/>
                  <a:pt x="5525203" y="1557414"/>
                </a:cubicBezTo>
                <a:cubicBezTo>
                  <a:pt x="5525203" y="1543249"/>
                  <a:pt x="5536697" y="1531755"/>
                  <a:pt x="5550862" y="1531755"/>
                </a:cubicBezTo>
                <a:close/>
                <a:moveTo>
                  <a:pt x="5486655" y="1531755"/>
                </a:moveTo>
                <a:cubicBezTo>
                  <a:pt x="5500819" y="1531755"/>
                  <a:pt x="5512316" y="1543249"/>
                  <a:pt x="5512316" y="1557414"/>
                </a:cubicBezTo>
                <a:cubicBezTo>
                  <a:pt x="5512316" y="1571578"/>
                  <a:pt x="5500819" y="1583073"/>
                  <a:pt x="5486655" y="1583073"/>
                </a:cubicBezTo>
                <a:cubicBezTo>
                  <a:pt x="5472491" y="1583073"/>
                  <a:pt x="5460997" y="1571578"/>
                  <a:pt x="5460997" y="1557414"/>
                </a:cubicBezTo>
                <a:cubicBezTo>
                  <a:pt x="5460997" y="1543249"/>
                  <a:pt x="5472491" y="1531755"/>
                  <a:pt x="5486655" y="1531755"/>
                </a:cubicBezTo>
                <a:close/>
                <a:moveTo>
                  <a:pt x="5422451" y="1531755"/>
                </a:moveTo>
                <a:cubicBezTo>
                  <a:pt x="5436621" y="1531755"/>
                  <a:pt x="5448109" y="1543242"/>
                  <a:pt x="5448109" y="1557413"/>
                </a:cubicBezTo>
                <a:cubicBezTo>
                  <a:pt x="5448109" y="1571585"/>
                  <a:pt x="5436621" y="1583073"/>
                  <a:pt x="5422451" y="1583073"/>
                </a:cubicBezTo>
                <a:cubicBezTo>
                  <a:pt x="5408280" y="1583073"/>
                  <a:pt x="5396791" y="1571585"/>
                  <a:pt x="5396791" y="1557413"/>
                </a:cubicBezTo>
                <a:cubicBezTo>
                  <a:pt x="5396791" y="1543242"/>
                  <a:pt x="5408280" y="1531755"/>
                  <a:pt x="5422451" y="1531755"/>
                </a:cubicBezTo>
                <a:close/>
                <a:moveTo>
                  <a:pt x="5358245" y="1531755"/>
                </a:moveTo>
                <a:cubicBezTo>
                  <a:pt x="5372417" y="1531755"/>
                  <a:pt x="5383904" y="1543242"/>
                  <a:pt x="5383904" y="1557413"/>
                </a:cubicBezTo>
                <a:cubicBezTo>
                  <a:pt x="5383904" y="1571585"/>
                  <a:pt x="5372417" y="1583073"/>
                  <a:pt x="5358245" y="1583073"/>
                </a:cubicBezTo>
                <a:cubicBezTo>
                  <a:pt x="5344076" y="1583073"/>
                  <a:pt x="5332587" y="1571585"/>
                  <a:pt x="5332587" y="1557413"/>
                </a:cubicBezTo>
                <a:cubicBezTo>
                  <a:pt x="5332587" y="1543242"/>
                  <a:pt x="5344076" y="1531755"/>
                  <a:pt x="5358245" y="1531755"/>
                </a:cubicBezTo>
                <a:close/>
                <a:moveTo>
                  <a:pt x="5229719" y="1531755"/>
                </a:moveTo>
                <a:cubicBezTo>
                  <a:pt x="5243999" y="1531755"/>
                  <a:pt x="5255377" y="1543249"/>
                  <a:pt x="5255377" y="1557414"/>
                </a:cubicBezTo>
                <a:cubicBezTo>
                  <a:pt x="5255377" y="1571578"/>
                  <a:pt x="5243883" y="1583073"/>
                  <a:pt x="5229719" y="1583073"/>
                </a:cubicBezTo>
                <a:cubicBezTo>
                  <a:pt x="5215554" y="1583073"/>
                  <a:pt x="5204058" y="1571578"/>
                  <a:pt x="5204058" y="1557414"/>
                </a:cubicBezTo>
                <a:cubicBezTo>
                  <a:pt x="5204058" y="1543249"/>
                  <a:pt x="5215554" y="1531755"/>
                  <a:pt x="5229719" y="1531755"/>
                </a:cubicBezTo>
                <a:close/>
                <a:moveTo>
                  <a:pt x="5101309" y="1531755"/>
                </a:moveTo>
                <a:cubicBezTo>
                  <a:pt x="5115473" y="1531755"/>
                  <a:pt x="5126967" y="1543249"/>
                  <a:pt x="5126967" y="1557414"/>
                </a:cubicBezTo>
                <a:cubicBezTo>
                  <a:pt x="5126967" y="1571578"/>
                  <a:pt x="5115473" y="1583073"/>
                  <a:pt x="5101309" y="1583073"/>
                </a:cubicBezTo>
                <a:cubicBezTo>
                  <a:pt x="5087142" y="1583073"/>
                  <a:pt x="5075649" y="1571578"/>
                  <a:pt x="5075649" y="1557414"/>
                </a:cubicBezTo>
                <a:cubicBezTo>
                  <a:pt x="5075649" y="1543249"/>
                  <a:pt x="5087142" y="1531755"/>
                  <a:pt x="5101309" y="1531755"/>
                </a:cubicBezTo>
                <a:close/>
                <a:moveTo>
                  <a:pt x="5037104" y="1531755"/>
                </a:moveTo>
                <a:cubicBezTo>
                  <a:pt x="5051273" y="1531755"/>
                  <a:pt x="5062762" y="1543242"/>
                  <a:pt x="5062762" y="1557413"/>
                </a:cubicBezTo>
                <a:cubicBezTo>
                  <a:pt x="5062762" y="1571585"/>
                  <a:pt x="5051273" y="1583073"/>
                  <a:pt x="5037104" y="1583073"/>
                </a:cubicBezTo>
                <a:cubicBezTo>
                  <a:pt x="5022930" y="1583073"/>
                  <a:pt x="5011444" y="1571585"/>
                  <a:pt x="5011444" y="1557413"/>
                </a:cubicBezTo>
                <a:cubicBezTo>
                  <a:pt x="5011444" y="1543242"/>
                  <a:pt x="5022930" y="1531755"/>
                  <a:pt x="5037104" y="1531755"/>
                </a:cubicBezTo>
                <a:close/>
                <a:moveTo>
                  <a:pt x="4972896" y="1531755"/>
                </a:moveTo>
                <a:cubicBezTo>
                  <a:pt x="4987063" y="1531755"/>
                  <a:pt x="4998557" y="1543249"/>
                  <a:pt x="4998557" y="1557414"/>
                </a:cubicBezTo>
                <a:cubicBezTo>
                  <a:pt x="4998557" y="1571578"/>
                  <a:pt x="4987063" y="1583073"/>
                  <a:pt x="4972896" y="1583073"/>
                </a:cubicBezTo>
                <a:cubicBezTo>
                  <a:pt x="4958732" y="1583073"/>
                  <a:pt x="4947240" y="1571578"/>
                  <a:pt x="4947240" y="1557414"/>
                </a:cubicBezTo>
                <a:cubicBezTo>
                  <a:pt x="4947240" y="1543249"/>
                  <a:pt x="4958732" y="1531755"/>
                  <a:pt x="4972896" y="1531755"/>
                </a:cubicBezTo>
                <a:close/>
                <a:moveTo>
                  <a:pt x="4908693" y="1531755"/>
                </a:moveTo>
                <a:cubicBezTo>
                  <a:pt x="4922857" y="1531755"/>
                  <a:pt x="4934352" y="1543249"/>
                  <a:pt x="4934352" y="1557414"/>
                </a:cubicBezTo>
                <a:cubicBezTo>
                  <a:pt x="4934352" y="1571578"/>
                  <a:pt x="4922857" y="1583073"/>
                  <a:pt x="4908693" y="1583073"/>
                </a:cubicBezTo>
                <a:cubicBezTo>
                  <a:pt x="4894527" y="1583073"/>
                  <a:pt x="4883033" y="1571578"/>
                  <a:pt x="4883033" y="1557414"/>
                </a:cubicBezTo>
                <a:cubicBezTo>
                  <a:pt x="4883033" y="1543249"/>
                  <a:pt x="4894527" y="1531755"/>
                  <a:pt x="4908693" y="1531755"/>
                </a:cubicBezTo>
                <a:close/>
                <a:moveTo>
                  <a:pt x="4844487" y="1531755"/>
                </a:moveTo>
                <a:cubicBezTo>
                  <a:pt x="4858650" y="1531755"/>
                  <a:pt x="4870146" y="1543249"/>
                  <a:pt x="4870146" y="1557414"/>
                </a:cubicBezTo>
                <a:cubicBezTo>
                  <a:pt x="4870146" y="1571578"/>
                  <a:pt x="4858650" y="1583073"/>
                  <a:pt x="4844487" y="1583073"/>
                </a:cubicBezTo>
                <a:cubicBezTo>
                  <a:pt x="4830322" y="1583073"/>
                  <a:pt x="4818828" y="1571578"/>
                  <a:pt x="4818828" y="1557414"/>
                </a:cubicBezTo>
                <a:cubicBezTo>
                  <a:pt x="4818828" y="1543249"/>
                  <a:pt x="4830322" y="1531755"/>
                  <a:pt x="4844487" y="1531755"/>
                </a:cubicBezTo>
                <a:close/>
                <a:moveTo>
                  <a:pt x="4780282" y="1531755"/>
                </a:moveTo>
                <a:cubicBezTo>
                  <a:pt x="4794447" y="1531755"/>
                  <a:pt x="4805941" y="1543249"/>
                  <a:pt x="4805941" y="1557414"/>
                </a:cubicBezTo>
                <a:cubicBezTo>
                  <a:pt x="4805941" y="1571578"/>
                  <a:pt x="4794447" y="1583073"/>
                  <a:pt x="4780282" y="1583073"/>
                </a:cubicBezTo>
                <a:cubicBezTo>
                  <a:pt x="4766118" y="1583073"/>
                  <a:pt x="4754622" y="1571578"/>
                  <a:pt x="4754622" y="1557414"/>
                </a:cubicBezTo>
                <a:cubicBezTo>
                  <a:pt x="4754622" y="1543249"/>
                  <a:pt x="4766118" y="1531755"/>
                  <a:pt x="4780282" y="1531755"/>
                </a:cubicBezTo>
                <a:close/>
                <a:moveTo>
                  <a:pt x="4651872" y="1531755"/>
                </a:moveTo>
                <a:cubicBezTo>
                  <a:pt x="4666042" y="1531755"/>
                  <a:pt x="4677531" y="1543242"/>
                  <a:pt x="4677531" y="1557413"/>
                </a:cubicBezTo>
                <a:cubicBezTo>
                  <a:pt x="4677531" y="1571585"/>
                  <a:pt x="4666042" y="1583073"/>
                  <a:pt x="4651872" y="1583073"/>
                </a:cubicBezTo>
                <a:cubicBezTo>
                  <a:pt x="4637700" y="1583073"/>
                  <a:pt x="4626213" y="1571585"/>
                  <a:pt x="4626213" y="1557413"/>
                </a:cubicBezTo>
                <a:cubicBezTo>
                  <a:pt x="4626213" y="1543242"/>
                  <a:pt x="4637700" y="1531755"/>
                  <a:pt x="4651872" y="1531755"/>
                </a:cubicBezTo>
                <a:close/>
                <a:moveTo>
                  <a:pt x="4587666" y="1531755"/>
                </a:moveTo>
                <a:cubicBezTo>
                  <a:pt x="4601830" y="1531755"/>
                  <a:pt x="4613324" y="1543249"/>
                  <a:pt x="4613324" y="1557414"/>
                </a:cubicBezTo>
                <a:cubicBezTo>
                  <a:pt x="4613324" y="1571578"/>
                  <a:pt x="4601830" y="1583073"/>
                  <a:pt x="4587666" y="1583073"/>
                </a:cubicBezTo>
                <a:cubicBezTo>
                  <a:pt x="4573501" y="1583073"/>
                  <a:pt x="4562007" y="1571578"/>
                  <a:pt x="4562007" y="1557414"/>
                </a:cubicBezTo>
                <a:cubicBezTo>
                  <a:pt x="4562007" y="1543249"/>
                  <a:pt x="4573501" y="1531755"/>
                  <a:pt x="4587666" y="1531755"/>
                </a:cubicBezTo>
                <a:close/>
                <a:moveTo>
                  <a:pt x="4523461" y="1531755"/>
                </a:moveTo>
                <a:cubicBezTo>
                  <a:pt x="4537626" y="1531755"/>
                  <a:pt x="4549121" y="1543249"/>
                  <a:pt x="4549121" y="1557414"/>
                </a:cubicBezTo>
                <a:cubicBezTo>
                  <a:pt x="4549121" y="1571578"/>
                  <a:pt x="4537626" y="1583073"/>
                  <a:pt x="4523461" y="1583073"/>
                </a:cubicBezTo>
                <a:cubicBezTo>
                  <a:pt x="4509296" y="1583073"/>
                  <a:pt x="4497802" y="1571578"/>
                  <a:pt x="4497802" y="1557414"/>
                </a:cubicBezTo>
                <a:cubicBezTo>
                  <a:pt x="4497802" y="1543249"/>
                  <a:pt x="4509296" y="1531755"/>
                  <a:pt x="4523461" y="1531755"/>
                </a:cubicBezTo>
                <a:close/>
                <a:moveTo>
                  <a:pt x="4395050" y="1531755"/>
                </a:moveTo>
                <a:cubicBezTo>
                  <a:pt x="4409214" y="1531755"/>
                  <a:pt x="4420710" y="1543249"/>
                  <a:pt x="4420710" y="1557414"/>
                </a:cubicBezTo>
                <a:cubicBezTo>
                  <a:pt x="4420710" y="1571578"/>
                  <a:pt x="4409214" y="1583073"/>
                  <a:pt x="4395050" y="1583073"/>
                </a:cubicBezTo>
                <a:cubicBezTo>
                  <a:pt x="4380886" y="1583073"/>
                  <a:pt x="4369391" y="1571578"/>
                  <a:pt x="4369391" y="1557414"/>
                </a:cubicBezTo>
                <a:cubicBezTo>
                  <a:pt x="4369391" y="1543249"/>
                  <a:pt x="4380886" y="1531755"/>
                  <a:pt x="4395050" y="1531755"/>
                </a:cubicBezTo>
                <a:close/>
                <a:moveTo>
                  <a:pt x="4266640" y="1531755"/>
                </a:moveTo>
                <a:cubicBezTo>
                  <a:pt x="4280811" y="1531755"/>
                  <a:pt x="4292298" y="1543242"/>
                  <a:pt x="4292298" y="1557413"/>
                </a:cubicBezTo>
                <a:cubicBezTo>
                  <a:pt x="4292298" y="1571585"/>
                  <a:pt x="4280811" y="1583073"/>
                  <a:pt x="4266640" y="1583073"/>
                </a:cubicBezTo>
                <a:cubicBezTo>
                  <a:pt x="4252470" y="1583073"/>
                  <a:pt x="4240981" y="1571585"/>
                  <a:pt x="4240981" y="1557413"/>
                </a:cubicBezTo>
                <a:cubicBezTo>
                  <a:pt x="4240981" y="1543242"/>
                  <a:pt x="4252470" y="1531755"/>
                  <a:pt x="4266640" y="1531755"/>
                </a:cubicBezTo>
                <a:close/>
                <a:moveTo>
                  <a:pt x="4202435" y="1531755"/>
                </a:moveTo>
                <a:cubicBezTo>
                  <a:pt x="4216598" y="1531755"/>
                  <a:pt x="4228093" y="1543249"/>
                  <a:pt x="4228093" y="1557414"/>
                </a:cubicBezTo>
                <a:cubicBezTo>
                  <a:pt x="4228093" y="1571578"/>
                  <a:pt x="4216598" y="1583073"/>
                  <a:pt x="4202435" y="1583073"/>
                </a:cubicBezTo>
                <a:cubicBezTo>
                  <a:pt x="4188268" y="1583073"/>
                  <a:pt x="4176776" y="1571578"/>
                  <a:pt x="4176776" y="1557414"/>
                </a:cubicBezTo>
                <a:cubicBezTo>
                  <a:pt x="4176776" y="1543249"/>
                  <a:pt x="4188268" y="1531755"/>
                  <a:pt x="4202435" y="1531755"/>
                </a:cubicBezTo>
                <a:close/>
                <a:moveTo>
                  <a:pt x="4073908" y="1531755"/>
                </a:moveTo>
                <a:cubicBezTo>
                  <a:pt x="4088073" y="1531755"/>
                  <a:pt x="4099565" y="1543249"/>
                  <a:pt x="4099565" y="1557414"/>
                </a:cubicBezTo>
                <a:cubicBezTo>
                  <a:pt x="4099565" y="1571578"/>
                  <a:pt x="4088073" y="1583073"/>
                  <a:pt x="4073908" y="1583073"/>
                </a:cubicBezTo>
                <a:cubicBezTo>
                  <a:pt x="4059743" y="1583073"/>
                  <a:pt x="4048248" y="1571578"/>
                  <a:pt x="4048248" y="1557414"/>
                </a:cubicBezTo>
                <a:cubicBezTo>
                  <a:pt x="4048248" y="1543249"/>
                  <a:pt x="4059743" y="1531755"/>
                  <a:pt x="4073908" y="1531755"/>
                </a:cubicBezTo>
                <a:close/>
                <a:moveTo>
                  <a:pt x="4009702" y="1531755"/>
                </a:moveTo>
                <a:cubicBezTo>
                  <a:pt x="4023866" y="1531755"/>
                  <a:pt x="4035362" y="1543249"/>
                  <a:pt x="4035362" y="1557414"/>
                </a:cubicBezTo>
                <a:cubicBezTo>
                  <a:pt x="4035362" y="1571578"/>
                  <a:pt x="4023866" y="1583073"/>
                  <a:pt x="4009702" y="1583073"/>
                </a:cubicBezTo>
                <a:cubicBezTo>
                  <a:pt x="3995538" y="1583073"/>
                  <a:pt x="3984043" y="1571578"/>
                  <a:pt x="3984043" y="1557414"/>
                </a:cubicBezTo>
                <a:cubicBezTo>
                  <a:pt x="3984043" y="1543249"/>
                  <a:pt x="3995538" y="1531755"/>
                  <a:pt x="4009702" y="1531755"/>
                </a:cubicBezTo>
                <a:close/>
                <a:moveTo>
                  <a:pt x="3881291" y="1531755"/>
                </a:moveTo>
                <a:cubicBezTo>
                  <a:pt x="3895456" y="1531755"/>
                  <a:pt x="3906950" y="1543249"/>
                  <a:pt x="3906950" y="1557414"/>
                </a:cubicBezTo>
                <a:cubicBezTo>
                  <a:pt x="3906950" y="1571578"/>
                  <a:pt x="3895456" y="1583073"/>
                  <a:pt x="3881291" y="1583073"/>
                </a:cubicBezTo>
                <a:cubicBezTo>
                  <a:pt x="3867127" y="1583073"/>
                  <a:pt x="3855633" y="1571578"/>
                  <a:pt x="3855633" y="1557414"/>
                </a:cubicBezTo>
                <a:cubicBezTo>
                  <a:pt x="3855633" y="1543249"/>
                  <a:pt x="3867127" y="1531755"/>
                  <a:pt x="3881291" y="1531755"/>
                </a:cubicBezTo>
                <a:close/>
                <a:moveTo>
                  <a:pt x="3817085" y="1531755"/>
                </a:moveTo>
                <a:cubicBezTo>
                  <a:pt x="3831252" y="1531755"/>
                  <a:pt x="3842745" y="1543249"/>
                  <a:pt x="3842745" y="1557414"/>
                </a:cubicBezTo>
                <a:cubicBezTo>
                  <a:pt x="3842745" y="1571578"/>
                  <a:pt x="3831252" y="1583073"/>
                  <a:pt x="3817085" y="1583073"/>
                </a:cubicBezTo>
                <a:cubicBezTo>
                  <a:pt x="3802921" y="1583073"/>
                  <a:pt x="3791427" y="1571578"/>
                  <a:pt x="3791427" y="1557414"/>
                </a:cubicBezTo>
                <a:cubicBezTo>
                  <a:pt x="3791427" y="1543249"/>
                  <a:pt x="3802921" y="1531755"/>
                  <a:pt x="3817085" y="1531755"/>
                </a:cubicBezTo>
                <a:close/>
                <a:moveTo>
                  <a:pt x="3752882" y="1531755"/>
                </a:moveTo>
                <a:cubicBezTo>
                  <a:pt x="3767045" y="1531755"/>
                  <a:pt x="3778539" y="1543249"/>
                  <a:pt x="3778539" y="1557414"/>
                </a:cubicBezTo>
                <a:cubicBezTo>
                  <a:pt x="3778539" y="1571578"/>
                  <a:pt x="3767045" y="1583073"/>
                  <a:pt x="3752882" y="1583073"/>
                </a:cubicBezTo>
                <a:cubicBezTo>
                  <a:pt x="3738717" y="1583073"/>
                  <a:pt x="3727221" y="1571578"/>
                  <a:pt x="3727221" y="1557414"/>
                </a:cubicBezTo>
                <a:cubicBezTo>
                  <a:pt x="3727221" y="1543249"/>
                  <a:pt x="3738717" y="1531755"/>
                  <a:pt x="3752882" y="1531755"/>
                </a:cubicBezTo>
                <a:close/>
                <a:moveTo>
                  <a:pt x="3688674" y="1531755"/>
                </a:moveTo>
                <a:cubicBezTo>
                  <a:pt x="3702840" y="1531755"/>
                  <a:pt x="3714335" y="1543249"/>
                  <a:pt x="3714335" y="1557414"/>
                </a:cubicBezTo>
                <a:cubicBezTo>
                  <a:pt x="3714335" y="1571578"/>
                  <a:pt x="3702840" y="1583073"/>
                  <a:pt x="3688674" y="1583073"/>
                </a:cubicBezTo>
                <a:cubicBezTo>
                  <a:pt x="3674510" y="1583073"/>
                  <a:pt x="3663017" y="1571578"/>
                  <a:pt x="3663017" y="1557414"/>
                </a:cubicBezTo>
                <a:cubicBezTo>
                  <a:pt x="3663017" y="1543249"/>
                  <a:pt x="3674510" y="1531755"/>
                  <a:pt x="3688674" y="1531755"/>
                </a:cubicBezTo>
                <a:close/>
                <a:moveTo>
                  <a:pt x="3624472" y="1531755"/>
                </a:moveTo>
                <a:cubicBezTo>
                  <a:pt x="3638640" y="1531755"/>
                  <a:pt x="3650129" y="1543242"/>
                  <a:pt x="3650129" y="1557413"/>
                </a:cubicBezTo>
                <a:cubicBezTo>
                  <a:pt x="3650129" y="1571585"/>
                  <a:pt x="3638640" y="1583073"/>
                  <a:pt x="3624472" y="1583073"/>
                </a:cubicBezTo>
                <a:cubicBezTo>
                  <a:pt x="3610300" y="1583073"/>
                  <a:pt x="3598810" y="1571585"/>
                  <a:pt x="3598810" y="1557413"/>
                </a:cubicBezTo>
                <a:cubicBezTo>
                  <a:pt x="3598810" y="1543242"/>
                  <a:pt x="3610300" y="1531755"/>
                  <a:pt x="3624472" y="1531755"/>
                </a:cubicBezTo>
                <a:close/>
                <a:moveTo>
                  <a:pt x="3431855" y="1531755"/>
                </a:moveTo>
                <a:cubicBezTo>
                  <a:pt x="3446019" y="1531755"/>
                  <a:pt x="3457512" y="1543249"/>
                  <a:pt x="3457512" y="1557414"/>
                </a:cubicBezTo>
                <a:cubicBezTo>
                  <a:pt x="3457512" y="1571578"/>
                  <a:pt x="3446019" y="1583073"/>
                  <a:pt x="3431855" y="1583073"/>
                </a:cubicBezTo>
                <a:cubicBezTo>
                  <a:pt x="3417690" y="1583073"/>
                  <a:pt x="3406196" y="1571578"/>
                  <a:pt x="3406196" y="1557414"/>
                </a:cubicBezTo>
                <a:cubicBezTo>
                  <a:pt x="3406196" y="1543249"/>
                  <a:pt x="3417690" y="1531755"/>
                  <a:pt x="3431855" y="1531755"/>
                </a:cubicBezTo>
                <a:close/>
                <a:moveTo>
                  <a:pt x="3367649" y="1531755"/>
                </a:moveTo>
                <a:cubicBezTo>
                  <a:pt x="3381813" y="1531755"/>
                  <a:pt x="3393308" y="1543249"/>
                  <a:pt x="3393308" y="1557414"/>
                </a:cubicBezTo>
                <a:cubicBezTo>
                  <a:pt x="3393308" y="1571578"/>
                  <a:pt x="3381813" y="1583073"/>
                  <a:pt x="3367649" y="1583073"/>
                </a:cubicBezTo>
                <a:cubicBezTo>
                  <a:pt x="3353484" y="1583073"/>
                  <a:pt x="3341990" y="1571578"/>
                  <a:pt x="3341990" y="1557414"/>
                </a:cubicBezTo>
                <a:cubicBezTo>
                  <a:pt x="3341990" y="1543249"/>
                  <a:pt x="3353484" y="1531755"/>
                  <a:pt x="3367649" y="1531755"/>
                </a:cubicBezTo>
                <a:close/>
                <a:moveTo>
                  <a:pt x="3303444" y="1531755"/>
                </a:moveTo>
                <a:cubicBezTo>
                  <a:pt x="3317609" y="1531755"/>
                  <a:pt x="3329102" y="1543249"/>
                  <a:pt x="3329102" y="1557414"/>
                </a:cubicBezTo>
                <a:cubicBezTo>
                  <a:pt x="3329102" y="1571578"/>
                  <a:pt x="3317609" y="1583073"/>
                  <a:pt x="3303444" y="1583073"/>
                </a:cubicBezTo>
                <a:cubicBezTo>
                  <a:pt x="3289279" y="1583073"/>
                  <a:pt x="3277785" y="1571578"/>
                  <a:pt x="3277785" y="1557414"/>
                </a:cubicBezTo>
                <a:cubicBezTo>
                  <a:pt x="3277785" y="1543249"/>
                  <a:pt x="3289279" y="1531755"/>
                  <a:pt x="3303444" y="1531755"/>
                </a:cubicBezTo>
                <a:close/>
                <a:moveTo>
                  <a:pt x="3239238" y="1531755"/>
                </a:moveTo>
                <a:cubicBezTo>
                  <a:pt x="3253410" y="1531755"/>
                  <a:pt x="3264898" y="1543242"/>
                  <a:pt x="3264898" y="1557413"/>
                </a:cubicBezTo>
                <a:cubicBezTo>
                  <a:pt x="3264898" y="1571585"/>
                  <a:pt x="3253410" y="1583073"/>
                  <a:pt x="3239238" y="1583073"/>
                </a:cubicBezTo>
                <a:cubicBezTo>
                  <a:pt x="3225068" y="1583073"/>
                  <a:pt x="3213580" y="1571585"/>
                  <a:pt x="3213580" y="1557413"/>
                </a:cubicBezTo>
                <a:cubicBezTo>
                  <a:pt x="3213580" y="1543242"/>
                  <a:pt x="3225068" y="1531755"/>
                  <a:pt x="3239238" y="1531755"/>
                </a:cubicBezTo>
                <a:close/>
                <a:moveTo>
                  <a:pt x="3110828" y="1531755"/>
                </a:moveTo>
                <a:cubicBezTo>
                  <a:pt x="3124992" y="1531755"/>
                  <a:pt x="3136487" y="1543249"/>
                  <a:pt x="3136487" y="1557414"/>
                </a:cubicBezTo>
                <a:cubicBezTo>
                  <a:pt x="3136487" y="1571578"/>
                  <a:pt x="3124992" y="1583073"/>
                  <a:pt x="3110828" y="1583073"/>
                </a:cubicBezTo>
                <a:cubicBezTo>
                  <a:pt x="3096663" y="1583073"/>
                  <a:pt x="3085170" y="1571578"/>
                  <a:pt x="3085170" y="1557414"/>
                </a:cubicBezTo>
                <a:cubicBezTo>
                  <a:pt x="3085170" y="1543249"/>
                  <a:pt x="3096663" y="1531755"/>
                  <a:pt x="3110828" y="1531755"/>
                </a:cubicBezTo>
                <a:close/>
                <a:moveTo>
                  <a:pt x="3046623" y="1531755"/>
                </a:moveTo>
                <a:cubicBezTo>
                  <a:pt x="3060788" y="1531755"/>
                  <a:pt x="3072282" y="1543249"/>
                  <a:pt x="3072282" y="1557414"/>
                </a:cubicBezTo>
                <a:cubicBezTo>
                  <a:pt x="3072282" y="1571578"/>
                  <a:pt x="3060788" y="1583073"/>
                  <a:pt x="3046623" y="1583073"/>
                </a:cubicBezTo>
                <a:cubicBezTo>
                  <a:pt x="3032458" y="1583073"/>
                  <a:pt x="3020964" y="1571578"/>
                  <a:pt x="3020964" y="1557414"/>
                </a:cubicBezTo>
                <a:cubicBezTo>
                  <a:pt x="3020964" y="1543249"/>
                  <a:pt x="3032458" y="1531755"/>
                  <a:pt x="3046623" y="1531755"/>
                </a:cubicBezTo>
                <a:close/>
                <a:moveTo>
                  <a:pt x="2982301" y="1531755"/>
                </a:moveTo>
                <a:cubicBezTo>
                  <a:pt x="2996466" y="1531755"/>
                  <a:pt x="3007960" y="1543249"/>
                  <a:pt x="3007960" y="1557414"/>
                </a:cubicBezTo>
                <a:cubicBezTo>
                  <a:pt x="3007960" y="1571578"/>
                  <a:pt x="2996466" y="1583073"/>
                  <a:pt x="2982301" y="1583073"/>
                </a:cubicBezTo>
                <a:cubicBezTo>
                  <a:pt x="2968137" y="1583073"/>
                  <a:pt x="2956642" y="1571578"/>
                  <a:pt x="2956642" y="1557414"/>
                </a:cubicBezTo>
                <a:cubicBezTo>
                  <a:pt x="2956642" y="1543249"/>
                  <a:pt x="2968137" y="1531755"/>
                  <a:pt x="2982301" y="1531755"/>
                </a:cubicBezTo>
                <a:close/>
                <a:moveTo>
                  <a:pt x="2853890" y="1531755"/>
                </a:moveTo>
                <a:cubicBezTo>
                  <a:pt x="2868062" y="1531755"/>
                  <a:pt x="2879550" y="1543242"/>
                  <a:pt x="2879550" y="1557413"/>
                </a:cubicBezTo>
                <a:cubicBezTo>
                  <a:pt x="2879550" y="1571585"/>
                  <a:pt x="2868062" y="1583073"/>
                  <a:pt x="2853890" y="1583073"/>
                </a:cubicBezTo>
                <a:cubicBezTo>
                  <a:pt x="2839720" y="1583073"/>
                  <a:pt x="2828231" y="1571585"/>
                  <a:pt x="2828231" y="1557413"/>
                </a:cubicBezTo>
                <a:cubicBezTo>
                  <a:pt x="2828231" y="1543242"/>
                  <a:pt x="2839720" y="1531755"/>
                  <a:pt x="2853890" y="1531755"/>
                </a:cubicBezTo>
                <a:close/>
                <a:moveTo>
                  <a:pt x="2789686" y="1531755"/>
                </a:moveTo>
                <a:cubicBezTo>
                  <a:pt x="2803850" y="1531755"/>
                  <a:pt x="2815344" y="1543249"/>
                  <a:pt x="2815344" y="1557414"/>
                </a:cubicBezTo>
                <a:cubicBezTo>
                  <a:pt x="2815344" y="1571578"/>
                  <a:pt x="2803850" y="1583073"/>
                  <a:pt x="2789686" y="1583073"/>
                </a:cubicBezTo>
                <a:cubicBezTo>
                  <a:pt x="2775521" y="1583073"/>
                  <a:pt x="2764027" y="1571578"/>
                  <a:pt x="2764027" y="1557414"/>
                </a:cubicBezTo>
                <a:cubicBezTo>
                  <a:pt x="2764027" y="1543249"/>
                  <a:pt x="2775521" y="1531755"/>
                  <a:pt x="2789686" y="1531755"/>
                </a:cubicBezTo>
                <a:close/>
                <a:moveTo>
                  <a:pt x="2725480" y="1531755"/>
                </a:moveTo>
                <a:cubicBezTo>
                  <a:pt x="2739644" y="1531755"/>
                  <a:pt x="2751140" y="1543249"/>
                  <a:pt x="2751140" y="1557414"/>
                </a:cubicBezTo>
                <a:cubicBezTo>
                  <a:pt x="2751140" y="1571578"/>
                  <a:pt x="2739644" y="1583073"/>
                  <a:pt x="2725480" y="1583073"/>
                </a:cubicBezTo>
                <a:cubicBezTo>
                  <a:pt x="2711315" y="1583073"/>
                  <a:pt x="2699821" y="1571578"/>
                  <a:pt x="2699821" y="1557414"/>
                </a:cubicBezTo>
                <a:cubicBezTo>
                  <a:pt x="2699821" y="1543249"/>
                  <a:pt x="2711315" y="1531755"/>
                  <a:pt x="2725480" y="1531755"/>
                </a:cubicBezTo>
                <a:close/>
                <a:moveTo>
                  <a:pt x="2597069" y="1531755"/>
                </a:moveTo>
                <a:cubicBezTo>
                  <a:pt x="2611234" y="1531755"/>
                  <a:pt x="2622729" y="1543249"/>
                  <a:pt x="2622729" y="1557414"/>
                </a:cubicBezTo>
                <a:cubicBezTo>
                  <a:pt x="2622729" y="1571578"/>
                  <a:pt x="2611234" y="1583073"/>
                  <a:pt x="2597069" y="1583073"/>
                </a:cubicBezTo>
                <a:cubicBezTo>
                  <a:pt x="2582904" y="1583073"/>
                  <a:pt x="2571410" y="1571578"/>
                  <a:pt x="2571410" y="1557414"/>
                </a:cubicBezTo>
                <a:cubicBezTo>
                  <a:pt x="2571410" y="1543249"/>
                  <a:pt x="2582904" y="1531755"/>
                  <a:pt x="2597069" y="1531755"/>
                </a:cubicBezTo>
                <a:close/>
                <a:moveTo>
                  <a:pt x="2532865" y="1531755"/>
                </a:moveTo>
                <a:cubicBezTo>
                  <a:pt x="2547035" y="1531755"/>
                  <a:pt x="2558523" y="1543242"/>
                  <a:pt x="2558523" y="1557413"/>
                </a:cubicBezTo>
                <a:cubicBezTo>
                  <a:pt x="2558523" y="1571585"/>
                  <a:pt x="2547035" y="1583073"/>
                  <a:pt x="2532865" y="1583073"/>
                </a:cubicBezTo>
                <a:cubicBezTo>
                  <a:pt x="2518693" y="1583073"/>
                  <a:pt x="2507205" y="1571585"/>
                  <a:pt x="2507205" y="1557413"/>
                </a:cubicBezTo>
                <a:cubicBezTo>
                  <a:pt x="2507205" y="1543242"/>
                  <a:pt x="2518693" y="1531755"/>
                  <a:pt x="2532865" y="1531755"/>
                </a:cubicBezTo>
                <a:close/>
                <a:moveTo>
                  <a:pt x="2404454" y="1531755"/>
                </a:moveTo>
                <a:cubicBezTo>
                  <a:pt x="2418619" y="1531755"/>
                  <a:pt x="2430112" y="1543249"/>
                  <a:pt x="2430112" y="1557414"/>
                </a:cubicBezTo>
                <a:cubicBezTo>
                  <a:pt x="2430112" y="1571578"/>
                  <a:pt x="2418619" y="1583073"/>
                  <a:pt x="2404454" y="1583073"/>
                </a:cubicBezTo>
                <a:cubicBezTo>
                  <a:pt x="2390289" y="1583073"/>
                  <a:pt x="2378795" y="1571578"/>
                  <a:pt x="2378795" y="1557414"/>
                </a:cubicBezTo>
                <a:cubicBezTo>
                  <a:pt x="2378795" y="1543249"/>
                  <a:pt x="2390289" y="1531755"/>
                  <a:pt x="2404454" y="1531755"/>
                </a:cubicBezTo>
                <a:close/>
                <a:moveTo>
                  <a:pt x="2340249" y="1531755"/>
                </a:moveTo>
                <a:cubicBezTo>
                  <a:pt x="2354413" y="1531755"/>
                  <a:pt x="2365908" y="1543249"/>
                  <a:pt x="2365908" y="1557414"/>
                </a:cubicBezTo>
                <a:cubicBezTo>
                  <a:pt x="2365908" y="1571578"/>
                  <a:pt x="2354413" y="1583073"/>
                  <a:pt x="2340249" y="1583073"/>
                </a:cubicBezTo>
                <a:cubicBezTo>
                  <a:pt x="2326084" y="1583073"/>
                  <a:pt x="2314590" y="1571578"/>
                  <a:pt x="2314590" y="1557414"/>
                </a:cubicBezTo>
                <a:cubicBezTo>
                  <a:pt x="2314590" y="1543249"/>
                  <a:pt x="2326084" y="1531755"/>
                  <a:pt x="2340249" y="1531755"/>
                </a:cubicBezTo>
                <a:close/>
                <a:moveTo>
                  <a:pt x="2276044" y="1531755"/>
                </a:moveTo>
                <a:cubicBezTo>
                  <a:pt x="2290208" y="1531755"/>
                  <a:pt x="2301702" y="1543249"/>
                  <a:pt x="2301702" y="1557414"/>
                </a:cubicBezTo>
                <a:cubicBezTo>
                  <a:pt x="2301702" y="1571578"/>
                  <a:pt x="2290208" y="1583073"/>
                  <a:pt x="2276044" y="1583073"/>
                </a:cubicBezTo>
                <a:cubicBezTo>
                  <a:pt x="2261879" y="1583073"/>
                  <a:pt x="2250385" y="1571578"/>
                  <a:pt x="2250385" y="1557414"/>
                </a:cubicBezTo>
                <a:cubicBezTo>
                  <a:pt x="2250385" y="1543249"/>
                  <a:pt x="2261879" y="1531755"/>
                  <a:pt x="2276044" y="1531755"/>
                </a:cubicBezTo>
                <a:close/>
                <a:moveTo>
                  <a:pt x="2211838" y="1531755"/>
                </a:moveTo>
                <a:cubicBezTo>
                  <a:pt x="2226003" y="1531755"/>
                  <a:pt x="2237497" y="1543249"/>
                  <a:pt x="2237497" y="1557414"/>
                </a:cubicBezTo>
                <a:cubicBezTo>
                  <a:pt x="2237497" y="1571578"/>
                  <a:pt x="2226003" y="1583073"/>
                  <a:pt x="2211838" y="1583073"/>
                </a:cubicBezTo>
                <a:cubicBezTo>
                  <a:pt x="2197673" y="1583073"/>
                  <a:pt x="2186178" y="1571578"/>
                  <a:pt x="2186178" y="1557414"/>
                </a:cubicBezTo>
                <a:cubicBezTo>
                  <a:pt x="2186178" y="1543249"/>
                  <a:pt x="2197673" y="1531755"/>
                  <a:pt x="2211838" y="1531755"/>
                </a:cubicBezTo>
                <a:close/>
                <a:moveTo>
                  <a:pt x="2147633" y="1531755"/>
                </a:moveTo>
                <a:cubicBezTo>
                  <a:pt x="2161804" y="1531755"/>
                  <a:pt x="2173293" y="1543242"/>
                  <a:pt x="2173293" y="1557413"/>
                </a:cubicBezTo>
                <a:cubicBezTo>
                  <a:pt x="2173293" y="1571585"/>
                  <a:pt x="2161804" y="1583073"/>
                  <a:pt x="2147633" y="1583073"/>
                </a:cubicBezTo>
                <a:cubicBezTo>
                  <a:pt x="2133462" y="1583073"/>
                  <a:pt x="2121975" y="1571585"/>
                  <a:pt x="2121975" y="1557413"/>
                </a:cubicBezTo>
                <a:cubicBezTo>
                  <a:pt x="2121975" y="1543242"/>
                  <a:pt x="2133462" y="1531755"/>
                  <a:pt x="2147633" y="1531755"/>
                </a:cubicBezTo>
                <a:close/>
                <a:moveTo>
                  <a:pt x="2083427" y="1531755"/>
                </a:moveTo>
                <a:cubicBezTo>
                  <a:pt x="2097599" y="1531755"/>
                  <a:pt x="2109087" y="1543242"/>
                  <a:pt x="2109087" y="1557413"/>
                </a:cubicBezTo>
                <a:cubicBezTo>
                  <a:pt x="2109087" y="1571585"/>
                  <a:pt x="2097599" y="1583073"/>
                  <a:pt x="2083427" y="1583073"/>
                </a:cubicBezTo>
                <a:cubicBezTo>
                  <a:pt x="2069257" y="1583073"/>
                  <a:pt x="2057768" y="1571585"/>
                  <a:pt x="2057768" y="1557413"/>
                </a:cubicBezTo>
                <a:cubicBezTo>
                  <a:pt x="2057768" y="1543242"/>
                  <a:pt x="2069257" y="1531755"/>
                  <a:pt x="2083427" y="1531755"/>
                </a:cubicBezTo>
                <a:close/>
                <a:moveTo>
                  <a:pt x="2019222" y="1531755"/>
                </a:moveTo>
                <a:cubicBezTo>
                  <a:pt x="2033387" y="1531755"/>
                  <a:pt x="2044880" y="1543249"/>
                  <a:pt x="2044880" y="1557414"/>
                </a:cubicBezTo>
                <a:cubicBezTo>
                  <a:pt x="2044880" y="1571578"/>
                  <a:pt x="2033387" y="1583073"/>
                  <a:pt x="2019222" y="1583073"/>
                </a:cubicBezTo>
                <a:cubicBezTo>
                  <a:pt x="2005058" y="1583073"/>
                  <a:pt x="1993563" y="1571578"/>
                  <a:pt x="1993563" y="1557414"/>
                </a:cubicBezTo>
                <a:cubicBezTo>
                  <a:pt x="1993563" y="1543249"/>
                  <a:pt x="2005058" y="1531755"/>
                  <a:pt x="2019222" y="1531755"/>
                </a:cubicBezTo>
                <a:close/>
                <a:moveTo>
                  <a:pt x="1955016" y="1531755"/>
                </a:moveTo>
                <a:cubicBezTo>
                  <a:pt x="1969181" y="1531755"/>
                  <a:pt x="1980676" y="1543249"/>
                  <a:pt x="1980676" y="1557414"/>
                </a:cubicBezTo>
                <a:cubicBezTo>
                  <a:pt x="1980676" y="1571578"/>
                  <a:pt x="1969181" y="1583073"/>
                  <a:pt x="1955016" y="1583073"/>
                </a:cubicBezTo>
                <a:cubicBezTo>
                  <a:pt x="1940851" y="1583073"/>
                  <a:pt x="1929358" y="1571578"/>
                  <a:pt x="1929358" y="1557414"/>
                </a:cubicBezTo>
                <a:cubicBezTo>
                  <a:pt x="1929358" y="1543249"/>
                  <a:pt x="1940851" y="1531755"/>
                  <a:pt x="1955016" y="1531755"/>
                </a:cubicBezTo>
                <a:close/>
                <a:moveTo>
                  <a:pt x="1890696" y="1531755"/>
                </a:moveTo>
                <a:cubicBezTo>
                  <a:pt x="1904860" y="1531755"/>
                  <a:pt x="1916355" y="1543249"/>
                  <a:pt x="1916355" y="1557414"/>
                </a:cubicBezTo>
                <a:cubicBezTo>
                  <a:pt x="1916355" y="1571578"/>
                  <a:pt x="1904860" y="1583073"/>
                  <a:pt x="1890696" y="1583073"/>
                </a:cubicBezTo>
                <a:cubicBezTo>
                  <a:pt x="1876531" y="1583073"/>
                  <a:pt x="1865037" y="1571578"/>
                  <a:pt x="1865037" y="1557414"/>
                </a:cubicBezTo>
                <a:cubicBezTo>
                  <a:pt x="1865037" y="1543249"/>
                  <a:pt x="1876531" y="1531755"/>
                  <a:pt x="1890696" y="1531755"/>
                </a:cubicBezTo>
                <a:close/>
                <a:moveTo>
                  <a:pt x="1826490" y="1531755"/>
                </a:moveTo>
                <a:cubicBezTo>
                  <a:pt x="1840654" y="1531755"/>
                  <a:pt x="1852149" y="1543249"/>
                  <a:pt x="1852149" y="1557414"/>
                </a:cubicBezTo>
                <a:cubicBezTo>
                  <a:pt x="1852149" y="1571578"/>
                  <a:pt x="1840654" y="1583073"/>
                  <a:pt x="1826490" y="1583073"/>
                </a:cubicBezTo>
                <a:cubicBezTo>
                  <a:pt x="1812325" y="1583073"/>
                  <a:pt x="1800830" y="1571578"/>
                  <a:pt x="1800830" y="1557414"/>
                </a:cubicBezTo>
                <a:cubicBezTo>
                  <a:pt x="1800830" y="1543249"/>
                  <a:pt x="1812325" y="1531755"/>
                  <a:pt x="1826490" y="1531755"/>
                </a:cubicBezTo>
                <a:close/>
                <a:moveTo>
                  <a:pt x="1762285" y="1531755"/>
                </a:moveTo>
                <a:cubicBezTo>
                  <a:pt x="1776456" y="1531755"/>
                  <a:pt x="1787944" y="1543242"/>
                  <a:pt x="1787944" y="1557413"/>
                </a:cubicBezTo>
                <a:cubicBezTo>
                  <a:pt x="1787944" y="1571585"/>
                  <a:pt x="1776456" y="1583073"/>
                  <a:pt x="1762285" y="1583073"/>
                </a:cubicBezTo>
                <a:cubicBezTo>
                  <a:pt x="1748114" y="1583073"/>
                  <a:pt x="1736626" y="1571585"/>
                  <a:pt x="1736626" y="1557413"/>
                </a:cubicBezTo>
                <a:cubicBezTo>
                  <a:pt x="1736626" y="1543242"/>
                  <a:pt x="1748114" y="1531755"/>
                  <a:pt x="1762285" y="1531755"/>
                </a:cubicBezTo>
                <a:close/>
                <a:moveTo>
                  <a:pt x="1698080" y="1531755"/>
                </a:moveTo>
                <a:cubicBezTo>
                  <a:pt x="1712244" y="1531755"/>
                  <a:pt x="1723738" y="1543249"/>
                  <a:pt x="1723738" y="1557414"/>
                </a:cubicBezTo>
                <a:cubicBezTo>
                  <a:pt x="1723738" y="1571578"/>
                  <a:pt x="1712244" y="1583073"/>
                  <a:pt x="1698080" y="1583073"/>
                </a:cubicBezTo>
                <a:cubicBezTo>
                  <a:pt x="1683915" y="1583073"/>
                  <a:pt x="1672420" y="1571578"/>
                  <a:pt x="1672420" y="1557414"/>
                </a:cubicBezTo>
                <a:cubicBezTo>
                  <a:pt x="1672420" y="1543249"/>
                  <a:pt x="1683915" y="1531755"/>
                  <a:pt x="1698080" y="1531755"/>
                </a:cubicBezTo>
                <a:close/>
                <a:moveTo>
                  <a:pt x="1633874" y="1531755"/>
                </a:moveTo>
                <a:cubicBezTo>
                  <a:pt x="1648039" y="1531755"/>
                  <a:pt x="1659533" y="1543249"/>
                  <a:pt x="1659533" y="1557414"/>
                </a:cubicBezTo>
                <a:cubicBezTo>
                  <a:pt x="1659533" y="1571578"/>
                  <a:pt x="1648039" y="1583073"/>
                  <a:pt x="1633874" y="1583073"/>
                </a:cubicBezTo>
                <a:cubicBezTo>
                  <a:pt x="1619710" y="1583073"/>
                  <a:pt x="1608216" y="1571578"/>
                  <a:pt x="1608216" y="1557414"/>
                </a:cubicBezTo>
                <a:cubicBezTo>
                  <a:pt x="1608216" y="1543249"/>
                  <a:pt x="1619710" y="1531755"/>
                  <a:pt x="1633874" y="1531755"/>
                </a:cubicBezTo>
                <a:close/>
                <a:moveTo>
                  <a:pt x="1569669" y="1531755"/>
                </a:moveTo>
                <a:cubicBezTo>
                  <a:pt x="1583834" y="1531755"/>
                  <a:pt x="1595328" y="1543249"/>
                  <a:pt x="1595328" y="1557414"/>
                </a:cubicBezTo>
                <a:cubicBezTo>
                  <a:pt x="1595328" y="1571578"/>
                  <a:pt x="1583834" y="1583073"/>
                  <a:pt x="1569669" y="1583073"/>
                </a:cubicBezTo>
                <a:cubicBezTo>
                  <a:pt x="1555504" y="1583073"/>
                  <a:pt x="1544010" y="1571578"/>
                  <a:pt x="1544010" y="1557414"/>
                </a:cubicBezTo>
                <a:cubicBezTo>
                  <a:pt x="1544010" y="1543249"/>
                  <a:pt x="1555504" y="1531755"/>
                  <a:pt x="1569669" y="1531755"/>
                </a:cubicBezTo>
                <a:close/>
                <a:moveTo>
                  <a:pt x="1505464" y="1531755"/>
                </a:moveTo>
                <a:cubicBezTo>
                  <a:pt x="1519629" y="1531755"/>
                  <a:pt x="1531123" y="1543249"/>
                  <a:pt x="1531123" y="1557414"/>
                </a:cubicBezTo>
                <a:cubicBezTo>
                  <a:pt x="1531123" y="1571578"/>
                  <a:pt x="1519629" y="1583073"/>
                  <a:pt x="1505464" y="1583073"/>
                </a:cubicBezTo>
                <a:cubicBezTo>
                  <a:pt x="1491299" y="1583073"/>
                  <a:pt x="1479806" y="1571578"/>
                  <a:pt x="1479806" y="1557414"/>
                </a:cubicBezTo>
                <a:cubicBezTo>
                  <a:pt x="1479806" y="1543249"/>
                  <a:pt x="1491299" y="1531755"/>
                  <a:pt x="1505464" y="1531755"/>
                </a:cubicBezTo>
                <a:close/>
                <a:moveTo>
                  <a:pt x="1441258" y="1531755"/>
                </a:moveTo>
                <a:cubicBezTo>
                  <a:pt x="1455430" y="1531755"/>
                  <a:pt x="1466917" y="1543242"/>
                  <a:pt x="1466917" y="1557413"/>
                </a:cubicBezTo>
                <a:cubicBezTo>
                  <a:pt x="1466917" y="1571585"/>
                  <a:pt x="1455430" y="1583073"/>
                  <a:pt x="1441258" y="1583073"/>
                </a:cubicBezTo>
                <a:cubicBezTo>
                  <a:pt x="1427087" y="1583073"/>
                  <a:pt x="1415599" y="1571585"/>
                  <a:pt x="1415599" y="1557413"/>
                </a:cubicBezTo>
                <a:cubicBezTo>
                  <a:pt x="1415599" y="1543242"/>
                  <a:pt x="1427087" y="1531755"/>
                  <a:pt x="1441258" y="1531755"/>
                </a:cubicBezTo>
                <a:close/>
                <a:moveTo>
                  <a:pt x="1377053" y="1531755"/>
                </a:moveTo>
                <a:cubicBezTo>
                  <a:pt x="1391224" y="1531755"/>
                  <a:pt x="1402712" y="1543242"/>
                  <a:pt x="1402712" y="1557413"/>
                </a:cubicBezTo>
                <a:cubicBezTo>
                  <a:pt x="1402712" y="1571585"/>
                  <a:pt x="1391224" y="1583073"/>
                  <a:pt x="1377053" y="1583073"/>
                </a:cubicBezTo>
                <a:cubicBezTo>
                  <a:pt x="1362882" y="1583073"/>
                  <a:pt x="1351395" y="1571585"/>
                  <a:pt x="1351395" y="1557413"/>
                </a:cubicBezTo>
                <a:cubicBezTo>
                  <a:pt x="1351395" y="1543242"/>
                  <a:pt x="1362882" y="1531755"/>
                  <a:pt x="1377053" y="1531755"/>
                </a:cubicBezTo>
                <a:close/>
                <a:moveTo>
                  <a:pt x="1184437" y="1531755"/>
                </a:moveTo>
                <a:cubicBezTo>
                  <a:pt x="1198602" y="1531755"/>
                  <a:pt x="1210096" y="1543249"/>
                  <a:pt x="1210096" y="1557414"/>
                </a:cubicBezTo>
                <a:cubicBezTo>
                  <a:pt x="1210096" y="1571578"/>
                  <a:pt x="1198602" y="1583073"/>
                  <a:pt x="1184437" y="1583073"/>
                </a:cubicBezTo>
                <a:cubicBezTo>
                  <a:pt x="1170273" y="1583073"/>
                  <a:pt x="1158780" y="1571578"/>
                  <a:pt x="1158780" y="1557414"/>
                </a:cubicBezTo>
                <a:cubicBezTo>
                  <a:pt x="1158780" y="1543249"/>
                  <a:pt x="1170273" y="1531755"/>
                  <a:pt x="1184437" y="1531755"/>
                </a:cubicBezTo>
                <a:close/>
                <a:moveTo>
                  <a:pt x="1120233" y="1531755"/>
                </a:moveTo>
                <a:cubicBezTo>
                  <a:pt x="1134398" y="1531755"/>
                  <a:pt x="1145892" y="1543249"/>
                  <a:pt x="1145892" y="1557414"/>
                </a:cubicBezTo>
                <a:cubicBezTo>
                  <a:pt x="1145892" y="1571578"/>
                  <a:pt x="1134398" y="1583073"/>
                  <a:pt x="1120233" y="1583073"/>
                </a:cubicBezTo>
                <a:cubicBezTo>
                  <a:pt x="1106068" y="1583073"/>
                  <a:pt x="1094573" y="1571578"/>
                  <a:pt x="1094573" y="1557414"/>
                </a:cubicBezTo>
                <a:cubicBezTo>
                  <a:pt x="1094573" y="1543249"/>
                  <a:pt x="1106068" y="1531755"/>
                  <a:pt x="1120233" y="1531755"/>
                </a:cubicBezTo>
                <a:close/>
                <a:moveTo>
                  <a:pt x="1056027" y="1531755"/>
                </a:moveTo>
                <a:cubicBezTo>
                  <a:pt x="1070199" y="1531755"/>
                  <a:pt x="1081685" y="1543242"/>
                  <a:pt x="1081685" y="1557413"/>
                </a:cubicBezTo>
                <a:cubicBezTo>
                  <a:pt x="1081685" y="1571585"/>
                  <a:pt x="1070199" y="1583073"/>
                  <a:pt x="1056027" y="1583073"/>
                </a:cubicBezTo>
                <a:cubicBezTo>
                  <a:pt x="1041857" y="1583073"/>
                  <a:pt x="1030369" y="1571585"/>
                  <a:pt x="1030369" y="1557413"/>
                </a:cubicBezTo>
                <a:cubicBezTo>
                  <a:pt x="1030369" y="1543242"/>
                  <a:pt x="1041857" y="1531755"/>
                  <a:pt x="1056027" y="1531755"/>
                </a:cubicBezTo>
                <a:close/>
                <a:moveTo>
                  <a:pt x="991823" y="1531755"/>
                </a:moveTo>
                <a:cubicBezTo>
                  <a:pt x="1005993" y="1531755"/>
                  <a:pt x="1017481" y="1543242"/>
                  <a:pt x="1017481" y="1557413"/>
                </a:cubicBezTo>
                <a:cubicBezTo>
                  <a:pt x="1017481" y="1571585"/>
                  <a:pt x="1005993" y="1583073"/>
                  <a:pt x="991823" y="1583073"/>
                </a:cubicBezTo>
                <a:cubicBezTo>
                  <a:pt x="977652" y="1583073"/>
                  <a:pt x="966162" y="1571585"/>
                  <a:pt x="966162" y="1557413"/>
                </a:cubicBezTo>
                <a:cubicBezTo>
                  <a:pt x="966162" y="1543242"/>
                  <a:pt x="977652" y="1531755"/>
                  <a:pt x="991823" y="1531755"/>
                </a:cubicBezTo>
                <a:close/>
                <a:moveTo>
                  <a:pt x="927616" y="1531755"/>
                </a:moveTo>
                <a:cubicBezTo>
                  <a:pt x="941781" y="1531755"/>
                  <a:pt x="953275" y="1543249"/>
                  <a:pt x="953275" y="1557414"/>
                </a:cubicBezTo>
                <a:cubicBezTo>
                  <a:pt x="953275" y="1571578"/>
                  <a:pt x="941781" y="1583073"/>
                  <a:pt x="927616" y="1583073"/>
                </a:cubicBezTo>
                <a:cubicBezTo>
                  <a:pt x="913452" y="1583073"/>
                  <a:pt x="901957" y="1571578"/>
                  <a:pt x="901957" y="1557414"/>
                </a:cubicBezTo>
                <a:cubicBezTo>
                  <a:pt x="901957" y="1543249"/>
                  <a:pt x="913452" y="1531755"/>
                  <a:pt x="927616" y="1531755"/>
                </a:cubicBezTo>
                <a:close/>
                <a:moveTo>
                  <a:pt x="863411" y="1531755"/>
                </a:moveTo>
                <a:cubicBezTo>
                  <a:pt x="877576" y="1531755"/>
                  <a:pt x="889071" y="1543249"/>
                  <a:pt x="889071" y="1557414"/>
                </a:cubicBezTo>
                <a:cubicBezTo>
                  <a:pt x="889071" y="1571578"/>
                  <a:pt x="877576" y="1583073"/>
                  <a:pt x="863411" y="1583073"/>
                </a:cubicBezTo>
                <a:cubicBezTo>
                  <a:pt x="849248" y="1583073"/>
                  <a:pt x="837752" y="1571578"/>
                  <a:pt x="837752" y="1557414"/>
                </a:cubicBezTo>
                <a:cubicBezTo>
                  <a:pt x="837752" y="1543249"/>
                  <a:pt x="849248" y="1531755"/>
                  <a:pt x="863411" y="1531755"/>
                </a:cubicBezTo>
                <a:close/>
                <a:moveTo>
                  <a:pt x="670679" y="1531755"/>
                </a:moveTo>
                <a:cubicBezTo>
                  <a:pt x="684851" y="1531755"/>
                  <a:pt x="696338" y="1543242"/>
                  <a:pt x="696338" y="1557413"/>
                </a:cubicBezTo>
                <a:cubicBezTo>
                  <a:pt x="696338" y="1571585"/>
                  <a:pt x="684851" y="1583073"/>
                  <a:pt x="670679" y="1583073"/>
                </a:cubicBezTo>
                <a:cubicBezTo>
                  <a:pt x="656509" y="1583073"/>
                  <a:pt x="645020" y="1571585"/>
                  <a:pt x="645020" y="1557413"/>
                </a:cubicBezTo>
                <a:cubicBezTo>
                  <a:pt x="645020" y="1543242"/>
                  <a:pt x="656509" y="1531755"/>
                  <a:pt x="670679" y="1531755"/>
                </a:cubicBezTo>
                <a:close/>
                <a:moveTo>
                  <a:pt x="606475" y="1531755"/>
                </a:moveTo>
                <a:cubicBezTo>
                  <a:pt x="620639" y="1531755"/>
                  <a:pt x="632134" y="1543249"/>
                  <a:pt x="632134" y="1557414"/>
                </a:cubicBezTo>
                <a:cubicBezTo>
                  <a:pt x="632134" y="1571578"/>
                  <a:pt x="620639" y="1583073"/>
                  <a:pt x="606475" y="1583073"/>
                </a:cubicBezTo>
                <a:cubicBezTo>
                  <a:pt x="592310" y="1583073"/>
                  <a:pt x="580815" y="1571578"/>
                  <a:pt x="580815" y="1557414"/>
                </a:cubicBezTo>
                <a:cubicBezTo>
                  <a:pt x="580815" y="1543249"/>
                  <a:pt x="592310" y="1531755"/>
                  <a:pt x="606475" y="1531755"/>
                </a:cubicBezTo>
                <a:close/>
                <a:moveTo>
                  <a:pt x="542268" y="1531755"/>
                </a:moveTo>
                <a:cubicBezTo>
                  <a:pt x="556433" y="1531755"/>
                  <a:pt x="567927" y="1543249"/>
                  <a:pt x="567927" y="1557414"/>
                </a:cubicBezTo>
                <a:cubicBezTo>
                  <a:pt x="567927" y="1571578"/>
                  <a:pt x="556433" y="1583073"/>
                  <a:pt x="542268" y="1583073"/>
                </a:cubicBezTo>
                <a:cubicBezTo>
                  <a:pt x="528104" y="1583073"/>
                  <a:pt x="516610" y="1571578"/>
                  <a:pt x="516610" y="1557414"/>
                </a:cubicBezTo>
                <a:cubicBezTo>
                  <a:pt x="516610" y="1543249"/>
                  <a:pt x="528104" y="1531755"/>
                  <a:pt x="542268" y="1531755"/>
                </a:cubicBezTo>
                <a:close/>
                <a:moveTo>
                  <a:pt x="478063" y="1531755"/>
                </a:moveTo>
                <a:cubicBezTo>
                  <a:pt x="492228" y="1531755"/>
                  <a:pt x="503724" y="1543249"/>
                  <a:pt x="503724" y="1557414"/>
                </a:cubicBezTo>
                <a:cubicBezTo>
                  <a:pt x="503724" y="1571578"/>
                  <a:pt x="492228" y="1583073"/>
                  <a:pt x="478063" y="1583073"/>
                </a:cubicBezTo>
                <a:cubicBezTo>
                  <a:pt x="463900" y="1583073"/>
                  <a:pt x="452404" y="1571578"/>
                  <a:pt x="452404" y="1557414"/>
                </a:cubicBezTo>
                <a:cubicBezTo>
                  <a:pt x="452404" y="1543249"/>
                  <a:pt x="463900" y="1531755"/>
                  <a:pt x="478063" y="1531755"/>
                </a:cubicBezTo>
                <a:close/>
                <a:moveTo>
                  <a:pt x="413858" y="1531755"/>
                </a:moveTo>
                <a:cubicBezTo>
                  <a:pt x="428023" y="1531755"/>
                  <a:pt x="439517" y="1543249"/>
                  <a:pt x="439517" y="1557414"/>
                </a:cubicBezTo>
                <a:cubicBezTo>
                  <a:pt x="439517" y="1571578"/>
                  <a:pt x="428023" y="1583073"/>
                  <a:pt x="413858" y="1583073"/>
                </a:cubicBezTo>
                <a:cubicBezTo>
                  <a:pt x="399694" y="1583073"/>
                  <a:pt x="388200" y="1571578"/>
                  <a:pt x="388200" y="1557414"/>
                </a:cubicBezTo>
                <a:cubicBezTo>
                  <a:pt x="388200" y="1543249"/>
                  <a:pt x="399694" y="1531755"/>
                  <a:pt x="413858" y="1531755"/>
                </a:cubicBezTo>
                <a:close/>
                <a:moveTo>
                  <a:pt x="346686" y="1531755"/>
                </a:moveTo>
                <a:cubicBezTo>
                  <a:pt x="360849" y="1531755"/>
                  <a:pt x="372344" y="1543249"/>
                  <a:pt x="372344" y="1557414"/>
                </a:cubicBezTo>
                <a:cubicBezTo>
                  <a:pt x="372344" y="1571578"/>
                  <a:pt x="360849" y="1583073"/>
                  <a:pt x="346686" y="1583073"/>
                </a:cubicBezTo>
                <a:cubicBezTo>
                  <a:pt x="332520" y="1583073"/>
                  <a:pt x="321027" y="1571578"/>
                  <a:pt x="321027" y="1557414"/>
                </a:cubicBezTo>
                <a:cubicBezTo>
                  <a:pt x="321027" y="1543249"/>
                  <a:pt x="332520" y="1531755"/>
                  <a:pt x="346686" y="1531755"/>
                </a:cubicBezTo>
                <a:close/>
                <a:moveTo>
                  <a:pt x="282480" y="1531755"/>
                </a:moveTo>
                <a:cubicBezTo>
                  <a:pt x="296644" y="1531755"/>
                  <a:pt x="308138" y="1543249"/>
                  <a:pt x="308138" y="1557414"/>
                </a:cubicBezTo>
                <a:cubicBezTo>
                  <a:pt x="308138" y="1571578"/>
                  <a:pt x="296644" y="1583073"/>
                  <a:pt x="282480" y="1583073"/>
                </a:cubicBezTo>
                <a:cubicBezTo>
                  <a:pt x="268314" y="1583073"/>
                  <a:pt x="256820" y="1571578"/>
                  <a:pt x="256820" y="1557414"/>
                </a:cubicBezTo>
                <a:cubicBezTo>
                  <a:pt x="256820" y="1543249"/>
                  <a:pt x="268314" y="1531755"/>
                  <a:pt x="282480" y="1531755"/>
                </a:cubicBezTo>
                <a:close/>
                <a:moveTo>
                  <a:pt x="218274" y="1531755"/>
                </a:moveTo>
                <a:cubicBezTo>
                  <a:pt x="232438" y="1531755"/>
                  <a:pt x="243932" y="1543249"/>
                  <a:pt x="243932" y="1557414"/>
                </a:cubicBezTo>
                <a:cubicBezTo>
                  <a:pt x="243932" y="1571578"/>
                  <a:pt x="232438" y="1583073"/>
                  <a:pt x="218274" y="1583073"/>
                </a:cubicBezTo>
                <a:cubicBezTo>
                  <a:pt x="204109" y="1583073"/>
                  <a:pt x="192615" y="1571578"/>
                  <a:pt x="192615" y="1557414"/>
                </a:cubicBezTo>
                <a:cubicBezTo>
                  <a:pt x="192615" y="1543249"/>
                  <a:pt x="204109" y="1531755"/>
                  <a:pt x="218274" y="1531755"/>
                </a:cubicBezTo>
                <a:close/>
                <a:moveTo>
                  <a:pt x="25659" y="1531755"/>
                </a:moveTo>
                <a:cubicBezTo>
                  <a:pt x="39829" y="1531755"/>
                  <a:pt x="51317" y="1543242"/>
                  <a:pt x="51317" y="1557413"/>
                </a:cubicBezTo>
                <a:cubicBezTo>
                  <a:pt x="51317" y="1571585"/>
                  <a:pt x="39829" y="1583073"/>
                  <a:pt x="25659" y="1583073"/>
                </a:cubicBezTo>
                <a:cubicBezTo>
                  <a:pt x="11488" y="1583073"/>
                  <a:pt x="0" y="1571585"/>
                  <a:pt x="0" y="1557413"/>
                </a:cubicBezTo>
                <a:cubicBezTo>
                  <a:pt x="0" y="1543242"/>
                  <a:pt x="11488" y="1531755"/>
                  <a:pt x="25659" y="1531755"/>
                </a:cubicBezTo>
                <a:close/>
                <a:moveTo>
                  <a:pt x="11518287" y="1477418"/>
                </a:moveTo>
                <a:cubicBezTo>
                  <a:pt x="11525405" y="1477418"/>
                  <a:pt x="11531175" y="1483188"/>
                  <a:pt x="11531175" y="1490305"/>
                </a:cubicBezTo>
                <a:cubicBezTo>
                  <a:pt x="11531175" y="1497423"/>
                  <a:pt x="11525403" y="1503193"/>
                  <a:pt x="11518287" y="1503193"/>
                </a:cubicBezTo>
                <a:cubicBezTo>
                  <a:pt x="11511167" y="1503193"/>
                  <a:pt x="11505399" y="1497423"/>
                  <a:pt x="11505399" y="1490305"/>
                </a:cubicBezTo>
                <a:cubicBezTo>
                  <a:pt x="11505399" y="1483188"/>
                  <a:pt x="11511171" y="1477418"/>
                  <a:pt x="11518287" y="1477418"/>
                </a:cubicBezTo>
                <a:close/>
                <a:moveTo>
                  <a:pt x="11004528" y="1477418"/>
                </a:moveTo>
                <a:cubicBezTo>
                  <a:pt x="11011644" y="1477418"/>
                  <a:pt x="11017416" y="1483188"/>
                  <a:pt x="11017416" y="1490305"/>
                </a:cubicBezTo>
                <a:cubicBezTo>
                  <a:pt x="11017416" y="1497423"/>
                  <a:pt x="11011644" y="1503193"/>
                  <a:pt x="11004528" y="1503193"/>
                </a:cubicBezTo>
                <a:cubicBezTo>
                  <a:pt x="10997410" y="1503193"/>
                  <a:pt x="10991640" y="1497423"/>
                  <a:pt x="10991640" y="1490305"/>
                </a:cubicBezTo>
                <a:cubicBezTo>
                  <a:pt x="10991640" y="1483188"/>
                  <a:pt x="10997410" y="1477418"/>
                  <a:pt x="11004528" y="1477418"/>
                </a:cubicBezTo>
                <a:close/>
                <a:moveTo>
                  <a:pt x="10426681" y="1477418"/>
                </a:moveTo>
                <a:cubicBezTo>
                  <a:pt x="10433797" y="1477418"/>
                  <a:pt x="10439569" y="1483188"/>
                  <a:pt x="10439569" y="1490305"/>
                </a:cubicBezTo>
                <a:cubicBezTo>
                  <a:pt x="10439569" y="1497423"/>
                  <a:pt x="10433797" y="1503193"/>
                  <a:pt x="10426681" y="1503193"/>
                </a:cubicBezTo>
                <a:cubicBezTo>
                  <a:pt x="10419562" y="1503193"/>
                  <a:pt x="10413793" y="1497423"/>
                  <a:pt x="10413793" y="1490305"/>
                </a:cubicBezTo>
                <a:cubicBezTo>
                  <a:pt x="10413793" y="1483188"/>
                  <a:pt x="10419562" y="1477418"/>
                  <a:pt x="10426681" y="1477418"/>
                </a:cubicBezTo>
                <a:close/>
                <a:moveTo>
                  <a:pt x="10169743" y="1477418"/>
                </a:moveTo>
                <a:cubicBezTo>
                  <a:pt x="10176942" y="1477418"/>
                  <a:pt x="10182631" y="1483224"/>
                  <a:pt x="10182631" y="1490305"/>
                </a:cubicBezTo>
                <a:cubicBezTo>
                  <a:pt x="10182631" y="1497388"/>
                  <a:pt x="10176942" y="1503193"/>
                  <a:pt x="10169743" y="1503193"/>
                </a:cubicBezTo>
                <a:cubicBezTo>
                  <a:pt x="10162659" y="1503193"/>
                  <a:pt x="10156855" y="1497504"/>
                  <a:pt x="10156855" y="1490305"/>
                </a:cubicBezTo>
                <a:cubicBezTo>
                  <a:pt x="10156855" y="1483107"/>
                  <a:pt x="10162544" y="1477418"/>
                  <a:pt x="10169743" y="1477418"/>
                </a:cubicBezTo>
                <a:close/>
                <a:moveTo>
                  <a:pt x="9848716" y="1477418"/>
                </a:moveTo>
                <a:cubicBezTo>
                  <a:pt x="9855800" y="1477418"/>
                  <a:pt x="9861604" y="1483224"/>
                  <a:pt x="9861604" y="1490305"/>
                </a:cubicBezTo>
                <a:cubicBezTo>
                  <a:pt x="9861604" y="1497388"/>
                  <a:pt x="9855915" y="1503193"/>
                  <a:pt x="9848716" y="1503193"/>
                </a:cubicBezTo>
                <a:cubicBezTo>
                  <a:pt x="9841635" y="1503193"/>
                  <a:pt x="9835828" y="1497504"/>
                  <a:pt x="9835828" y="1490305"/>
                </a:cubicBezTo>
                <a:cubicBezTo>
                  <a:pt x="9835828" y="1483107"/>
                  <a:pt x="9841517" y="1477418"/>
                  <a:pt x="9848716" y="1477418"/>
                </a:cubicBezTo>
                <a:close/>
                <a:moveTo>
                  <a:pt x="9784512" y="1477418"/>
                </a:moveTo>
                <a:cubicBezTo>
                  <a:pt x="9791593" y="1477418"/>
                  <a:pt x="9797400" y="1483224"/>
                  <a:pt x="9797400" y="1490305"/>
                </a:cubicBezTo>
                <a:cubicBezTo>
                  <a:pt x="9797400" y="1497388"/>
                  <a:pt x="9791711" y="1503193"/>
                  <a:pt x="9784512" y="1503193"/>
                </a:cubicBezTo>
                <a:cubicBezTo>
                  <a:pt x="9777428" y="1503193"/>
                  <a:pt x="9771624" y="1497504"/>
                  <a:pt x="9771624" y="1490305"/>
                </a:cubicBezTo>
                <a:cubicBezTo>
                  <a:pt x="9771624" y="1483107"/>
                  <a:pt x="9777313" y="1477418"/>
                  <a:pt x="9784512" y="1477418"/>
                </a:cubicBezTo>
                <a:close/>
                <a:moveTo>
                  <a:pt x="6959132" y="1477418"/>
                </a:moveTo>
                <a:cubicBezTo>
                  <a:pt x="6966331" y="1477418"/>
                  <a:pt x="6972020" y="1483224"/>
                  <a:pt x="6972020" y="1490305"/>
                </a:cubicBezTo>
                <a:cubicBezTo>
                  <a:pt x="6972020" y="1497388"/>
                  <a:pt x="6966331" y="1503193"/>
                  <a:pt x="6959132" y="1503193"/>
                </a:cubicBezTo>
                <a:cubicBezTo>
                  <a:pt x="6952048" y="1503193"/>
                  <a:pt x="6946244" y="1497504"/>
                  <a:pt x="6946244" y="1490305"/>
                </a:cubicBezTo>
                <a:cubicBezTo>
                  <a:pt x="6946244" y="1483107"/>
                  <a:pt x="6951933" y="1477418"/>
                  <a:pt x="6959132" y="1477418"/>
                </a:cubicBezTo>
                <a:close/>
                <a:moveTo>
                  <a:pt x="6830836" y="1477418"/>
                </a:moveTo>
                <a:cubicBezTo>
                  <a:pt x="6837954" y="1477418"/>
                  <a:pt x="6843724" y="1483188"/>
                  <a:pt x="6843724" y="1490305"/>
                </a:cubicBezTo>
                <a:cubicBezTo>
                  <a:pt x="6843724" y="1497423"/>
                  <a:pt x="6837954" y="1503193"/>
                  <a:pt x="6830836" y="1503193"/>
                </a:cubicBezTo>
                <a:cubicBezTo>
                  <a:pt x="6823720" y="1503193"/>
                  <a:pt x="6817948" y="1497423"/>
                  <a:pt x="6817948" y="1490305"/>
                </a:cubicBezTo>
                <a:cubicBezTo>
                  <a:pt x="6817948" y="1483188"/>
                  <a:pt x="6823720" y="1477418"/>
                  <a:pt x="6830836" y="1477418"/>
                </a:cubicBezTo>
                <a:close/>
                <a:moveTo>
                  <a:pt x="5807683" y="1477418"/>
                </a:moveTo>
                <a:cubicBezTo>
                  <a:pt x="5814801" y="1477418"/>
                  <a:pt x="5820571" y="1483188"/>
                  <a:pt x="5820571" y="1490305"/>
                </a:cubicBezTo>
                <a:cubicBezTo>
                  <a:pt x="5820571" y="1497423"/>
                  <a:pt x="5814799" y="1503193"/>
                  <a:pt x="5807683" y="1503193"/>
                </a:cubicBezTo>
                <a:cubicBezTo>
                  <a:pt x="5800565" y="1503193"/>
                  <a:pt x="5794796" y="1497423"/>
                  <a:pt x="5794796" y="1490305"/>
                </a:cubicBezTo>
                <a:cubicBezTo>
                  <a:pt x="5794796" y="1483188"/>
                  <a:pt x="5800566" y="1477418"/>
                  <a:pt x="5807683" y="1477418"/>
                </a:cubicBezTo>
                <a:close/>
                <a:moveTo>
                  <a:pt x="5293924" y="1477418"/>
                </a:moveTo>
                <a:cubicBezTo>
                  <a:pt x="5301042" y="1477418"/>
                  <a:pt x="5306812" y="1483188"/>
                  <a:pt x="5306812" y="1490305"/>
                </a:cubicBezTo>
                <a:cubicBezTo>
                  <a:pt x="5306812" y="1497423"/>
                  <a:pt x="5301042" y="1503193"/>
                  <a:pt x="5293924" y="1503193"/>
                </a:cubicBezTo>
                <a:cubicBezTo>
                  <a:pt x="5286806" y="1503193"/>
                  <a:pt x="5281036" y="1497423"/>
                  <a:pt x="5281036" y="1490305"/>
                </a:cubicBezTo>
                <a:cubicBezTo>
                  <a:pt x="5281036" y="1483188"/>
                  <a:pt x="5286807" y="1477418"/>
                  <a:pt x="5293924" y="1477418"/>
                </a:cubicBezTo>
                <a:close/>
                <a:moveTo>
                  <a:pt x="4716077" y="1477418"/>
                </a:moveTo>
                <a:cubicBezTo>
                  <a:pt x="4723194" y="1477418"/>
                  <a:pt x="4728964" y="1483188"/>
                  <a:pt x="4728964" y="1490305"/>
                </a:cubicBezTo>
                <a:cubicBezTo>
                  <a:pt x="4728964" y="1497423"/>
                  <a:pt x="4723194" y="1503193"/>
                  <a:pt x="4716077" y="1503193"/>
                </a:cubicBezTo>
                <a:cubicBezTo>
                  <a:pt x="4708959" y="1503193"/>
                  <a:pt x="4703188" y="1497423"/>
                  <a:pt x="4703188" y="1490305"/>
                </a:cubicBezTo>
                <a:cubicBezTo>
                  <a:pt x="4703188" y="1483188"/>
                  <a:pt x="4708959" y="1477418"/>
                  <a:pt x="4716077" y="1477418"/>
                </a:cubicBezTo>
                <a:close/>
                <a:moveTo>
                  <a:pt x="4459140" y="1477418"/>
                </a:moveTo>
                <a:cubicBezTo>
                  <a:pt x="4466338" y="1477418"/>
                  <a:pt x="4472025" y="1483224"/>
                  <a:pt x="4472025" y="1490305"/>
                </a:cubicBezTo>
                <a:cubicBezTo>
                  <a:pt x="4472025" y="1497388"/>
                  <a:pt x="4466338" y="1503193"/>
                  <a:pt x="4459140" y="1503193"/>
                </a:cubicBezTo>
                <a:cubicBezTo>
                  <a:pt x="4452058" y="1503193"/>
                  <a:pt x="4446252" y="1497504"/>
                  <a:pt x="4446252" y="1490305"/>
                </a:cubicBezTo>
                <a:cubicBezTo>
                  <a:pt x="4446252" y="1483107"/>
                  <a:pt x="4451941" y="1477418"/>
                  <a:pt x="4459140" y="1477418"/>
                </a:cubicBezTo>
                <a:close/>
                <a:moveTo>
                  <a:pt x="4138112" y="1477418"/>
                </a:moveTo>
                <a:cubicBezTo>
                  <a:pt x="4145194" y="1477418"/>
                  <a:pt x="4151000" y="1483224"/>
                  <a:pt x="4151000" y="1490305"/>
                </a:cubicBezTo>
                <a:cubicBezTo>
                  <a:pt x="4151000" y="1497388"/>
                  <a:pt x="4145311" y="1503193"/>
                  <a:pt x="4138112" y="1503193"/>
                </a:cubicBezTo>
                <a:cubicBezTo>
                  <a:pt x="4131029" y="1503193"/>
                  <a:pt x="4125224" y="1497504"/>
                  <a:pt x="4125224" y="1490305"/>
                </a:cubicBezTo>
                <a:cubicBezTo>
                  <a:pt x="4125224" y="1483107"/>
                  <a:pt x="4130913" y="1477418"/>
                  <a:pt x="4138112" y="1477418"/>
                </a:cubicBezTo>
                <a:close/>
                <a:moveTo>
                  <a:pt x="4073908" y="1477418"/>
                </a:moveTo>
                <a:cubicBezTo>
                  <a:pt x="4080990" y="1477418"/>
                  <a:pt x="4086795" y="1483224"/>
                  <a:pt x="4086795" y="1490305"/>
                </a:cubicBezTo>
                <a:cubicBezTo>
                  <a:pt x="4086795" y="1497388"/>
                  <a:pt x="4081105" y="1503193"/>
                  <a:pt x="4073908" y="1503193"/>
                </a:cubicBezTo>
                <a:cubicBezTo>
                  <a:pt x="4066826" y="1503193"/>
                  <a:pt x="4061020" y="1497504"/>
                  <a:pt x="4061020" y="1490305"/>
                </a:cubicBezTo>
                <a:cubicBezTo>
                  <a:pt x="4061020" y="1483107"/>
                  <a:pt x="4066709" y="1477418"/>
                  <a:pt x="4073908" y="1477418"/>
                </a:cubicBezTo>
                <a:close/>
                <a:moveTo>
                  <a:pt x="1248528" y="1477418"/>
                </a:moveTo>
                <a:cubicBezTo>
                  <a:pt x="1255726" y="1477418"/>
                  <a:pt x="1261416" y="1483224"/>
                  <a:pt x="1261416" y="1490305"/>
                </a:cubicBezTo>
                <a:cubicBezTo>
                  <a:pt x="1261416" y="1497388"/>
                  <a:pt x="1255726" y="1503193"/>
                  <a:pt x="1248528" y="1503193"/>
                </a:cubicBezTo>
                <a:cubicBezTo>
                  <a:pt x="1241444" y="1503193"/>
                  <a:pt x="1235638" y="1497504"/>
                  <a:pt x="1235638" y="1490305"/>
                </a:cubicBezTo>
                <a:cubicBezTo>
                  <a:pt x="1235638" y="1483107"/>
                  <a:pt x="1241328" y="1477418"/>
                  <a:pt x="1248528" y="1477418"/>
                </a:cubicBezTo>
                <a:close/>
                <a:moveTo>
                  <a:pt x="1120233" y="1477418"/>
                </a:moveTo>
                <a:cubicBezTo>
                  <a:pt x="1127350" y="1477418"/>
                  <a:pt x="1133121" y="1483188"/>
                  <a:pt x="1133121" y="1490305"/>
                </a:cubicBezTo>
                <a:cubicBezTo>
                  <a:pt x="1133121" y="1497423"/>
                  <a:pt x="1127350" y="1503193"/>
                  <a:pt x="1120233" y="1503193"/>
                </a:cubicBezTo>
                <a:cubicBezTo>
                  <a:pt x="1113116" y="1503193"/>
                  <a:pt x="1107345" y="1497423"/>
                  <a:pt x="1107345" y="1490305"/>
                </a:cubicBezTo>
                <a:cubicBezTo>
                  <a:pt x="1107345" y="1483188"/>
                  <a:pt x="1113116" y="1477418"/>
                  <a:pt x="1120233" y="1477418"/>
                </a:cubicBezTo>
                <a:close/>
                <a:moveTo>
                  <a:pt x="89864" y="1477418"/>
                </a:moveTo>
                <a:cubicBezTo>
                  <a:pt x="96982" y="1477418"/>
                  <a:pt x="102752" y="1483188"/>
                  <a:pt x="102752" y="1490305"/>
                </a:cubicBezTo>
                <a:cubicBezTo>
                  <a:pt x="102752" y="1497423"/>
                  <a:pt x="96981" y="1503193"/>
                  <a:pt x="89864" y="1503193"/>
                </a:cubicBezTo>
                <a:cubicBezTo>
                  <a:pt x="82746" y="1503193"/>
                  <a:pt x="76977" y="1497423"/>
                  <a:pt x="76977" y="1490305"/>
                </a:cubicBezTo>
                <a:cubicBezTo>
                  <a:pt x="76977" y="1483188"/>
                  <a:pt x="82748" y="1477418"/>
                  <a:pt x="89864" y="1477418"/>
                </a:cubicBezTo>
                <a:close/>
                <a:moveTo>
                  <a:pt x="12099103" y="1464647"/>
                </a:moveTo>
                <a:cubicBezTo>
                  <a:pt x="12113273" y="1464647"/>
                  <a:pt x="12124761" y="1476135"/>
                  <a:pt x="12124761" y="1490305"/>
                </a:cubicBezTo>
                <a:cubicBezTo>
                  <a:pt x="12124761" y="1504477"/>
                  <a:pt x="12113273" y="1515964"/>
                  <a:pt x="12099103" y="1515964"/>
                </a:cubicBezTo>
                <a:cubicBezTo>
                  <a:pt x="12084931" y="1515964"/>
                  <a:pt x="12073441" y="1504477"/>
                  <a:pt x="12073441" y="1490305"/>
                </a:cubicBezTo>
                <a:cubicBezTo>
                  <a:pt x="12073441" y="1476135"/>
                  <a:pt x="12084931" y="1464647"/>
                  <a:pt x="12099103" y="1464647"/>
                </a:cubicBezTo>
                <a:close/>
                <a:moveTo>
                  <a:pt x="12034897" y="1464647"/>
                </a:moveTo>
                <a:cubicBezTo>
                  <a:pt x="12049061" y="1464531"/>
                  <a:pt x="12060557" y="1476025"/>
                  <a:pt x="12060557" y="1490305"/>
                </a:cubicBezTo>
                <a:cubicBezTo>
                  <a:pt x="12060557" y="1504471"/>
                  <a:pt x="12049061" y="1515965"/>
                  <a:pt x="12034897" y="1515965"/>
                </a:cubicBezTo>
                <a:cubicBezTo>
                  <a:pt x="12020731" y="1515965"/>
                  <a:pt x="12009237" y="1504471"/>
                  <a:pt x="12009237" y="1490305"/>
                </a:cubicBezTo>
                <a:cubicBezTo>
                  <a:pt x="12009237" y="1476142"/>
                  <a:pt x="12020731" y="1464647"/>
                  <a:pt x="12034897" y="1464647"/>
                </a:cubicBezTo>
                <a:close/>
                <a:moveTo>
                  <a:pt x="11970691" y="1464647"/>
                </a:moveTo>
                <a:cubicBezTo>
                  <a:pt x="11984855" y="1464531"/>
                  <a:pt x="11996349" y="1476025"/>
                  <a:pt x="11996349" y="1490305"/>
                </a:cubicBezTo>
                <a:cubicBezTo>
                  <a:pt x="11996349" y="1504471"/>
                  <a:pt x="11984855" y="1515965"/>
                  <a:pt x="11970691" y="1515965"/>
                </a:cubicBezTo>
                <a:cubicBezTo>
                  <a:pt x="11956525" y="1515965"/>
                  <a:pt x="11945033" y="1504471"/>
                  <a:pt x="11945033" y="1490305"/>
                </a:cubicBezTo>
                <a:cubicBezTo>
                  <a:pt x="11945033" y="1476142"/>
                  <a:pt x="11956525" y="1464647"/>
                  <a:pt x="11970691" y="1464647"/>
                </a:cubicBezTo>
                <a:close/>
                <a:moveTo>
                  <a:pt x="11906483" y="1464647"/>
                </a:moveTo>
                <a:cubicBezTo>
                  <a:pt x="11920649" y="1464531"/>
                  <a:pt x="11932145" y="1476025"/>
                  <a:pt x="11932145" y="1490305"/>
                </a:cubicBezTo>
                <a:cubicBezTo>
                  <a:pt x="11932145" y="1504471"/>
                  <a:pt x="11920649" y="1515965"/>
                  <a:pt x="11906483" y="1515965"/>
                </a:cubicBezTo>
                <a:cubicBezTo>
                  <a:pt x="11892321" y="1515965"/>
                  <a:pt x="11880825" y="1504471"/>
                  <a:pt x="11880825" y="1490305"/>
                </a:cubicBezTo>
                <a:cubicBezTo>
                  <a:pt x="11880825" y="1476142"/>
                  <a:pt x="11892321" y="1464647"/>
                  <a:pt x="11906483" y="1464647"/>
                </a:cubicBezTo>
                <a:close/>
                <a:moveTo>
                  <a:pt x="11842279" y="1464647"/>
                </a:moveTo>
                <a:cubicBezTo>
                  <a:pt x="11856445" y="1464531"/>
                  <a:pt x="11867941" y="1476025"/>
                  <a:pt x="11867941" y="1490305"/>
                </a:cubicBezTo>
                <a:cubicBezTo>
                  <a:pt x="11867941" y="1504471"/>
                  <a:pt x="11856445" y="1515965"/>
                  <a:pt x="11842279" y="1515965"/>
                </a:cubicBezTo>
                <a:cubicBezTo>
                  <a:pt x="11828117" y="1515965"/>
                  <a:pt x="11816621" y="1504471"/>
                  <a:pt x="11816621" y="1490305"/>
                </a:cubicBezTo>
                <a:cubicBezTo>
                  <a:pt x="11816621" y="1476142"/>
                  <a:pt x="11828117" y="1464647"/>
                  <a:pt x="11842279" y="1464647"/>
                </a:cubicBezTo>
                <a:close/>
                <a:moveTo>
                  <a:pt x="11775107" y="1464647"/>
                </a:moveTo>
                <a:cubicBezTo>
                  <a:pt x="11789271" y="1464531"/>
                  <a:pt x="11800767" y="1476025"/>
                  <a:pt x="11800767" y="1490305"/>
                </a:cubicBezTo>
                <a:cubicBezTo>
                  <a:pt x="11800767" y="1504471"/>
                  <a:pt x="11789271" y="1515965"/>
                  <a:pt x="11775107" y="1515965"/>
                </a:cubicBezTo>
                <a:cubicBezTo>
                  <a:pt x="11760941" y="1515965"/>
                  <a:pt x="11749449" y="1504471"/>
                  <a:pt x="11749449" y="1490305"/>
                </a:cubicBezTo>
                <a:cubicBezTo>
                  <a:pt x="11749449" y="1476142"/>
                  <a:pt x="11760941" y="1464647"/>
                  <a:pt x="11775107" y="1464647"/>
                </a:cubicBezTo>
                <a:close/>
                <a:moveTo>
                  <a:pt x="11710901" y="1464647"/>
                </a:moveTo>
                <a:cubicBezTo>
                  <a:pt x="11725067" y="1464531"/>
                  <a:pt x="11736561" y="1476025"/>
                  <a:pt x="11736561" y="1490305"/>
                </a:cubicBezTo>
                <a:cubicBezTo>
                  <a:pt x="11736561" y="1504471"/>
                  <a:pt x="11725067" y="1515965"/>
                  <a:pt x="11710901" y="1515965"/>
                </a:cubicBezTo>
                <a:cubicBezTo>
                  <a:pt x="11696737" y="1515965"/>
                  <a:pt x="11685243" y="1504471"/>
                  <a:pt x="11685243" y="1490305"/>
                </a:cubicBezTo>
                <a:cubicBezTo>
                  <a:pt x="11685243" y="1476142"/>
                  <a:pt x="11696737" y="1464647"/>
                  <a:pt x="11710901" y="1464647"/>
                </a:cubicBezTo>
                <a:close/>
                <a:moveTo>
                  <a:pt x="11646697" y="1464647"/>
                </a:moveTo>
                <a:cubicBezTo>
                  <a:pt x="11660859" y="1464531"/>
                  <a:pt x="11672355" y="1476025"/>
                  <a:pt x="11672355" y="1490305"/>
                </a:cubicBezTo>
                <a:cubicBezTo>
                  <a:pt x="11672355" y="1504471"/>
                  <a:pt x="11660859" y="1515965"/>
                  <a:pt x="11646697" y="1515965"/>
                </a:cubicBezTo>
                <a:cubicBezTo>
                  <a:pt x="11632529" y="1515965"/>
                  <a:pt x="11621037" y="1504471"/>
                  <a:pt x="11621037" y="1490305"/>
                </a:cubicBezTo>
                <a:cubicBezTo>
                  <a:pt x="11621037" y="1476142"/>
                  <a:pt x="11632529" y="1464647"/>
                  <a:pt x="11646697" y="1464647"/>
                </a:cubicBezTo>
                <a:close/>
                <a:moveTo>
                  <a:pt x="11454081" y="1464647"/>
                </a:moveTo>
                <a:cubicBezTo>
                  <a:pt x="11468253" y="1464647"/>
                  <a:pt x="11479739" y="1476135"/>
                  <a:pt x="11479739" y="1490305"/>
                </a:cubicBezTo>
                <a:cubicBezTo>
                  <a:pt x="11479739" y="1504477"/>
                  <a:pt x="11468253" y="1515964"/>
                  <a:pt x="11454081" y="1515964"/>
                </a:cubicBezTo>
                <a:cubicBezTo>
                  <a:pt x="11439909" y="1515964"/>
                  <a:pt x="11428421" y="1504477"/>
                  <a:pt x="11428421" y="1490305"/>
                </a:cubicBezTo>
                <a:cubicBezTo>
                  <a:pt x="11428421" y="1476135"/>
                  <a:pt x="11439909" y="1464647"/>
                  <a:pt x="11454081" y="1464647"/>
                </a:cubicBezTo>
                <a:close/>
                <a:moveTo>
                  <a:pt x="11389875" y="1464647"/>
                </a:moveTo>
                <a:cubicBezTo>
                  <a:pt x="11404040" y="1464531"/>
                  <a:pt x="11415533" y="1476025"/>
                  <a:pt x="11415533" y="1490305"/>
                </a:cubicBezTo>
                <a:cubicBezTo>
                  <a:pt x="11415533" y="1504471"/>
                  <a:pt x="11404040" y="1515965"/>
                  <a:pt x="11389875" y="1515965"/>
                </a:cubicBezTo>
                <a:cubicBezTo>
                  <a:pt x="11375710" y="1515965"/>
                  <a:pt x="11364217" y="1504471"/>
                  <a:pt x="11364217" y="1490305"/>
                </a:cubicBezTo>
                <a:cubicBezTo>
                  <a:pt x="11364217" y="1476142"/>
                  <a:pt x="11375710" y="1464647"/>
                  <a:pt x="11389875" y="1464647"/>
                </a:cubicBezTo>
                <a:close/>
                <a:moveTo>
                  <a:pt x="11325670" y="1464647"/>
                </a:moveTo>
                <a:cubicBezTo>
                  <a:pt x="11339835" y="1464531"/>
                  <a:pt x="11351329" y="1476025"/>
                  <a:pt x="11351329" y="1490305"/>
                </a:cubicBezTo>
                <a:cubicBezTo>
                  <a:pt x="11351329" y="1504471"/>
                  <a:pt x="11339835" y="1515965"/>
                  <a:pt x="11325670" y="1515965"/>
                </a:cubicBezTo>
                <a:cubicBezTo>
                  <a:pt x="11311505" y="1515965"/>
                  <a:pt x="11300012" y="1504471"/>
                  <a:pt x="11300012" y="1490305"/>
                </a:cubicBezTo>
                <a:cubicBezTo>
                  <a:pt x="11300012" y="1476142"/>
                  <a:pt x="11311505" y="1464647"/>
                  <a:pt x="11325670" y="1464647"/>
                </a:cubicBezTo>
                <a:close/>
                <a:moveTo>
                  <a:pt x="11261466" y="1464647"/>
                </a:moveTo>
                <a:cubicBezTo>
                  <a:pt x="11275628" y="1464531"/>
                  <a:pt x="11287124" y="1476025"/>
                  <a:pt x="11287124" y="1490305"/>
                </a:cubicBezTo>
                <a:cubicBezTo>
                  <a:pt x="11287124" y="1504471"/>
                  <a:pt x="11275628" y="1515965"/>
                  <a:pt x="11261466" y="1515965"/>
                </a:cubicBezTo>
                <a:cubicBezTo>
                  <a:pt x="11247301" y="1515965"/>
                  <a:pt x="11235805" y="1504471"/>
                  <a:pt x="11235805" y="1490305"/>
                </a:cubicBezTo>
                <a:cubicBezTo>
                  <a:pt x="11235805" y="1476142"/>
                  <a:pt x="11247301" y="1464647"/>
                  <a:pt x="11261466" y="1464647"/>
                </a:cubicBezTo>
                <a:close/>
                <a:moveTo>
                  <a:pt x="11197259" y="1464647"/>
                </a:moveTo>
                <a:cubicBezTo>
                  <a:pt x="11211424" y="1464531"/>
                  <a:pt x="11222917" y="1476025"/>
                  <a:pt x="11222917" y="1490305"/>
                </a:cubicBezTo>
                <a:cubicBezTo>
                  <a:pt x="11222917" y="1504471"/>
                  <a:pt x="11211424" y="1515965"/>
                  <a:pt x="11197259" y="1515965"/>
                </a:cubicBezTo>
                <a:cubicBezTo>
                  <a:pt x="11183094" y="1515965"/>
                  <a:pt x="11171601" y="1504471"/>
                  <a:pt x="11171601" y="1490305"/>
                </a:cubicBezTo>
                <a:cubicBezTo>
                  <a:pt x="11171601" y="1476142"/>
                  <a:pt x="11183094" y="1464647"/>
                  <a:pt x="11197259" y="1464647"/>
                </a:cubicBezTo>
                <a:close/>
                <a:moveTo>
                  <a:pt x="11133055" y="1464647"/>
                </a:moveTo>
                <a:cubicBezTo>
                  <a:pt x="11147225" y="1464647"/>
                  <a:pt x="11158713" y="1476135"/>
                  <a:pt x="11158713" y="1490305"/>
                </a:cubicBezTo>
                <a:cubicBezTo>
                  <a:pt x="11158713" y="1504477"/>
                  <a:pt x="11147225" y="1515964"/>
                  <a:pt x="11133055" y="1515964"/>
                </a:cubicBezTo>
                <a:cubicBezTo>
                  <a:pt x="11118884" y="1515964"/>
                  <a:pt x="11107396" y="1504477"/>
                  <a:pt x="11107396" y="1490305"/>
                </a:cubicBezTo>
                <a:cubicBezTo>
                  <a:pt x="11107396" y="1476135"/>
                  <a:pt x="11118884" y="1464647"/>
                  <a:pt x="11133055" y="1464647"/>
                </a:cubicBezTo>
                <a:close/>
                <a:moveTo>
                  <a:pt x="11068848" y="1464647"/>
                </a:moveTo>
                <a:cubicBezTo>
                  <a:pt x="11083021" y="1464647"/>
                  <a:pt x="11094509" y="1476135"/>
                  <a:pt x="11094509" y="1490305"/>
                </a:cubicBezTo>
                <a:cubicBezTo>
                  <a:pt x="11094509" y="1504477"/>
                  <a:pt x="11083021" y="1515964"/>
                  <a:pt x="11068848" y="1515964"/>
                </a:cubicBezTo>
                <a:cubicBezTo>
                  <a:pt x="11054677" y="1515964"/>
                  <a:pt x="11043189" y="1504477"/>
                  <a:pt x="11043189" y="1490305"/>
                </a:cubicBezTo>
                <a:cubicBezTo>
                  <a:pt x="11043189" y="1476135"/>
                  <a:pt x="11054677" y="1464647"/>
                  <a:pt x="11068848" y="1464647"/>
                </a:cubicBezTo>
                <a:close/>
                <a:moveTo>
                  <a:pt x="10940321" y="1464647"/>
                </a:moveTo>
                <a:cubicBezTo>
                  <a:pt x="10954604" y="1464531"/>
                  <a:pt x="10965982" y="1476025"/>
                  <a:pt x="10965982" y="1490305"/>
                </a:cubicBezTo>
                <a:cubicBezTo>
                  <a:pt x="10965982" y="1504471"/>
                  <a:pt x="10954486" y="1515965"/>
                  <a:pt x="10940321" y="1515965"/>
                </a:cubicBezTo>
                <a:cubicBezTo>
                  <a:pt x="10926156" y="1515965"/>
                  <a:pt x="10914663" y="1504471"/>
                  <a:pt x="10914663" y="1490305"/>
                </a:cubicBezTo>
                <a:cubicBezTo>
                  <a:pt x="10914663" y="1476142"/>
                  <a:pt x="10926156" y="1464647"/>
                  <a:pt x="10940321" y="1464647"/>
                </a:cubicBezTo>
                <a:close/>
                <a:moveTo>
                  <a:pt x="10811912" y="1464647"/>
                </a:moveTo>
                <a:cubicBezTo>
                  <a:pt x="10826077" y="1464531"/>
                  <a:pt x="10837571" y="1476025"/>
                  <a:pt x="10837571" y="1490305"/>
                </a:cubicBezTo>
                <a:cubicBezTo>
                  <a:pt x="10837571" y="1504471"/>
                  <a:pt x="10826077" y="1515965"/>
                  <a:pt x="10811912" y="1515965"/>
                </a:cubicBezTo>
                <a:cubicBezTo>
                  <a:pt x="10797747" y="1515965"/>
                  <a:pt x="10786254" y="1504471"/>
                  <a:pt x="10786254" y="1490305"/>
                </a:cubicBezTo>
                <a:cubicBezTo>
                  <a:pt x="10786254" y="1476142"/>
                  <a:pt x="10797747" y="1464647"/>
                  <a:pt x="10811912" y="1464647"/>
                </a:cubicBezTo>
                <a:close/>
                <a:moveTo>
                  <a:pt x="10747708" y="1464647"/>
                </a:moveTo>
                <a:cubicBezTo>
                  <a:pt x="10761878" y="1464647"/>
                  <a:pt x="10773366" y="1476135"/>
                  <a:pt x="10773366" y="1490305"/>
                </a:cubicBezTo>
                <a:cubicBezTo>
                  <a:pt x="10773366" y="1504477"/>
                  <a:pt x="10761878" y="1515964"/>
                  <a:pt x="10747708" y="1515964"/>
                </a:cubicBezTo>
                <a:cubicBezTo>
                  <a:pt x="10733535" y="1515964"/>
                  <a:pt x="10722047" y="1504477"/>
                  <a:pt x="10722047" y="1490305"/>
                </a:cubicBezTo>
                <a:cubicBezTo>
                  <a:pt x="10722047" y="1476135"/>
                  <a:pt x="10733535" y="1464647"/>
                  <a:pt x="10747708" y="1464647"/>
                </a:cubicBezTo>
                <a:close/>
                <a:moveTo>
                  <a:pt x="10683501" y="1464647"/>
                </a:moveTo>
                <a:cubicBezTo>
                  <a:pt x="10697666" y="1464531"/>
                  <a:pt x="10709159" y="1476025"/>
                  <a:pt x="10709159" y="1490305"/>
                </a:cubicBezTo>
                <a:cubicBezTo>
                  <a:pt x="10709159" y="1504471"/>
                  <a:pt x="10697666" y="1515965"/>
                  <a:pt x="10683501" y="1515965"/>
                </a:cubicBezTo>
                <a:cubicBezTo>
                  <a:pt x="10669336" y="1515965"/>
                  <a:pt x="10657843" y="1504471"/>
                  <a:pt x="10657843" y="1490305"/>
                </a:cubicBezTo>
                <a:cubicBezTo>
                  <a:pt x="10657843" y="1476142"/>
                  <a:pt x="10669336" y="1464647"/>
                  <a:pt x="10683501" y="1464647"/>
                </a:cubicBezTo>
                <a:close/>
                <a:moveTo>
                  <a:pt x="10619297" y="1464647"/>
                </a:moveTo>
                <a:cubicBezTo>
                  <a:pt x="10633462" y="1464531"/>
                  <a:pt x="10644955" y="1476025"/>
                  <a:pt x="10644955" y="1490305"/>
                </a:cubicBezTo>
                <a:cubicBezTo>
                  <a:pt x="10644955" y="1504471"/>
                  <a:pt x="10633462" y="1515965"/>
                  <a:pt x="10619297" y="1515965"/>
                </a:cubicBezTo>
                <a:cubicBezTo>
                  <a:pt x="10605132" y="1515965"/>
                  <a:pt x="10593639" y="1504471"/>
                  <a:pt x="10593639" y="1490305"/>
                </a:cubicBezTo>
                <a:cubicBezTo>
                  <a:pt x="10593639" y="1476142"/>
                  <a:pt x="10605132" y="1464647"/>
                  <a:pt x="10619297" y="1464647"/>
                </a:cubicBezTo>
                <a:close/>
                <a:moveTo>
                  <a:pt x="10555092" y="1464647"/>
                </a:moveTo>
                <a:cubicBezTo>
                  <a:pt x="10569255" y="1464531"/>
                  <a:pt x="10580751" y="1476025"/>
                  <a:pt x="10580751" y="1490305"/>
                </a:cubicBezTo>
                <a:cubicBezTo>
                  <a:pt x="10580751" y="1504471"/>
                  <a:pt x="10569255" y="1515965"/>
                  <a:pt x="10555092" y="1515965"/>
                </a:cubicBezTo>
                <a:cubicBezTo>
                  <a:pt x="10540927" y="1515965"/>
                  <a:pt x="10529432" y="1504471"/>
                  <a:pt x="10529432" y="1490305"/>
                </a:cubicBezTo>
                <a:cubicBezTo>
                  <a:pt x="10529432" y="1476142"/>
                  <a:pt x="10540927" y="1464647"/>
                  <a:pt x="10555092" y="1464647"/>
                </a:cubicBezTo>
                <a:close/>
                <a:moveTo>
                  <a:pt x="10490885" y="1464647"/>
                </a:moveTo>
                <a:cubicBezTo>
                  <a:pt x="10505050" y="1464531"/>
                  <a:pt x="10516544" y="1476025"/>
                  <a:pt x="10516544" y="1490305"/>
                </a:cubicBezTo>
                <a:cubicBezTo>
                  <a:pt x="10516544" y="1504471"/>
                  <a:pt x="10505050" y="1515965"/>
                  <a:pt x="10490885" y="1515965"/>
                </a:cubicBezTo>
                <a:cubicBezTo>
                  <a:pt x="10476720" y="1515965"/>
                  <a:pt x="10465227" y="1504471"/>
                  <a:pt x="10465227" y="1490305"/>
                </a:cubicBezTo>
                <a:cubicBezTo>
                  <a:pt x="10465227" y="1476142"/>
                  <a:pt x="10476720" y="1464647"/>
                  <a:pt x="10490885" y="1464647"/>
                </a:cubicBezTo>
                <a:close/>
                <a:moveTo>
                  <a:pt x="10362474" y="1464647"/>
                </a:moveTo>
                <a:cubicBezTo>
                  <a:pt x="10376647" y="1464647"/>
                  <a:pt x="10388135" y="1476135"/>
                  <a:pt x="10388135" y="1490305"/>
                </a:cubicBezTo>
                <a:cubicBezTo>
                  <a:pt x="10388135" y="1504477"/>
                  <a:pt x="10376647" y="1515964"/>
                  <a:pt x="10362474" y="1515964"/>
                </a:cubicBezTo>
                <a:cubicBezTo>
                  <a:pt x="10348304" y="1515964"/>
                  <a:pt x="10336816" y="1504477"/>
                  <a:pt x="10336816" y="1490305"/>
                </a:cubicBezTo>
                <a:cubicBezTo>
                  <a:pt x="10336816" y="1476135"/>
                  <a:pt x="10348304" y="1464647"/>
                  <a:pt x="10362474" y="1464647"/>
                </a:cubicBezTo>
                <a:close/>
                <a:moveTo>
                  <a:pt x="10298270" y="1464647"/>
                </a:moveTo>
                <a:cubicBezTo>
                  <a:pt x="10312435" y="1464531"/>
                  <a:pt x="10323928" y="1476025"/>
                  <a:pt x="10323928" y="1490305"/>
                </a:cubicBezTo>
                <a:cubicBezTo>
                  <a:pt x="10323928" y="1504471"/>
                  <a:pt x="10312435" y="1515965"/>
                  <a:pt x="10298270" y="1515965"/>
                </a:cubicBezTo>
                <a:cubicBezTo>
                  <a:pt x="10284105" y="1515965"/>
                  <a:pt x="10272611" y="1504471"/>
                  <a:pt x="10272611" y="1490305"/>
                </a:cubicBezTo>
                <a:cubicBezTo>
                  <a:pt x="10272611" y="1476142"/>
                  <a:pt x="10284105" y="1464647"/>
                  <a:pt x="10298270" y="1464647"/>
                </a:cubicBezTo>
                <a:close/>
                <a:moveTo>
                  <a:pt x="10234065" y="1464647"/>
                </a:moveTo>
                <a:cubicBezTo>
                  <a:pt x="10248228" y="1464531"/>
                  <a:pt x="10259723" y="1476025"/>
                  <a:pt x="10259723" y="1490305"/>
                </a:cubicBezTo>
                <a:cubicBezTo>
                  <a:pt x="10259723" y="1504471"/>
                  <a:pt x="10248228" y="1515965"/>
                  <a:pt x="10234065" y="1515965"/>
                </a:cubicBezTo>
                <a:cubicBezTo>
                  <a:pt x="10219900" y="1515965"/>
                  <a:pt x="10208404" y="1504471"/>
                  <a:pt x="10208404" y="1490305"/>
                </a:cubicBezTo>
                <a:cubicBezTo>
                  <a:pt x="10208404" y="1476142"/>
                  <a:pt x="10219900" y="1464647"/>
                  <a:pt x="10234065" y="1464647"/>
                </a:cubicBezTo>
                <a:close/>
                <a:moveTo>
                  <a:pt x="10105654" y="1464647"/>
                </a:moveTo>
                <a:cubicBezTo>
                  <a:pt x="10119819" y="1464531"/>
                  <a:pt x="10131312" y="1476025"/>
                  <a:pt x="10131312" y="1490305"/>
                </a:cubicBezTo>
                <a:cubicBezTo>
                  <a:pt x="10131312" y="1504471"/>
                  <a:pt x="10119819" y="1515965"/>
                  <a:pt x="10105654" y="1515965"/>
                </a:cubicBezTo>
                <a:cubicBezTo>
                  <a:pt x="10091489" y="1515965"/>
                  <a:pt x="10079996" y="1504471"/>
                  <a:pt x="10079996" y="1490305"/>
                </a:cubicBezTo>
                <a:cubicBezTo>
                  <a:pt x="10079996" y="1476142"/>
                  <a:pt x="10091489" y="1464647"/>
                  <a:pt x="10105654" y="1464647"/>
                </a:cubicBezTo>
                <a:close/>
                <a:moveTo>
                  <a:pt x="9913038" y="1464647"/>
                </a:moveTo>
                <a:cubicBezTo>
                  <a:pt x="9927203" y="1464531"/>
                  <a:pt x="9938696" y="1476025"/>
                  <a:pt x="9938696" y="1490305"/>
                </a:cubicBezTo>
                <a:cubicBezTo>
                  <a:pt x="9938696" y="1504471"/>
                  <a:pt x="9927203" y="1515965"/>
                  <a:pt x="9913038" y="1515965"/>
                </a:cubicBezTo>
                <a:cubicBezTo>
                  <a:pt x="9898873" y="1515965"/>
                  <a:pt x="9887380" y="1504471"/>
                  <a:pt x="9887380" y="1490305"/>
                </a:cubicBezTo>
                <a:cubicBezTo>
                  <a:pt x="9887380" y="1476142"/>
                  <a:pt x="9898873" y="1464647"/>
                  <a:pt x="9913038" y="1464647"/>
                </a:cubicBezTo>
                <a:close/>
                <a:moveTo>
                  <a:pt x="9720307" y="1464647"/>
                </a:moveTo>
                <a:cubicBezTo>
                  <a:pt x="9734470" y="1464531"/>
                  <a:pt x="9745965" y="1476025"/>
                  <a:pt x="9745965" y="1490305"/>
                </a:cubicBezTo>
                <a:cubicBezTo>
                  <a:pt x="9745965" y="1504471"/>
                  <a:pt x="9734470" y="1515965"/>
                  <a:pt x="9720307" y="1515965"/>
                </a:cubicBezTo>
                <a:cubicBezTo>
                  <a:pt x="9706142" y="1515965"/>
                  <a:pt x="9694646" y="1504471"/>
                  <a:pt x="9694646" y="1490305"/>
                </a:cubicBezTo>
                <a:cubicBezTo>
                  <a:pt x="9694646" y="1476142"/>
                  <a:pt x="9706142" y="1464647"/>
                  <a:pt x="9720307" y="1464647"/>
                </a:cubicBezTo>
                <a:close/>
                <a:moveTo>
                  <a:pt x="9591896" y="1464647"/>
                </a:moveTo>
                <a:cubicBezTo>
                  <a:pt x="9606061" y="1464531"/>
                  <a:pt x="9617554" y="1476025"/>
                  <a:pt x="9617554" y="1490305"/>
                </a:cubicBezTo>
                <a:cubicBezTo>
                  <a:pt x="9617554" y="1504471"/>
                  <a:pt x="9606061" y="1515965"/>
                  <a:pt x="9591896" y="1515965"/>
                </a:cubicBezTo>
                <a:cubicBezTo>
                  <a:pt x="9577731" y="1515965"/>
                  <a:pt x="9566238" y="1504471"/>
                  <a:pt x="9566238" y="1490305"/>
                </a:cubicBezTo>
                <a:cubicBezTo>
                  <a:pt x="9566238" y="1476142"/>
                  <a:pt x="9577731" y="1464647"/>
                  <a:pt x="9591896" y="1464647"/>
                </a:cubicBezTo>
                <a:close/>
                <a:moveTo>
                  <a:pt x="9527689" y="1464647"/>
                </a:moveTo>
                <a:cubicBezTo>
                  <a:pt x="9541854" y="1464531"/>
                  <a:pt x="9553350" y="1476025"/>
                  <a:pt x="9553350" y="1490305"/>
                </a:cubicBezTo>
                <a:cubicBezTo>
                  <a:pt x="9553350" y="1504471"/>
                  <a:pt x="9541854" y="1515965"/>
                  <a:pt x="9527689" y="1515965"/>
                </a:cubicBezTo>
                <a:cubicBezTo>
                  <a:pt x="9513524" y="1515965"/>
                  <a:pt x="9502031" y="1504471"/>
                  <a:pt x="9502031" y="1490305"/>
                </a:cubicBezTo>
                <a:cubicBezTo>
                  <a:pt x="9502031" y="1476142"/>
                  <a:pt x="9513524" y="1464647"/>
                  <a:pt x="9527689" y="1464647"/>
                </a:cubicBezTo>
                <a:close/>
                <a:moveTo>
                  <a:pt x="9463485" y="1464647"/>
                </a:moveTo>
                <a:cubicBezTo>
                  <a:pt x="9477650" y="1464531"/>
                  <a:pt x="9489143" y="1476025"/>
                  <a:pt x="9489143" y="1490305"/>
                </a:cubicBezTo>
                <a:cubicBezTo>
                  <a:pt x="9489143" y="1504471"/>
                  <a:pt x="9477650" y="1515965"/>
                  <a:pt x="9463485" y="1515965"/>
                </a:cubicBezTo>
                <a:cubicBezTo>
                  <a:pt x="9449320" y="1515965"/>
                  <a:pt x="9437826" y="1504471"/>
                  <a:pt x="9437826" y="1490305"/>
                </a:cubicBezTo>
                <a:cubicBezTo>
                  <a:pt x="9437826" y="1476142"/>
                  <a:pt x="9449320" y="1464647"/>
                  <a:pt x="9463485" y="1464647"/>
                </a:cubicBezTo>
                <a:close/>
                <a:moveTo>
                  <a:pt x="9399280" y="1464647"/>
                </a:moveTo>
                <a:cubicBezTo>
                  <a:pt x="9413445" y="1464531"/>
                  <a:pt x="9424938" y="1476025"/>
                  <a:pt x="9424938" y="1490305"/>
                </a:cubicBezTo>
                <a:cubicBezTo>
                  <a:pt x="9424938" y="1504471"/>
                  <a:pt x="9413445" y="1515965"/>
                  <a:pt x="9399280" y="1515965"/>
                </a:cubicBezTo>
                <a:cubicBezTo>
                  <a:pt x="9385115" y="1515965"/>
                  <a:pt x="9373619" y="1504471"/>
                  <a:pt x="9373619" y="1490305"/>
                </a:cubicBezTo>
                <a:cubicBezTo>
                  <a:pt x="9373619" y="1476142"/>
                  <a:pt x="9385115" y="1464647"/>
                  <a:pt x="9399280" y="1464647"/>
                </a:cubicBezTo>
                <a:close/>
                <a:moveTo>
                  <a:pt x="9335073" y="1464647"/>
                </a:moveTo>
                <a:cubicBezTo>
                  <a:pt x="9349246" y="1464647"/>
                  <a:pt x="9360734" y="1476135"/>
                  <a:pt x="9360734" y="1490305"/>
                </a:cubicBezTo>
                <a:cubicBezTo>
                  <a:pt x="9360734" y="1504477"/>
                  <a:pt x="9349246" y="1515964"/>
                  <a:pt x="9335073" y="1515964"/>
                </a:cubicBezTo>
                <a:cubicBezTo>
                  <a:pt x="9320903" y="1515964"/>
                  <a:pt x="9309415" y="1504477"/>
                  <a:pt x="9309415" y="1490305"/>
                </a:cubicBezTo>
                <a:cubicBezTo>
                  <a:pt x="9309415" y="1476135"/>
                  <a:pt x="9320903" y="1464647"/>
                  <a:pt x="9335073" y="1464647"/>
                </a:cubicBezTo>
                <a:close/>
                <a:moveTo>
                  <a:pt x="9142457" y="1464647"/>
                </a:moveTo>
                <a:cubicBezTo>
                  <a:pt x="9156622" y="1464531"/>
                  <a:pt x="9168118" y="1476025"/>
                  <a:pt x="9168118" y="1490305"/>
                </a:cubicBezTo>
                <a:cubicBezTo>
                  <a:pt x="9168118" y="1504471"/>
                  <a:pt x="9156622" y="1515965"/>
                  <a:pt x="9142457" y="1515965"/>
                </a:cubicBezTo>
                <a:cubicBezTo>
                  <a:pt x="9128292" y="1515965"/>
                  <a:pt x="9116799" y="1504471"/>
                  <a:pt x="9116799" y="1490305"/>
                </a:cubicBezTo>
                <a:cubicBezTo>
                  <a:pt x="9116799" y="1476142"/>
                  <a:pt x="9128292" y="1464647"/>
                  <a:pt x="9142457" y="1464647"/>
                </a:cubicBezTo>
                <a:close/>
                <a:moveTo>
                  <a:pt x="9078253" y="1464647"/>
                </a:moveTo>
                <a:cubicBezTo>
                  <a:pt x="9092418" y="1464531"/>
                  <a:pt x="9103911" y="1476025"/>
                  <a:pt x="9103911" y="1490305"/>
                </a:cubicBezTo>
                <a:cubicBezTo>
                  <a:pt x="9103911" y="1504471"/>
                  <a:pt x="9092418" y="1515965"/>
                  <a:pt x="9078253" y="1515965"/>
                </a:cubicBezTo>
                <a:cubicBezTo>
                  <a:pt x="9064088" y="1515965"/>
                  <a:pt x="9052595" y="1504471"/>
                  <a:pt x="9052595" y="1490305"/>
                </a:cubicBezTo>
                <a:cubicBezTo>
                  <a:pt x="9052595" y="1476142"/>
                  <a:pt x="9064088" y="1464647"/>
                  <a:pt x="9078253" y="1464647"/>
                </a:cubicBezTo>
                <a:close/>
                <a:moveTo>
                  <a:pt x="9014049" y="1464647"/>
                </a:moveTo>
                <a:cubicBezTo>
                  <a:pt x="9028214" y="1464531"/>
                  <a:pt x="9039707" y="1476025"/>
                  <a:pt x="9039707" y="1490305"/>
                </a:cubicBezTo>
                <a:cubicBezTo>
                  <a:pt x="9039707" y="1504471"/>
                  <a:pt x="9028214" y="1515965"/>
                  <a:pt x="9014049" y="1515965"/>
                </a:cubicBezTo>
                <a:cubicBezTo>
                  <a:pt x="8999884" y="1515965"/>
                  <a:pt x="8988388" y="1504471"/>
                  <a:pt x="8988388" y="1490305"/>
                </a:cubicBezTo>
                <a:cubicBezTo>
                  <a:pt x="8988388" y="1476142"/>
                  <a:pt x="8999884" y="1464647"/>
                  <a:pt x="9014049" y="1464647"/>
                </a:cubicBezTo>
                <a:close/>
                <a:moveTo>
                  <a:pt x="8949842" y="1464647"/>
                </a:moveTo>
                <a:cubicBezTo>
                  <a:pt x="8964015" y="1464647"/>
                  <a:pt x="8975503" y="1476135"/>
                  <a:pt x="8975503" y="1490305"/>
                </a:cubicBezTo>
                <a:cubicBezTo>
                  <a:pt x="8975503" y="1504477"/>
                  <a:pt x="8964015" y="1515964"/>
                  <a:pt x="8949842" y="1515964"/>
                </a:cubicBezTo>
                <a:cubicBezTo>
                  <a:pt x="8935671" y="1515964"/>
                  <a:pt x="8924183" y="1504477"/>
                  <a:pt x="8924183" y="1490305"/>
                </a:cubicBezTo>
                <a:cubicBezTo>
                  <a:pt x="8924183" y="1476135"/>
                  <a:pt x="8935671" y="1464647"/>
                  <a:pt x="8949842" y="1464647"/>
                </a:cubicBezTo>
                <a:close/>
                <a:moveTo>
                  <a:pt x="8821433" y="1464647"/>
                </a:moveTo>
                <a:cubicBezTo>
                  <a:pt x="8835598" y="1464531"/>
                  <a:pt x="8847091" y="1476025"/>
                  <a:pt x="8847091" y="1490305"/>
                </a:cubicBezTo>
                <a:cubicBezTo>
                  <a:pt x="8847091" y="1504471"/>
                  <a:pt x="8835598" y="1515965"/>
                  <a:pt x="8821433" y="1515965"/>
                </a:cubicBezTo>
                <a:cubicBezTo>
                  <a:pt x="8807268" y="1515965"/>
                  <a:pt x="8795772" y="1504471"/>
                  <a:pt x="8795772" y="1490305"/>
                </a:cubicBezTo>
                <a:cubicBezTo>
                  <a:pt x="8795772" y="1476142"/>
                  <a:pt x="8807268" y="1464647"/>
                  <a:pt x="8821433" y="1464647"/>
                </a:cubicBezTo>
                <a:close/>
                <a:moveTo>
                  <a:pt x="8757226" y="1464647"/>
                </a:moveTo>
                <a:cubicBezTo>
                  <a:pt x="8771391" y="1464531"/>
                  <a:pt x="8782887" y="1476025"/>
                  <a:pt x="8782887" y="1490305"/>
                </a:cubicBezTo>
                <a:cubicBezTo>
                  <a:pt x="8782887" y="1504471"/>
                  <a:pt x="8771391" y="1515965"/>
                  <a:pt x="8757226" y="1515965"/>
                </a:cubicBezTo>
                <a:cubicBezTo>
                  <a:pt x="8743061" y="1515965"/>
                  <a:pt x="8731568" y="1504471"/>
                  <a:pt x="8731568" y="1490305"/>
                </a:cubicBezTo>
                <a:cubicBezTo>
                  <a:pt x="8731568" y="1476142"/>
                  <a:pt x="8743061" y="1464647"/>
                  <a:pt x="8757226" y="1464647"/>
                </a:cubicBezTo>
                <a:close/>
                <a:moveTo>
                  <a:pt x="8692904" y="1464647"/>
                </a:moveTo>
                <a:cubicBezTo>
                  <a:pt x="8707069" y="1464531"/>
                  <a:pt x="8718565" y="1476025"/>
                  <a:pt x="8718565" y="1490305"/>
                </a:cubicBezTo>
                <a:cubicBezTo>
                  <a:pt x="8718565" y="1504471"/>
                  <a:pt x="8707069" y="1515965"/>
                  <a:pt x="8692904" y="1515965"/>
                </a:cubicBezTo>
                <a:cubicBezTo>
                  <a:pt x="8678741" y="1515965"/>
                  <a:pt x="8667246" y="1504471"/>
                  <a:pt x="8667246" y="1490305"/>
                </a:cubicBezTo>
                <a:cubicBezTo>
                  <a:pt x="8667246" y="1476142"/>
                  <a:pt x="8678741" y="1464647"/>
                  <a:pt x="8692904" y="1464647"/>
                </a:cubicBezTo>
                <a:close/>
                <a:moveTo>
                  <a:pt x="8564495" y="1464647"/>
                </a:moveTo>
                <a:cubicBezTo>
                  <a:pt x="8578665" y="1464647"/>
                  <a:pt x="8590153" y="1476135"/>
                  <a:pt x="8590153" y="1490305"/>
                </a:cubicBezTo>
                <a:cubicBezTo>
                  <a:pt x="8590153" y="1504477"/>
                  <a:pt x="8578665" y="1515964"/>
                  <a:pt x="8564495" y="1515964"/>
                </a:cubicBezTo>
                <a:cubicBezTo>
                  <a:pt x="8550325" y="1515964"/>
                  <a:pt x="8538837" y="1504477"/>
                  <a:pt x="8538837" y="1490305"/>
                </a:cubicBezTo>
                <a:cubicBezTo>
                  <a:pt x="8538837" y="1476135"/>
                  <a:pt x="8550325" y="1464647"/>
                  <a:pt x="8564495" y="1464647"/>
                </a:cubicBezTo>
                <a:close/>
                <a:moveTo>
                  <a:pt x="8500288" y="1464647"/>
                </a:moveTo>
                <a:cubicBezTo>
                  <a:pt x="8514453" y="1464531"/>
                  <a:pt x="8525949" y="1476025"/>
                  <a:pt x="8525949" y="1490305"/>
                </a:cubicBezTo>
                <a:cubicBezTo>
                  <a:pt x="8525949" y="1504471"/>
                  <a:pt x="8514453" y="1515965"/>
                  <a:pt x="8500288" y="1515965"/>
                </a:cubicBezTo>
                <a:cubicBezTo>
                  <a:pt x="8486126" y="1515965"/>
                  <a:pt x="8474630" y="1504471"/>
                  <a:pt x="8474630" y="1490305"/>
                </a:cubicBezTo>
                <a:cubicBezTo>
                  <a:pt x="8474630" y="1476142"/>
                  <a:pt x="8486126" y="1464647"/>
                  <a:pt x="8500288" y="1464647"/>
                </a:cubicBezTo>
                <a:close/>
                <a:moveTo>
                  <a:pt x="8307675" y="1464647"/>
                </a:moveTo>
                <a:cubicBezTo>
                  <a:pt x="8321837" y="1464531"/>
                  <a:pt x="8333333" y="1476025"/>
                  <a:pt x="8333333" y="1490305"/>
                </a:cubicBezTo>
                <a:cubicBezTo>
                  <a:pt x="8333333" y="1504471"/>
                  <a:pt x="8321837" y="1515965"/>
                  <a:pt x="8307675" y="1515965"/>
                </a:cubicBezTo>
                <a:cubicBezTo>
                  <a:pt x="8293510" y="1515965"/>
                  <a:pt x="8282014" y="1504471"/>
                  <a:pt x="8282014" y="1490305"/>
                </a:cubicBezTo>
                <a:cubicBezTo>
                  <a:pt x="8282014" y="1476142"/>
                  <a:pt x="8293510" y="1464647"/>
                  <a:pt x="8307675" y="1464647"/>
                </a:cubicBezTo>
                <a:close/>
                <a:moveTo>
                  <a:pt x="8243468" y="1464647"/>
                </a:moveTo>
                <a:cubicBezTo>
                  <a:pt x="8257638" y="1464647"/>
                  <a:pt x="8269126" y="1476135"/>
                  <a:pt x="8269126" y="1490305"/>
                </a:cubicBezTo>
                <a:cubicBezTo>
                  <a:pt x="8269126" y="1504477"/>
                  <a:pt x="8257638" y="1515964"/>
                  <a:pt x="8243468" y="1515964"/>
                </a:cubicBezTo>
                <a:cubicBezTo>
                  <a:pt x="8229298" y="1515964"/>
                  <a:pt x="8217810" y="1504477"/>
                  <a:pt x="8217810" y="1490305"/>
                </a:cubicBezTo>
                <a:cubicBezTo>
                  <a:pt x="8217810" y="1476135"/>
                  <a:pt x="8229298" y="1464647"/>
                  <a:pt x="8243468" y="1464647"/>
                </a:cubicBezTo>
                <a:close/>
                <a:moveTo>
                  <a:pt x="8115057" y="1464647"/>
                </a:moveTo>
                <a:cubicBezTo>
                  <a:pt x="8129222" y="1464531"/>
                  <a:pt x="8140717" y="1476025"/>
                  <a:pt x="8140717" y="1490305"/>
                </a:cubicBezTo>
                <a:cubicBezTo>
                  <a:pt x="8140717" y="1504471"/>
                  <a:pt x="8129222" y="1515965"/>
                  <a:pt x="8115057" y="1515965"/>
                </a:cubicBezTo>
                <a:cubicBezTo>
                  <a:pt x="8100894" y="1515965"/>
                  <a:pt x="8089398" y="1504471"/>
                  <a:pt x="8089398" y="1490305"/>
                </a:cubicBezTo>
                <a:cubicBezTo>
                  <a:pt x="8089398" y="1476142"/>
                  <a:pt x="8100894" y="1464647"/>
                  <a:pt x="8115057" y="1464647"/>
                </a:cubicBezTo>
                <a:close/>
                <a:moveTo>
                  <a:pt x="8050852" y="1464647"/>
                </a:moveTo>
                <a:cubicBezTo>
                  <a:pt x="8065017" y="1464531"/>
                  <a:pt x="8076510" y="1476025"/>
                  <a:pt x="8076510" y="1490305"/>
                </a:cubicBezTo>
                <a:cubicBezTo>
                  <a:pt x="8076510" y="1504471"/>
                  <a:pt x="8065017" y="1515965"/>
                  <a:pt x="8050852" y="1515965"/>
                </a:cubicBezTo>
                <a:cubicBezTo>
                  <a:pt x="8036687" y="1515965"/>
                  <a:pt x="8025194" y="1504471"/>
                  <a:pt x="8025194" y="1490305"/>
                </a:cubicBezTo>
                <a:cubicBezTo>
                  <a:pt x="8025194" y="1476142"/>
                  <a:pt x="8036687" y="1464647"/>
                  <a:pt x="8050852" y="1464647"/>
                </a:cubicBezTo>
                <a:close/>
                <a:moveTo>
                  <a:pt x="7986648" y="1464647"/>
                </a:moveTo>
                <a:cubicBezTo>
                  <a:pt x="8000813" y="1464531"/>
                  <a:pt x="8012306" y="1476025"/>
                  <a:pt x="8012306" y="1490305"/>
                </a:cubicBezTo>
                <a:cubicBezTo>
                  <a:pt x="8012306" y="1504471"/>
                  <a:pt x="8000813" y="1515965"/>
                  <a:pt x="7986648" y="1515965"/>
                </a:cubicBezTo>
                <a:cubicBezTo>
                  <a:pt x="7972483" y="1515965"/>
                  <a:pt x="7960990" y="1504471"/>
                  <a:pt x="7960990" y="1490305"/>
                </a:cubicBezTo>
                <a:cubicBezTo>
                  <a:pt x="7960990" y="1476142"/>
                  <a:pt x="7972483" y="1464647"/>
                  <a:pt x="7986648" y="1464647"/>
                </a:cubicBezTo>
                <a:close/>
                <a:moveTo>
                  <a:pt x="7922444" y="1464647"/>
                </a:moveTo>
                <a:cubicBezTo>
                  <a:pt x="7936606" y="1464531"/>
                  <a:pt x="7948102" y="1476025"/>
                  <a:pt x="7948102" y="1490305"/>
                </a:cubicBezTo>
                <a:cubicBezTo>
                  <a:pt x="7948102" y="1504471"/>
                  <a:pt x="7936606" y="1515965"/>
                  <a:pt x="7922444" y="1515965"/>
                </a:cubicBezTo>
                <a:cubicBezTo>
                  <a:pt x="7908279" y="1515965"/>
                  <a:pt x="7896783" y="1504471"/>
                  <a:pt x="7896783" y="1490305"/>
                </a:cubicBezTo>
                <a:cubicBezTo>
                  <a:pt x="7896783" y="1476142"/>
                  <a:pt x="7908279" y="1464647"/>
                  <a:pt x="7922444" y="1464647"/>
                </a:cubicBezTo>
                <a:close/>
                <a:moveTo>
                  <a:pt x="7858237" y="1464647"/>
                </a:moveTo>
                <a:cubicBezTo>
                  <a:pt x="7872407" y="1464647"/>
                  <a:pt x="7883895" y="1476135"/>
                  <a:pt x="7883895" y="1490305"/>
                </a:cubicBezTo>
                <a:cubicBezTo>
                  <a:pt x="7883895" y="1504477"/>
                  <a:pt x="7872407" y="1515964"/>
                  <a:pt x="7858237" y="1515964"/>
                </a:cubicBezTo>
                <a:cubicBezTo>
                  <a:pt x="7844066" y="1515964"/>
                  <a:pt x="7832578" y="1504477"/>
                  <a:pt x="7832578" y="1490305"/>
                </a:cubicBezTo>
                <a:cubicBezTo>
                  <a:pt x="7832578" y="1476135"/>
                  <a:pt x="7844066" y="1464647"/>
                  <a:pt x="7858237" y="1464647"/>
                </a:cubicBezTo>
                <a:close/>
                <a:moveTo>
                  <a:pt x="7794032" y="1464647"/>
                </a:moveTo>
                <a:cubicBezTo>
                  <a:pt x="7808203" y="1464647"/>
                  <a:pt x="7819690" y="1476135"/>
                  <a:pt x="7819690" y="1490305"/>
                </a:cubicBezTo>
                <a:cubicBezTo>
                  <a:pt x="7819690" y="1504477"/>
                  <a:pt x="7808203" y="1515964"/>
                  <a:pt x="7794032" y="1515964"/>
                </a:cubicBezTo>
                <a:cubicBezTo>
                  <a:pt x="7779862" y="1515964"/>
                  <a:pt x="7768371" y="1504477"/>
                  <a:pt x="7768371" y="1490305"/>
                </a:cubicBezTo>
                <a:cubicBezTo>
                  <a:pt x="7768371" y="1476135"/>
                  <a:pt x="7779862" y="1464647"/>
                  <a:pt x="7794032" y="1464647"/>
                </a:cubicBezTo>
                <a:close/>
                <a:moveTo>
                  <a:pt x="7729825" y="1464647"/>
                </a:moveTo>
                <a:cubicBezTo>
                  <a:pt x="7743990" y="1464531"/>
                  <a:pt x="7755486" y="1476025"/>
                  <a:pt x="7755486" y="1490305"/>
                </a:cubicBezTo>
                <a:cubicBezTo>
                  <a:pt x="7755486" y="1504471"/>
                  <a:pt x="7743990" y="1515965"/>
                  <a:pt x="7729825" y="1515965"/>
                </a:cubicBezTo>
                <a:cubicBezTo>
                  <a:pt x="7715660" y="1515965"/>
                  <a:pt x="7704167" y="1504471"/>
                  <a:pt x="7704167" y="1490305"/>
                </a:cubicBezTo>
                <a:cubicBezTo>
                  <a:pt x="7704167" y="1476142"/>
                  <a:pt x="7715660" y="1464647"/>
                  <a:pt x="7729825" y="1464647"/>
                </a:cubicBezTo>
                <a:close/>
                <a:moveTo>
                  <a:pt x="7665621" y="1464647"/>
                </a:moveTo>
                <a:cubicBezTo>
                  <a:pt x="7679786" y="1464531"/>
                  <a:pt x="7691279" y="1476025"/>
                  <a:pt x="7691279" y="1490305"/>
                </a:cubicBezTo>
                <a:cubicBezTo>
                  <a:pt x="7691279" y="1504471"/>
                  <a:pt x="7679786" y="1515965"/>
                  <a:pt x="7665621" y="1515965"/>
                </a:cubicBezTo>
                <a:cubicBezTo>
                  <a:pt x="7651456" y="1515965"/>
                  <a:pt x="7639963" y="1504471"/>
                  <a:pt x="7639963" y="1490305"/>
                </a:cubicBezTo>
                <a:cubicBezTo>
                  <a:pt x="7639963" y="1476142"/>
                  <a:pt x="7651456" y="1464647"/>
                  <a:pt x="7665621" y="1464647"/>
                </a:cubicBezTo>
                <a:close/>
                <a:moveTo>
                  <a:pt x="7601299" y="1464647"/>
                </a:moveTo>
                <a:cubicBezTo>
                  <a:pt x="7615464" y="1464531"/>
                  <a:pt x="7626959" y="1476025"/>
                  <a:pt x="7626959" y="1490305"/>
                </a:cubicBezTo>
                <a:cubicBezTo>
                  <a:pt x="7626959" y="1504471"/>
                  <a:pt x="7615464" y="1515965"/>
                  <a:pt x="7601299" y="1515965"/>
                </a:cubicBezTo>
                <a:cubicBezTo>
                  <a:pt x="7587134" y="1515965"/>
                  <a:pt x="7575640" y="1504471"/>
                  <a:pt x="7575640" y="1490305"/>
                </a:cubicBezTo>
                <a:cubicBezTo>
                  <a:pt x="7575640" y="1476142"/>
                  <a:pt x="7587134" y="1464647"/>
                  <a:pt x="7601299" y="1464647"/>
                </a:cubicBezTo>
                <a:close/>
                <a:moveTo>
                  <a:pt x="7537094" y="1464647"/>
                </a:moveTo>
                <a:cubicBezTo>
                  <a:pt x="7551259" y="1464531"/>
                  <a:pt x="7562752" y="1476025"/>
                  <a:pt x="7562752" y="1490305"/>
                </a:cubicBezTo>
                <a:cubicBezTo>
                  <a:pt x="7562752" y="1504471"/>
                  <a:pt x="7551259" y="1515965"/>
                  <a:pt x="7537094" y="1515965"/>
                </a:cubicBezTo>
                <a:cubicBezTo>
                  <a:pt x="7522929" y="1515965"/>
                  <a:pt x="7511436" y="1504471"/>
                  <a:pt x="7511436" y="1490305"/>
                </a:cubicBezTo>
                <a:cubicBezTo>
                  <a:pt x="7511436" y="1476142"/>
                  <a:pt x="7522929" y="1464647"/>
                  <a:pt x="7537094" y="1464647"/>
                </a:cubicBezTo>
                <a:close/>
                <a:moveTo>
                  <a:pt x="7472890" y="1464647"/>
                </a:moveTo>
                <a:cubicBezTo>
                  <a:pt x="7487060" y="1464647"/>
                  <a:pt x="7498548" y="1476135"/>
                  <a:pt x="7498548" y="1490305"/>
                </a:cubicBezTo>
                <a:cubicBezTo>
                  <a:pt x="7498548" y="1504477"/>
                  <a:pt x="7487060" y="1515964"/>
                  <a:pt x="7472890" y="1515964"/>
                </a:cubicBezTo>
                <a:cubicBezTo>
                  <a:pt x="7458717" y="1515964"/>
                  <a:pt x="7447229" y="1504477"/>
                  <a:pt x="7447229" y="1490305"/>
                </a:cubicBezTo>
                <a:cubicBezTo>
                  <a:pt x="7447229" y="1476135"/>
                  <a:pt x="7458717" y="1464647"/>
                  <a:pt x="7472890" y="1464647"/>
                </a:cubicBezTo>
                <a:close/>
                <a:moveTo>
                  <a:pt x="7408683" y="1464647"/>
                </a:moveTo>
                <a:cubicBezTo>
                  <a:pt x="7422848" y="1464531"/>
                  <a:pt x="7434341" y="1476025"/>
                  <a:pt x="7434341" y="1490305"/>
                </a:cubicBezTo>
                <a:cubicBezTo>
                  <a:pt x="7434341" y="1504471"/>
                  <a:pt x="7422848" y="1515965"/>
                  <a:pt x="7408683" y="1515965"/>
                </a:cubicBezTo>
                <a:cubicBezTo>
                  <a:pt x="7394518" y="1515965"/>
                  <a:pt x="7383025" y="1504471"/>
                  <a:pt x="7383025" y="1490305"/>
                </a:cubicBezTo>
                <a:cubicBezTo>
                  <a:pt x="7383025" y="1476142"/>
                  <a:pt x="7394518" y="1464647"/>
                  <a:pt x="7408683" y="1464647"/>
                </a:cubicBezTo>
                <a:close/>
                <a:moveTo>
                  <a:pt x="7344479" y="1464647"/>
                </a:moveTo>
                <a:cubicBezTo>
                  <a:pt x="7358644" y="1464531"/>
                  <a:pt x="7370137" y="1476025"/>
                  <a:pt x="7370137" y="1490305"/>
                </a:cubicBezTo>
                <a:cubicBezTo>
                  <a:pt x="7370137" y="1504471"/>
                  <a:pt x="7358644" y="1515965"/>
                  <a:pt x="7344479" y="1515965"/>
                </a:cubicBezTo>
                <a:cubicBezTo>
                  <a:pt x="7330314" y="1515965"/>
                  <a:pt x="7318820" y="1504471"/>
                  <a:pt x="7318820" y="1490305"/>
                </a:cubicBezTo>
                <a:cubicBezTo>
                  <a:pt x="7318820" y="1476142"/>
                  <a:pt x="7330314" y="1464647"/>
                  <a:pt x="7344479" y="1464647"/>
                </a:cubicBezTo>
                <a:close/>
                <a:moveTo>
                  <a:pt x="7280274" y="1464647"/>
                </a:moveTo>
                <a:cubicBezTo>
                  <a:pt x="7294437" y="1464531"/>
                  <a:pt x="7305932" y="1476025"/>
                  <a:pt x="7305932" y="1490305"/>
                </a:cubicBezTo>
                <a:cubicBezTo>
                  <a:pt x="7305932" y="1504471"/>
                  <a:pt x="7294437" y="1515965"/>
                  <a:pt x="7280274" y="1515965"/>
                </a:cubicBezTo>
                <a:cubicBezTo>
                  <a:pt x="7266109" y="1515965"/>
                  <a:pt x="7254613" y="1504471"/>
                  <a:pt x="7254613" y="1490305"/>
                </a:cubicBezTo>
                <a:cubicBezTo>
                  <a:pt x="7254613" y="1476142"/>
                  <a:pt x="7266109" y="1464647"/>
                  <a:pt x="7280274" y="1464647"/>
                </a:cubicBezTo>
                <a:close/>
                <a:moveTo>
                  <a:pt x="7216067" y="1464647"/>
                </a:moveTo>
                <a:cubicBezTo>
                  <a:pt x="7230232" y="1464531"/>
                  <a:pt x="7241725" y="1476025"/>
                  <a:pt x="7241725" y="1490305"/>
                </a:cubicBezTo>
                <a:cubicBezTo>
                  <a:pt x="7241725" y="1504471"/>
                  <a:pt x="7230232" y="1515965"/>
                  <a:pt x="7216067" y="1515965"/>
                </a:cubicBezTo>
                <a:cubicBezTo>
                  <a:pt x="7201902" y="1515965"/>
                  <a:pt x="7190409" y="1504471"/>
                  <a:pt x="7190409" y="1490305"/>
                </a:cubicBezTo>
                <a:cubicBezTo>
                  <a:pt x="7190409" y="1476142"/>
                  <a:pt x="7201902" y="1464647"/>
                  <a:pt x="7216067" y="1464647"/>
                </a:cubicBezTo>
                <a:close/>
                <a:moveTo>
                  <a:pt x="7151863" y="1464647"/>
                </a:moveTo>
                <a:cubicBezTo>
                  <a:pt x="7166033" y="1464647"/>
                  <a:pt x="7177521" y="1476135"/>
                  <a:pt x="7177521" y="1490305"/>
                </a:cubicBezTo>
                <a:cubicBezTo>
                  <a:pt x="7177521" y="1504477"/>
                  <a:pt x="7166033" y="1515964"/>
                  <a:pt x="7151863" y="1515964"/>
                </a:cubicBezTo>
                <a:cubicBezTo>
                  <a:pt x="7137692" y="1515964"/>
                  <a:pt x="7126205" y="1504477"/>
                  <a:pt x="7126205" y="1490305"/>
                </a:cubicBezTo>
                <a:cubicBezTo>
                  <a:pt x="7126205" y="1476135"/>
                  <a:pt x="7137692" y="1464647"/>
                  <a:pt x="7151863" y="1464647"/>
                </a:cubicBezTo>
                <a:close/>
                <a:moveTo>
                  <a:pt x="7087658" y="1464647"/>
                </a:moveTo>
                <a:cubicBezTo>
                  <a:pt x="7101829" y="1464647"/>
                  <a:pt x="7113317" y="1476135"/>
                  <a:pt x="7113317" y="1490305"/>
                </a:cubicBezTo>
                <a:cubicBezTo>
                  <a:pt x="7113317" y="1504477"/>
                  <a:pt x="7101829" y="1515964"/>
                  <a:pt x="7087658" y="1515964"/>
                </a:cubicBezTo>
                <a:cubicBezTo>
                  <a:pt x="7073485" y="1515964"/>
                  <a:pt x="7061998" y="1504477"/>
                  <a:pt x="7061998" y="1490305"/>
                </a:cubicBezTo>
                <a:cubicBezTo>
                  <a:pt x="7061998" y="1476135"/>
                  <a:pt x="7073485" y="1464647"/>
                  <a:pt x="7087658" y="1464647"/>
                </a:cubicBezTo>
                <a:close/>
                <a:moveTo>
                  <a:pt x="6895043" y="1464647"/>
                </a:moveTo>
                <a:cubicBezTo>
                  <a:pt x="6909208" y="1464531"/>
                  <a:pt x="6920701" y="1476025"/>
                  <a:pt x="6920701" y="1490305"/>
                </a:cubicBezTo>
                <a:cubicBezTo>
                  <a:pt x="6920701" y="1504471"/>
                  <a:pt x="6909208" y="1515965"/>
                  <a:pt x="6895043" y="1515965"/>
                </a:cubicBezTo>
                <a:cubicBezTo>
                  <a:pt x="6880878" y="1515965"/>
                  <a:pt x="6869382" y="1504471"/>
                  <a:pt x="6869382" y="1490305"/>
                </a:cubicBezTo>
                <a:cubicBezTo>
                  <a:pt x="6869382" y="1476142"/>
                  <a:pt x="6880878" y="1464647"/>
                  <a:pt x="6895043" y="1464647"/>
                </a:cubicBezTo>
                <a:close/>
                <a:moveTo>
                  <a:pt x="6766631" y="1464647"/>
                </a:moveTo>
                <a:cubicBezTo>
                  <a:pt x="6780802" y="1464647"/>
                  <a:pt x="6792290" y="1476135"/>
                  <a:pt x="6792290" y="1490305"/>
                </a:cubicBezTo>
                <a:cubicBezTo>
                  <a:pt x="6792290" y="1504477"/>
                  <a:pt x="6780802" y="1515964"/>
                  <a:pt x="6766631" y="1515964"/>
                </a:cubicBezTo>
                <a:cubicBezTo>
                  <a:pt x="6752461" y="1515964"/>
                  <a:pt x="6740973" y="1504477"/>
                  <a:pt x="6740973" y="1490305"/>
                </a:cubicBezTo>
                <a:cubicBezTo>
                  <a:pt x="6740973" y="1476135"/>
                  <a:pt x="6752461" y="1464647"/>
                  <a:pt x="6766631" y="1464647"/>
                </a:cubicBezTo>
                <a:close/>
                <a:moveTo>
                  <a:pt x="6702427" y="1464647"/>
                </a:moveTo>
                <a:cubicBezTo>
                  <a:pt x="6716597" y="1464647"/>
                  <a:pt x="6728085" y="1476135"/>
                  <a:pt x="6728085" y="1490305"/>
                </a:cubicBezTo>
                <a:cubicBezTo>
                  <a:pt x="6728085" y="1504477"/>
                  <a:pt x="6716597" y="1515964"/>
                  <a:pt x="6702427" y="1515964"/>
                </a:cubicBezTo>
                <a:cubicBezTo>
                  <a:pt x="6688254" y="1515964"/>
                  <a:pt x="6676766" y="1504477"/>
                  <a:pt x="6676766" y="1490305"/>
                </a:cubicBezTo>
                <a:cubicBezTo>
                  <a:pt x="6676766" y="1476135"/>
                  <a:pt x="6688254" y="1464647"/>
                  <a:pt x="6702427" y="1464647"/>
                </a:cubicBezTo>
                <a:close/>
                <a:moveTo>
                  <a:pt x="6638220" y="1464647"/>
                </a:moveTo>
                <a:cubicBezTo>
                  <a:pt x="6652385" y="1464531"/>
                  <a:pt x="6663881" y="1476025"/>
                  <a:pt x="6663881" y="1490305"/>
                </a:cubicBezTo>
                <a:cubicBezTo>
                  <a:pt x="6663881" y="1504471"/>
                  <a:pt x="6652385" y="1515965"/>
                  <a:pt x="6638220" y="1515965"/>
                </a:cubicBezTo>
                <a:cubicBezTo>
                  <a:pt x="6624055" y="1515965"/>
                  <a:pt x="6612562" y="1504471"/>
                  <a:pt x="6612562" y="1490305"/>
                </a:cubicBezTo>
                <a:cubicBezTo>
                  <a:pt x="6612562" y="1476142"/>
                  <a:pt x="6624055" y="1464647"/>
                  <a:pt x="6638220" y="1464647"/>
                </a:cubicBezTo>
                <a:close/>
                <a:moveTo>
                  <a:pt x="6574016" y="1464647"/>
                </a:moveTo>
                <a:cubicBezTo>
                  <a:pt x="6588181" y="1464531"/>
                  <a:pt x="6599674" y="1476025"/>
                  <a:pt x="6599674" y="1490305"/>
                </a:cubicBezTo>
                <a:cubicBezTo>
                  <a:pt x="6599674" y="1504471"/>
                  <a:pt x="6588181" y="1515965"/>
                  <a:pt x="6574016" y="1515965"/>
                </a:cubicBezTo>
                <a:cubicBezTo>
                  <a:pt x="6559851" y="1515965"/>
                  <a:pt x="6548357" y="1504471"/>
                  <a:pt x="6548357" y="1490305"/>
                </a:cubicBezTo>
                <a:cubicBezTo>
                  <a:pt x="6548357" y="1476142"/>
                  <a:pt x="6559851" y="1464647"/>
                  <a:pt x="6574016" y="1464647"/>
                </a:cubicBezTo>
                <a:close/>
                <a:moveTo>
                  <a:pt x="6381282" y="1464647"/>
                </a:moveTo>
                <a:cubicBezTo>
                  <a:pt x="6395455" y="1464647"/>
                  <a:pt x="6406943" y="1476135"/>
                  <a:pt x="6406943" y="1490305"/>
                </a:cubicBezTo>
                <a:cubicBezTo>
                  <a:pt x="6406943" y="1504477"/>
                  <a:pt x="6395455" y="1515964"/>
                  <a:pt x="6381282" y="1515964"/>
                </a:cubicBezTo>
                <a:cubicBezTo>
                  <a:pt x="6367112" y="1515964"/>
                  <a:pt x="6355624" y="1504477"/>
                  <a:pt x="6355624" y="1490305"/>
                </a:cubicBezTo>
                <a:cubicBezTo>
                  <a:pt x="6355624" y="1476135"/>
                  <a:pt x="6367112" y="1464647"/>
                  <a:pt x="6381282" y="1464647"/>
                </a:cubicBezTo>
                <a:close/>
                <a:moveTo>
                  <a:pt x="6317078" y="1464647"/>
                </a:moveTo>
                <a:cubicBezTo>
                  <a:pt x="6331243" y="1464531"/>
                  <a:pt x="6342736" y="1476025"/>
                  <a:pt x="6342736" y="1490305"/>
                </a:cubicBezTo>
                <a:cubicBezTo>
                  <a:pt x="6342736" y="1504471"/>
                  <a:pt x="6331243" y="1515965"/>
                  <a:pt x="6317078" y="1515965"/>
                </a:cubicBezTo>
                <a:cubicBezTo>
                  <a:pt x="6302913" y="1515965"/>
                  <a:pt x="6291420" y="1504471"/>
                  <a:pt x="6291420" y="1490305"/>
                </a:cubicBezTo>
                <a:cubicBezTo>
                  <a:pt x="6291420" y="1476142"/>
                  <a:pt x="6302913" y="1464647"/>
                  <a:pt x="6317078" y="1464647"/>
                </a:cubicBezTo>
                <a:close/>
                <a:moveTo>
                  <a:pt x="6252873" y="1464647"/>
                </a:moveTo>
                <a:cubicBezTo>
                  <a:pt x="6267036" y="1464531"/>
                  <a:pt x="6278532" y="1476025"/>
                  <a:pt x="6278532" y="1490305"/>
                </a:cubicBezTo>
                <a:cubicBezTo>
                  <a:pt x="6278532" y="1504471"/>
                  <a:pt x="6267036" y="1515965"/>
                  <a:pt x="6252873" y="1515965"/>
                </a:cubicBezTo>
                <a:cubicBezTo>
                  <a:pt x="6238708" y="1515965"/>
                  <a:pt x="6227213" y="1504471"/>
                  <a:pt x="6227213" y="1490305"/>
                </a:cubicBezTo>
                <a:cubicBezTo>
                  <a:pt x="6227213" y="1476142"/>
                  <a:pt x="6238708" y="1464647"/>
                  <a:pt x="6252873" y="1464647"/>
                </a:cubicBezTo>
                <a:close/>
                <a:moveTo>
                  <a:pt x="6188666" y="1464647"/>
                </a:moveTo>
                <a:cubicBezTo>
                  <a:pt x="6202831" y="1464531"/>
                  <a:pt x="6214327" y="1476025"/>
                  <a:pt x="6214327" y="1490305"/>
                </a:cubicBezTo>
                <a:cubicBezTo>
                  <a:pt x="6214327" y="1504471"/>
                  <a:pt x="6202831" y="1515965"/>
                  <a:pt x="6188666" y="1515965"/>
                </a:cubicBezTo>
                <a:cubicBezTo>
                  <a:pt x="6174504" y="1515965"/>
                  <a:pt x="6163008" y="1504471"/>
                  <a:pt x="6163008" y="1490305"/>
                </a:cubicBezTo>
                <a:cubicBezTo>
                  <a:pt x="6163008" y="1476142"/>
                  <a:pt x="6174504" y="1464647"/>
                  <a:pt x="6188666" y="1464647"/>
                </a:cubicBezTo>
                <a:close/>
                <a:moveTo>
                  <a:pt x="6124462" y="1464647"/>
                </a:moveTo>
                <a:cubicBezTo>
                  <a:pt x="6138627" y="1464531"/>
                  <a:pt x="6150123" y="1476025"/>
                  <a:pt x="6150123" y="1490305"/>
                </a:cubicBezTo>
                <a:cubicBezTo>
                  <a:pt x="6150123" y="1504471"/>
                  <a:pt x="6138627" y="1515965"/>
                  <a:pt x="6124462" y="1515965"/>
                </a:cubicBezTo>
                <a:cubicBezTo>
                  <a:pt x="6110297" y="1515965"/>
                  <a:pt x="6098804" y="1504471"/>
                  <a:pt x="6098804" y="1490305"/>
                </a:cubicBezTo>
                <a:cubicBezTo>
                  <a:pt x="6098804" y="1476142"/>
                  <a:pt x="6110297" y="1464647"/>
                  <a:pt x="6124462" y="1464647"/>
                </a:cubicBezTo>
                <a:close/>
                <a:moveTo>
                  <a:pt x="6064505" y="1464647"/>
                </a:moveTo>
                <a:cubicBezTo>
                  <a:pt x="6078666" y="1464531"/>
                  <a:pt x="6090163" y="1476025"/>
                  <a:pt x="6090163" y="1490305"/>
                </a:cubicBezTo>
                <a:cubicBezTo>
                  <a:pt x="6090163" y="1504471"/>
                  <a:pt x="6078666" y="1515965"/>
                  <a:pt x="6064505" y="1515965"/>
                </a:cubicBezTo>
                <a:cubicBezTo>
                  <a:pt x="6050336" y="1515965"/>
                  <a:pt x="6038844" y="1504471"/>
                  <a:pt x="6038844" y="1490305"/>
                </a:cubicBezTo>
                <a:cubicBezTo>
                  <a:pt x="6038844" y="1476142"/>
                  <a:pt x="6050336" y="1464647"/>
                  <a:pt x="6064505" y="1464647"/>
                </a:cubicBezTo>
                <a:close/>
                <a:moveTo>
                  <a:pt x="6000298" y="1464647"/>
                </a:moveTo>
                <a:cubicBezTo>
                  <a:pt x="6014463" y="1464531"/>
                  <a:pt x="6025956" y="1476025"/>
                  <a:pt x="6025956" y="1490305"/>
                </a:cubicBezTo>
                <a:cubicBezTo>
                  <a:pt x="6025956" y="1504471"/>
                  <a:pt x="6014463" y="1515965"/>
                  <a:pt x="6000298" y="1515965"/>
                </a:cubicBezTo>
                <a:cubicBezTo>
                  <a:pt x="5986133" y="1515965"/>
                  <a:pt x="5974639" y="1504471"/>
                  <a:pt x="5974639" y="1490305"/>
                </a:cubicBezTo>
                <a:cubicBezTo>
                  <a:pt x="5974639" y="1476142"/>
                  <a:pt x="5986133" y="1464647"/>
                  <a:pt x="6000298" y="1464647"/>
                </a:cubicBezTo>
                <a:close/>
                <a:moveTo>
                  <a:pt x="5936092" y="1464647"/>
                </a:moveTo>
                <a:cubicBezTo>
                  <a:pt x="5950255" y="1464531"/>
                  <a:pt x="5961751" y="1476025"/>
                  <a:pt x="5961751" y="1490305"/>
                </a:cubicBezTo>
                <a:cubicBezTo>
                  <a:pt x="5961751" y="1504471"/>
                  <a:pt x="5950255" y="1515965"/>
                  <a:pt x="5936092" y="1515965"/>
                </a:cubicBezTo>
                <a:cubicBezTo>
                  <a:pt x="5921928" y="1515965"/>
                  <a:pt x="5910435" y="1504471"/>
                  <a:pt x="5910435" y="1490305"/>
                </a:cubicBezTo>
                <a:cubicBezTo>
                  <a:pt x="5910435" y="1476142"/>
                  <a:pt x="5921928" y="1464647"/>
                  <a:pt x="5936092" y="1464647"/>
                </a:cubicBezTo>
                <a:close/>
                <a:moveTo>
                  <a:pt x="5743477" y="1464647"/>
                </a:moveTo>
                <a:cubicBezTo>
                  <a:pt x="5757648" y="1464647"/>
                  <a:pt x="5769136" y="1476135"/>
                  <a:pt x="5769136" y="1490305"/>
                </a:cubicBezTo>
                <a:cubicBezTo>
                  <a:pt x="5769136" y="1504477"/>
                  <a:pt x="5757648" y="1515964"/>
                  <a:pt x="5743477" y="1515964"/>
                </a:cubicBezTo>
                <a:cubicBezTo>
                  <a:pt x="5729307" y="1515964"/>
                  <a:pt x="5717818" y="1504477"/>
                  <a:pt x="5717818" y="1490305"/>
                </a:cubicBezTo>
                <a:cubicBezTo>
                  <a:pt x="5717818" y="1476135"/>
                  <a:pt x="5729307" y="1464647"/>
                  <a:pt x="5743477" y="1464647"/>
                </a:cubicBezTo>
                <a:close/>
                <a:moveTo>
                  <a:pt x="5679272" y="1464647"/>
                </a:moveTo>
                <a:cubicBezTo>
                  <a:pt x="5693437" y="1464531"/>
                  <a:pt x="5704930" y="1476025"/>
                  <a:pt x="5704930" y="1490305"/>
                </a:cubicBezTo>
                <a:cubicBezTo>
                  <a:pt x="5704930" y="1504471"/>
                  <a:pt x="5693437" y="1515965"/>
                  <a:pt x="5679272" y="1515965"/>
                </a:cubicBezTo>
                <a:cubicBezTo>
                  <a:pt x="5665108" y="1515965"/>
                  <a:pt x="5653614" y="1504471"/>
                  <a:pt x="5653614" y="1490305"/>
                </a:cubicBezTo>
                <a:cubicBezTo>
                  <a:pt x="5653614" y="1476142"/>
                  <a:pt x="5665108" y="1464647"/>
                  <a:pt x="5679272" y="1464647"/>
                </a:cubicBezTo>
                <a:close/>
                <a:moveTo>
                  <a:pt x="5615066" y="1464647"/>
                </a:moveTo>
                <a:cubicBezTo>
                  <a:pt x="5629231" y="1464531"/>
                  <a:pt x="5640726" y="1476025"/>
                  <a:pt x="5640726" y="1490305"/>
                </a:cubicBezTo>
                <a:cubicBezTo>
                  <a:pt x="5640726" y="1504471"/>
                  <a:pt x="5629231" y="1515965"/>
                  <a:pt x="5615066" y="1515965"/>
                </a:cubicBezTo>
                <a:cubicBezTo>
                  <a:pt x="5600901" y="1515965"/>
                  <a:pt x="5589407" y="1504471"/>
                  <a:pt x="5589407" y="1490305"/>
                </a:cubicBezTo>
                <a:cubicBezTo>
                  <a:pt x="5589407" y="1476142"/>
                  <a:pt x="5600901" y="1464647"/>
                  <a:pt x="5615066" y="1464647"/>
                </a:cubicBezTo>
                <a:close/>
                <a:moveTo>
                  <a:pt x="5550862" y="1464647"/>
                </a:moveTo>
                <a:cubicBezTo>
                  <a:pt x="5565027" y="1464531"/>
                  <a:pt x="5576520" y="1476025"/>
                  <a:pt x="5576520" y="1490305"/>
                </a:cubicBezTo>
                <a:cubicBezTo>
                  <a:pt x="5576520" y="1504471"/>
                  <a:pt x="5565027" y="1515965"/>
                  <a:pt x="5550862" y="1515965"/>
                </a:cubicBezTo>
                <a:cubicBezTo>
                  <a:pt x="5536697" y="1515965"/>
                  <a:pt x="5525203" y="1504471"/>
                  <a:pt x="5525203" y="1490305"/>
                </a:cubicBezTo>
                <a:cubicBezTo>
                  <a:pt x="5525203" y="1476142"/>
                  <a:pt x="5536697" y="1464647"/>
                  <a:pt x="5550862" y="1464647"/>
                </a:cubicBezTo>
                <a:close/>
                <a:moveTo>
                  <a:pt x="5486655" y="1464647"/>
                </a:moveTo>
                <a:cubicBezTo>
                  <a:pt x="5500819" y="1464531"/>
                  <a:pt x="5512316" y="1476025"/>
                  <a:pt x="5512316" y="1490305"/>
                </a:cubicBezTo>
                <a:cubicBezTo>
                  <a:pt x="5512316" y="1504471"/>
                  <a:pt x="5500819" y="1515965"/>
                  <a:pt x="5486655" y="1515965"/>
                </a:cubicBezTo>
                <a:cubicBezTo>
                  <a:pt x="5472491" y="1515965"/>
                  <a:pt x="5460997" y="1504471"/>
                  <a:pt x="5460997" y="1490305"/>
                </a:cubicBezTo>
                <a:cubicBezTo>
                  <a:pt x="5460997" y="1476142"/>
                  <a:pt x="5472491" y="1464647"/>
                  <a:pt x="5486655" y="1464647"/>
                </a:cubicBezTo>
                <a:close/>
                <a:moveTo>
                  <a:pt x="5422451" y="1464647"/>
                </a:moveTo>
                <a:cubicBezTo>
                  <a:pt x="5436621" y="1464647"/>
                  <a:pt x="5448109" y="1476135"/>
                  <a:pt x="5448109" y="1490305"/>
                </a:cubicBezTo>
                <a:cubicBezTo>
                  <a:pt x="5448109" y="1504477"/>
                  <a:pt x="5436621" y="1515964"/>
                  <a:pt x="5422451" y="1515964"/>
                </a:cubicBezTo>
                <a:cubicBezTo>
                  <a:pt x="5408280" y="1515964"/>
                  <a:pt x="5396791" y="1504477"/>
                  <a:pt x="5396791" y="1490305"/>
                </a:cubicBezTo>
                <a:cubicBezTo>
                  <a:pt x="5396791" y="1476135"/>
                  <a:pt x="5408280" y="1464647"/>
                  <a:pt x="5422451" y="1464647"/>
                </a:cubicBezTo>
                <a:close/>
                <a:moveTo>
                  <a:pt x="5358245" y="1464647"/>
                </a:moveTo>
                <a:cubicBezTo>
                  <a:pt x="5372417" y="1464647"/>
                  <a:pt x="5383904" y="1476135"/>
                  <a:pt x="5383904" y="1490305"/>
                </a:cubicBezTo>
                <a:cubicBezTo>
                  <a:pt x="5383904" y="1504477"/>
                  <a:pt x="5372417" y="1515964"/>
                  <a:pt x="5358245" y="1515964"/>
                </a:cubicBezTo>
                <a:cubicBezTo>
                  <a:pt x="5344076" y="1515964"/>
                  <a:pt x="5332587" y="1504477"/>
                  <a:pt x="5332587" y="1490305"/>
                </a:cubicBezTo>
                <a:cubicBezTo>
                  <a:pt x="5332587" y="1476135"/>
                  <a:pt x="5344076" y="1464647"/>
                  <a:pt x="5358245" y="1464647"/>
                </a:cubicBezTo>
                <a:close/>
                <a:moveTo>
                  <a:pt x="5229719" y="1464647"/>
                </a:moveTo>
                <a:cubicBezTo>
                  <a:pt x="5243999" y="1464531"/>
                  <a:pt x="5255377" y="1476025"/>
                  <a:pt x="5255377" y="1490305"/>
                </a:cubicBezTo>
                <a:cubicBezTo>
                  <a:pt x="5255377" y="1504471"/>
                  <a:pt x="5243883" y="1515965"/>
                  <a:pt x="5229719" y="1515965"/>
                </a:cubicBezTo>
                <a:cubicBezTo>
                  <a:pt x="5215554" y="1515965"/>
                  <a:pt x="5204058" y="1504471"/>
                  <a:pt x="5204058" y="1490305"/>
                </a:cubicBezTo>
                <a:cubicBezTo>
                  <a:pt x="5204058" y="1476142"/>
                  <a:pt x="5215554" y="1464647"/>
                  <a:pt x="5229719" y="1464647"/>
                </a:cubicBezTo>
                <a:close/>
                <a:moveTo>
                  <a:pt x="5101309" y="1464647"/>
                </a:moveTo>
                <a:cubicBezTo>
                  <a:pt x="5115473" y="1464531"/>
                  <a:pt x="5126967" y="1476025"/>
                  <a:pt x="5126967" y="1490305"/>
                </a:cubicBezTo>
                <a:cubicBezTo>
                  <a:pt x="5126967" y="1504471"/>
                  <a:pt x="5115473" y="1515965"/>
                  <a:pt x="5101309" y="1515965"/>
                </a:cubicBezTo>
                <a:cubicBezTo>
                  <a:pt x="5087142" y="1515965"/>
                  <a:pt x="5075649" y="1504471"/>
                  <a:pt x="5075649" y="1490305"/>
                </a:cubicBezTo>
                <a:cubicBezTo>
                  <a:pt x="5075649" y="1476142"/>
                  <a:pt x="5087142" y="1464647"/>
                  <a:pt x="5101309" y="1464647"/>
                </a:cubicBezTo>
                <a:close/>
                <a:moveTo>
                  <a:pt x="5037104" y="1464647"/>
                </a:moveTo>
                <a:cubicBezTo>
                  <a:pt x="5051273" y="1464647"/>
                  <a:pt x="5062762" y="1476135"/>
                  <a:pt x="5062762" y="1490305"/>
                </a:cubicBezTo>
                <a:cubicBezTo>
                  <a:pt x="5062762" y="1504477"/>
                  <a:pt x="5051273" y="1515964"/>
                  <a:pt x="5037104" y="1515964"/>
                </a:cubicBezTo>
                <a:cubicBezTo>
                  <a:pt x="5022930" y="1515964"/>
                  <a:pt x="5011444" y="1504477"/>
                  <a:pt x="5011444" y="1490305"/>
                </a:cubicBezTo>
                <a:cubicBezTo>
                  <a:pt x="5011444" y="1476135"/>
                  <a:pt x="5022930" y="1464647"/>
                  <a:pt x="5037104" y="1464647"/>
                </a:cubicBezTo>
                <a:close/>
                <a:moveTo>
                  <a:pt x="4972896" y="1464647"/>
                </a:moveTo>
                <a:cubicBezTo>
                  <a:pt x="4987063" y="1464531"/>
                  <a:pt x="4998557" y="1476025"/>
                  <a:pt x="4998557" y="1490305"/>
                </a:cubicBezTo>
                <a:cubicBezTo>
                  <a:pt x="4998557" y="1504471"/>
                  <a:pt x="4987063" y="1515965"/>
                  <a:pt x="4972896" y="1515965"/>
                </a:cubicBezTo>
                <a:cubicBezTo>
                  <a:pt x="4958732" y="1515965"/>
                  <a:pt x="4947240" y="1504471"/>
                  <a:pt x="4947240" y="1490305"/>
                </a:cubicBezTo>
                <a:cubicBezTo>
                  <a:pt x="4947240" y="1476142"/>
                  <a:pt x="4958732" y="1464647"/>
                  <a:pt x="4972896" y="1464647"/>
                </a:cubicBezTo>
                <a:close/>
                <a:moveTo>
                  <a:pt x="4908693" y="1464647"/>
                </a:moveTo>
                <a:cubicBezTo>
                  <a:pt x="4922857" y="1464531"/>
                  <a:pt x="4934352" y="1476025"/>
                  <a:pt x="4934352" y="1490305"/>
                </a:cubicBezTo>
                <a:cubicBezTo>
                  <a:pt x="4934352" y="1504471"/>
                  <a:pt x="4922857" y="1515965"/>
                  <a:pt x="4908693" y="1515965"/>
                </a:cubicBezTo>
                <a:cubicBezTo>
                  <a:pt x="4894527" y="1515965"/>
                  <a:pt x="4883033" y="1504471"/>
                  <a:pt x="4883033" y="1490305"/>
                </a:cubicBezTo>
                <a:cubicBezTo>
                  <a:pt x="4883033" y="1476142"/>
                  <a:pt x="4894527" y="1464647"/>
                  <a:pt x="4908693" y="1464647"/>
                </a:cubicBezTo>
                <a:close/>
                <a:moveTo>
                  <a:pt x="4844487" y="1464647"/>
                </a:moveTo>
                <a:cubicBezTo>
                  <a:pt x="4858650" y="1464531"/>
                  <a:pt x="4870146" y="1476025"/>
                  <a:pt x="4870146" y="1490305"/>
                </a:cubicBezTo>
                <a:cubicBezTo>
                  <a:pt x="4870146" y="1504471"/>
                  <a:pt x="4858650" y="1515965"/>
                  <a:pt x="4844487" y="1515965"/>
                </a:cubicBezTo>
                <a:cubicBezTo>
                  <a:pt x="4830322" y="1515965"/>
                  <a:pt x="4818828" y="1504471"/>
                  <a:pt x="4818828" y="1490305"/>
                </a:cubicBezTo>
                <a:cubicBezTo>
                  <a:pt x="4818828" y="1476142"/>
                  <a:pt x="4830322" y="1464647"/>
                  <a:pt x="4844487" y="1464647"/>
                </a:cubicBezTo>
                <a:close/>
                <a:moveTo>
                  <a:pt x="4780282" y="1464647"/>
                </a:moveTo>
                <a:cubicBezTo>
                  <a:pt x="4794447" y="1464531"/>
                  <a:pt x="4805941" y="1476025"/>
                  <a:pt x="4805941" y="1490305"/>
                </a:cubicBezTo>
                <a:cubicBezTo>
                  <a:pt x="4805941" y="1504471"/>
                  <a:pt x="4794447" y="1515965"/>
                  <a:pt x="4780282" y="1515965"/>
                </a:cubicBezTo>
                <a:cubicBezTo>
                  <a:pt x="4766118" y="1515965"/>
                  <a:pt x="4754622" y="1504471"/>
                  <a:pt x="4754622" y="1490305"/>
                </a:cubicBezTo>
                <a:cubicBezTo>
                  <a:pt x="4754622" y="1476142"/>
                  <a:pt x="4766118" y="1464647"/>
                  <a:pt x="4780282" y="1464647"/>
                </a:cubicBezTo>
                <a:close/>
                <a:moveTo>
                  <a:pt x="4651872" y="1464647"/>
                </a:moveTo>
                <a:cubicBezTo>
                  <a:pt x="4666042" y="1464647"/>
                  <a:pt x="4677531" y="1476135"/>
                  <a:pt x="4677531" y="1490305"/>
                </a:cubicBezTo>
                <a:cubicBezTo>
                  <a:pt x="4677531" y="1504477"/>
                  <a:pt x="4666042" y="1515964"/>
                  <a:pt x="4651872" y="1515964"/>
                </a:cubicBezTo>
                <a:cubicBezTo>
                  <a:pt x="4637700" y="1515964"/>
                  <a:pt x="4626213" y="1504477"/>
                  <a:pt x="4626213" y="1490305"/>
                </a:cubicBezTo>
                <a:cubicBezTo>
                  <a:pt x="4626213" y="1476135"/>
                  <a:pt x="4637700" y="1464647"/>
                  <a:pt x="4651872" y="1464647"/>
                </a:cubicBezTo>
                <a:close/>
                <a:moveTo>
                  <a:pt x="4587666" y="1464647"/>
                </a:moveTo>
                <a:cubicBezTo>
                  <a:pt x="4601830" y="1464531"/>
                  <a:pt x="4613324" y="1476025"/>
                  <a:pt x="4613324" y="1490305"/>
                </a:cubicBezTo>
                <a:cubicBezTo>
                  <a:pt x="4613324" y="1504471"/>
                  <a:pt x="4601830" y="1515965"/>
                  <a:pt x="4587666" y="1515965"/>
                </a:cubicBezTo>
                <a:cubicBezTo>
                  <a:pt x="4573501" y="1515965"/>
                  <a:pt x="4562007" y="1504471"/>
                  <a:pt x="4562007" y="1490305"/>
                </a:cubicBezTo>
                <a:cubicBezTo>
                  <a:pt x="4562007" y="1476142"/>
                  <a:pt x="4573501" y="1464647"/>
                  <a:pt x="4587666" y="1464647"/>
                </a:cubicBezTo>
                <a:close/>
                <a:moveTo>
                  <a:pt x="4523461" y="1464647"/>
                </a:moveTo>
                <a:cubicBezTo>
                  <a:pt x="4537626" y="1464531"/>
                  <a:pt x="4549121" y="1476025"/>
                  <a:pt x="4549121" y="1490305"/>
                </a:cubicBezTo>
                <a:cubicBezTo>
                  <a:pt x="4549121" y="1504471"/>
                  <a:pt x="4537626" y="1515965"/>
                  <a:pt x="4523461" y="1515965"/>
                </a:cubicBezTo>
                <a:cubicBezTo>
                  <a:pt x="4509296" y="1515965"/>
                  <a:pt x="4497802" y="1504471"/>
                  <a:pt x="4497802" y="1490305"/>
                </a:cubicBezTo>
                <a:cubicBezTo>
                  <a:pt x="4497802" y="1476142"/>
                  <a:pt x="4509296" y="1464647"/>
                  <a:pt x="4523461" y="1464647"/>
                </a:cubicBezTo>
                <a:close/>
                <a:moveTo>
                  <a:pt x="4395050" y="1464647"/>
                </a:moveTo>
                <a:cubicBezTo>
                  <a:pt x="4409214" y="1464531"/>
                  <a:pt x="4420710" y="1476025"/>
                  <a:pt x="4420710" y="1490305"/>
                </a:cubicBezTo>
                <a:cubicBezTo>
                  <a:pt x="4420710" y="1504471"/>
                  <a:pt x="4409214" y="1515965"/>
                  <a:pt x="4395050" y="1515965"/>
                </a:cubicBezTo>
                <a:cubicBezTo>
                  <a:pt x="4380886" y="1515965"/>
                  <a:pt x="4369391" y="1504471"/>
                  <a:pt x="4369391" y="1490305"/>
                </a:cubicBezTo>
                <a:cubicBezTo>
                  <a:pt x="4369391" y="1476142"/>
                  <a:pt x="4380886" y="1464647"/>
                  <a:pt x="4395050" y="1464647"/>
                </a:cubicBezTo>
                <a:close/>
                <a:moveTo>
                  <a:pt x="4202435" y="1464647"/>
                </a:moveTo>
                <a:cubicBezTo>
                  <a:pt x="4216598" y="1464531"/>
                  <a:pt x="4228093" y="1476025"/>
                  <a:pt x="4228093" y="1490305"/>
                </a:cubicBezTo>
                <a:cubicBezTo>
                  <a:pt x="4228093" y="1504471"/>
                  <a:pt x="4216598" y="1515965"/>
                  <a:pt x="4202435" y="1515965"/>
                </a:cubicBezTo>
                <a:cubicBezTo>
                  <a:pt x="4188268" y="1515965"/>
                  <a:pt x="4176776" y="1504471"/>
                  <a:pt x="4176776" y="1490305"/>
                </a:cubicBezTo>
                <a:cubicBezTo>
                  <a:pt x="4176776" y="1476142"/>
                  <a:pt x="4188268" y="1464647"/>
                  <a:pt x="4202435" y="1464647"/>
                </a:cubicBezTo>
                <a:close/>
                <a:moveTo>
                  <a:pt x="4009702" y="1464647"/>
                </a:moveTo>
                <a:cubicBezTo>
                  <a:pt x="4023866" y="1464531"/>
                  <a:pt x="4035362" y="1476025"/>
                  <a:pt x="4035362" y="1490305"/>
                </a:cubicBezTo>
                <a:cubicBezTo>
                  <a:pt x="4035362" y="1504471"/>
                  <a:pt x="4023866" y="1515965"/>
                  <a:pt x="4009702" y="1515965"/>
                </a:cubicBezTo>
                <a:cubicBezTo>
                  <a:pt x="3995538" y="1515965"/>
                  <a:pt x="3984043" y="1504471"/>
                  <a:pt x="3984043" y="1490305"/>
                </a:cubicBezTo>
                <a:cubicBezTo>
                  <a:pt x="3984043" y="1476142"/>
                  <a:pt x="3995538" y="1464647"/>
                  <a:pt x="4009702" y="1464647"/>
                </a:cubicBezTo>
                <a:close/>
                <a:moveTo>
                  <a:pt x="3881291" y="1464647"/>
                </a:moveTo>
                <a:cubicBezTo>
                  <a:pt x="3895456" y="1464531"/>
                  <a:pt x="3906950" y="1476025"/>
                  <a:pt x="3906950" y="1490305"/>
                </a:cubicBezTo>
                <a:cubicBezTo>
                  <a:pt x="3906950" y="1504471"/>
                  <a:pt x="3895456" y="1515965"/>
                  <a:pt x="3881291" y="1515965"/>
                </a:cubicBezTo>
                <a:cubicBezTo>
                  <a:pt x="3867127" y="1515965"/>
                  <a:pt x="3855633" y="1504471"/>
                  <a:pt x="3855633" y="1490305"/>
                </a:cubicBezTo>
                <a:cubicBezTo>
                  <a:pt x="3855633" y="1476142"/>
                  <a:pt x="3867127" y="1464647"/>
                  <a:pt x="3881291" y="1464647"/>
                </a:cubicBezTo>
                <a:close/>
                <a:moveTo>
                  <a:pt x="3817085" y="1464647"/>
                </a:moveTo>
                <a:cubicBezTo>
                  <a:pt x="3831252" y="1464531"/>
                  <a:pt x="3842745" y="1476025"/>
                  <a:pt x="3842745" y="1490305"/>
                </a:cubicBezTo>
                <a:cubicBezTo>
                  <a:pt x="3842745" y="1504471"/>
                  <a:pt x="3831252" y="1515965"/>
                  <a:pt x="3817085" y="1515965"/>
                </a:cubicBezTo>
                <a:cubicBezTo>
                  <a:pt x="3802921" y="1515965"/>
                  <a:pt x="3791427" y="1504471"/>
                  <a:pt x="3791427" y="1490305"/>
                </a:cubicBezTo>
                <a:cubicBezTo>
                  <a:pt x="3791427" y="1476142"/>
                  <a:pt x="3802921" y="1464647"/>
                  <a:pt x="3817085" y="1464647"/>
                </a:cubicBezTo>
                <a:close/>
                <a:moveTo>
                  <a:pt x="3752882" y="1464647"/>
                </a:moveTo>
                <a:cubicBezTo>
                  <a:pt x="3767045" y="1464531"/>
                  <a:pt x="3778539" y="1476025"/>
                  <a:pt x="3778539" y="1490305"/>
                </a:cubicBezTo>
                <a:cubicBezTo>
                  <a:pt x="3778539" y="1504471"/>
                  <a:pt x="3767045" y="1515965"/>
                  <a:pt x="3752882" y="1515965"/>
                </a:cubicBezTo>
                <a:cubicBezTo>
                  <a:pt x="3738717" y="1515965"/>
                  <a:pt x="3727221" y="1504471"/>
                  <a:pt x="3727221" y="1490305"/>
                </a:cubicBezTo>
                <a:cubicBezTo>
                  <a:pt x="3727221" y="1476142"/>
                  <a:pt x="3738717" y="1464647"/>
                  <a:pt x="3752882" y="1464647"/>
                </a:cubicBezTo>
                <a:close/>
                <a:moveTo>
                  <a:pt x="3688674" y="1464647"/>
                </a:moveTo>
                <a:cubicBezTo>
                  <a:pt x="3702840" y="1464531"/>
                  <a:pt x="3714335" y="1476025"/>
                  <a:pt x="3714335" y="1490305"/>
                </a:cubicBezTo>
                <a:cubicBezTo>
                  <a:pt x="3714335" y="1504471"/>
                  <a:pt x="3702840" y="1515965"/>
                  <a:pt x="3688674" y="1515965"/>
                </a:cubicBezTo>
                <a:cubicBezTo>
                  <a:pt x="3674510" y="1515965"/>
                  <a:pt x="3663017" y="1504471"/>
                  <a:pt x="3663017" y="1490305"/>
                </a:cubicBezTo>
                <a:cubicBezTo>
                  <a:pt x="3663017" y="1476142"/>
                  <a:pt x="3674510" y="1464647"/>
                  <a:pt x="3688674" y="1464647"/>
                </a:cubicBezTo>
                <a:close/>
                <a:moveTo>
                  <a:pt x="3624472" y="1464647"/>
                </a:moveTo>
                <a:cubicBezTo>
                  <a:pt x="3638640" y="1464647"/>
                  <a:pt x="3650129" y="1476135"/>
                  <a:pt x="3650129" y="1490305"/>
                </a:cubicBezTo>
                <a:cubicBezTo>
                  <a:pt x="3650129" y="1504477"/>
                  <a:pt x="3638640" y="1515964"/>
                  <a:pt x="3624472" y="1515964"/>
                </a:cubicBezTo>
                <a:cubicBezTo>
                  <a:pt x="3610300" y="1515964"/>
                  <a:pt x="3598810" y="1504477"/>
                  <a:pt x="3598810" y="1490305"/>
                </a:cubicBezTo>
                <a:cubicBezTo>
                  <a:pt x="3598810" y="1476135"/>
                  <a:pt x="3610300" y="1464647"/>
                  <a:pt x="3624472" y="1464647"/>
                </a:cubicBezTo>
                <a:close/>
                <a:moveTo>
                  <a:pt x="3431855" y="1464647"/>
                </a:moveTo>
                <a:cubicBezTo>
                  <a:pt x="3446019" y="1464531"/>
                  <a:pt x="3457512" y="1476025"/>
                  <a:pt x="3457512" y="1490305"/>
                </a:cubicBezTo>
                <a:cubicBezTo>
                  <a:pt x="3457512" y="1504471"/>
                  <a:pt x="3446019" y="1515965"/>
                  <a:pt x="3431855" y="1515965"/>
                </a:cubicBezTo>
                <a:cubicBezTo>
                  <a:pt x="3417690" y="1515965"/>
                  <a:pt x="3406196" y="1504471"/>
                  <a:pt x="3406196" y="1490305"/>
                </a:cubicBezTo>
                <a:cubicBezTo>
                  <a:pt x="3406196" y="1476142"/>
                  <a:pt x="3417690" y="1464647"/>
                  <a:pt x="3431855" y="1464647"/>
                </a:cubicBezTo>
                <a:close/>
                <a:moveTo>
                  <a:pt x="3367649" y="1464647"/>
                </a:moveTo>
                <a:cubicBezTo>
                  <a:pt x="3381813" y="1464531"/>
                  <a:pt x="3393308" y="1476025"/>
                  <a:pt x="3393308" y="1490305"/>
                </a:cubicBezTo>
                <a:cubicBezTo>
                  <a:pt x="3393308" y="1504471"/>
                  <a:pt x="3381813" y="1515965"/>
                  <a:pt x="3367649" y="1515965"/>
                </a:cubicBezTo>
                <a:cubicBezTo>
                  <a:pt x="3353484" y="1515965"/>
                  <a:pt x="3341990" y="1504471"/>
                  <a:pt x="3341990" y="1490305"/>
                </a:cubicBezTo>
                <a:cubicBezTo>
                  <a:pt x="3341990" y="1476142"/>
                  <a:pt x="3353484" y="1464647"/>
                  <a:pt x="3367649" y="1464647"/>
                </a:cubicBezTo>
                <a:close/>
                <a:moveTo>
                  <a:pt x="3303444" y="1464647"/>
                </a:moveTo>
                <a:cubicBezTo>
                  <a:pt x="3317609" y="1464531"/>
                  <a:pt x="3329102" y="1476025"/>
                  <a:pt x="3329102" y="1490305"/>
                </a:cubicBezTo>
                <a:cubicBezTo>
                  <a:pt x="3329102" y="1504471"/>
                  <a:pt x="3317609" y="1515965"/>
                  <a:pt x="3303444" y="1515965"/>
                </a:cubicBezTo>
                <a:cubicBezTo>
                  <a:pt x="3289279" y="1515965"/>
                  <a:pt x="3277785" y="1504471"/>
                  <a:pt x="3277785" y="1490305"/>
                </a:cubicBezTo>
                <a:cubicBezTo>
                  <a:pt x="3277785" y="1476142"/>
                  <a:pt x="3289279" y="1464647"/>
                  <a:pt x="3303444" y="1464647"/>
                </a:cubicBezTo>
                <a:close/>
                <a:moveTo>
                  <a:pt x="3239238" y="1464647"/>
                </a:moveTo>
                <a:cubicBezTo>
                  <a:pt x="3253410" y="1464647"/>
                  <a:pt x="3264898" y="1476135"/>
                  <a:pt x="3264898" y="1490305"/>
                </a:cubicBezTo>
                <a:cubicBezTo>
                  <a:pt x="3264898" y="1504477"/>
                  <a:pt x="3253410" y="1515964"/>
                  <a:pt x="3239238" y="1515964"/>
                </a:cubicBezTo>
                <a:cubicBezTo>
                  <a:pt x="3225068" y="1515964"/>
                  <a:pt x="3213580" y="1504477"/>
                  <a:pt x="3213580" y="1490305"/>
                </a:cubicBezTo>
                <a:cubicBezTo>
                  <a:pt x="3213580" y="1476135"/>
                  <a:pt x="3225068" y="1464647"/>
                  <a:pt x="3239238" y="1464647"/>
                </a:cubicBezTo>
                <a:close/>
                <a:moveTo>
                  <a:pt x="3110828" y="1464647"/>
                </a:moveTo>
                <a:cubicBezTo>
                  <a:pt x="3124992" y="1464531"/>
                  <a:pt x="3136487" y="1476025"/>
                  <a:pt x="3136487" y="1490305"/>
                </a:cubicBezTo>
                <a:cubicBezTo>
                  <a:pt x="3136487" y="1504471"/>
                  <a:pt x="3124992" y="1515965"/>
                  <a:pt x="3110828" y="1515965"/>
                </a:cubicBezTo>
                <a:cubicBezTo>
                  <a:pt x="3096663" y="1515965"/>
                  <a:pt x="3085170" y="1504471"/>
                  <a:pt x="3085170" y="1490305"/>
                </a:cubicBezTo>
                <a:cubicBezTo>
                  <a:pt x="3085170" y="1476142"/>
                  <a:pt x="3096663" y="1464647"/>
                  <a:pt x="3110828" y="1464647"/>
                </a:cubicBezTo>
                <a:close/>
                <a:moveTo>
                  <a:pt x="3046623" y="1464647"/>
                </a:moveTo>
                <a:cubicBezTo>
                  <a:pt x="3060788" y="1464531"/>
                  <a:pt x="3072282" y="1476025"/>
                  <a:pt x="3072282" y="1490305"/>
                </a:cubicBezTo>
                <a:cubicBezTo>
                  <a:pt x="3072282" y="1504471"/>
                  <a:pt x="3060788" y="1515965"/>
                  <a:pt x="3046623" y="1515965"/>
                </a:cubicBezTo>
                <a:cubicBezTo>
                  <a:pt x="3032458" y="1515965"/>
                  <a:pt x="3020964" y="1504471"/>
                  <a:pt x="3020964" y="1490305"/>
                </a:cubicBezTo>
                <a:cubicBezTo>
                  <a:pt x="3020964" y="1476142"/>
                  <a:pt x="3032458" y="1464647"/>
                  <a:pt x="3046623" y="1464647"/>
                </a:cubicBezTo>
                <a:close/>
                <a:moveTo>
                  <a:pt x="2982301" y="1464647"/>
                </a:moveTo>
                <a:cubicBezTo>
                  <a:pt x="2996466" y="1464531"/>
                  <a:pt x="3007960" y="1476025"/>
                  <a:pt x="3007960" y="1490305"/>
                </a:cubicBezTo>
                <a:cubicBezTo>
                  <a:pt x="3007960" y="1504471"/>
                  <a:pt x="2996466" y="1515965"/>
                  <a:pt x="2982301" y="1515965"/>
                </a:cubicBezTo>
                <a:cubicBezTo>
                  <a:pt x="2968137" y="1515965"/>
                  <a:pt x="2956642" y="1504471"/>
                  <a:pt x="2956642" y="1490305"/>
                </a:cubicBezTo>
                <a:cubicBezTo>
                  <a:pt x="2956642" y="1476142"/>
                  <a:pt x="2968137" y="1464647"/>
                  <a:pt x="2982301" y="1464647"/>
                </a:cubicBezTo>
                <a:close/>
                <a:moveTo>
                  <a:pt x="2853890" y="1464647"/>
                </a:moveTo>
                <a:cubicBezTo>
                  <a:pt x="2868062" y="1464647"/>
                  <a:pt x="2879550" y="1476135"/>
                  <a:pt x="2879550" y="1490305"/>
                </a:cubicBezTo>
                <a:cubicBezTo>
                  <a:pt x="2879550" y="1504477"/>
                  <a:pt x="2868062" y="1515964"/>
                  <a:pt x="2853890" y="1515964"/>
                </a:cubicBezTo>
                <a:cubicBezTo>
                  <a:pt x="2839720" y="1515964"/>
                  <a:pt x="2828231" y="1504477"/>
                  <a:pt x="2828231" y="1490305"/>
                </a:cubicBezTo>
                <a:cubicBezTo>
                  <a:pt x="2828231" y="1476135"/>
                  <a:pt x="2839720" y="1464647"/>
                  <a:pt x="2853890" y="1464647"/>
                </a:cubicBezTo>
                <a:close/>
                <a:moveTo>
                  <a:pt x="2789686" y="1464647"/>
                </a:moveTo>
                <a:cubicBezTo>
                  <a:pt x="2803850" y="1464531"/>
                  <a:pt x="2815344" y="1476025"/>
                  <a:pt x="2815344" y="1490305"/>
                </a:cubicBezTo>
                <a:cubicBezTo>
                  <a:pt x="2815344" y="1504471"/>
                  <a:pt x="2803850" y="1515965"/>
                  <a:pt x="2789686" y="1515965"/>
                </a:cubicBezTo>
                <a:cubicBezTo>
                  <a:pt x="2775521" y="1515965"/>
                  <a:pt x="2764027" y="1504471"/>
                  <a:pt x="2764027" y="1490305"/>
                </a:cubicBezTo>
                <a:cubicBezTo>
                  <a:pt x="2764027" y="1476142"/>
                  <a:pt x="2775521" y="1464647"/>
                  <a:pt x="2789686" y="1464647"/>
                </a:cubicBezTo>
                <a:close/>
                <a:moveTo>
                  <a:pt x="2597069" y="1464647"/>
                </a:moveTo>
                <a:cubicBezTo>
                  <a:pt x="2611234" y="1464531"/>
                  <a:pt x="2622729" y="1476025"/>
                  <a:pt x="2622729" y="1490305"/>
                </a:cubicBezTo>
                <a:cubicBezTo>
                  <a:pt x="2622729" y="1504471"/>
                  <a:pt x="2611234" y="1515965"/>
                  <a:pt x="2597069" y="1515965"/>
                </a:cubicBezTo>
                <a:cubicBezTo>
                  <a:pt x="2582904" y="1515965"/>
                  <a:pt x="2571410" y="1504471"/>
                  <a:pt x="2571410" y="1490305"/>
                </a:cubicBezTo>
                <a:cubicBezTo>
                  <a:pt x="2571410" y="1476142"/>
                  <a:pt x="2582904" y="1464647"/>
                  <a:pt x="2597069" y="1464647"/>
                </a:cubicBezTo>
                <a:close/>
                <a:moveTo>
                  <a:pt x="2532865" y="1464647"/>
                </a:moveTo>
                <a:cubicBezTo>
                  <a:pt x="2547035" y="1464647"/>
                  <a:pt x="2558523" y="1476135"/>
                  <a:pt x="2558523" y="1490305"/>
                </a:cubicBezTo>
                <a:cubicBezTo>
                  <a:pt x="2558523" y="1504477"/>
                  <a:pt x="2547035" y="1515964"/>
                  <a:pt x="2532865" y="1515964"/>
                </a:cubicBezTo>
                <a:cubicBezTo>
                  <a:pt x="2518693" y="1515964"/>
                  <a:pt x="2507205" y="1504477"/>
                  <a:pt x="2507205" y="1490305"/>
                </a:cubicBezTo>
                <a:cubicBezTo>
                  <a:pt x="2507205" y="1476135"/>
                  <a:pt x="2518693" y="1464647"/>
                  <a:pt x="2532865" y="1464647"/>
                </a:cubicBezTo>
                <a:close/>
                <a:moveTo>
                  <a:pt x="2404454" y="1464647"/>
                </a:moveTo>
                <a:cubicBezTo>
                  <a:pt x="2418619" y="1464531"/>
                  <a:pt x="2430112" y="1476025"/>
                  <a:pt x="2430112" y="1490305"/>
                </a:cubicBezTo>
                <a:cubicBezTo>
                  <a:pt x="2430112" y="1504471"/>
                  <a:pt x="2418619" y="1515965"/>
                  <a:pt x="2404454" y="1515965"/>
                </a:cubicBezTo>
                <a:cubicBezTo>
                  <a:pt x="2390289" y="1515965"/>
                  <a:pt x="2378795" y="1504471"/>
                  <a:pt x="2378795" y="1490305"/>
                </a:cubicBezTo>
                <a:cubicBezTo>
                  <a:pt x="2378795" y="1476142"/>
                  <a:pt x="2390289" y="1464647"/>
                  <a:pt x="2404454" y="1464647"/>
                </a:cubicBezTo>
                <a:close/>
                <a:moveTo>
                  <a:pt x="2340249" y="1464647"/>
                </a:moveTo>
                <a:cubicBezTo>
                  <a:pt x="2354413" y="1464531"/>
                  <a:pt x="2365908" y="1476025"/>
                  <a:pt x="2365908" y="1490305"/>
                </a:cubicBezTo>
                <a:cubicBezTo>
                  <a:pt x="2365908" y="1504471"/>
                  <a:pt x="2354413" y="1515965"/>
                  <a:pt x="2340249" y="1515965"/>
                </a:cubicBezTo>
                <a:cubicBezTo>
                  <a:pt x="2326084" y="1515965"/>
                  <a:pt x="2314590" y="1504471"/>
                  <a:pt x="2314590" y="1490305"/>
                </a:cubicBezTo>
                <a:cubicBezTo>
                  <a:pt x="2314590" y="1476142"/>
                  <a:pt x="2326084" y="1464647"/>
                  <a:pt x="2340249" y="1464647"/>
                </a:cubicBezTo>
                <a:close/>
                <a:moveTo>
                  <a:pt x="2276044" y="1464647"/>
                </a:moveTo>
                <a:cubicBezTo>
                  <a:pt x="2290208" y="1464531"/>
                  <a:pt x="2301702" y="1476025"/>
                  <a:pt x="2301702" y="1490305"/>
                </a:cubicBezTo>
                <a:cubicBezTo>
                  <a:pt x="2301702" y="1504471"/>
                  <a:pt x="2290208" y="1515965"/>
                  <a:pt x="2276044" y="1515965"/>
                </a:cubicBezTo>
                <a:cubicBezTo>
                  <a:pt x="2261879" y="1515965"/>
                  <a:pt x="2250385" y="1504471"/>
                  <a:pt x="2250385" y="1490305"/>
                </a:cubicBezTo>
                <a:cubicBezTo>
                  <a:pt x="2250385" y="1476142"/>
                  <a:pt x="2261879" y="1464647"/>
                  <a:pt x="2276044" y="1464647"/>
                </a:cubicBezTo>
                <a:close/>
                <a:moveTo>
                  <a:pt x="2211838" y="1464647"/>
                </a:moveTo>
                <a:cubicBezTo>
                  <a:pt x="2226003" y="1464531"/>
                  <a:pt x="2237497" y="1476025"/>
                  <a:pt x="2237497" y="1490305"/>
                </a:cubicBezTo>
                <a:cubicBezTo>
                  <a:pt x="2237497" y="1504471"/>
                  <a:pt x="2226003" y="1515965"/>
                  <a:pt x="2211838" y="1515965"/>
                </a:cubicBezTo>
                <a:cubicBezTo>
                  <a:pt x="2197673" y="1515965"/>
                  <a:pt x="2186178" y="1504471"/>
                  <a:pt x="2186178" y="1490305"/>
                </a:cubicBezTo>
                <a:cubicBezTo>
                  <a:pt x="2186178" y="1476142"/>
                  <a:pt x="2197673" y="1464647"/>
                  <a:pt x="2211838" y="1464647"/>
                </a:cubicBezTo>
                <a:close/>
                <a:moveTo>
                  <a:pt x="2147633" y="1464647"/>
                </a:moveTo>
                <a:cubicBezTo>
                  <a:pt x="2161804" y="1464647"/>
                  <a:pt x="2173293" y="1476135"/>
                  <a:pt x="2173293" y="1490305"/>
                </a:cubicBezTo>
                <a:cubicBezTo>
                  <a:pt x="2173293" y="1504477"/>
                  <a:pt x="2161804" y="1515964"/>
                  <a:pt x="2147633" y="1515964"/>
                </a:cubicBezTo>
                <a:cubicBezTo>
                  <a:pt x="2133462" y="1515964"/>
                  <a:pt x="2121975" y="1504477"/>
                  <a:pt x="2121975" y="1490305"/>
                </a:cubicBezTo>
                <a:cubicBezTo>
                  <a:pt x="2121975" y="1476135"/>
                  <a:pt x="2133462" y="1464647"/>
                  <a:pt x="2147633" y="1464647"/>
                </a:cubicBezTo>
                <a:close/>
                <a:moveTo>
                  <a:pt x="2083427" y="1464647"/>
                </a:moveTo>
                <a:cubicBezTo>
                  <a:pt x="2097599" y="1464647"/>
                  <a:pt x="2109087" y="1476135"/>
                  <a:pt x="2109087" y="1490305"/>
                </a:cubicBezTo>
                <a:cubicBezTo>
                  <a:pt x="2109087" y="1504477"/>
                  <a:pt x="2097599" y="1515964"/>
                  <a:pt x="2083427" y="1515964"/>
                </a:cubicBezTo>
                <a:cubicBezTo>
                  <a:pt x="2069257" y="1515964"/>
                  <a:pt x="2057768" y="1504477"/>
                  <a:pt x="2057768" y="1490305"/>
                </a:cubicBezTo>
                <a:cubicBezTo>
                  <a:pt x="2057768" y="1476135"/>
                  <a:pt x="2069257" y="1464647"/>
                  <a:pt x="2083427" y="1464647"/>
                </a:cubicBezTo>
                <a:close/>
                <a:moveTo>
                  <a:pt x="2019222" y="1464647"/>
                </a:moveTo>
                <a:cubicBezTo>
                  <a:pt x="2033387" y="1464531"/>
                  <a:pt x="2044880" y="1476025"/>
                  <a:pt x="2044880" y="1490305"/>
                </a:cubicBezTo>
                <a:cubicBezTo>
                  <a:pt x="2044880" y="1504471"/>
                  <a:pt x="2033387" y="1515965"/>
                  <a:pt x="2019222" y="1515965"/>
                </a:cubicBezTo>
                <a:cubicBezTo>
                  <a:pt x="2005058" y="1515965"/>
                  <a:pt x="1993563" y="1504471"/>
                  <a:pt x="1993563" y="1490305"/>
                </a:cubicBezTo>
                <a:cubicBezTo>
                  <a:pt x="1993563" y="1476142"/>
                  <a:pt x="2005058" y="1464647"/>
                  <a:pt x="2019222" y="1464647"/>
                </a:cubicBezTo>
                <a:close/>
                <a:moveTo>
                  <a:pt x="1955016" y="1464647"/>
                </a:moveTo>
                <a:cubicBezTo>
                  <a:pt x="1969181" y="1464531"/>
                  <a:pt x="1980676" y="1476025"/>
                  <a:pt x="1980676" y="1490305"/>
                </a:cubicBezTo>
                <a:cubicBezTo>
                  <a:pt x="1980676" y="1504471"/>
                  <a:pt x="1969181" y="1515965"/>
                  <a:pt x="1955016" y="1515965"/>
                </a:cubicBezTo>
                <a:cubicBezTo>
                  <a:pt x="1940851" y="1515965"/>
                  <a:pt x="1929358" y="1504471"/>
                  <a:pt x="1929358" y="1490305"/>
                </a:cubicBezTo>
                <a:cubicBezTo>
                  <a:pt x="1929358" y="1476142"/>
                  <a:pt x="1940851" y="1464647"/>
                  <a:pt x="1955016" y="1464647"/>
                </a:cubicBezTo>
                <a:close/>
                <a:moveTo>
                  <a:pt x="1890696" y="1464647"/>
                </a:moveTo>
                <a:cubicBezTo>
                  <a:pt x="1904860" y="1464531"/>
                  <a:pt x="1916355" y="1476025"/>
                  <a:pt x="1916355" y="1490305"/>
                </a:cubicBezTo>
                <a:cubicBezTo>
                  <a:pt x="1916355" y="1504471"/>
                  <a:pt x="1904860" y="1515965"/>
                  <a:pt x="1890696" y="1515965"/>
                </a:cubicBezTo>
                <a:cubicBezTo>
                  <a:pt x="1876531" y="1515965"/>
                  <a:pt x="1865037" y="1504471"/>
                  <a:pt x="1865037" y="1490305"/>
                </a:cubicBezTo>
                <a:cubicBezTo>
                  <a:pt x="1865037" y="1476142"/>
                  <a:pt x="1876531" y="1464647"/>
                  <a:pt x="1890696" y="1464647"/>
                </a:cubicBezTo>
                <a:close/>
                <a:moveTo>
                  <a:pt x="1826490" y="1464647"/>
                </a:moveTo>
                <a:cubicBezTo>
                  <a:pt x="1840654" y="1464531"/>
                  <a:pt x="1852149" y="1476025"/>
                  <a:pt x="1852149" y="1490305"/>
                </a:cubicBezTo>
                <a:cubicBezTo>
                  <a:pt x="1852149" y="1504471"/>
                  <a:pt x="1840654" y="1515965"/>
                  <a:pt x="1826490" y="1515965"/>
                </a:cubicBezTo>
                <a:cubicBezTo>
                  <a:pt x="1812325" y="1515965"/>
                  <a:pt x="1800830" y="1504471"/>
                  <a:pt x="1800830" y="1490305"/>
                </a:cubicBezTo>
                <a:cubicBezTo>
                  <a:pt x="1800830" y="1476142"/>
                  <a:pt x="1812325" y="1464647"/>
                  <a:pt x="1826490" y="1464647"/>
                </a:cubicBezTo>
                <a:close/>
                <a:moveTo>
                  <a:pt x="1762285" y="1464647"/>
                </a:moveTo>
                <a:cubicBezTo>
                  <a:pt x="1776456" y="1464647"/>
                  <a:pt x="1787944" y="1476135"/>
                  <a:pt x="1787944" y="1490305"/>
                </a:cubicBezTo>
                <a:cubicBezTo>
                  <a:pt x="1787944" y="1504477"/>
                  <a:pt x="1776456" y="1515964"/>
                  <a:pt x="1762285" y="1515964"/>
                </a:cubicBezTo>
                <a:cubicBezTo>
                  <a:pt x="1748114" y="1515964"/>
                  <a:pt x="1736626" y="1504477"/>
                  <a:pt x="1736626" y="1490305"/>
                </a:cubicBezTo>
                <a:cubicBezTo>
                  <a:pt x="1736626" y="1476135"/>
                  <a:pt x="1748114" y="1464647"/>
                  <a:pt x="1762285" y="1464647"/>
                </a:cubicBezTo>
                <a:close/>
                <a:moveTo>
                  <a:pt x="1698080" y="1464647"/>
                </a:moveTo>
                <a:cubicBezTo>
                  <a:pt x="1712244" y="1464531"/>
                  <a:pt x="1723738" y="1476025"/>
                  <a:pt x="1723738" y="1490305"/>
                </a:cubicBezTo>
                <a:cubicBezTo>
                  <a:pt x="1723738" y="1504471"/>
                  <a:pt x="1712244" y="1515965"/>
                  <a:pt x="1698080" y="1515965"/>
                </a:cubicBezTo>
                <a:cubicBezTo>
                  <a:pt x="1683915" y="1515965"/>
                  <a:pt x="1672420" y="1504471"/>
                  <a:pt x="1672420" y="1490305"/>
                </a:cubicBezTo>
                <a:cubicBezTo>
                  <a:pt x="1672420" y="1476142"/>
                  <a:pt x="1683915" y="1464647"/>
                  <a:pt x="1698080" y="1464647"/>
                </a:cubicBezTo>
                <a:close/>
                <a:moveTo>
                  <a:pt x="1633874" y="1464647"/>
                </a:moveTo>
                <a:cubicBezTo>
                  <a:pt x="1648039" y="1464531"/>
                  <a:pt x="1659533" y="1476025"/>
                  <a:pt x="1659533" y="1490305"/>
                </a:cubicBezTo>
                <a:cubicBezTo>
                  <a:pt x="1659533" y="1504471"/>
                  <a:pt x="1648039" y="1515965"/>
                  <a:pt x="1633874" y="1515965"/>
                </a:cubicBezTo>
                <a:cubicBezTo>
                  <a:pt x="1619710" y="1515965"/>
                  <a:pt x="1608216" y="1504471"/>
                  <a:pt x="1608216" y="1490305"/>
                </a:cubicBezTo>
                <a:cubicBezTo>
                  <a:pt x="1608216" y="1476142"/>
                  <a:pt x="1619710" y="1464647"/>
                  <a:pt x="1633874" y="1464647"/>
                </a:cubicBezTo>
                <a:close/>
                <a:moveTo>
                  <a:pt x="1569669" y="1464647"/>
                </a:moveTo>
                <a:cubicBezTo>
                  <a:pt x="1583834" y="1464531"/>
                  <a:pt x="1595328" y="1476025"/>
                  <a:pt x="1595328" y="1490305"/>
                </a:cubicBezTo>
                <a:cubicBezTo>
                  <a:pt x="1595328" y="1504471"/>
                  <a:pt x="1583834" y="1515965"/>
                  <a:pt x="1569669" y="1515965"/>
                </a:cubicBezTo>
                <a:cubicBezTo>
                  <a:pt x="1555504" y="1515965"/>
                  <a:pt x="1544010" y="1504471"/>
                  <a:pt x="1544010" y="1490305"/>
                </a:cubicBezTo>
                <a:cubicBezTo>
                  <a:pt x="1544010" y="1476142"/>
                  <a:pt x="1555504" y="1464647"/>
                  <a:pt x="1569669" y="1464647"/>
                </a:cubicBezTo>
                <a:close/>
                <a:moveTo>
                  <a:pt x="1505464" y="1464647"/>
                </a:moveTo>
                <a:cubicBezTo>
                  <a:pt x="1519629" y="1464531"/>
                  <a:pt x="1531123" y="1476025"/>
                  <a:pt x="1531123" y="1490305"/>
                </a:cubicBezTo>
                <a:cubicBezTo>
                  <a:pt x="1531123" y="1504471"/>
                  <a:pt x="1519629" y="1515965"/>
                  <a:pt x="1505464" y="1515965"/>
                </a:cubicBezTo>
                <a:cubicBezTo>
                  <a:pt x="1491299" y="1515965"/>
                  <a:pt x="1479806" y="1504471"/>
                  <a:pt x="1479806" y="1490305"/>
                </a:cubicBezTo>
                <a:cubicBezTo>
                  <a:pt x="1479806" y="1476142"/>
                  <a:pt x="1491299" y="1464647"/>
                  <a:pt x="1505464" y="1464647"/>
                </a:cubicBezTo>
                <a:close/>
                <a:moveTo>
                  <a:pt x="1441258" y="1464647"/>
                </a:moveTo>
                <a:cubicBezTo>
                  <a:pt x="1455430" y="1464647"/>
                  <a:pt x="1466917" y="1476135"/>
                  <a:pt x="1466917" y="1490305"/>
                </a:cubicBezTo>
                <a:cubicBezTo>
                  <a:pt x="1466917" y="1504477"/>
                  <a:pt x="1455430" y="1515964"/>
                  <a:pt x="1441258" y="1515964"/>
                </a:cubicBezTo>
                <a:cubicBezTo>
                  <a:pt x="1427087" y="1515964"/>
                  <a:pt x="1415599" y="1504477"/>
                  <a:pt x="1415599" y="1490305"/>
                </a:cubicBezTo>
                <a:cubicBezTo>
                  <a:pt x="1415599" y="1476135"/>
                  <a:pt x="1427087" y="1464647"/>
                  <a:pt x="1441258" y="1464647"/>
                </a:cubicBezTo>
                <a:close/>
                <a:moveTo>
                  <a:pt x="1377053" y="1464647"/>
                </a:moveTo>
                <a:cubicBezTo>
                  <a:pt x="1391224" y="1464647"/>
                  <a:pt x="1402712" y="1476135"/>
                  <a:pt x="1402712" y="1490305"/>
                </a:cubicBezTo>
                <a:cubicBezTo>
                  <a:pt x="1402712" y="1504477"/>
                  <a:pt x="1391224" y="1515964"/>
                  <a:pt x="1377053" y="1515964"/>
                </a:cubicBezTo>
                <a:cubicBezTo>
                  <a:pt x="1362882" y="1515964"/>
                  <a:pt x="1351395" y="1504477"/>
                  <a:pt x="1351395" y="1490305"/>
                </a:cubicBezTo>
                <a:cubicBezTo>
                  <a:pt x="1351395" y="1476135"/>
                  <a:pt x="1362882" y="1464647"/>
                  <a:pt x="1377053" y="1464647"/>
                </a:cubicBezTo>
                <a:close/>
                <a:moveTo>
                  <a:pt x="1184437" y="1464647"/>
                </a:moveTo>
                <a:cubicBezTo>
                  <a:pt x="1198602" y="1464531"/>
                  <a:pt x="1210096" y="1476025"/>
                  <a:pt x="1210096" y="1490305"/>
                </a:cubicBezTo>
                <a:cubicBezTo>
                  <a:pt x="1210096" y="1504471"/>
                  <a:pt x="1198602" y="1515965"/>
                  <a:pt x="1184437" y="1515965"/>
                </a:cubicBezTo>
                <a:cubicBezTo>
                  <a:pt x="1170273" y="1515965"/>
                  <a:pt x="1158780" y="1504471"/>
                  <a:pt x="1158780" y="1490305"/>
                </a:cubicBezTo>
                <a:cubicBezTo>
                  <a:pt x="1158780" y="1476142"/>
                  <a:pt x="1170273" y="1464647"/>
                  <a:pt x="1184437" y="1464647"/>
                </a:cubicBezTo>
                <a:close/>
                <a:moveTo>
                  <a:pt x="1056027" y="1464647"/>
                </a:moveTo>
                <a:cubicBezTo>
                  <a:pt x="1070199" y="1464647"/>
                  <a:pt x="1081685" y="1476135"/>
                  <a:pt x="1081685" y="1490305"/>
                </a:cubicBezTo>
                <a:cubicBezTo>
                  <a:pt x="1081685" y="1504477"/>
                  <a:pt x="1070199" y="1515964"/>
                  <a:pt x="1056027" y="1515964"/>
                </a:cubicBezTo>
                <a:cubicBezTo>
                  <a:pt x="1041857" y="1515964"/>
                  <a:pt x="1030369" y="1504477"/>
                  <a:pt x="1030369" y="1490305"/>
                </a:cubicBezTo>
                <a:cubicBezTo>
                  <a:pt x="1030369" y="1476135"/>
                  <a:pt x="1041857" y="1464647"/>
                  <a:pt x="1056027" y="1464647"/>
                </a:cubicBezTo>
                <a:close/>
                <a:moveTo>
                  <a:pt x="991823" y="1464647"/>
                </a:moveTo>
                <a:cubicBezTo>
                  <a:pt x="1005993" y="1464647"/>
                  <a:pt x="1017481" y="1476135"/>
                  <a:pt x="1017481" y="1490305"/>
                </a:cubicBezTo>
                <a:cubicBezTo>
                  <a:pt x="1017481" y="1504477"/>
                  <a:pt x="1005993" y="1515964"/>
                  <a:pt x="991823" y="1515964"/>
                </a:cubicBezTo>
                <a:cubicBezTo>
                  <a:pt x="977652" y="1515964"/>
                  <a:pt x="966162" y="1504477"/>
                  <a:pt x="966162" y="1490305"/>
                </a:cubicBezTo>
                <a:cubicBezTo>
                  <a:pt x="966162" y="1476135"/>
                  <a:pt x="977652" y="1464647"/>
                  <a:pt x="991823" y="1464647"/>
                </a:cubicBezTo>
                <a:close/>
                <a:moveTo>
                  <a:pt x="927616" y="1464647"/>
                </a:moveTo>
                <a:cubicBezTo>
                  <a:pt x="941781" y="1464531"/>
                  <a:pt x="953275" y="1476025"/>
                  <a:pt x="953275" y="1490305"/>
                </a:cubicBezTo>
                <a:cubicBezTo>
                  <a:pt x="953275" y="1504471"/>
                  <a:pt x="941781" y="1515965"/>
                  <a:pt x="927616" y="1515965"/>
                </a:cubicBezTo>
                <a:cubicBezTo>
                  <a:pt x="913452" y="1515965"/>
                  <a:pt x="901957" y="1504471"/>
                  <a:pt x="901957" y="1490305"/>
                </a:cubicBezTo>
                <a:cubicBezTo>
                  <a:pt x="901957" y="1476142"/>
                  <a:pt x="913452" y="1464647"/>
                  <a:pt x="927616" y="1464647"/>
                </a:cubicBezTo>
                <a:close/>
                <a:moveTo>
                  <a:pt x="863411" y="1464647"/>
                </a:moveTo>
                <a:cubicBezTo>
                  <a:pt x="877576" y="1464531"/>
                  <a:pt x="889071" y="1476025"/>
                  <a:pt x="889071" y="1490305"/>
                </a:cubicBezTo>
                <a:cubicBezTo>
                  <a:pt x="889071" y="1504471"/>
                  <a:pt x="877576" y="1515965"/>
                  <a:pt x="863411" y="1515965"/>
                </a:cubicBezTo>
                <a:cubicBezTo>
                  <a:pt x="849248" y="1515965"/>
                  <a:pt x="837752" y="1504471"/>
                  <a:pt x="837752" y="1490305"/>
                </a:cubicBezTo>
                <a:cubicBezTo>
                  <a:pt x="837752" y="1476142"/>
                  <a:pt x="849248" y="1464647"/>
                  <a:pt x="863411" y="1464647"/>
                </a:cubicBezTo>
                <a:close/>
                <a:moveTo>
                  <a:pt x="670679" y="1464647"/>
                </a:moveTo>
                <a:cubicBezTo>
                  <a:pt x="684851" y="1464647"/>
                  <a:pt x="696338" y="1476135"/>
                  <a:pt x="696338" y="1490305"/>
                </a:cubicBezTo>
                <a:cubicBezTo>
                  <a:pt x="696338" y="1504477"/>
                  <a:pt x="684851" y="1515964"/>
                  <a:pt x="670679" y="1515964"/>
                </a:cubicBezTo>
                <a:cubicBezTo>
                  <a:pt x="656509" y="1515964"/>
                  <a:pt x="645020" y="1504477"/>
                  <a:pt x="645020" y="1490305"/>
                </a:cubicBezTo>
                <a:cubicBezTo>
                  <a:pt x="645020" y="1476135"/>
                  <a:pt x="656509" y="1464647"/>
                  <a:pt x="670679" y="1464647"/>
                </a:cubicBezTo>
                <a:close/>
                <a:moveTo>
                  <a:pt x="606475" y="1464647"/>
                </a:moveTo>
                <a:cubicBezTo>
                  <a:pt x="620639" y="1464531"/>
                  <a:pt x="632134" y="1476025"/>
                  <a:pt x="632134" y="1490305"/>
                </a:cubicBezTo>
                <a:cubicBezTo>
                  <a:pt x="632134" y="1504471"/>
                  <a:pt x="620639" y="1515965"/>
                  <a:pt x="606475" y="1515965"/>
                </a:cubicBezTo>
                <a:cubicBezTo>
                  <a:pt x="592310" y="1515965"/>
                  <a:pt x="580815" y="1504471"/>
                  <a:pt x="580815" y="1490305"/>
                </a:cubicBezTo>
                <a:cubicBezTo>
                  <a:pt x="580815" y="1476142"/>
                  <a:pt x="592310" y="1464647"/>
                  <a:pt x="606475" y="1464647"/>
                </a:cubicBezTo>
                <a:close/>
                <a:moveTo>
                  <a:pt x="542268" y="1464647"/>
                </a:moveTo>
                <a:cubicBezTo>
                  <a:pt x="556433" y="1464531"/>
                  <a:pt x="567927" y="1476025"/>
                  <a:pt x="567927" y="1490305"/>
                </a:cubicBezTo>
                <a:cubicBezTo>
                  <a:pt x="567927" y="1504471"/>
                  <a:pt x="556433" y="1515965"/>
                  <a:pt x="542268" y="1515965"/>
                </a:cubicBezTo>
                <a:cubicBezTo>
                  <a:pt x="528104" y="1515965"/>
                  <a:pt x="516610" y="1504471"/>
                  <a:pt x="516610" y="1490305"/>
                </a:cubicBezTo>
                <a:cubicBezTo>
                  <a:pt x="516610" y="1476142"/>
                  <a:pt x="528104" y="1464647"/>
                  <a:pt x="542268" y="1464647"/>
                </a:cubicBezTo>
                <a:close/>
                <a:moveTo>
                  <a:pt x="478063" y="1464647"/>
                </a:moveTo>
                <a:cubicBezTo>
                  <a:pt x="492228" y="1464531"/>
                  <a:pt x="503724" y="1476025"/>
                  <a:pt x="503724" y="1490305"/>
                </a:cubicBezTo>
                <a:cubicBezTo>
                  <a:pt x="503724" y="1504471"/>
                  <a:pt x="492228" y="1515965"/>
                  <a:pt x="478063" y="1515965"/>
                </a:cubicBezTo>
                <a:cubicBezTo>
                  <a:pt x="463900" y="1515965"/>
                  <a:pt x="452404" y="1504471"/>
                  <a:pt x="452404" y="1490305"/>
                </a:cubicBezTo>
                <a:cubicBezTo>
                  <a:pt x="452404" y="1476142"/>
                  <a:pt x="463900" y="1464647"/>
                  <a:pt x="478063" y="1464647"/>
                </a:cubicBezTo>
                <a:close/>
                <a:moveTo>
                  <a:pt x="413858" y="1464647"/>
                </a:moveTo>
                <a:cubicBezTo>
                  <a:pt x="428023" y="1464531"/>
                  <a:pt x="439517" y="1476025"/>
                  <a:pt x="439517" y="1490305"/>
                </a:cubicBezTo>
                <a:cubicBezTo>
                  <a:pt x="439517" y="1504471"/>
                  <a:pt x="428023" y="1515965"/>
                  <a:pt x="413858" y="1515965"/>
                </a:cubicBezTo>
                <a:cubicBezTo>
                  <a:pt x="399694" y="1515965"/>
                  <a:pt x="388200" y="1504471"/>
                  <a:pt x="388200" y="1490305"/>
                </a:cubicBezTo>
                <a:cubicBezTo>
                  <a:pt x="388200" y="1476142"/>
                  <a:pt x="399694" y="1464647"/>
                  <a:pt x="413858" y="1464647"/>
                </a:cubicBezTo>
                <a:close/>
                <a:moveTo>
                  <a:pt x="346686" y="1464647"/>
                </a:moveTo>
                <a:cubicBezTo>
                  <a:pt x="360849" y="1464531"/>
                  <a:pt x="372344" y="1476025"/>
                  <a:pt x="372344" y="1490305"/>
                </a:cubicBezTo>
                <a:cubicBezTo>
                  <a:pt x="372344" y="1504471"/>
                  <a:pt x="360849" y="1515965"/>
                  <a:pt x="346686" y="1515965"/>
                </a:cubicBezTo>
                <a:cubicBezTo>
                  <a:pt x="332520" y="1515965"/>
                  <a:pt x="321027" y="1504471"/>
                  <a:pt x="321027" y="1490305"/>
                </a:cubicBezTo>
                <a:cubicBezTo>
                  <a:pt x="321027" y="1476142"/>
                  <a:pt x="332520" y="1464647"/>
                  <a:pt x="346686" y="1464647"/>
                </a:cubicBezTo>
                <a:close/>
                <a:moveTo>
                  <a:pt x="282480" y="1464647"/>
                </a:moveTo>
                <a:cubicBezTo>
                  <a:pt x="296644" y="1464531"/>
                  <a:pt x="308138" y="1476025"/>
                  <a:pt x="308138" y="1490305"/>
                </a:cubicBezTo>
                <a:cubicBezTo>
                  <a:pt x="308138" y="1504471"/>
                  <a:pt x="296644" y="1515965"/>
                  <a:pt x="282480" y="1515965"/>
                </a:cubicBezTo>
                <a:cubicBezTo>
                  <a:pt x="268314" y="1515965"/>
                  <a:pt x="256820" y="1504471"/>
                  <a:pt x="256820" y="1490305"/>
                </a:cubicBezTo>
                <a:cubicBezTo>
                  <a:pt x="256820" y="1476142"/>
                  <a:pt x="268314" y="1464647"/>
                  <a:pt x="282480" y="1464647"/>
                </a:cubicBezTo>
                <a:close/>
                <a:moveTo>
                  <a:pt x="218274" y="1464647"/>
                </a:moveTo>
                <a:cubicBezTo>
                  <a:pt x="232438" y="1464531"/>
                  <a:pt x="243932" y="1476025"/>
                  <a:pt x="243932" y="1490305"/>
                </a:cubicBezTo>
                <a:cubicBezTo>
                  <a:pt x="243932" y="1504471"/>
                  <a:pt x="232438" y="1515965"/>
                  <a:pt x="218274" y="1515965"/>
                </a:cubicBezTo>
                <a:cubicBezTo>
                  <a:pt x="204109" y="1515965"/>
                  <a:pt x="192615" y="1504471"/>
                  <a:pt x="192615" y="1490305"/>
                </a:cubicBezTo>
                <a:cubicBezTo>
                  <a:pt x="192615" y="1476142"/>
                  <a:pt x="204109" y="1464647"/>
                  <a:pt x="218274" y="1464647"/>
                </a:cubicBezTo>
                <a:close/>
                <a:moveTo>
                  <a:pt x="25659" y="1464647"/>
                </a:moveTo>
                <a:cubicBezTo>
                  <a:pt x="39829" y="1464647"/>
                  <a:pt x="51317" y="1476135"/>
                  <a:pt x="51317" y="1490305"/>
                </a:cubicBezTo>
                <a:cubicBezTo>
                  <a:pt x="51317" y="1504477"/>
                  <a:pt x="39829" y="1515964"/>
                  <a:pt x="25659" y="1515964"/>
                </a:cubicBezTo>
                <a:cubicBezTo>
                  <a:pt x="11488" y="1515964"/>
                  <a:pt x="0" y="1504477"/>
                  <a:pt x="0" y="1490305"/>
                </a:cubicBezTo>
                <a:cubicBezTo>
                  <a:pt x="0" y="1476135"/>
                  <a:pt x="11488" y="1464647"/>
                  <a:pt x="25659" y="1464647"/>
                </a:cubicBezTo>
                <a:close/>
                <a:moveTo>
                  <a:pt x="11518287" y="1410195"/>
                </a:moveTo>
                <a:cubicBezTo>
                  <a:pt x="11525405" y="1410195"/>
                  <a:pt x="11531175" y="1415964"/>
                  <a:pt x="11531175" y="1423081"/>
                </a:cubicBezTo>
                <a:cubicBezTo>
                  <a:pt x="11531175" y="1430200"/>
                  <a:pt x="11525403" y="1435969"/>
                  <a:pt x="11518287" y="1435969"/>
                </a:cubicBezTo>
                <a:cubicBezTo>
                  <a:pt x="11511167" y="1435969"/>
                  <a:pt x="11505399" y="1430200"/>
                  <a:pt x="11505399" y="1423081"/>
                </a:cubicBezTo>
                <a:cubicBezTo>
                  <a:pt x="11505399" y="1415964"/>
                  <a:pt x="11511171" y="1410195"/>
                  <a:pt x="11518287" y="1410195"/>
                </a:cubicBezTo>
                <a:close/>
                <a:moveTo>
                  <a:pt x="11004528" y="1410195"/>
                </a:moveTo>
                <a:cubicBezTo>
                  <a:pt x="11011644" y="1410195"/>
                  <a:pt x="11017416" y="1415964"/>
                  <a:pt x="11017416" y="1423081"/>
                </a:cubicBezTo>
                <a:cubicBezTo>
                  <a:pt x="11017416" y="1430200"/>
                  <a:pt x="11011644" y="1435969"/>
                  <a:pt x="11004528" y="1435969"/>
                </a:cubicBezTo>
                <a:cubicBezTo>
                  <a:pt x="10997410" y="1435969"/>
                  <a:pt x="10991640" y="1430200"/>
                  <a:pt x="10991640" y="1423081"/>
                </a:cubicBezTo>
                <a:cubicBezTo>
                  <a:pt x="10991640" y="1415964"/>
                  <a:pt x="10997410" y="1410195"/>
                  <a:pt x="11004528" y="1410195"/>
                </a:cubicBezTo>
                <a:close/>
                <a:moveTo>
                  <a:pt x="10426681" y="1410195"/>
                </a:moveTo>
                <a:cubicBezTo>
                  <a:pt x="10433797" y="1410195"/>
                  <a:pt x="10439569" y="1415964"/>
                  <a:pt x="10439569" y="1423081"/>
                </a:cubicBezTo>
                <a:cubicBezTo>
                  <a:pt x="10439569" y="1430200"/>
                  <a:pt x="10433797" y="1435969"/>
                  <a:pt x="10426681" y="1435969"/>
                </a:cubicBezTo>
                <a:cubicBezTo>
                  <a:pt x="10419562" y="1435969"/>
                  <a:pt x="10413793" y="1430200"/>
                  <a:pt x="10413793" y="1423081"/>
                </a:cubicBezTo>
                <a:cubicBezTo>
                  <a:pt x="10413793" y="1415964"/>
                  <a:pt x="10419562" y="1410195"/>
                  <a:pt x="10426681" y="1410195"/>
                </a:cubicBezTo>
                <a:close/>
                <a:moveTo>
                  <a:pt x="9784512" y="1410195"/>
                </a:moveTo>
                <a:cubicBezTo>
                  <a:pt x="9791593" y="1410310"/>
                  <a:pt x="9797400" y="1415999"/>
                  <a:pt x="9797400" y="1423081"/>
                </a:cubicBezTo>
                <a:cubicBezTo>
                  <a:pt x="9797400" y="1430164"/>
                  <a:pt x="9791711" y="1435969"/>
                  <a:pt x="9784512" y="1435969"/>
                </a:cubicBezTo>
                <a:cubicBezTo>
                  <a:pt x="9777428" y="1435969"/>
                  <a:pt x="9771624" y="1430280"/>
                  <a:pt x="9771624" y="1423081"/>
                </a:cubicBezTo>
                <a:cubicBezTo>
                  <a:pt x="9771624" y="1415999"/>
                  <a:pt x="9777313" y="1410195"/>
                  <a:pt x="9784512" y="1410195"/>
                </a:cubicBezTo>
                <a:close/>
                <a:moveTo>
                  <a:pt x="8307675" y="1410195"/>
                </a:moveTo>
                <a:cubicBezTo>
                  <a:pt x="8314791" y="1410195"/>
                  <a:pt x="8320560" y="1415964"/>
                  <a:pt x="8320560" y="1423081"/>
                </a:cubicBezTo>
                <a:cubicBezTo>
                  <a:pt x="8320560" y="1430200"/>
                  <a:pt x="8314791" y="1435969"/>
                  <a:pt x="8307675" y="1435969"/>
                </a:cubicBezTo>
                <a:cubicBezTo>
                  <a:pt x="8300556" y="1435969"/>
                  <a:pt x="8294787" y="1430200"/>
                  <a:pt x="8294787" y="1423081"/>
                </a:cubicBezTo>
                <a:cubicBezTo>
                  <a:pt x="8294787" y="1415964"/>
                  <a:pt x="8300556" y="1410195"/>
                  <a:pt x="8307675" y="1410195"/>
                </a:cubicBezTo>
                <a:close/>
                <a:moveTo>
                  <a:pt x="7344479" y="1410195"/>
                </a:moveTo>
                <a:cubicBezTo>
                  <a:pt x="7351560" y="1410310"/>
                  <a:pt x="7357367" y="1415999"/>
                  <a:pt x="7357367" y="1423081"/>
                </a:cubicBezTo>
                <a:cubicBezTo>
                  <a:pt x="7357367" y="1430164"/>
                  <a:pt x="7351678" y="1435969"/>
                  <a:pt x="7344479" y="1435969"/>
                </a:cubicBezTo>
                <a:cubicBezTo>
                  <a:pt x="7337395" y="1435969"/>
                  <a:pt x="7331591" y="1430280"/>
                  <a:pt x="7331591" y="1423081"/>
                </a:cubicBezTo>
                <a:cubicBezTo>
                  <a:pt x="7331591" y="1415999"/>
                  <a:pt x="7337280" y="1410195"/>
                  <a:pt x="7344479" y="1410195"/>
                </a:cubicBezTo>
                <a:close/>
                <a:moveTo>
                  <a:pt x="6959132" y="1410195"/>
                </a:moveTo>
                <a:cubicBezTo>
                  <a:pt x="6966331" y="1410310"/>
                  <a:pt x="6972020" y="1415999"/>
                  <a:pt x="6972020" y="1423081"/>
                </a:cubicBezTo>
                <a:cubicBezTo>
                  <a:pt x="6972020" y="1430164"/>
                  <a:pt x="6966331" y="1435969"/>
                  <a:pt x="6959132" y="1435969"/>
                </a:cubicBezTo>
                <a:cubicBezTo>
                  <a:pt x="6952048" y="1435969"/>
                  <a:pt x="6946244" y="1430280"/>
                  <a:pt x="6946244" y="1423081"/>
                </a:cubicBezTo>
                <a:cubicBezTo>
                  <a:pt x="6946244" y="1415999"/>
                  <a:pt x="6951933" y="1410195"/>
                  <a:pt x="6959132" y="1410195"/>
                </a:cubicBezTo>
                <a:close/>
                <a:moveTo>
                  <a:pt x="6830836" y="1410195"/>
                </a:moveTo>
                <a:cubicBezTo>
                  <a:pt x="6837954" y="1410195"/>
                  <a:pt x="6843724" y="1415964"/>
                  <a:pt x="6843724" y="1423081"/>
                </a:cubicBezTo>
                <a:cubicBezTo>
                  <a:pt x="6843724" y="1430200"/>
                  <a:pt x="6837954" y="1435969"/>
                  <a:pt x="6830836" y="1435969"/>
                </a:cubicBezTo>
                <a:cubicBezTo>
                  <a:pt x="6823720" y="1435969"/>
                  <a:pt x="6817948" y="1430200"/>
                  <a:pt x="6817948" y="1423081"/>
                </a:cubicBezTo>
                <a:cubicBezTo>
                  <a:pt x="6817948" y="1415964"/>
                  <a:pt x="6823720" y="1410195"/>
                  <a:pt x="6830836" y="1410195"/>
                </a:cubicBezTo>
                <a:close/>
                <a:moveTo>
                  <a:pt x="5807683" y="1410195"/>
                </a:moveTo>
                <a:cubicBezTo>
                  <a:pt x="5814801" y="1410195"/>
                  <a:pt x="5820571" y="1415964"/>
                  <a:pt x="5820571" y="1423081"/>
                </a:cubicBezTo>
                <a:cubicBezTo>
                  <a:pt x="5820571" y="1430200"/>
                  <a:pt x="5814799" y="1435969"/>
                  <a:pt x="5807683" y="1435969"/>
                </a:cubicBezTo>
                <a:cubicBezTo>
                  <a:pt x="5800565" y="1435969"/>
                  <a:pt x="5794796" y="1430200"/>
                  <a:pt x="5794796" y="1423081"/>
                </a:cubicBezTo>
                <a:cubicBezTo>
                  <a:pt x="5794796" y="1415964"/>
                  <a:pt x="5800566" y="1410195"/>
                  <a:pt x="5807683" y="1410195"/>
                </a:cubicBezTo>
                <a:close/>
                <a:moveTo>
                  <a:pt x="5293924" y="1410195"/>
                </a:moveTo>
                <a:cubicBezTo>
                  <a:pt x="5301042" y="1410195"/>
                  <a:pt x="5306812" y="1415964"/>
                  <a:pt x="5306812" y="1423081"/>
                </a:cubicBezTo>
                <a:cubicBezTo>
                  <a:pt x="5306812" y="1430200"/>
                  <a:pt x="5301042" y="1435969"/>
                  <a:pt x="5293924" y="1435969"/>
                </a:cubicBezTo>
                <a:cubicBezTo>
                  <a:pt x="5286806" y="1435969"/>
                  <a:pt x="5281036" y="1430200"/>
                  <a:pt x="5281036" y="1423081"/>
                </a:cubicBezTo>
                <a:cubicBezTo>
                  <a:pt x="5281036" y="1415964"/>
                  <a:pt x="5286807" y="1410195"/>
                  <a:pt x="5293924" y="1410195"/>
                </a:cubicBezTo>
                <a:close/>
                <a:moveTo>
                  <a:pt x="4716077" y="1410195"/>
                </a:moveTo>
                <a:cubicBezTo>
                  <a:pt x="4723194" y="1410195"/>
                  <a:pt x="4728964" y="1415964"/>
                  <a:pt x="4728964" y="1423081"/>
                </a:cubicBezTo>
                <a:cubicBezTo>
                  <a:pt x="4728964" y="1430200"/>
                  <a:pt x="4723194" y="1435969"/>
                  <a:pt x="4716077" y="1435969"/>
                </a:cubicBezTo>
                <a:cubicBezTo>
                  <a:pt x="4708959" y="1435969"/>
                  <a:pt x="4703188" y="1430200"/>
                  <a:pt x="4703188" y="1423081"/>
                </a:cubicBezTo>
                <a:cubicBezTo>
                  <a:pt x="4703188" y="1415964"/>
                  <a:pt x="4708959" y="1410195"/>
                  <a:pt x="4716077" y="1410195"/>
                </a:cubicBezTo>
                <a:close/>
                <a:moveTo>
                  <a:pt x="4073908" y="1410195"/>
                </a:moveTo>
                <a:cubicBezTo>
                  <a:pt x="4080990" y="1410310"/>
                  <a:pt x="4086795" y="1415999"/>
                  <a:pt x="4086795" y="1423081"/>
                </a:cubicBezTo>
                <a:cubicBezTo>
                  <a:pt x="4086795" y="1430164"/>
                  <a:pt x="4081105" y="1435969"/>
                  <a:pt x="4073908" y="1435969"/>
                </a:cubicBezTo>
                <a:cubicBezTo>
                  <a:pt x="4066826" y="1435969"/>
                  <a:pt x="4061020" y="1430280"/>
                  <a:pt x="4061020" y="1423081"/>
                </a:cubicBezTo>
                <a:cubicBezTo>
                  <a:pt x="4061020" y="1415999"/>
                  <a:pt x="4066709" y="1410195"/>
                  <a:pt x="4073908" y="1410195"/>
                </a:cubicBezTo>
                <a:close/>
                <a:moveTo>
                  <a:pt x="2597069" y="1410195"/>
                </a:moveTo>
                <a:cubicBezTo>
                  <a:pt x="2604187" y="1410195"/>
                  <a:pt x="2609957" y="1415964"/>
                  <a:pt x="2609957" y="1423081"/>
                </a:cubicBezTo>
                <a:cubicBezTo>
                  <a:pt x="2609957" y="1430200"/>
                  <a:pt x="2604187" y="1435969"/>
                  <a:pt x="2597069" y="1435969"/>
                </a:cubicBezTo>
                <a:cubicBezTo>
                  <a:pt x="2589952" y="1435969"/>
                  <a:pt x="2584182" y="1430200"/>
                  <a:pt x="2584182" y="1423081"/>
                </a:cubicBezTo>
                <a:cubicBezTo>
                  <a:pt x="2584182" y="1415964"/>
                  <a:pt x="2589952" y="1410195"/>
                  <a:pt x="2597069" y="1410195"/>
                </a:cubicBezTo>
                <a:close/>
                <a:moveTo>
                  <a:pt x="1633875" y="1410195"/>
                </a:moveTo>
                <a:cubicBezTo>
                  <a:pt x="1640957" y="1410310"/>
                  <a:pt x="1646762" y="1415999"/>
                  <a:pt x="1646762" y="1423081"/>
                </a:cubicBezTo>
                <a:cubicBezTo>
                  <a:pt x="1646762" y="1430164"/>
                  <a:pt x="1641073" y="1435969"/>
                  <a:pt x="1633875" y="1435969"/>
                </a:cubicBezTo>
                <a:cubicBezTo>
                  <a:pt x="1626792" y="1435969"/>
                  <a:pt x="1620987" y="1430280"/>
                  <a:pt x="1620987" y="1423081"/>
                </a:cubicBezTo>
                <a:cubicBezTo>
                  <a:pt x="1620987" y="1415999"/>
                  <a:pt x="1626676" y="1410195"/>
                  <a:pt x="1633875" y="1410195"/>
                </a:cubicBezTo>
                <a:close/>
                <a:moveTo>
                  <a:pt x="1248528" y="1410195"/>
                </a:moveTo>
                <a:cubicBezTo>
                  <a:pt x="1255726" y="1410310"/>
                  <a:pt x="1261416" y="1415999"/>
                  <a:pt x="1261416" y="1423081"/>
                </a:cubicBezTo>
                <a:cubicBezTo>
                  <a:pt x="1261416" y="1430164"/>
                  <a:pt x="1255726" y="1435969"/>
                  <a:pt x="1248528" y="1435969"/>
                </a:cubicBezTo>
                <a:cubicBezTo>
                  <a:pt x="1241444" y="1435969"/>
                  <a:pt x="1235638" y="1430280"/>
                  <a:pt x="1235638" y="1423081"/>
                </a:cubicBezTo>
                <a:cubicBezTo>
                  <a:pt x="1235638" y="1415999"/>
                  <a:pt x="1241328" y="1410195"/>
                  <a:pt x="1248528" y="1410195"/>
                </a:cubicBezTo>
                <a:close/>
                <a:moveTo>
                  <a:pt x="1120233" y="1410195"/>
                </a:moveTo>
                <a:cubicBezTo>
                  <a:pt x="1127350" y="1410195"/>
                  <a:pt x="1133121" y="1415964"/>
                  <a:pt x="1133121" y="1423081"/>
                </a:cubicBezTo>
                <a:cubicBezTo>
                  <a:pt x="1133121" y="1430200"/>
                  <a:pt x="1127350" y="1435969"/>
                  <a:pt x="1120233" y="1435969"/>
                </a:cubicBezTo>
                <a:cubicBezTo>
                  <a:pt x="1113116" y="1435969"/>
                  <a:pt x="1107345" y="1430200"/>
                  <a:pt x="1107345" y="1423081"/>
                </a:cubicBezTo>
                <a:cubicBezTo>
                  <a:pt x="1107345" y="1415964"/>
                  <a:pt x="1113116" y="1410195"/>
                  <a:pt x="1120233" y="1410195"/>
                </a:cubicBezTo>
                <a:close/>
                <a:moveTo>
                  <a:pt x="89864" y="1410195"/>
                </a:moveTo>
                <a:cubicBezTo>
                  <a:pt x="96982" y="1410195"/>
                  <a:pt x="102752" y="1415964"/>
                  <a:pt x="102752" y="1423081"/>
                </a:cubicBezTo>
                <a:cubicBezTo>
                  <a:pt x="102752" y="1430200"/>
                  <a:pt x="96981" y="1435969"/>
                  <a:pt x="89864" y="1435969"/>
                </a:cubicBezTo>
                <a:cubicBezTo>
                  <a:pt x="82746" y="1435969"/>
                  <a:pt x="76977" y="1430200"/>
                  <a:pt x="76977" y="1423081"/>
                </a:cubicBezTo>
                <a:cubicBezTo>
                  <a:pt x="76977" y="1415964"/>
                  <a:pt x="82748" y="1410195"/>
                  <a:pt x="89864" y="1410195"/>
                </a:cubicBezTo>
                <a:close/>
                <a:moveTo>
                  <a:pt x="12099103" y="1397423"/>
                </a:moveTo>
                <a:cubicBezTo>
                  <a:pt x="12113273" y="1397423"/>
                  <a:pt x="12124761" y="1408911"/>
                  <a:pt x="12124761" y="1423081"/>
                </a:cubicBezTo>
                <a:cubicBezTo>
                  <a:pt x="12124761" y="1437253"/>
                  <a:pt x="12113273" y="1448741"/>
                  <a:pt x="12099103" y="1448741"/>
                </a:cubicBezTo>
                <a:cubicBezTo>
                  <a:pt x="12084931" y="1448741"/>
                  <a:pt x="12073441" y="1437253"/>
                  <a:pt x="12073441" y="1423081"/>
                </a:cubicBezTo>
                <a:cubicBezTo>
                  <a:pt x="12073441" y="1408911"/>
                  <a:pt x="12084931" y="1397423"/>
                  <a:pt x="12099103" y="1397423"/>
                </a:cubicBezTo>
                <a:close/>
                <a:moveTo>
                  <a:pt x="12034897" y="1397423"/>
                </a:moveTo>
                <a:cubicBezTo>
                  <a:pt x="12049061" y="1397423"/>
                  <a:pt x="12060557" y="1408918"/>
                  <a:pt x="12060557" y="1423081"/>
                </a:cubicBezTo>
                <a:cubicBezTo>
                  <a:pt x="12060557" y="1437247"/>
                  <a:pt x="12049061" y="1448741"/>
                  <a:pt x="12034897" y="1448741"/>
                </a:cubicBezTo>
                <a:cubicBezTo>
                  <a:pt x="12020731" y="1448741"/>
                  <a:pt x="12009237" y="1437247"/>
                  <a:pt x="12009237" y="1423081"/>
                </a:cubicBezTo>
                <a:cubicBezTo>
                  <a:pt x="12009237" y="1408918"/>
                  <a:pt x="12020731" y="1397423"/>
                  <a:pt x="12034897" y="1397423"/>
                </a:cubicBezTo>
                <a:close/>
                <a:moveTo>
                  <a:pt x="11970691" y="1397423"/>
                </a:moveTo>
                <a:cubicBezTo>
                  <a:pt x="11984855" y="1397423"/>
                  <a:pt x="11996349" y="1408918"/>
                  <a:pt x="11996349" y="1423081"/>
                </a:cubicBezTo>
                <a:cubicBezTo>
                  <a:pt x="11996349" y="1437247"/>
                  <a:pt x="11984855" y="1448741"/>
                  <a:pt x="11970691" y="1448741"/>
                </a:cubicBezTo>
                <a:cubicBezTo>
                  <a:pt x="11956525" y="1448741"/>
                  <a:pt x="11945033" y="1437247"/>
                  <a:pt x="11945033" y="1423081"/>
                </a:cubicBezTo>
                <a:cubicBezTo>
                  <a:pt x="11945033" y="1408918"/>
                  <a:pt x="11956525" y="1397423"/>
                  <a:pt x="11970691" y="1397423"/>
                </a:cubicBezTo>
                <a:close/>
                <a:moveTo>
                  <a:pt x="11906483" y="1397423"/>
                </a:moveTo>
                <a:cubicBezTo>
                  <a:pt x="11920649" y="1397423"/>
                  <a:pt x="11932145" y="1408918"/>
                  <a:pt x="11932145" y="1423081"/>
                </a:cubicBezTo>
                <a:cubicBezTo>
                  <a:pt x="11932145" y="1437247"/>
                  <a:pt x="11920649" y="1448741"/>
                  <a:pt x="11906483" y="1448741"/>
                </a:cubicBezTo>
                <a:cubicBezTo>
                  <a:pt x="11892321" y="1448741"/>
                  <a:pt x="11880825" y="1437247"/>
                  <a:pt x="11880825" y="1423081"/>
                </a:cubicBezTo>
                <a:cubicBezTo>
                  <a:pt x="11880825" y="1408918"/>
                  <a:pt x="11892321" y="1397423"/>
                  <a:pt x="11906483" y="1397423"/>
                </a:cubicBezTo>
                <a:close/>
                <a:moveTo>
                  <a:pt x="11842279" y="1397423"/>
                </a:moveTo>
                <a:cubicBezTo>
                  <a:pt x="11856445" y="1397423"/>
                  <a:pt x="11867941" y="1408918"/>
                  <a:pt x="11867941" y="1423081"/>
                </a:cubicBezTo>
                <a:cubicBezTo>
                  <a:pt x="11867941" y="1437247"/>
                  <a:pt x="11856445" y="1448741"/>
                  <a:pt x="11842279" y="1448741"/>
                </a:cubicBezTo>
                <a:cubicBezTo>
                  <a:pt x="11828117" y="1448741"/>
                  <a:pt x="11816621" y="1437247"/>
                  <a:pt x="11816621" y="1423081"/>
                </a:cubicBezTo>
                <a:cubicBezTo>
                  <a:pt x="11816621" y="1408918"/>
                  <a:pt x="11828117" y="1397423"/>
                  <a:pt x="11842279" y="1397423"/>
                </a:cubicBezTo>
                <a:close/>
                <a:moveTo>
                  <a:pt x="11775107" y="1397423"/>
                </a:moveTo>
                <a:cubicBezTo>
                  <a:pt x="11789271" y="1397423"/>
                  <a:pt x="11800767" y="1408918"/>
                  <a:pt x="11800767" y="1423081"/>
                </a:cubicBezTo>
                <a:cubicBezTo>
                  <a:pt x="11800767" y="1437247"/>
                  <a:pt x="11789271" y="1448741"/>
                  <a:pt x="11775107" y="1448741"/>
                </a:cubicBezTo>
                <a:cubicBezTo>
                  <a:pt x="11760941" y="1448741"/>
                  <a:pt x="11749449" y="1437247"/>
                  <a:pt x="11749449" y="1423081"/>
                </a:cubicBezTo>
                <a:cubicBezTo>
                  <a:pt x="11749449" y="1408918"/>
                  <a:pt x="11760941" y="1397423"/>
                  <a:pt x="11775107" y="1397423"/>
                </a:cubicBezTo>
                <a:close/>
                <a:moveTo>
                  <a:pt x="11710901" y="1397423"/>
                </a:moveTo>
                <a:cubicBezTo>
                  <a:pt x="11725067" y="1397423"/>
                  <a:pt x="11736561" y="1408918"/>
                  <a:pt x="11736561" y="1423081"/>
                </a:cubicBezTo>
                <a:cubicBezTo>
                  <a:pt x="11736561" y="1437247"/>
                  <a:pt x="11725067" y="1448741"/>
                  <a:pt x="11710901" y="1448741"/>
                </a:cubicBezTo>
                <a:cubicBezTo>
                  <a:pt x="11696737" y="1448741"/>
                  <a:pt x="11685243" y="1437247"/>
                  <a:pt x="11685243" y="1423081"/>
                </a:cubicBezTo>
                <a:cubicBezTo>
                  <a:pt x="11685243" y="1408918"/>
                  <a:pt x="11696737" y="1397423"/>
                  <a:pt x="11710901" y="1397423"/>
                </a:cubicBezTo>
                <a:close/>
                <a:moveTo>
                  <a:pt x="11646697" y="1397423"/>
                </a:moveTo>
                <a:cubicBezTo>
                  <a:pt x="11660859" y="1397423"/>
                  <a:pt x="11672355" y="1408918"/>
                  <a:pt x="11672355" y="1423081"/>
                </a:cubicBezTo>
                <a:cubicBezTo>
                  <a:pt x="11672355" y="1437247"/>
                  <a:pt x="11660859" y="1448741"/>
                  <a:pt x="11646697" y="1448741"/>
                </a:cubicBezTo>
                <a:cubicBezTo>
                  <a:pt x="11632529" y="1448741"/>
                  <a:pt x="11621037" y="1437247"/>
                  <a:pt x="11621037" y="1423081"/>
                </a:cubicBezTo>
                <a:cubicBezTo>
                  <a:pt x="11621037" y="1408918"/>
                  <a:pt x="11632529" y="1397423"/>
                  <a:pt x="11646697" y="1397423"/>
                </a:cubicBezTo>
                <a:close/>
                <a:moveTo>
                  <a:pt x="11454081" y="1397423"/>
                </a:moveTo>
                <a:cubicBezTo>
                  <a:pt x="11468253" y="1397423"/>
                  <a:pt x="11479739" y="1408911"/>
                  <a:pt x="11479739" y="1423081"/>
                </a:cubicBezTo>
                <a:cubicBezTo>
                  <a:pt x="11479739" y="1437253"/>
                  <a:pt x="11468253" y="1448741"/>
                  <a:pt x="11454081" y="1448741"/>
                </a:cubicBezTo>
                <a:cubicBezTo>
                  <a:pt x="11439909" y="1448741"/>
                  <a:pt x="11428421" y="1437253"/>
                  <a:pt x="11428421" y="1423081"/>
                </a:cubicBezTo>
                <a:cubicBezTo>
                  <a:pt x="11428421" y="1408911"/>
                  <a:pt x="11439909" y="1397423"/>
                  <a:pt x="11454081" y="1397423"/>
                </a:cubicBezTo>
                <a:close/>
                <a:moveTo>
                  <a:pt x="11389875" y="1397423"/>
                </a:moveTo>
                <a:cubicBezTo>
                  <a:pt x="11404040" y="1397423"/>
                  <a:pt x="11415533" y="1408918"/>
                  <a:pt x="11415533" y="1423081"/>
                </a:cubicBezTo>
                <a:cubicBezTo>
                  <a:pt x="11415533" y="1437247"/>
                  <a:pt x="11404040" y="1448741"/>
                  <a:pt x="11389875" y="1448741"/>
                </a:cubicBezTo>
                <a:cubicBezTo>
                  <a:pt x="11375710" y="1448741"/>
                  <a:pt x="11364217" y="1437247"/>
                  <a:pt x="11364217" y="1423081"/>
                </a:cubicBezTo>
                <a:cubicBezTo>
                  <a:pt x="11364217" y="1408918"/>
                  <a:pt x="11375710" y="1397423"/>
                  <a:pt x="11389875" y="1397423"/>
                </a:cubicBezTo>
                <a:close/>
                <a:moveTo>
                  <a:pt x="11325670" y="1397423"/>
                </a:moveTo>
                <a:cubicBezTo>
                  <a:pt x="11339835" y="1397423"/>
                  <a:pt x="11351329" y="1408918"/>
                  <a:pt x="11351329" y="1423081"/>
                </a:cubicBezTo>
                <a:cubicBezTo>
                  <a:pt x="11351329" y="1437247"/>
                  <a:pt x="11339835" y="1448741"/>
                  <a:pt x="11325670" y="1448741"/>
                </a:cubicBezTo>
                <a:cubicBezTo>
                  <a:pt x="11311505" y="1448741"/>
                  <a:pt x="11300012" y="1437247"/>
                  <a:pt x="11300012" y="1423081"/>
                </a:cubicBezTo>
                <a:cubicBezTo>
                  <a:pt x="11300012" y="1408918"/>
                  <a:pt x="11311505" y="1397423"/>
                  <a:pt x="11325670" y="1397423"/>
                </a:cubicBezTo>
                <a:close/>
                <a:moveTo>
                  <a:pt x="11261466" y="1397423"/>
                </a:moveTo>
                <a:cubicBezTo>
                  <a:pt x="11275628" y="1397423"/>
                  <a:pt x="11287124" y="1408918"/>
                  <a:pt x="11287124" y="1423081"/>
                </a:cubicBezTo>
                <a:cubicBezTo>
                  <a:pt x="11287124" y="1437247"/>
                  <a:pt x="11275628" y="1448741"/>
                  <a:pt x="11261466" y="1448741"/>
                </a:cubicBezTo>
                <a:cubicBezTo>
                  <a:pt x="11247301" y="1448741"/>
                  <a:pt x="11235805" y="1437247"/>
                  <a:pt x="11235805" y="1423081"/>
                </a:cubicBezTo>
                <a:cubicBezTo>
                  <a:pt x="11235805" y="1408918"/>
                  <a:pt x="11247301" y="1397423"/>
                  <a:pt x="11261466" y="1397423"/>
                </a:cubicBezTo>
                <a:close/>
                <a:moveTo>
                  <a:pt x="11197259" y="1397423"/>
                </a:moveTo>
                <a:cubicBezTo>
                  <a:pt x="11211424" y="1397423"/>
                  <a:pt x="11222917" y="1408918"/>
                  <a:pt x="11222917" y="1423081"/>
                </a:cubicBezTo>
                <a:cubicBezTo>
                  <a:pt x="11222917" y="1437247"/>
                  <a:pt x="11211424" y="1448741"/>
                  <a:pt x="11197259" y="1448741"/>
                </a:cubicBezTo>
                <a:cubicBezTo>
                  <a:pt x="11183094" y="1448741"/>
                  <a:pt x="11171601" y="1437247"/>
                  <a:pt x="11171601" y="1423081"/>
                </a:cubicBezTo>
                <a:cubicBezTo>
                  <a:pt x="11171601" y="1408918"/>
                  <a:pt x="11183094" y="1397423"/>
                  <a:pt x="11197259" y="1397423"/>
                </a:cubicBezTo>
                <a:close/>
                <a:moveTo>
                  <a:pt x="11133055" y="1397423"/>
                </a:moveTo>
                <a:cubicBezTo>
                  <a:pt x="11147225" y="1397423"/>
                  <a:pt x="11158713" y="1408911"/>
                  <a:pt x="11158713" y="1423081"/>
                </a:cubicBezTo>
                <a:cubicBezTo>
                  <a:pt x="11158713" y="1437253"/>
                  <a:pt x="11147225" y="1448741"/>
                  <a:pt x="11133055" y="1448741"/>
                </a:cubicBezTo>
                <a:cubicBezTo>
                  <a:pt x="11118884" y="1448741"/>
                  <a:pt x="11107396" y="1437253"/>
                  <a:pt x="11107396" y="1423081"/>
                </a:cubicBezTo>
                <a:cubicBezTo>
                  <a:pt x="11107396" y="1408911"/>
                  <a:pt x="11118884" y="1397423"/>
                  <a:pt x="11133055" y="1397423"/>
                </a:cubicBezTo>
                <a:close/>
                <a:moveTo>
                  <a:pt x="11068848" y="1397423"/>
                </a:moveTo>
                <a:cubicBezTo>
                  <a:pt x="11083021" y="1397423"/>
                  <a:pt x="11094509" y="1408911"/>
                  <a:pt x="11094509" y="1423081"/>
                </a:cubicBezTo>
                <a:cubicBezTo>
                  <a:pt x="11094509" y="1437253"/>
                  <a:pt x="11083021" y="1448741"/>
                  <a:pt x="11068848" y="1448741"/>
                </a:cubicBezTo>
                <a:cubicBezTo>
                  <a:pt x="11054677" y="1448741"/>
                  <a:pt x="11043189" y="1437253"/>
                  <a:pt x="11043189" y="1423081"/>
                </a:cubicBezTo>
                <a:cubicBezTo>
                  <a:pt x="11043189" y="1408911"/>
                  <a:pt x="11054677" y="1397423"/>
                  <a:pt x="11068848" y="1397423"/>
                </a:cubicBezTo>
                <a:close/>
                <a:moveTo>
                  <a:pt x="10940321" y="1397423"/>
                </a:moveTo>
                <a:cubicBezTo>
                  <a:pt x="10954604" y="1397423"/>
                  <a:pt x="10965982" y="1408918"/>
                  <a:pt x="10965982" y="1423081"/>
                </a:cubicBezTo>
                <a:cubicBezTo>
                  <a:pt x="10965982" y="1437247"/>
                  <a:pt x="10954486" y="1448741"/>
                  <a:pt x="10940321" y="1448741"/>
                </a:cubicBezTo>
                <a:cubicBezTo>
                  <a:pt x="10926156" y="1448741"/>
                  <a:pt x="10914663" y="1437247"/>
                  <a:pt x="10914663" y="1423081"/>
                </a:cubicBezTo>
                <a:cubicBezTo>
                  <a:pt x="10914663" y="1408918"/>
                  <a:pt x="10926156" y="1397423"/>
                  <a:pt x="10940321" y="1397423"/>
                </a:cubicBezTo>
                <a:close/>
                <a:moveTo>
                  <a:pt x="10811912" y="1397423"/>
                </a:moveTo>
                <a:cubicBezTo>
                  <a:pt x="10826077" y="1397423"/>
                  <a:pt x="10837571" y="1408918"/>
                  <a:pt x="10837571" y="1423081"/>
                </a:cubicBezTo>
                <a:cubicBezTo>
                  <a:pt x="10837571" y="1437247"/>
                  <a:pt x="10826077" y="1448741"/>
                  <a:pt x="10811912" y="1448741"/>
                </a:cubicBezTo>
                <a:cubicBezTo>
                  <a:pt x="10797747" y="1448741"/>
                  <a:pt x="10786254" y="1437247"/>
                  <a:pt x="10786254" y="1423081"/>
                </a:cubicBezTo>
                <a:cubicBezTo>
                  <a:pt x="10786254" y="1408918"/>
                  <a:pt x="10797747" y="1397423"/>
                  <a:pt x="10811912" y="1397423"/>
                </a:cubicBezTo>
                <a:close/>
                <a:moveTo>
                  <a:pt x="10747708" y="1397423"/>
                </a:moveTo>
                <a:cubicBezTo>
                  <a:pt x="10761878" y="1397423"/>
                  <a:pt x="10773366" y="1408911"/>
                  <a:pt x="10773366" y="1423081"/>
                </a:cubicBezTo>
                <a:cubicBezTo>
                  <a:pt x="10773366" y="1437253"/>
                  <a:pt x="10761878" y="1448741"/>
                  <a:pt x="10747708" y="1448741"/>
                </a:cubicBezTo>
                <a:cubicBezTo>
                  <a:pt x="10733535" y="1448741"/>
                  <a:pt x="10722047" y="1437253"/>
                  <a:pt x="10722047" y="1423081"/>
                </a:cubicBezTo>
                <a:cubicBezTo>
                  <a:pt x="10722047" y="1408911"/>
                  <a:pt x="10733535" y="1397423"/>
                  <a:pt x="10747708" y="1397423"/>
                </a:cubicBezTo>
                <a:close/>
                <a:moveTo>
                  <a:pt x="10683501" y="1397423"/>
                </a:moveTo>
                <a:cubicBezTo>
                  <a:pt x="10697666" y="1397423"/>
                  <a:pt x="10709159" y="1408918"/>
                  <a:pt x="10709159" y="1423081"/>
                </a:cubicBezTo>
                <a:cubicBezTo>
                  <a:pt x="10709159" y="1437247"/>
                  <a:pt x="10697666" y="1448741"/>
                  <a:pt x="10683501" y="1448741"/>
                </a:cubicBezTo>
                <a:cubicBezTo>
                  <a:pt x="10669336" y="1448741"/>
                  <a:pt x="10657843" y="1437247"/>
                  <a:pt x="10657843" y="1423081"/>
                </a:cubicBezTo>
                <a:cubicBezTo>
                  <a:pt x="10657843" y="1408918"/>
                  <a:pt x="10669336" y="1397423"/>
                  <a:pt x="10683501" y="1397423"/>
                </a:cubicBezTo>
                <a:close/>
                <a:moveTo>
                  <a:pt x="10619297" y="1397423"/>
                </a:moveTo>
                <a:cubicBezTo>
                  <a:pt x="10633462" y="1397423"/>
                  <a:pt x="10644955" y="1408918"/>
                  <a:pt x="10644955" y="1423081"/>
                </a:cubicBezTo>
                <a:cubicBezTo>
                  <a:pt x="10644955" y="1437247"/>
                  <a:pt x="10633462" y="1448741"/>
                  <a:pt x="10619297" y="1448741"/>
                </a:cubicBezTo>
                <a:cubicBezTo>
                  <a:pt x="10605132" y="1448741"/>
                  <a:pt x="10593639" y="1437247"/>
                  <a:pt x="10593639" y="1423081"/>
                </a:cubicBezTo>
                <a:cubicBezTo>
                  <a:pt x="10593639" y="1408918"/>
                  <a:pt x="10605132" y="1397423"/>
                  <a:pt x="10619297" y="1397423"/>
                </a:cubicBezTo>
                <a:close/>
                <a:moveTo>
                  <a:pt x="10555092" y="1397423"/>
                </a:moveTo>
                <a:cubicBezTo>
                  <a:pt x="10569255" y="1397423"/>
                  <a:pt x="10580751" y="1408918"/>
                  <a:pt x="10580751" y="1423081"/>
                </a:cubicBezTo>
                <a:cubicBezTo>
                  <a:pt x="10580751" y="1437247"/>
                  <a:pt x="10569255" y="1448741"/>
                  <a:pt x="10555092" y="1448741"/>
                </a:cubicBezTo>
                <a:cubicBezTo>
                  <a:pt x="10540927" y="1448741"/>
                  <a:pt x="10529432" y="1437247"/>
                  <a:pt x="10529432" y="1423081"/>
                </a:cubicBezTo>
                <a:cubicBezTo>
                  <a:pt x="10529432" y="1408918"/>
                  <a:pt x="10540927" y="1397423"/>
                  <a:pt x="10555092" y="1397423"/>
                </a:cubicBezTo>
                <a:close/>
                <a:moveTo>
                  <a:pt x="10490885" y="1397423"/>
                </a:moveTo>
                <a:cubicBezTo>
                  <a:pt x="10505050" y="1397423"/>
                  <a:pt x="10516544" y="1408918"/>
                  <a:pt x="10516544" y="1423081"/>
                </a:cubicBezTo>
                <a:cubicBezTo>
                  <a:pt x="10516544" y="1437247"/>
                  <a:pt x="10505050" y="1448741"/>
                  <a:pt x="10490885" y="1448741"/>
                </a:cubicBezTo>
                <a:cubicBezTo>
                  <a:pt x="10476720" y="1448741"/>
                  <a:pt x="10465227" y="1437247"/>
                  <a:pt x="10465227" y="1423081"/>
                </a:cubicBezTo>
                <a:cubicBezTo>
                  <a:pt x="10465227" y="1408918"/>
                  <a:pt x="10476720" y="1397423"/>
                  <a:pt x="10490885" y="1397423"/>
                </a:cubicBezTo>
                <a:close/>
                <a:moveTo>
                  <a:pt x="10362474" y="1397423"/>
                </a:moveTo>
                <a:cubicBezTo>
                  <a:pt x="10376647" y="1397423"/>
                  <a:pt x="10388135" y="1408911"/>
                  <a:pt x="10388135" y="1423081"/>
                </a:cubicBezTo>
                <a:cubicBezTo>
                  <a:pt x="10388135" y="1437253"/>
                  <a:pt x="10376647" y="1448741"/>
                  <a:pt x="10362474" y="1448741"/>
                </a:cubicBezTo>
                <a:cubicBezTo>
                  <a:pt x="10348304" y="1448741"/>
                  <a:pt x="10336816" y="1437253"/>
                  <a:pt x="10336816" y="1423081"/>
                </a:cubicBezTo>
                <a:cubicBezTo>
                  <a:pt x="10336816" y="1408911"/>
                  <a:pt x="10348304" y="1397423"/>
                  <a:pt x="10362474" y="1397423"/>
                </a:cubicBezTo>
                <a:close/>
                <a:moveTo>
                  <a:pt x="10298270" y="1397423"/>
                </a:moveTo>
                <a:cubicBezTo>
                  <a:pt x="10312435" y="1397423"/>
                  <a:pt x="10323928" y="1408918"/>
                  <a:pt x="10323928" y="1423081"/>
                </a:cubicBezTo>
                <a:cubicBezTo>
                  <a:pt x="10323928" y="1437247"/>
                  <a:pt x="10312435" y="1448741"/>
                  <a:pt x="10298270" y="1448741"/>
                </a:cubicBezTo>
                <a:cubicBezTo>
                  <a:pt x="10284105" y="1448741"/>
                  <a:pt x="10272611" y="1437247"/>
                  <a:pt x="10272611" y="1423081"/>
                </a:cubicBezTo>
                <a:cubicBezTo>
                  <a:pt x="10272611" y="1408918"/>
                  <a:pt x="10284105" y="1397423"/>
                  <a:pt x="10298270" y="1397423"/>
                </a:cubicBezTo>
                <a:close/>
                <a:moveTo>
                  <a:pt x="10234065" y="1397423"/>
                </a:moveTo>
                <a:cubicBezTo>
                  <a:pt x="10248228" y="1397423"/>
                  <a:pt x="10259723" y="1408918"/>
                  <a:pt x="10259723" y="1423081"/>
                </a:cubicBezTo>
                <a:cubicBezTo>
                  <a:pt x="10259723" y="1437247"/>
                  <a:pt x="10248228" y="1448741"/>
                  <a:pt x="10234065" y="1448741"/>
                </a:cubicBezTo>
                <a:cubicBezTo>
                  <a:pt x="10219900" y="1448741"/>
                  <a:pt x="10208404" y="1437247"/>
                  <a:pt x="10208404" y="1423081"/>
                </a:cubicBezTo>
                <a:cubicBezTo>
                  <a:pt x="10208404" y="1408918"/>
                  <a:pt x="10219900" y="1397423"/>
                  <a:pt x="10234065" y="1397423"/>
                </a:cubicBezTo>
                <a:close/>
                <a:moveTo>
                  <a:pt x="10105654" y="1397423"/>
                </a:moveTo>
                <a:cubicBezTo>
                  <a:pt x="10119819" y="1397423"/>
                  <a:pt x="10131312" y="1408918"/>
                  <a:pt x="10131312" y="1423081"/>
                </a:cubicBezTo>
                <a:cubicBezTo>
                  <a:pt x="10131312" y="1437247"/>
                  <a:pt x="10119819" y="1448741"/>
                  <a:pt x="10105654" y="1448741"/>
                </a:cubicBezTo>
                <a:cubicBezTo>
                  <a:pt x="10091489" y="1448741"/>
                  <a:pt x="10079996" y="1437247"/>
                  <a:pt x="10079996" y="1423081"/>
                </a:cubicBezTo>
                <a:cubicBezTo>
                  <a:pt x="10079996" y="1408918"/>
                  <a:pt x="10091489" y="1397423"/>
                  <a:pt x="10105654" y="1397423"/>
                </a:cubicBezTo>
                <a:close/>
                <a:moveTo>
                  <a:pt x="9913038" y="1397423"/>
                </a:moveTo>
                <a:cubicBezTo>
                  <a:pt x="9927203" y="1397423"/>
                  <a:pt x="9938696" y="1408918"/>
                  <a:pt x="9938696" y="1423081"/>
                </a:cubicBezTo>
                <a:cubicBezTo>
                  <a:pt x="9938696" y="1437247"/>
                  <a:pt x="9927203" y="1448741"/>
                  <a:pt x="9913038" y="1448741"/>
                </a:cubicBezTo>
                <a:cubicBezTo>
                  <a:pt x="9898873" y="1448741"/>
                  <a:pt x="9887380" y="1437247"/>
                  <a:pt x="9887380" y="1423081"/>
                </a:cubicBezTo>
                <a:cubicBezTo>
                  <a:pt x="9887380" y="1408918"/>
                  <a:pt x="9898873" y="1397423"/>
                  <a:pt x="9913038" y="1397423"/>
                </a:cubicBezTo>
                <a:close/>
                <a:moveTo>
                  <a:pt x="9720307" y="1397423"/>
                </a:moveTo>
                <a:cubicBezTo>
                  <a:pt x="9734470" y="1397423"/>
                  <a:pt x="9745965" y="1408918"/>
                  <a:pt x="9745965" y="1423081"/>
                </a:cubicBezTo>
                <a:cubicBezTo>
                  <a:pt x="9745965" y="1437247"/>
                  <a:pt x="9734470" y="1448741"/>
                  <a:pt x="9720307" y="1448741"/>
                </a:cubicBezTo>
                <a:cubicBezTo>
                  <a:pt x="9706142" y="1448741"/>
                  <a:pt x="9694646" y="1437247"/>
                  <a:pt x="9694646" y="1423081"/>
                </a:cubicBezTo>
                <a:cubicBezTo>
                  <a:pt x="9694646" y="1408918"/>
                  <a:pt x="9706142" y="1397423"/>
                  <a:pt x="9720307" y="1397423"/>
                </a:cubicBezTo>
                <a:close/>
                <a:moveTo>
                  <a:pt x="9591896" y="1397423"/>
                </a:moveTo>
                <a:cubicBezTo>
                  <a:pt x="9606061" y="1397423"/>
                  <a:pt x="9617554" y="1408918"/>
                  <a:pt x="9617554" y="1423081"/>
                </a:cubicBezTo>
                <a:cubicBezTo>
                  <a:pt x="9617554" y="1437247"/>
                  <a:pt x="9606061" y="1448741"/>
                  <a:pt x="9591896" y="1448741"/>
                </a:cubicBezTo>
                <a:cubicBezTo>
                  <a:pt x="9577731" y="1448741"/>
                  <a:pt x="9566238" y="1437247"/>
                  <a:pt x="9566238" y="1423081"/>
                </a:cubicBezTo>
                <a:cubicBezTo>
                  <a:pt x="9566238" y="1408918"/>
                  <a:pt x="9577731" y="1397423"/>
                  <a:pt x="9591896" y="1397423"/>
                </a:cubicBezTo>
                <a:close/>
                <a:moveTo>
                  <a:pt x="9527689" y="1397423"/>
                </a:moveTo>
                <a:cubicBezTo>
                  <a:pt x="9541854" y="1397423"/>
                  <a:pt x="9553350" y="1408918"/>
                  <a:pt x="9553350" y="1423081"/>
                </a:cubicBezTo>
                <a:cubicBezTo>
                  <a:pt x="9553350" y="1437247"/>
                  <a:pt x="9541854" y="1448741"/>
                  <a:pt x="9527689" y="1448741"/>
                </a:cubicBezTo>
                <a:cubicBezTo>
                  <a:pt x="9513524" y="1448741"/>
                  <a:pt x="9502031" y="1437247"/>
                  <a:pt x="9502031" y="1423081"/>
                </a:cubicBezTo>
                <a:cubicBezTo>
                  <a:pt x="9502031" y="1408918"/>
                  <a:pt x="9513524" y="1397423"/>
                  <a:pt x="9527689" y="1397423"/>
                </a:cubicBezTo>
                <a:close/>
                <a:moveTo>
                  <a:pt x="9463485" y="1397423"/>
                </a:moveTo>
                <a:cubicBezTo>
                  <a:pt x="9477650" y="1397423"/>
                  <a:pt x="9489143" y="1408918"/>
                  <a:pt x="9489143" y="1423081"/>
                </a:cubicBezTo>
                <a:cubicBezTo>
                  <a:pt x="9489143" y="1437247"/>
                  <a:pt x="9477650" y="1448741"/>
                  <a:pt x="9463485" y="1448741"/>
                </a:cubicBezTo>
                <a:cubicBezTo>
                  <a:pt x="9449320" y="1448741"/>
                  <a:pt x="9437826" y="1437247"/>
                  <a:pt x="9437826" y="1423081"/>
                </a:cubicBezTo>
                <a:cubicBezTo>
                  <a:pt x="9437826" y="1408918"/>
                  <a:pt x="9449320" y="1397423"/>
                  <a:pt x="9463485" y="1397423"/>
                </a:cubicBezTo>
                <a:close/>
                <a:moveTo>
                  <a:pt x="9335073" y="1397423"/>
                </a:moveTo>
                <a:cubicBezTo>
                  <a:pt x="9349246" y="1397423"/>
                  <a:pt x="9360734" y="1408911"/>
                  <a:pt x="9360734" y="1423081"/>
                </a:cubicBezTo>
                <a:cubicBezTo>
                  <a:pt x="9360734" y="1437253"/>
                  <a:pt x="9349246" y="1448741"/>
                  <a:pt x="9335073" y="1448741"/>
                </a:cubicBezTo>
                <a:cubicBezTo>
                  <a:pt x="9320903" y="1448741"/>
                  <a:pt x="9309415" y="1437253"/>
                  <a:pt x="9309415" y="1423081"/>
                </a:cubicBezTo>
                <a:cubicBezTo>
                  <a:pt x="9309415" y="1408911"/>
                  <a:pt x="9320903" y="1397423"/>
                  <a:pt x="9335073" y="1397423"/>
                </a:cubicBezTo>
                <a:close/>
                <a:moveTo>
                  <a:pt x="9142457" y="1397423"/>
                </a:moveTo>
                <a:cubicBezTo>
                  <a:pt x="9156622" y="1397423"/>
                  <a:pt x="9168118" y="1408918"/>
                  <a:pt x="9168118" y="1423081"/>
                </a:cubicBezTo>
                <a:cubicBezTo>
                  <a:pt x="9168118" y="1437247"/>
                  <a:pt x="9156622" y="1448741"/>
                  <a:pt x="9142457" y="1448741"/>
                </a:cubicBezTo>
                <a:cubicBezTo>
                  <a:pt x="9128292" y="1448741"/>
                  <a:pt x="9116799" y="1437247"/>
                  <a:pt x="9116799" y="1423081"/>
                </a:cubicBezTo>
                <a:cubicBezTo>
                  <a:pt x="9116799" y="1408918"/>
                  <a:pt x="9128292" y="1397423"/>
                  <a:pt x="9142457" y="1397423"/>
                </a:cubicBezTo>
                <a:close/>
                <a:moveTo>
                  <a:pt x="9078253" y="1397423"/>
                </a:moveTo>
                <a:cubicBezTo>
                  <a:pt x="9092418" y="1397423"/>
                  <a:pt x="9103911" y="1408918"/>
                  <a:pt x="9103911" y="1423081"/>
                </a:cubicBezTo>
                <a:cubicBezTo>
                  <a:pt x="9103911" y="1437247"/>
                  <a:pt x="9092418" y="1448741"/>
                  <a:pt x="9078253" y="1448741"/>
                </a:cubicBezTo>
                <a:cubicBezTo>
                  <a:pt x="9064088" y="1448741"/>
                  <a:pt x="9052595" y="1437247"/>
                  <a:pt x="9052595" y="1423081"/>
                </a:cubicBezTo>
                <a:cubicBezTo>
                  <a:pt x="9052595" y="1408918"/>
                  <a:pt x="9064088" y="1397423"/>
                  <a:pt x="9078253" y="1397423"/>
                </a:cubicBezTo>
                <a:close/>
                <a:moveTo>
                  <a:pt x="9014049" y="1397423"/>
                </a:moveTo>
                <a:cubicBezTo>
                  <a:pt x="9028214" y="1397423"/>
                  <a:pt x="9039707" y="1408918"/>
                  <a:pt x="9039707" y="1423081"/>
                </a:cubicBezTo>
                <a:cubicBezTo>
                  <a:pt x="9039707" y="1437247"/>
                  <a:pt x="9028214" y="1448741"/>
                  <a:pt x="9014049" y="1448741"/>
                </a:cubicBezTo>
                <a:cubicBezTo>
                  <a:pt x="8999884" y="1448741"/>
                  <a:pt x="8988388" y="1437247"/>
                  <a:pt x="8988388" y="1423081"/>
                </a:cubicBezTo>
                <a:cubicBezTo>
                  <a:pt x="8988388" y="1408918"/>
                  <a:pt x="8999884" y="1397423"/>
                  <a:pt x="9014049" y="1397423"/>
                </a:cubicBezTo>
                <a:close/>
                <a:moveTo>
                  <a:pt x="8949842" y="1397423"/>
                </a:moveTo>
                <a:cubicBezTo>
                  <a:pt x="8964015" y="1397423"/>
                  <a:pt x="8975503" y="1408911"/>
                  <a:pt x="8975503" y="1423081"/>
                </a:cubicBezTo>
                <a:cubicBezTo>
                  <a:pt x="8975503" y="1437253"/>
                  <a:pt x="8964015" y="1448741"/>
                  <a:pt x="8949842" y="1448741"/>
                </a:cubicBezTo>
                <a:cubicBezTo>
                  <a:pt x="8935671" y="1448741"/>
                  <a:pt x="8924183" y="1437253"/>
                  <a:pt x="8924183" y="1423081"/>
                </a:cubicBezTo>
                <a:cubicBezTo>
                  <a:pt x="8924183" y="1408911"/>
                  <a:pt x="8935671" y="1397423"/>
                  <a:pt x="8949842" y="1397423"/>
                </a:cubicBezTo>
                <a:close/>
                <a:moveTo>
                  <a:pt x="8821433" y="1397423"/>
                </a:moveTo>
                <a:cubicBezTo>
                  <a:pt x="8835598" y="1397423"/>
                  <a:pt x="8847091" y="1408918"/>
                  <a:pt x="8847091" y="1423081"/>
                </a:cubicBezTo>
                <a:cubicBezTo>
                  <a:pt x="8847091" y="1437247"/>
                  <a:pt x="8835598" y="1448741"/>
                  <a:pt x="8821433" y="1448741"/>
                </a:cubicBezTo>
                <a:cubicBezTo>
                  <a:pt x="8807268" y="1448741"/>
                  <a:pt x="8795772" y="1437247"/>
                  <a:pt x="8795772" y="1423081"/>
                </a:cubicBezTo>
                <a:cubicBezTo>
                  <a:pt x="8795772" y="1408918"/>
                  <a:pt x="8807268" y="1397423"/>
                  <a:pt x="8821433" y="1397423"/>
                </a:cubicBezTo>
                <a:close/>
                <a:moveTo>
                  <a:pt x="8757226" y="1397423"/>
                </a:moveTo>
                <a:cubicBezTo>
                  <a:pt x="8771391" y="1397423"/>
                  <a:pt x="8782887" y="1408918"/>
                  <a:pt x="8782887" y="1423081"/>
                </a:cubicBezTo>
                <a:cubicBezTo>
                  <a:pt x="8782887" y="1437247"/>
                  <a:pt x="8771391" y="1448741"/>
                  <a:pt x="8757226" y="1448741"/>
                </a:cubicBezTo>
                <a:cubicBezTo>
                  <a:pt x="8743061" y="1448741"/>
                  <a:pt x="8731568" y="1437247"/>
                  <a:pt x="8731568" y="1423081"/>
                </a:cubicBezTo>
                <a:cubicBezTo>
                  <a:pt x="8731568" y="1408918"/>
                  <a:pt x="8743061" y="1397423"/>
                  <a:pt x="8757226" y="1397423"/>
                </a:cubicBezTo>
                <a:close/>
                <a:moveTo>
                  <a:pt x="8692904" y="1397423"/>
                </a:moveTo>
                <a:cubicBezTo>
                  <a:pt x="8707069" y="1397423"/>
                  <a:pt x="8718565" y="1408918"/>
                  <a:pt x="8718565" y="1423081"/>
                </a:cubicBezTo>
                <a:cubicBezTo>
                  <a:pt x="8718565" y="1437247"/>
                  <a:pt x="8707069" y="1448741"/>
                  <a:pt x="8692904" y="1448741"/>
                </a:cubicBezTo>
                <a:cubicBezTo>
                  <a:pt x="8678741" y="1448741"/>
                  <a:pt x="8667246" y="1437247"/>
                  <a:pt x="8667246" y="1423081"/>
                </a:cubicBezTo>
                <a:cubicBezTo>
                  <a:pt x="8667246" y="1408918"/>
                  <a:pt x="8678741" y="1397423"/>
                  <a:pt x="8692904" y="1397423"/>
                </a:cubicBezTo>
                <a:close/>
                <a:moveTo>
                  <a:pt x="8564495" y="1397423"/>
                </a:moveTo>
                <a:cubicBezTo>
                  <a:pt x="8578665" y="1397423"/>
                  <a:pt x="8590153" y="1408911"/>
                  <a:pt x="8590153" y="1423081"/>
                </a:cubicBezTo>
                <a:cubicBezTo>
                  <a:pt x="8590153" y="1437253"/>
                  <a:pt x="8578665" y="1448741"/>
                  <a:pt x="8564495" y="1448741"/>
                </a:cubicBezTo>
                <a:cubicBezTo>
                  <a:pt x="8550325" y="1448741"/>
                  <a:pt x="8538837" y="1437253"/>
                  <a:pt x="8538837" y="1423081"/>
                </a:cubicBezTo>
                <a:cubicBezTo>
                  <a:pt x="8538837" y="1408911"/>
                  <a:pt x="8550325" y="1397423"/>
                  <a:pt x="8564495" y="1397423"/>
                </a:cubicBezTo>
                <a:close/>
                <a:moveTo>
                  <a:pt x="8500288" y="1397423"/>
                </a:moveTo>
                <a:cubicBezTo>
                  <a:pt x="8514453" y="1397423"/>
                  <a:pt x="8525949" y="1408918"/>
                  <a:pt x="8525949" y="1423081"/>
                </a:cubicBezTo>
                <a:cubicBezTo>
                  <a:pt x="8525949" y="1437247"/>
                  <a:pt x="8514453" y="1448741"/>
                  <a:pt x="8500288" y="1448741"/>
                </a:cubicBezTo>
                <a:cubicBezTo>
                  <a:pt x="8486126" y="1448741"/>
                  <a:pt x="8474630" y="1437247"/>
                  <a:pt x="8474630" y="1423081"/>
                </a:cubicBezTo>
                <a:cubicBezTo>
                  <a:pt x="8474630" y="1408918"/>
                  <a:pt x="8486126" y="1397423"/>
                  <a:pt x="8500288" y="1397423"/>
                </a:cubicBezTo>
                <a:close/>
                <a:moveTo>
                  <a:pt x="8115057" y="1397423"/>
                </a:moveTo>
                <a:cubicBezTo>
                  <a:pt x="8129222" y="1397423"/>
                  <a:pt x="8140717" y="1408918"/>
                  <a:pt x="8140717" y="1423081"/>
                </a:cubicBezTo>
                <a:cubicBezTo>
                  <a:pt x="8140717" y="1437247"/>
                  <a:pt x="8129222" y="1448741"/>
                  <a:pt x="8115057" y="1448741"/>
                </a:cubicBezTo>
                <a:cubicBezTo>
                  <a:pt x="8100894" y="1448741"/>
                  <a:pt x="8089398" y="1437247"/>
                  <a:pt x="8089398" y="1423081"/>
                </a:cubicBezTo>
                <a:cubicBezTo>
                  <a:pt x="8089398" y="1408918"/>
                  <a:pt x="8100894" y="1397423"/>
                  <a:pt x="8115057" y="1397423"/>
                </a:cubicBezTo>
                <a:close/>
                <a:moveTo>
                  <a:pt x="8050852" y="1397423"/>
                </a:moveTo>
                <a:cubicBezTo>
                  <a:pt x="8065017" y="1397423"/>
                  <a:pt x="8076510" y="1408918"/>
                  <a:pt x="8076510" y="1423081"/>
                </a:cubicBezTo>
                <a:cubicBezTo>
                  <a:pt x="8076510" y="1437247"/>
                  <a:pt x="8065017" y="1448741"/>
                  <a:pt x="8050852" y="1448741"/>
                </a:cubicBezTo>
                <a:cubicBezTo>
                  <a:pt x="8036687" y="1448741"/>
                  <a:pt x="8025194" y="1437247"/>
                  <a:pt x="8025194" y="1423081"/>
                </a:cubicBezTo>
                <a:cubicBezTo>
                  <a:pt x="8025194" y="1408918"/>
                  <a:pt x="8036687" y="1397423"/>
                  <a:pt x="8050852" y="1397423"/>
                </a:cubicBezTo>
                <a:close/>
                <a:moveTo>
                  <a:pt x="7986648" y="1397423"/>
                </a:moveTo>
                <a:cubicBezTo>
                  <a:pt x="8000813" y="1397423"/>
                  <a:pt x="8012306" y="1408918"/>
                  <a:pt x="8012306" y="1423081"/>
                </a:cubicBezTo>
                <a:cubicBezTo>
                  <a:pt x="8012306" y="1437247"/>
                  <a:pt x="8000813" y="1448741"/>
                  <a:pt x="7986648" y="1448741"/>
                </a:cubicBezTo>
                <a:cubicBezTo>
                  <a:pt x="7972483" y="1448741"/>
                  <a:pt x="7960990" y="1437247"/>
                  <a:pt x="7960990" y="1423081"/>
                </a:cubicBezTo>
                <a:cubicBezTo>
                  <a:pt x="7960990" y="1408918"/>
                  <a:pt x="7972483" y="1397423"/>
                  <a:pt x="7986648" y="1397423"/>
                </a:cubicBezTo>
                <a:close/>
                <a:moveTo>
                  <a:pt x="7922444" y="1397423"/>
                </a:moveTo>
                <a:cubicBezTo>
                  <a:pt x="7936606" y="1397423"/>
                  <a:pt x="7948102" y="1408918"/>
                  <a:pt x="7948102" y="1423081"/>
                </a:cubicBezTo>
                <a:cubicBezTo>
                  <a:pt x="7948102" y="1437247"/>
                  <a:pt x="7936606" y="1448741"/>
                  <a:pt x="7922444" y="1448741"/>
                </a:cubicBezTo>
                <a:cubicBezTo>
                  <a:pt x="7908279" y="1448741"/>
                  <a:pt x="7896783" y="1437247"/>
                  <a:pt x="7896783" y="1423081"/>
                </a:cubicBezTo>
                <a:cubicBezTo>
                  <a:pt x="7896783" y="1408918"/>
                  <a:pt x="7908279" y="1397423"/>
                  <a:pt x="7922444" y="1397423"/>
                </a:cubicBezTo>
                <a:close/>
                <a:moveTo>
                  <a:pt x="7858237" y="1397423"/>
                </a:moveTo>
                <a:cubicBezTo>
                  <a:pt x="7872407" y="1397423"/>
                  <a:pt x="7883895" y="1408911"/>
                  <a:pt x="7883895" y="1423081"/>
                </a:cubicBezTo>
                <a:cubicBezTo>
                  <a:pt x="7883895" y="1437253"/>
                  <a:pt x="7872407" y="1448741"/>
                  <a:pt x="7858237" y="1448741"/>
                </a:cubicBezTo>
                <a:cubicBezTo>
                  <a:pt x="7844066" y="1448741"/>
                  <a:pt x="7832578" y="1437253"/>
                  <a:pt x="7832578" y="1423081"/>
                </a:cubicBezTo>
                <a:cubicBezTo>
                  <a:pt x="7832578" y="1408911"/>
                  <a:pt x="7844066" y="1397423"/>
                  <a:pt x="7858237" y="1397423"/>
                </a:cubicBezTo>
                <a:close/>
                <a:moveTo>
                  <a:pt x="7794032" y="1397423"/>
                </a:moveTo>
                <a:cubicBezTo>
                  <a:pt x="7808203" y="1397423"/>
                  <a:pt x="7819690" y="1408911"/>
                  <a:pt x="7819690" y="1423081"/>
                </a:cubicBezTo>
                <a:cubicBezTo>
                  <a:pt x="7819690" y="1437253"/>
                  <a:pt x="7808203" y="1448741"/>
                  <a:pt x="7794032" y="1448741"/>
                </a:cubicBezTo>
                <a:cubicBezTo>
                  <a:pt x="7779862" y="1448741"/>
                  <a:pt x="7768371" y="1437253"/>
                  <a:pt x="7768371" y="1423081"/>
                </a:cubicBezTo>
                <a:cubicBezTo>
                  <a:pt x="7768371" y="1408911"/>
                  <a:pt x="7779862" y="1397423"/>
                  <a:pt x="7794032" y="1397423"/>
                </a:cubicBezTo>
                <a:close/>
                <a:moveTo>
                  <a:pt x="7729825" y="1397423"/>
                </a:moveTo>
                <a:cubicBezTo>
                  <a:pt x="7743990" y="1397423"/>
                  <a:pt x="7755486" y="1408918"/>
                  <a:pt x="7755486" y="1423081"/>
                </a:cubicBezTo>
                <a:cubicBezTo>
                  <a:pt x="7755486" y="1437247"/>
                  <a:pt x="7743990" y="1448741"/>
                  <a:pt x="7729825" y="1448741"/>
                </a:cubicBezTo>
                <a:cubicBezTo>
                  <a:pt x="7715660" y="1448741"/>
                  <a:pt x="7704167" y="1437247"/>
                  <a:pt x="7704167" y="1423081"/>
                </a:cubicBezTo>
                <a:cubicBezTo>
                  <a:pt x="7704167" y="1408918"/>
                  <a:pt x="7715660" y="1397423"/>
                  <a:pt x="7729825" y="1397423"/>
                </a:cubicBezTo>
                <a:close/>
                <a:moveTo>
                  <a:pt x="7665621" y="1397423"/>
                </a:moveTo>
                <a:cubicBezTo>
                  <a:pt x="7679786" y="1397423"/>
                  <a:pt x="7691279" y="1408918"/>
                  <a:pt x="7691279" y="1423081"/>
                </a:cubicBezTo>
                <a:cubicBezTo>
                  <a:pt x="7691279" y="1437247"/>
                  <a:pt x="7679786" y="1448741"/>
                  <a:pt x="7665621" y="1448741"/>
                </a:cubicBezTo>
                <a:cubicBezTo>
                  <a:pt x="7651456" y="1448741"/>
                  <a:pt x="7639963" y="1437247"/>
                  <a:pt x="7639963" y="1423081"/>
                </a:cubicBezTo>
                <a:cubicBezTo>
                  <a:pt x="7639963" y="1408918"/>
                  <a:pt x="7651456" y="1397423"/>
                  <a:pt x="7665621" y="1397423"/>
                </a:cubicBezTo>
                <a:close/>
                <a:moveTo>
                  <a:pt x="7601299" y="1397423"/>
                </a:moveTo>
                <a:cubicBezTo>
                  <a:pt x="7615464" y="1397423"/>
                  <a:pt x="7626959" y="1408918"/>
                  <a:pt x="7626959" y="1423081"/>
                </a:cubicBezTo>
                <a:cubicBezTo>
                  <a:pt x="7626959" y="1437247"/>
                  <a:pt x="7615464" y="1448741"/>
                  <a:pt x="7601299" y="1448741"/>
                </a:cubicBezTo>
                <a:cubicBezTo>
                  <a:pt x="7587134" y="1448741"/>
                  <a:pt x="7575640" y="1437247"/>
                  <a:pt x="7575640" y="1423081"/>
                </a:cubicBezTo>
                <a:cubicBezTo>
                  <a:pt x="7575640" y="1408918"/>
                  <a:pt x="7587134" y="1397423"/>
                  <a:pt x="7601299" y="1397423"/>
                </a:cubicBezTo>
                <a:close/>
                <a:moveTo>
                  <a:pt x="7537094" y="1397423"/>
                </a:moveTo>
                <a:cubicBezTo>
                  <a:pt x="7551259" y="1397423"/>
                  <a:pt x="7562752" y="1408918"/>
                  <a:pt x="7562752" y="1423081"/>
                </a:cubicBezTo>
                <a:cubicBezTo>
                  <a:pt x="7562752" y="1437247"/>
                  <a:pt x="7551259" y="1448741"/>
                  <a:pt x="7537094" y="1448741"/>
                </a:cubicBezTo>
                <a:cubicBezTo>
                  <a:pt x="7522929" y="1448741"/>
                  <a:pt x="7511436" y="1437247"/>
                  <a:pt x="7511436" y="1423081"/>
                </a:cubicBezTo>
                <a:cubicBezTo>
                  <a:pt x="7511436" y="1408918"/>
                  <a:pt x="7522929" y="1397423"/>
                  <a:pt x="7537094" y="1397423"/>
                </a:cubicBezTo>
                <a:close/>
                <a:moveTo>
                  <a:pt x="7472890" y="1397423"/>
                </a:moveTo>
                <a:cubicBezTo>
                  <a:pt x="7487060" y="1397423"/>
                  <a:pt x="7498548" y="1408911"/>
                  <a:pt x="7498548" y="1423081"/>
                </a:cubicBezTo>
                <a:cubicBezTo>
                  <a:pt x="7498548" y="1437253"/>
                  <a:pt x="7487060" y="1448741"/>
                  <a:pt x="7472890" y="1448741"/>
                </a:cubicBezTo>
                <a:cubicBezTo>
                  <a:pt x="7458717" y="1448741"/>
                  <a:pt x="7447229" y="1437253"/>
                  <a:pt x="7447229" y="1423081"/>
                </a:cubicBezTo>
                <a:cubicBezTo>
                  <a:pt x="7447229" y="1408911"/>
                  <a:pt x="7458717" y="1397423"/>
                  <a:pt x="7472890" y="1397423"/>
                </a:cubicBezTo>
                <a:close/>
                <a:moveTo>
                  <a:pt x="7280274" y="1397423"/>
                </a:moveTo>
                <a:cubicBezTo>
                  <a:pt x="7294437" y="1397423"/>
                  <a:pt x="7305932" y="1408918"/>
                  <a:pt x="7305932" y="1423081"/>
                </a:cubicBezTo>
                <a:cubicBezTo>
                  <a:pt x="7305932" y="1437247"/>
                  <a:pt x="7294437" y="1448741"/>
                  <a:pt x="7280274" y="1448741"/>
                </a:cubicBezTo>
                <a:cubicBezTo>
                  <a:pt x="7266109" y="1448741"/>
                  <a:pt x="7254613" y="1437247"/>
                  <a:pt x="7254613" y="1423081"/>
                </a:cubicBezTo>
                <a:cubicBezTo>
                  <a:pt x="7254613" y="1408918"/>
                  <a:pt x="7266109" y="1397423"/>
                  <a:pt x="7280274" y="1397423"/>
                </a:cubicBezTo>
                <a:close/>
                <a:moveTo>
                  <a:pt x="7216067" y="1397423"/>
                </a:moveTo>
                <a:cubicBezTo>
                  <a:pt x="7230232" y="1397423"/>
                  <a:pt x="7241725" y="1408918"/>
                  <a:pt x="7241725" y="1423081"/>
                </a:cubicBezTo>
                <a:cubicBezTo>
                  <a:pt x="7241725" y="1437247"/>
                  <a:pt x="7230232" y="1448741"/>
                  <a:pt x="7216067" y="1448741"/>
                </a:cubicBezTo>
                <a:cubicBezTo>
                  <a:pt x="7201902" y="1448741"/>
                  <a:pt x="7190409" y="1437247"/>
                  <a:pt x="7190409" y="1423081"/>
                </a:cubicBezTo>
                <a:cubicBezTo>
                  <a:pt x="7190409" y="1408918"/>
                  <a:pt x="7201902" y="1397423"/>
                  <a:pt x="7216067" y="1397423"/>
                </a:cubicBezTo>
                <a:close/>
                <a:moveTo>
                  <a:pt x="7151863" y="1397423"/>
                </a:moveTo>
                <a:cubicBezTo>
                  <a:pt x="7166033" y="1397423"/>
                  <a:pt x="7177521" y="1408911"/>
                  <a:pt x="7177521" y="1423081"/>
                </a:cubicBezTo>
                <a:cubicBezTo>
                  <a:pt x="7177521" y="1437253"/>
                  <a:pt x="7166033" y="1448741"/>
                  <a:pt x="7151863" y="1448741"/>
                </a:cubicBezTo>
                <a:cubicBezTo>
                  <a:pt x="7137692" y="1448741"/>
                  <a:pt x="7126205" y="1437253"/>
                  <a:pt x="7126205" y="1423081"/>
                </a:cubicBezTo>
                <a:cubicBezTo>
                  <a:pt x="7126205" y="1408911"/>
                  <a:pt x="7137692" y="1397423"/>
                  <a:pt x="7151863" y="1397423"/>
                </a:cubicBezTo>
                <a:close/>
                <a:moveTo>
                  <a:pt x="7087658" y="1397423"/>
                </a:moveTo>
                <a:cubicBezTo>
                  <a:pt x="7101829" y="1397423"/>
                  <a:pt x="7113317" y="1408911"/>
                  <a:pt x="7113317" y="1423081"/>
                </a:cubicBezTo>
                <a:cubicBezTo>
                  <a:pt x="7113317" y="1437253"/>
                  <a:pt x="7101829" y="1448741"/>
                  <a:pt x="7087658" y="1448741"/>
                </a:cubicBezTo>
                <a:cubicBezTo>
                  <a:pt x="7073485" y="1448741"/>
                  <a:pt x="7061998" y="1437253"/>
                  <a:pt x="7061998" y="1423081"/>
                </a:cubicBezTo>
                <a:cubicBezTo>
                  <a:pt x="7061998" y="1408911"/>
                  <a:pt x="7073485" y="1397423"/>
                  <a:pt x="7087658" y="1397423"/>
                </a:cubicBezTo>
                <a:close/>
                <a:moveTo>
                  <a:pt x="6895043" y="1397423"/>
                </a:moveTo>
                <a:cubicBezTo>
                  <a:pt x="6909208" y="1397423"/>
                  <a:pt x="6920701" y="1408918"/>
                  <a:pt x="6920701" y="1423081"/>
                </a:cubicBezTo>
                <a:cubicBezTo>
                  <a:pt x="6920701" y="1437247"/>
                  <a:pt x="6909208" y="1448741"/>
                  <a:pt x="6895043" y="1448741"/>
                </a:cubicBezTo>
                <a:cubicBezTo>
                  <a:pt x="6880878" y="1448741"/>
                  <a:pt x="6869382" y="1437247"/>
                  <a:pt x="6869382" y="1423081"/>
                </a:cubicBezTo>
                <a:cubicBezTo>
                  <a:pt x="6869382" y="1408918"/>
                  <a:pt x="6880878" y="1397423"/>
                  <a:pt x="6895043" y="1397423"/>
                </a:cubicBezTo>
                <a:close/>
                <a:moveTo>
                  <a:pt x="6766631" y="1397423"/>
                </a:moveTo>
                <a:cubicBezTo>
                  <a:pt x="6780802" y="1397423"/>
                  <a:pt x="6792290" y="1408911"/>
                  <a:pt x="6792290" y="1423081"/>
                </a:cubicBezTo>
                <a:cubicBezTo>
                  <a:pt x="6792290" y="1437253"/>
                  <a:pt x="6780802" y="1448741"/>
                  <a:pt x="6766631" y="1448741"/>
                </a:cubicBezTo>
                <a:cubicBezTo>
                  <a:pt x="6752461" y="1448741"/>
                  <a:pt x="6740973" y="1437253"/>
                  <a:pt x="6740973" y="1423081"/>
                </a:cubicBezTo>
                <a:cubicBezTo>
                  <a:pt x="6740973" y="1408911"/>
                  <a:pt x="6752461" y="1397423"/>
                  <a:pt x="6766631" y="1397423"/>
                </a:cubicBezTo>
                <a:close/>
                <a:moveTo>
                  <a:pt x="6702427" y="1397423"/>
                </a:moveTo>
                <a:cubicBezTo>
                  <a:pt x="6716597" y="1397423"/>
                  <a:pt x="6728085" y="1408911"/>
                  <a:pt x="6728085" y="1423081"/>
                </a:cubicBezTo>
                <a:cubicBezTo>
                  <a:pt x="6728085" y="1437253"/>
                  <a:pt x="6716597" y="1448741"/>
                  <a:pt x="6702427" y="1448741"/>
                </a:cubicBezTo>
                <a:cubicBezTo>
                  <a:pt x="6688254" y="1448741"/>
                  <a:pt x="6676766" y="1437253"/>
                  <a:pt x="6676766" y="1423081"/>
                </a:cubicBezTo>
                <a:cubicBezTo>
                  <a:pt x="6676766" y="1408911"/>
                  <a:pt x="6688254" y="1397423"/>
                  <a:pt x="6702427" y="1397423"/>
                </a:cubicBezTo>
                <a:close/>
                <a:moveTo>
                  <a:pt x="6638220" y="1397423"/>
                </a:moveTo>
                <a:cubicBezTo>
                  <a:pt x="6652385" y="1397423"/>
                  <a:pt x="6663881" y="1408918"/>
                  <a:pt x="6663881" y="1423081"/>
                </a:cubicBezTo>
                <a:cubicBezTo>
                  <a:pt x="6663881" y="1437247"/>
                  <a:pt x="6652385" y="1448741"/>
                  <a:pt x="6638220" y="1448741"/>
                </a:cubicBezTo>
                <a:cubicBezTo>
                  <a:pt x="6624055" y="1448741"/>
                  <a:pt x="6612562" y="1437247"/>
                  <a:pt x="6612562" y="1423081"/>
                </a:cubicBezTo>
                <a:cubicBezTo>
                  <a:pt x="6612562" y="1408918"/>
                  <a:pt x="6624055" y="1397423"/>
                  <a:pt x="6638220" y="1397423"/>
                </a:cubicBezTo>
                <a:close/>
                <a:moveTo>
                  <a:pt x="6574016" y="1397423"/>
                </a:moveTo>
                <a:cubicBezTo>
                  <a:pt x="6588181" y="1397423"/>
                  <a:pt x="6599674" y="1408918"/>
                  <a:pt x="6599674" y="1423081"/>
                </a:cubicBezTo>
                <a:cubicBezTo>
                  <a:pt x="6599674" y="1437247"/>
                  <a:pt x="6588181" y="1448741"/>
                  <a:pt x="6574016" y="1448741"/>
                </a:cubicBezTo>
                <a:cubicBezTo>
                  <a:pt x="6559851" y="1448741"/>
                  <a:pt x="6548357" y="1437247"/>
                  <a:pt x="6548357" y="1423081"/>
                </a:cubicBezTo>
                <a:cubicBezTo>
                  <a:pt x="6548357" y="1408918"/>
                  <a:pt x="6559851" y="1397423"/>
                  <a:pt x="6574016" y="1397423"/>
                </a:cubicBezTo>
                <a:close/>
                <a:moveTo>
                  <a:pt x="6381282" y="1397423"/>
                </a:moveTo>
                <a:cubicBezTo>
                  <a:pt x="6395455" y="1397423"/>
                  <a:pt x="6406943" y="1408911"/>
                  <a:pt x="6406943" y="1423081"/>
                </a:cubicBezTo>
                <a:cubicBezTo>
                  <a:pt x="6406943" y="1437253"/>
                  <a:pt x="6395455" y="1448741"/>
                  <a:pt x="6381282" y="1448741"/>
                </a:cubicBezTo>
                <a:cubicBezTo>
                  <a:pt x="6367112" y="1448741"/>
                  <a:pt x="6355624" y="1437253"/>
                  <a:pt x="6355624" y="1423081"/>
                </a:cubicBezTo>
                <a:cubicBezTo>
                  <a:pt x="6355624" y="1408911"/>
                  <a:pt x="6367112" y="1397423"/>
                  <a:pt x="6381282" y="1397423"/>
                </a:cubicBezTo>
                <a:close/>
                <a:moveTo>
                  <a:pt x="6317078" y="1397423"/>
                </a:moveTo>
                <a:cubicBezTo>
                  <a:pt x="6331243" y="1397423"/>
                  <a:pt x="6342736" y="1408918"/>
                  <a:pt x="6342736" y="1423081"/>
                </a:cubicBezTo>
                <a:cubicBezTo>
                  <a:pt x="6342736" y="1437247"/>
                  <a:pt x="6331243" y="1448741"/>
                  <a:pt x="6317078" y="1448741"/>
                </a:cubicBezTo>
                <a:cubicBezTo>
                  <a:pt x="6302913" y="1448741"/>
                  <a:pt x="6291420" y="1437247"/>
                  <a:pt x="6291420" y="1423081"/>
                </a:cubicBezTo>
                <a:cubicBezTo>
                  <a:pt x="6291420" y="1408918"/>
                  <a:pt x="6302913" y="1397423"/>
                  <a:pt x="6317078" y="1397423"/>
                </a:cubicBezTo>
                <a:close/>
                <a:moveTo>
                  <a:pt x="6252873" y="1397423"/>
                </a:moveTo>
                <a:cubicBezTo>
                  <a:pt x="6267036" y="1397423"/>
                  <a:pt x="6278532" y="1408918"/>
                  <a:pt x="6278532" y="1423081"/>
                </a:cubicBezTo>
                <a:cubicBezTo>
                  <a:pt x="6278532" y="1437247"/>
                  <a:pt x="6267036" y="1448741"/>
                  <a:pt x="6252873" y="1448741"/>
                </a:cubicBezTo>
                <a:cubicBezTo>
                  <a:pt x="6238708" y="1448741"/>
                  <a:pt x="6227213" y="1437247"/>
                  <a:pt x="6227213" y="1423081"/>
                </a:cubicBezTo>
                <a:cubicBezTo>
                  <a:pt x="6227213" y="1408918"/>
                  <a:pt x="6238708" y="1397423"/>
                  <a:pt x="6252873" y="1397423"/>
                </a:cubicBezTo>
                <a:close/>
                <a:moveTo>
                  <a:pt x="6188666" y="1397423"/>
                </a:moveTo>
                <a:cubicBezTo>
                  <a:pt x="6202831" y="1397423"/>
                  <a:pt x="6214327" y="1408918"/>
                  <a:pt x="6214327" y="1423081"/>
                </a:cubicBezTo>
                <a:cubicBezTo>
                  <a:pt x="6214327" y="1437247"/>
                  <a:pt x="6202831" y="1448741"/>
                  <a:pt x="6188666" y="1448741"/>
                </a:cubicBezTo>
                <a:cubicBezTo>
                  <a:pt x="6174504" y="1448741"/>
                  <a:pt x="6163008" y="1437247"/>
                  <a:pt x="6163008" y="1423081"/>
                </a:cubicBezTo>
                <a:cubicBezTo>
                  <a:pt x="6163008" y="1408918"/>
                  <a:pt x="6174504" y="1397423"/>
                  <a:pt x="6188666" y="1397423"/>
                </a:cubicBezTo>
                <a:close/>
                <a:moveTo>
                  <a:pt x="6124462" y="1397423"/>
                </a:moveTo>
                <a:cubicBezTo>
                  <a:pt x="6138627" y="1397423"/>
                  <a:pt x="6150123" y="1408918"/>
                  <a:pt x="6150123" y="1423081"/>
                </a:cubicBezTo>
                <a:cubicBezTo>
                  <a:pt x="6150123" y="1437247"/>
                  <a:pt x="6138627" y="1448741"/>
                  <a:pt x="6124462" y="1448741"/>
                </a:cubicBezTo>
                <a:cubicBezTo>
                  <a:pt x="6110297" y="1448741"/>
                  <a:pt x="6098804" y="1437247"/>
                  <a:pt x="6098804" y="1423081"/>
                </a:cubicBezTo>
                <a:cubicBezTo>
                  <a:pt x="6098804" y="1408918"/>
                  <a:pt x="6110297" y="1397423"/>
                  <a:pt x="6124462" y="1397423"/>
                </a:cubicBezTo>
                <a:close/>
                <a:moveTo>
                  <a:pt x="6064505" y="1397423"/>
                </a:moveTo>
                <a:cubicBezTo>
                  <a:pt x="6078666" y="1397423"/>
                  <a:pt x="6090163" y="1408918"/>
                  <a:pt x="6090163" y="1423081"/>
                </a:cubicBezTo>
                <a:cubicBezTo>
                  <a:pt x="6090163" y="1437247"/>
                  <a:pt x="6078666" y="1448741"/>
                  <a:pt x="6064505" y="1448741"/>
                </a:cubicBezTo>
                <a:cubicBezTo>
                  <a:pt x="6050336" y="1448741"/>
                  <a:pt x="6038844" y="1437247"/>
                  <a:pt x="6038844" y="1423081"/>
                </a:cubicBezTo>
                <a:cubicBezTo>
                  <a:pt x="6038844" y="1408918"/>
                  <a:pt x="6050336" y="1397423"/>
                  <a:pt x="6064505" y="1397423"/>
                </a:cubicBezTo>
                <a:close/>
                <a:moveTo>
                  <a:pt x="6000298" y="1397423"/>
                </a:moveTo>
                <a:cubicBezTo>
                  <a:pt x="6014463" y="1397423"/>
                  <a:pt x="6025956" y="1408918"/>
                  <a:pt x="6025956" y="1423081"/>
                </a:cubicBezTo>
                <a:cubicBezTo>
                  <a:pt x="6025956" y="1437247"/>
                  <a:pt x="6014463" y="1448741"/>
                  <a:pt x="6000298" y="1448741"/>
                </a:cubicBezTo>
                <a:cubicBezTo>
                  <a:pt x="5986133" y="1448741"/>
                  <a:pt x="5974639" y="1437247"/>
                  <a:pt x="5974639" y="1423081"/>
                </a:cubicBezTo>
                <a:cubicBezTo>
                  <a:pt x="5974639" y="1408918"/>
                  <a:pt x="5986133" y="1397423"/>
                  <a:pt x="6000298" y="1397423"/>
                </a:cubicBezTo>
                <a:close/>
                <a:moveTo>
                  <a:pt x="5936092" y="1397423"/>
                </a:moveTo>
                <a:cubicBezTo>
                  <a:pt x="5950255" y="1397423"/>
                  <a:pt x="5961751" y="1408918"/>
                  <a:pt x="5961751" y="1423081"/>
                </a:cubicBezTo>
                <a:cubicBezTo>
                  <a:pt x="5961751" y="1437247"/>
                  <a:pt x="5950255" y="1448741"/>
                  <a:pt x="5936092" y="1448741"/>
                </a:cubicBezTo>
                <a:cubicBezTo>
                  <a:pt x="5921928" y="1448741"/>
                  <a:pt x="5910435" y="1437247"/>
                  <a:pt x="5910435" y="1423081"/>
                </a:cubicBezTo>
                <a:cubicBezTo>
                  <a:pt x="5910435" y="1408918"/>
                  <a:pt x="5921928" y="1397423"/>
                  <a:pt x="5936092" y="1397423"/>
                </a:cubicBezTo>
                <a:close/>
                <a:moveTo>
                  <a:pt x="5743477" y="1397423"/>
                </a:moveTo>
                <a:cubicBezTo>
                  <a:pt x="5757648" y="1397423"/>
                  <a:pt x="5769136" y="1408911"/>
                  <a:pt x="5769136" y="1423081"/>
                </a:cubicBezTo>
                <a:cubicBezTo>
                  <a:pt x="5769136" y="1437253"/>
                  <a:pt x="5757648" y="1448741"/>
                  <a:pt x="5743477" y="1448741"/>
                </a:cubicBezTo>
                <a:cubicBezTo>
                  <a:pt x="5729307" y="1448741"/>
                  <a:pt x="5717818" y="1437253"/>
                  <a:pt x="5717818" y="1423081"/>
                </a:cubicBezTo>
                <a:cubicBezTo>
                  <a:pt x="5717818" y="1408911"/>
                  <a:pt x="5729307" y="1397423"/>
                  <a:pt x="5743477" y="1397423"/>
                </a:cubicBezTo>
                <a:close/>
                <a:moveTo>
                  <a:pt x="5679272" y="1397423"/>
                </a:moveTo>
                <a:cubicBezTo>
                  <a:pt x="5693437" y="1397423"/>
                  <a:pt x="5704930" y="1408918"/>
                  <a:pt x="5704930" y="1423081"/>
                </a:cubicBezTo>
                <a:cubicBezTo>
                  <a:pt x="5704930" y="1437247"/>
                  <a:pt x="5693437" y="1448741"/>
                  <a:pt x="5679272" y="1448741"/>
                </a:cubicBezTo>
                <a:cubicBezTo>
                  <a:pt x="5665108" y="1448741"/>
                  <a:pt x="5653614" y="1437247"/>
                  <a:pt x="5653614" y="1423081"/>
                </a:cubicBezTo>
                <a:cubicBezTo>
                  <a:pt x="5653614" y="1408918"/>
                  <a:pt x="5665108" y="1397423"/>
                  <a:pt x="5679272" y="1397423"/>
                </a:cubicBezTo>
                <a:close/>
                <a:moveTo>
                  <a:pt x="5615066" y="1397423"/>
                </a:moveTo>
                <a:cubicBezTo>
                  <a:pt x="5629231" y="1397423"/>
                  <a:pt x="5640726" y="1408918"/>
                  <a:pt x="5640726" y="1423081"/>
                </a:cubicBezTo>
                <a:cubicBezTo>
                  <a:pt x="5640726" y="1437247"/>
                  <a:pt x="5629231" y="1448741"/>
                  <a:pt x="5615066" y="1448741"/>
                </a:cubicBezTo>
                <a:cubicBezTo>
                  <a:pt x="5600901" y="1448741"/>
                  <a:pt x="5589407" y="1437247"/>
                  <a:pt x="5589407" y="1423081"/>
                </a:cubicBezTo>
                <a:cubicBezTo>
                  <a:pt x="5589407" y="1408918"/>
                  <a:pt x="5600901" y="1397423"/>
                  <a:pt x="5615066" y="1397423"/>
                </a:cubicBezTo>
                <a:close/>
                <a:moveTo>
                  <a:pt x="5550862" y="1397423"/>
                </a:moveTo>
                <a:cubicBezTo>
                  <a:pt x="5565027" y="1397423"/>
                  <a:pt x="5576520" y="1408918"/>
                  <a:pt x="5576520" y="1423081"/>
                </a:cubicBezTo>
                <a:cubicBezTo>
                  <a:pt x="5576520" y="1437247"/>
                  <a:pt x="5565027" y="1448741"/>
                  <a:pt x="5550862" y="1448741"/>
                </a:cubicBezTo>
                <a:cubicBezTo>
                  <a:pt x="5536697" y="1448741"/>
                  <a:pt x="5525203" y="1437247"/>
                  <a:pt x="5525203" y="1423081"/>
                </a:cubicBezTo>
                <a:cubicBezTo>
                  <a:pt x="5525203" y="1408918"/>
                  <a:pt x="5536697" y="1397423"/>
                  <a:pt x="5550862" y="1397423"/>
                </a:cubicBezTo>
                <a:close/>
                <a:moveTo>
                  <a:pt x="5486655" y="1397423"/>
                </a:moveTo>
                <a:cubicBezTo>
                  <a:pt x="5500819" y="1397423"/>
                  <a:pt x="5512316" y="1408918"/>
                  <a:pt x="5512316" y="1423081"/>
                </a:cubicBezTo>
                <a:cubicBezTo>
                  <a:pt x="5512316" y="1437247"/>
                  <a:pt x="5500819" y="1448741"/>
                  <a:pt x="5486655" y="1448741"/>
                </a:cubicBezTo>
                <a:cubicBezTo>
                  <a:pt x="5472491" y="1448741"/>
                  <a:pt x="5460997" y="1437247"/>
                  <a:pt x="5460997" y="1423081"/>
                </a:cubicBezTo>
                <a:cubicBezTo>
                  <a:pt x="5460997" y="1408918"/>
                  <a:pt x="5472491" y="1397423"/>
                  <a:pt x="5486655" y="1397423"/>
                </a:cubicBezTo>
                <a:close/>
                <a:moveTo>
                  <a:pt x="5422451" y="1397423"/>
                </a:moveTo>
                <a:cubicBezTo>
                  <a:pt x="5436621" y="1397423"/>
                  <a:pt x="5448109" y="1408911"/>
                  <a:pt x="5448109" y="1423081"/>
                </a:cubicBezTo>
                <a:cubicBezTo>
                  <a:pt x="5448109" y="1437253"/>
                  <a:pt x="5436621" y="1448741"/>
                  <a:pt x="5422451" y="1448741"/>
                </a:cubicBezTo>
                <a:cubicBezTo>
                  <a:pt x="5408280" y="1448741"/>
                  <a:pt x="5396791" y="1437253"/>
                  <a:pt x="5396791" y="1423081"/>
                </a:cubicBezTo>
                <a:cubicBezTo>
                  <a:pt x="5396791" y="1408911"/>
                  <a:pt x="5408280" y="1397423"/>
                  <a:pt x="5422451" y="1397423"/>
                </a:cubicBezTo>
                <a:close/>
                <a:moveTo>
                  <a:pt x="5358245" y="1397423"/>
                </a:moveTo>
                <a:cubicBezTo>
                  <a:pt x="5372417" y="1397423"/>
                  <a:pt x="5383904" y="1408911"/>
                  <a:pt x="5383904" y="1423081"/>
                </a:cubicBezTo>
                <a:cubicBezTo>
                  <a:pt x="5383904" y="1437253"/>
                  <a:pt x="5372417" y="1448741"/>
                  <a:pt x="5358245" y="1448741"/>
                </a:cubicBezTo>
                <a:cubicBezTo>
                  <a:pt x="5344076" y="1448741"/>
                  <a:pt x="5332587" y="1437253"/>
                  <a:pt x="5332587" y="1423081"/>
                </a:cubicBezTo>
                <a:cubicBezTo>
                  <a:pt x="5332587" y="1408911"/>
                  <a:pt x="5344076" y="1397423"/>
                  <a:pt x="5358245" y="1397423"/>
                </a:cubicBezTo>
                <a:close/>
                <a:moveTo>
                  <a:pt x="5229719" y="1397423"/>
                </a:moveTo>
                <a:cubicBezTo>
                  <a:pt x="5243999" y="1397423"/>
                  <a:pt x="5255377" y="1408918"/>
                  <a:pt x="5255377" y="1423081"/>
                </a:cubicBezTo>
                <a:cubicBezTo>
                  <a:pt x="5255377" y="1437247"/>
                  <a:pt x="5243883" y="1448741"/>
                  <a:pt x="5229719" y="1448741"/>
                </a:cubicBezTo>
                <a:cubicBezTo>
                  <a:pt x="5215554" y="1448741"/>
                  <a:pt x="5204058" y="1437247"/>
                  <a:pt x="5204058" y="1423081"/>
                </a:cubicBezTo>
                <a:cubicBezTo>
                  <a:pt x="5204058" y="1408918"/>
                  <a:pt x="5215554" y="1397423"/>
                  <a:pt x="5229719" y="1397423"/>
                </a:cubicBezTo>
                <a:close/>
                <a:moveTo>
                  <a:pt x="5101309" y="1397423"/>
                </a:moveTo>
                <a:cubicBezTo>
                  <a:pt x="5115473" y="1397423"/>
                  <a:pt x="5126967" y="1408918"/>
                  <a:pt x="5126967" y="1423081"/>
                </a:cubicBezTo>
                <a:cubicBezTo>
                  <a:pt x="5126967" y="1437247"/>
                  <a:pt x="5115473" y="1448741"/>
                  <a:pt x="5101309" y="1448741"/>
                </a:cubicBezTo>
                <a:cubicBezTo>
                  <a:pt x="5087142" y="1448741"/>
                  <a:pt x="5075649" y="1437247"/>
                  <a:pt x="5075649" y="1423081"/>
                </a:cubicBezTo>
                <a:cubicBezTo>
                  <a:pt x="5075649" y="1408918"/>
                  <a:pt x="5087142" y="1397423"/>
                  <a:pt x="5101309" y="1397423"/>
                </a:cubicBezTo>
                <a:close/>
                <a:moveTo>
                  <a:pt x="5037104" y="1397423"/>
                </a:moveTo>
                <a:cubicBezTo>
                  <a:pt x="5051273" y="1397423"/>
                  <a:pt x="5062762" y="1408911"/>
                  <a:pt x="5062762" y="1423081"/>
                </a:cubicBezTo>
                <a:cubicBezTo>
                  <a:pt x="5062762" y="1437253"/>
                  <a:pt x="5051273" y="1448741"/>
                  <a:pt x="5037104" y="1448741"/>
                </a:cubicBezTo>
                <a:cubicBezTo>
                  <a:pt x="5022930" y="1448741"/>
                  <a:pt x="5011444" y="1437253"/>
                  <a:pt x="5011444" y="1423081"/>
                </a:cubicBezTo>
                <a:cubicBezTo>
                  <a:pt x="5011444" y="1408911"/>
                  <a:pt x="5022930" y="1397423"/>
                  <a:pt x="5037104" y="1397423"/>
                </a:cubicBezTo>
                <a:close/>
                <a:moveTo>
                  <a:pt x="4972896" y="1397423"/>
                </a:moveTo>
                <a:cubicBezTo>
                  <a:pt x="4987063" y="1397423"/>
                  <a:pt x="4998557" y="1408918"/>
                  <a:pt x="4998557" y="1423081"/>
                </a:cubicBezTo>
                <a:cubicBezTo>
                  <a:pt x="4998557" y="1437247"/>
                  <a:pt x="4987063" y="1448741"/>
                  <a:pt x="4972896" y="1448741"/>
                </a:cubicBezTo>
                <a:cubicBezTo>
                  <a:pt x="4958732" y="1448741"/>
                  <a:pt x="4947240" y="1437247"/>
                  <a:pt x="4947240" y="1423081"/>
                </a:cubicBezTo>
                <a:cubicBezTo>
                  <a:pt x="4947240" y="1408918"/>
                  <a:pt x="4958732" y="1397423"/>
                  <a:pt x="4972896" y="1397423"/>
                </a:cubicBezTo>
                <a:close/>
                <a:moveTo>
                  <a:pt x="4908693" y="1397423"/>
                </a:moveTo>
                <a:cubicBezTo>
                  <a:pt x="4922857" y="1397423"/>
                  <a:pt x="4934352" y="1408918"/>
                  <a:pt x="4934352" y="1423081"/>
                </a:cubicBezTo>
                <a:cubicBezTo>
                  <a:pt x="4934352" y="1437247"/>
                  <a:pt x="4922857" y="1448741"/>
                  <a:pt x="4908693" y="1448741"/>
                </a:cubicBezTo>
                <a:cubicBezTo>
                  <a:pt x="4894527" y="1448741"/>
                  <a:pt x="4883033" y="1437247"/>
                  <a:pt x="4883033" y="1423081"/>
                </a:cubicBezTo>
                <a:cubicBezTo>
                  <a:pt x="4883033" y="1408918"/>
                  <a:pt x="4894527" y="1397423"/>
                  <a:pt x="4908693" y="1397423"/>
                </a:cubicBezTo>
                <a:close/>
                <a:moveTo>
                  <a:pt x="4844487" y="1397423"/>
                </a:moveTo>
                <a:cubicBezTo>
                  <a:pt x="4858650" y="1397423"/>
                  <a:pt x="4870146" y="1408918"/>
                  <a:pt x="4870146" y="1423081"/>
                </a:cubicBezTo>
                <a:cubicBezTo>
                  <a:pt x="4870146" y="1437247"/>
                  <a:pt x="4858650" y="1448741"/>
                  <a:pt x="4844487" y="1448741"/>
                </a:cubicBezTo>
                <a:cubicBezTo>
                  <a:pt x="4830322" y="1448741"/>
                  <a:pt x="4818828" y="1437247"/>
                  <a:pt x="4818828" y="1423081"/>
                </a:cubicBezTo>
                <a:cubicBezTo>
                  <a:pt x="4818828" y="1408918"/>
                  <a:pt x="4830322" y="1397423"/>
                  <a:pt x="4844487" y="1397423"/>
                </a:cubicBezTo>
                <a:close/>
                <a:moveTo>
                  <a:pt x="4780282" y="1397423"/>
                </a:moveTo>
                <a:cubicBezTo>
                  <a:pt x="4794447" y="1397423"/>
                  <a:pt x="4805941" y="1408918"/>
                  <a:pt x="4805941" y="1423081"/>
                </a:cubicBezTo>
                <a:cubicBezTo>
                  <a:pt x="4805941" y="1437247"/>
                  <a:pt x="4794447" y="1448741"/>
                  <a:pt x="4780282" y="1448741"/>
                </a:cubicBezTo>
                <a:cubicBezTo>
                  <a:pt x="4766118" y="1448741"/>
                  <a:pt x="4754622" y="1437247"/>
                  <a:pt x="4754622" y="1423081"/>
                </a:cubicBezTo>
                <a:cubicBezTo>
                  <a:pt x="4754622" y="1408918"/>
                  <a:pt x="4766118" y="1397423"/>
                  <a:pt x="4780282" y="1397423"/>
                </a:cubicBezTo>
                <a:close/>
                <a:moveTo>
                  <a:pt x="4651872" y="1397423"/>
                </a:moveTo>
                <a:cubicBezTo>
                  <a:pt x="4666042" y="1397423"/>
                  <a:pt x="4677531" y="1408911"/>
                  <a:pt x="4677531" y="1423081"/>
                </a:cubicBezTo>
                <a:cubicBezTo>
                  <a:pt x="4677531" y="1437253"/>
                  <a:pt x="4666042" y="1448741"/>
                  <a:pt x="4651872" y="1448741"/>
                </a:cubicBezTo>
                <a:cubicBezTo>
                  <a:pt x="4637700" y="1448741"/>
                  <a:pt x="4626213" y="1437253"/>
                  <a:pt x="4626213" y="1423081"/>
                </a:cubicBezTo>
                <a:cubicBezTo>
                  <a:pt x="4626213" y="1408911"/>
                  <a:pt x="4637700" y="1397423"/>
                  <a:pt x="4651872" y="1397423"/>
                </a:cubicBezTo>
                <a:close/>
                <a:moveTo>
                  <a:pt x="4587666" y="1397423"/>
                </a:moveTo>
                <a:cubicBezTo>
                  <a:pt x="4601830" y="1397423"/>
                  <a:pt x="4613324" y="1408918"/>
                  <a:pt x="4613324" y="1423081"/>
                </a:cubicBezTo>
                <a:cubicBezTo>
                  <a:pt x="4613324" y="1437247"/>
                  <a:pt x="4601830" y="1448741"/>
                  <a:pt x="4587666" y="1448741"/>
                </a:cubicBezTo>
                <a:cubicBezTo>
                  <a:pt x="4573501" y="1448741"/>
                  <a:pt x="4562007" y="1437247"/>
                  <a:pt x="4562007" y="1423081"/>
                </a:cubicBezTo>
                <a:cubicBezTo>
                  <a:pt x="4562007" y="1408918"/>
                  <a:pt x="4573501" y="1397423"/>
                  <a:pt x="4587666" y="1397423"/>
                </a:cubicBezTo>
                <a:close/>
                <a:moveTo>
                  <a:pt x="4523461" y="1397423"/>
                </a:moveTo>
                <a:cubicBezTo>
                  <a:pt x="4537626" y="1397423"/>
                  <a:pt x="4549121" y="1408918"/>
                  <a:pt x="4549121" y="1423081"/>
                </a:cubicBezTo>
                <a:cubicBezTo>
                  <a:pt x="4549121" y="1437247"/>
                  <a:pt x="4537626" y="1448741"/>
                  <a:pt x="4523461" y="1448741"/>
                </a:cubicBezTo>
                <a:cubicBezTo>
                  <a:pt x="4509296" y="1448741"/>
                  <a:pt x="4497802" y="1437247"/>
                  <a:pt x="4497802" y="1423081"/>
                </a:cubicBezTo>
                <a:cubicBezTo>
                  <a:pt x="4497802" y="1408918"/>
                  <a:pt x="4509296" y="1397423"/>
                  <a:pt x="4523461" y="1397423"/>
                </a:cubicBezTo>
                <a:close/>
                <a:moveTo>
                  <a:pt x="4395050" y="1397423"/>
                </a:moveTo>
                <a:cubicBezTo>
                  <a:pt x="4409214" y="1397423"/>
                  <a:pt x="4420710" y="1408918"/>
                  <a:pt x="4420710" y="1423081"/>
                </a:cubicBezTo>
                <a:cubicBezTo>
                  <a:pt x="4420710" y="1437247"/>
                  <a:pt x="4409214" y="1448741"/>
                  <a:pt x="4395050" y="1448741"/>
                </a:cubicBezTo>
                <a:cubicBezTo>
                  <a:pt x="4380886" y="1448741"/>
                  <a:pt x="4369391" y="1437247"/>
                  <a:pt x="4369391" y="1423081"/>
                </a:cubicBezTo>
                <a:cubicBezTo>
                  <a:pt x="4369391" y="1408918"/>
                  <a:pt x="4380886" y="1397423"/>
                  <a:pt x="4395050" y="1397423"/>
                </a:cubicBezTo>
                <a:close/>
                <a:moveTo>
                  <a:pt x="4202435" y="1397423"/>
                </a:moveTo>
                <a:cubicBezTo>
                  <a:pt x="4216598" y="1397423"/>
                  <a:pt x="4228093" y="1408918"/>
                  <a:pt x="4228093" y="1423081"/>
                </a:cubicBezTo>
                <a:cubicBezTo>
                  <a:pt x="4228093" y="1437247"/>
                  <a:pt x="4216598" y="1448741"/>
                  <a:pt x="4202435" y="1448741"/>
                </a:cubicBezTo>
                <a:cubicBezTo>
                  <a:pt x="4188268" y="1448741"/>
                  <a:pt x="4176776" y="1437247"/>
                  <a:pt x="4176776" y="1423081"/>
                </a:cubicBezTo>
                <a:cubicBezTo>
                  <a:pt x="4176776" y="1408918"/>
                  <a:pt x="4188268" y="1397423"/>
                  <a:pt x="4202435" y="1397423"/>
                </a:cubicBezTo>
                <a:close/>
                <a:moveTo>
                  <a:pt x="4009702" y="1397423"/>
                </a:moveTo>
                <a:cubicBezTo>
                  <a:pt x="4023866" y="1397423"/>
                  <a:pt x="4035362" y="1408918"/>
                  <a:pt x="4035362" y="1423081"/>
                </a:cubicBezTo>
                <a:cubicBezTo>
                  <a:pt x="4035362" y="1437247"/>
                  <a:pt x="4023866" y="1448741"/>
                  <a:pt x="4009702" y="1448741"/>
                </a:cubicBezTo>
                <a:cubicBezTo>
                  <a:pt x="3995538" y="1448741"/>
                  <a:pt x="3984043" y="1437247"/>
                  <a:pt x="3984043" y="1423081"/>
                </a:cubicBezTo>
                <a:cubicBezTo>
                  <a:pt x="3984043" y="1408918"/>
                  <a:pt x="3995538" y="1397423"/>
                  <a:pt x="4009702" y="1397423"/>
                </a:cubicBezTo>
                <a:close/>
                <a:moveTo>
                  <a:pt x="3881291" y="1397423"/>
                </a:moveTo>
                <a:cubicBezTo>
                  <a:pt x="3895456" y="1397423"/>
                  <a:pt x="3906950" y="1408918"/>
                  <a:pt x="3906950" y="1423081"/>
                </a:cubicBezTo>
                <a:cubicBezTo>
                  <a:pt x="3906950" y="1437247"/>
                  <a:pt x="3895456" y="1448741"/>
                  <a:pt x="3881291" y="1448741"/>
                </a:cubicBezTo>
                <a:cubicBezTo>
                  <a:pt x="3867127" y="1448741"/>
                  <a:pt x="3855633" y="1437247"/>
                  <a:pt x="3855633" y="1423081"/>
                </a:cubicBezTo>
                <a:cubicBezTo>
                  <a:pt x="3855633" y="1408918"/>
                  <a:pt x="3867127" y="1397423"/>
                  <a:pt x="3881291" y="1397423"/>
                </a:cubicBezTo>
                <a:close/>
                <a:moveTo>
                  <a:pt x="3817085" y="1397423"/>
                </a:moveTo>
                <a:cubicBezTo>
                  <a:pt x="3831252" y="1397423"/>
                  <a:pt x="3842745" y="1408918"/>
                  <a:pt x="3842745" y="1423081"/>
                </a:cubicBezTo>
                <a:cubicBezTo>
                  <a:pt x="3842745" y="1437247"/>
                  <a:pt x="3831252" y="1448741"/>
                  <a:pt x="3817085" y="1448741"/>
                </a:cubicBezTo>
                <a:cubicBezTo>
                  <a:pt x="3802921" y="1448741"/>
                  <a:pt x="3791427" y="1437247"/>
                  <a:pt x="3791427" y="1423081"/>
                </a:cubicBezTo>
                <a:cubicBezTo>
                  <a:pt x="3791427" y="1408918"/>
                  <a:pt x="3802921" y="1397423"/>
                  <a:pt x="3817085" y="1397423"/>
                </a:cubicBezTo>
                <a:close/>
                <a:moveTo>
                  <a:pt x="3752882" y="1397423"/>
                </a:moveTo>
                <a:cubicBezTo>
                  <a:pt x="3767045" y="1397423"/>
                  <a:pt x="3778539" y="1408918"/>
                  <a:pt x="3778539" y="1423081"/>
                </a:cubicBezTo>
                <a:cubicBezTo>
                  <a:pt x="3778539" y="1437247"/>
                  <a:pt x="3767045" y="1448741"/>
                  <a:pt x="3752882" y="1448741"/>
                </a:cubicBezTo>
                <a:cubicBezTo>
                  <a:pt x="3738717" y="1448741"/>
                  <a:pt x="3727221" y="1437247"/>
                  <a:pt x="3727221" y="1423081"/>
                </a:cubicBezTo>
                <a:cubicBezTo>
                  <a:pt x="3727221" y="1408918"/>
                  <a:pt x="3738717" y="1397423"/>
                  <a:pt x="3752882" y="1397423"/>
                </a:cubicBezTo>
                <a:close/>
                <a:moveTo>
                  <a:pt x="3624472" y="1397423"/>
                </a:moveTo>
                <a:cubicBezTo>
                  <a:pt x="3638640" y="1397423"/>
                  <a:pt x="3650129" y="1408911"/>
                  <a:pt x="3650129" y="1423081"/>
                </a:cubicBezTo>
                <a:cubicBezTo>
                  <a:pt x="3650129" y="1437253"/>
                  <a:pt x="3638640" y="1448741"/>
                  <a:pt x="3624472" y="1448741"/>
                </a:cubicBezTo>
                <a:cubicBezTo>
                  <a:pt x="3610300" y="1448741"/>
                  <a:pt x="3598810" y="1437253"/>
                  <a:pt x="3598810" y="1423081"/>
                </a:cubicBezTo>
                <a:cubicBezTo>
                  <a:pt x="3598810" y="1408911"/>
                  <a:pt x="3610300" y="1397423"/>
                  <a:pt x="3624472" y="1397423"/>
                </a:cubicBezTo>
                <a:close/>
                <a:moveTo>
                  <a:pt x="3431855" y="1397423"/>
                </a:moveTo>
                <a:cubicBezTo>
                  <a:pt x="3446019" y="1397423"/>
                  <a:pt x="3457512" y="1408918"/>
                  <a:pt x="3457512" y="1423081"/>
                </a:cubicBezTo>
                <a:cubicBezTo>
                  <a:pt x="3457512" y="1437247"/>
                  <a:pt x="3446019" y="1448741"/>
                  <a:pt x="3431855" y="1448741"/>
                </a:cubicBezTo>
                <a:cubicBezTo>
                  <a:pt x="3417690" y="1448741"/>
                  <a:pt x="3406196" y="1437247"/>
                  <a:pt x="3406196" y="1423081"/>
                </a:cubicBezTo>
                <a:cubicBezTo>
                  <a:pt x="3406196" y="1408918"/>
                  <a:pt x="3417690" y="1397423"/>
                  <a:pt x="3431855" y="1397423"/>
                </a:cubicBezTo>
                <a:close/>
                <a:moveTo>
                  <a:pt x="3367649" y="1397423"/>
                </a:moveTo>
                <a:cubicBezTo>
                  <a:pt x="3381813" y="1397423"/>
                  <a:pt x="3393308" y="1408918"/>
                  <a:pt x="3393308" y="1423081"/>
                </a:cubicBezTo>
                <a:cubicBezTo>
                  <a:pt x="3393308" y="1437247"/>
                  <a:pt x="3381813" y="1448741"/>
                  <a:pt x="3367649" y="1448741"/>
                </a:cubicBezTo>
                <a:cubicBezTo>
                  <a:pt x="3353484" y="1448741"/>
                  <a:pt x="3341990" y="1437247"/>
                  <a:pt x="3341990" y="1423081"/>
                </a:cubicBezTo>
                <a:cubicBezTo>
                  <a:pt x="3341990" y="1408918"/>
                  <a:pt x="3353484" y="1397423"/>
                  <a:pt x="3367649" y="1397423"/>
                </a:cubicBezTo>
                <a:close/>
                <a:moveTo>
                  <a:pt x="3303444" y="1397423"/>
                </a:moveTo>
                <a:cubicBezTo>
                  <a:pt x="3317609" y="1397423"/>
                  <a:pt x="3329102" y="1408918"/>
                  <a:pt x="3329102" y="1423081"/>
                </a:cubicBezTo>
                <a:cubicBezTo>
                  <a:pt x="3329102" y="1437247"/>
                  <a:pt x="3317609" y="1448741"/>
                  <a:pt x="3303444" y="1448741"/>
                </a:cubicBezTo>
                <a:cubicBezTo>
                  <a:pt x="3289279" y="1448741"/>
                  <a:pt x="3277785" y="1437247"/>
                  <a:pt x="3277785" y="1423081"/>
                </a:cubicBezTo>
                <a:cubicBezTo>
                  <a:pt x="3277785" y="1408918"/>
                  <a:pt x="3289279" y="1397423"/>
                  <a:pt x="3303444" y="1397423"/>
                </a:cubicBezTo>
                <a:close/>
                <a:moveTo>
                  <a:pt x="3239238" y="1397423"/>
                </a:moveTo>
                <a:cubicBezTo>
                  <a:pt x="3253410" y="1397423"/>
                  <a:pt x="3264898" y="1408911"/>
                  <a:pt x="3264898" y="1423081"/>
                </a:cubicBezTo>
                <a:cubicBezTo>
                  <a:pt x="3264898" y="1437253"/>
                  <a:pt x="3253410" y="1448741"/>
                  <a:pt x="3239238" y="1448741"/>
                </a:cubicBezTo>
                <a:cubicBezTo>
                  <a:pt x="3225068" y="1448741"/>
                  <a:pt x="3213580" y="1437253"/>
                  <a:pt x="3213580" y="1423081"/>
                </a:cubicBezTo>
                <a:cubicBezTo>
                  <a:pt x="3213580" y="1408911"/>
                  <a:pt x="3225068" y="1397423"/>
                  <a:pt x="3239238" y="1397423"/>
                </a:cubicBezTo>
                <a:close/>
                <a:moveTo>
                  <a:pt x="3110828" y="1397423"/>
                </a:moveTo>
                <a:cubicBezTo>
                  <a:pt x="3124992" y="1397423"/>
                  <a:pt x="3136487" y="1408918"/>
                  <a:pt x="3136487" y="1423081"/>
                </a:cubicBezTo>
                <a:cubicBezTo>
                  <a:pt x="3136487" y="1437247"/>
                  <a:pt x="3124992" y="1448741"/>
                  <a:pt x="3110828" y="1448741"/>
                </a:cubicBezTo>
                <a:cubicBezTo>
                  <a:pt x="3096663" y="1448741"/>
                  <a:pt x="3085170" y="1437247"/>
                  <a:pt x="3085170" y="1423081"/>
                </a:cubicBezTo>
                <a:cubicBezTo>
                  <a:pt x="3085170" y="1408918"/>
                  <a:pt x="3096663" y="1397423"/>
                  <a:pt x="3110828" y="1397423"/>
                </a:cubicBezTo>
                <a:close/>
                <a:moveTo>
                  <a:pt x="3046623" y="1397423"/>
                </a:moveTo>
                <a:cubicBezTo>
                  <a:pt x="3060788" y="1397423"/>
                  <a:pt x="3072282" y="1408918"/>
                  <a:pt x="3072282" y="1423081"/>
                </a:cubicBezTo>
                <a:cubicBezTo>
                  <a:pt x="3072282" y="1437247"/>
                  <a:pt x="3060788" y="1448741"/>
                  <a:pt x="3046623" y="1448741"/>
                </a:cubicBezTo>
                <a:cubicBezTo>
                  <a:pt x="3032458" y="1448741"/>
                  <a:pt x="3020964" y="1437247"/>
                  <a:pt x="3020964" y="1423081"/>
                </a:cubicBezTo>
                <a:cubicBezTo>
                  <a:pt x="3020964" y="1408918"/>
                  <a:pt x="3032458" y="1397423"/>
                  <a:pt x="3046623" y="1397423"/>
                </a:cubicBezTo>
                <a:close/>
                <a:moveTo>
                  <a:pt x="2982301" y="1397423"/>
                </a:moveTo>
                <a:cubicBezTo>
                  <a:pt x="2996466" y="1397423"/>
                  <a:pt x="3007960" y="1408918"/>
                  <a:pt x="3007960" y="1423081"/>
                </a:cubicBezTo>
                <a:cubicBezTo>
                  <a:pt x="3007960" y="1437247"/>
                  <a:pt x="2996466" y="1448741"/>
                  <a:pt x="2982301" y="1448741"/>
                </a:cubicBezTo>
                <a:cubicBezTo>
                  <a:pt x="2968137" y="1448741"/>
                  <a:pt x="2956642" y="1437247"/>
                  <a:pt x="2956642" y="1423081"/>
                </a:cubicBezTo>
                <a:cubicBezTo>
                  <a:pt x="2956642" y="1408918"/>
                  <a:pt x="2968137" y="1397423"/>
                  <a:pt x="2982301" y="1397423"/>
                </a:cubicBezTo>
                <a:close/>
                <a:moveTo>
                  <a:pt x="2853890" y="1397423"/>
                </a:moveTo>
                <a:cubicBezTo>
                  <a:pt x="2868062" y="1397423"/>
                  <a:pt x="2879550" y="1408911"/>
                  <a:pt x="2879550" y="1423081"/>
                </a:cubicBezTo>
                <a:cubicBezTo>
                  <a:pt x="2879550" y="1437253"/>
                  <a:pt x="2868062" y="1448741"/>
                  <a:pt x="2853890" y="1448741"/>
                </a:cubicBezTo>
                <a:cubicBezTo>
                  <a:pt x="2839720" y="1448741"/>
                  <a:pt x="2828231" y="1437253"/>
                  <a:pt x="2828231" y="1423081"/>
                </a:cubicBezTo>
                <a:cubicBezTo>
                  <a:pt x="2828231" y="1408911"/>
                  <a:pt x="2839720" y="1397423"/>
                  <a:pt x="2853890" y="1397423"/>
                </a:cubicBezTo>
                <a:close/>
                <a:moveTo>
                  <a:pt x="2789686" y="1397423"/>
                </a:moveTo>
                <a:cubicBezTo>
                  <a:pt x="2803850" y="1397423"/>
                  <a:pt x="2815344" y="1408918"/>
                  <a:pt x="2815344" y="1423081"/>
                </a:cubicBezTo>
                <a:cubicBezTo>
                  <a:pt x="2815344" y="1437247"/>
                  <a:pt x="2803850" y="1448741"/>
                  <a:pt x="2789686" y="1448741"/>
                </a:cubicBezTo>
                <a:cubicBezTo>
                  <a:pt x="2775521" y="1448741"/>
                  <a:pt x="2764027" y="1437247"/>
                  <a:pt x="2764027" y="1423081"/>
                </a:cubicBezTo>
                <a:cubicBezTo>
                  <a:pt x="2764027" y="1408918"/>
                  <a:pt x="2775521" y="1397423"/>
                  <a:pt x="2789686" y="1397423"/>
                </a:cubicBezTo>
                <a:close/>
                <a:moveTo>
                  <a:pt x="2404454" y="1397423"/>
                </a:moveTo>
                <a:cubicBezTo>
                  <a:pt x="2418619" y="1397423"/>
                  <a:pt x="2430112" y="1408918"/>
                  <a:pt x="2430112" y="1423081"/>
                </a:cubicBezTo>
                <a:cubicBezTo>
                  <a:pt x="2430112" y="1437247"/>
                  <a:pt x="2418619" y="1448741"/>
                  <a:pt x="2404454" y="1448741"/>
                </a:cubicBezTo>
                <a:cubicBezTo>
                  <a:pt x="2390289" y="1448741"/>
                  <a:pt x="2378795" y="1437247"/>
                  <a:pt x="2378795" y="1423081"/>
                </a:cubicBezTo>
                <a:cubicBezTo>
                  <a:pt x="2378795" y="1408918"/>
                  <a:pt x="2390289" y="1397423"/>
                  <a:pt x="2404454" y="1397423"/>
                </a:cubicBezTo>
                <a:close/>
                <a:moveTo>
                  <a:pt x="2340249" y="1397423"/>
                </a:moveTo>
                <a:cubicBezTo>
                  <a:pt x="2354413" y="1397423"/>
                  <a:pt x="2365908" y="1408918"/>
                  <a:pt x="2365908" y="1423081"/>
                </a:cubicBezTo>
                <a:cubicBezTo>
                  <a:pt x="2365908" y="1437247"/>
                  <a:pt x="2354413" y="1448741"/>
                  <a:pt x="2340249" y="1448741"/>
                </a:cubicBezTo>
                <a:cubicBezTo>
                  <a:pt x="2326084" y="1448741"/>
                  <a:pt x="2314590" y="1437247"/>
                  <a:pt x="2314590" y="1423081"/>
                </a:cubicBezTo>
                <a:cubicBezTo>
                  <a:pt x="2314590" y="1408918"/>
                  <a:pt x="2326084" y="1397423"/>
                  <a:pt x="2340249" y="1397423"/>
                </a:cubicBezTo>
                <a:close/>
                <a:moveTo>
                  <a:pt x="2276044" y="1397423"/>
                </a:moveTo>
                <a:cubicBezTo>
                  <a:pt x="2290208" y="1397423"/>
                  <a:pt x="2301702" y="1408918"/>
                  <a:pt x="2301702" y="1423081"/>
                </a:cubicBezTo>
                <a:cubicBezTo>
                  <a:pt x="2301702" y="1437247"/>
                  <a:pt x="2290208" y="1448741"/>
                  <a:pt x="2276044" y="1448741"/>
                </a:cubicBezTo>
                <a:cubicBezTo>
                  <a:pt x="2261879" y="1448741"/>
                  <a:pt x="2250385" y="1437247"/>
                  <a:pt x="2250385" y="1423081"/>
                </a:cubicBezTo>
                <a:cubicBezTo>
                  <a:pt x="2250385" y="1408918"/>
                  <a:pt x="2261879" y="1397423"/>
                  <a:pt x="2276044" y="1397423"/>
                </a:cubicBezTo>
                <a:close/>
                <a:moveTo>
                  <a:pt x="2211838" y="1397423"/>
                </a:moveTo>
                <a:cubicBezTo>
                  <a:pt x="2226003" y="1397423"/>
                  <a:pt x="2237497" y="1408918"/>
                  <a:pt x="2237497" y="1423081"/>
                </a:cubicBezTo>
                <a:cubicBezTo>
                  <a:pt x="2237497" y="1437247"/>
                  <a:pt x="2226003" y="1448741"/>
                  <a:pt x="2211838" y="1448741"/>
                </a:cubicBezTo>
                <a:cubicBezTo>
                  <a:pt x="2197673" y="1448741"/>
                  <a:pt x="2186178" y="1437247"/>
                  <a:pt x="2186178" y="1423081"/>
                </a:cubicBezTo>
                <a:cubicBezTo>
                  <a:pt x="2186178" y="1408918"/>
                  <a:pt x="2197673" y="1397423"/>
                  <a:pt x="2211838" y="1397423"/>
                </a:cubicBezTo>
                <a:close/>
                <a:moveTo>
                  <a:pt x="2147633" y="1397423"/>
                </a:moveTo>
                <a:cubicBezTo>
                  <a:pt x="2161804" y="1397423"/>
                  <a:pt x="2173293" y="1408911"/>
                  <a:pt x="2173293" y="1423081"/>
                </a:cubicBezTo>
                <a:cubicBezTo>
                  <a:pt x="2173293" y="1437253"/>
                  <a:pt x="2161804" y="1448741"/>
                  <a:pt x="2147633" y="1448741"/>
                </a:cubicBezTo>
                <a:cubicBezTo>
                  <a:pt x="2133462" y="1448741"/>
                  <a:pt x="2121975" y="1437253"/>
                  <a:pt x="2121975" y="1423081"/>
                </a:cubicBezTo>
                <a:cubicBezTo>
                  <a:pt x="2121975" y="1408911"/>
                  <a:pt x="2133462" y="1397423"/>
                  <a:pt x="2147633" y="1397423"/>
                </a:cubicBezTo>
                <a:close/>
                <a:moveTo>
                  <a:pt x="2083427" y="1397423"/>
                </a:moveTo>
                <a:cubicBezTo>
                  <a:pt x="2097599" y="1397423"/>
                  <a:pt x="2109087" y="1408911"/>
                  <a:pt x="2109087" y="1423081"/>
                </a:cubicBezTo>
                <a:cubicBezTo>
                  <a:pt x="2109087" y="1437253"/>
                  <a:pt x="2097599" y="1448741"/>
                  <a:pt x="2083427" y="1448741"/>
                </a:cubicBezTo>
                <a:cubicBezTo>
                  <a:pt x="2069257" y="1448741"/>
                  <a:pt x="2057768" y="1437253"/>
                  <a:pt x="2057768" y="1423081"/>
                </a:cubicBezTo>
                <a:cubicBezTo>
                  <a:pt x="2057768" y="1408911"/>
                  <a:pt x="2069257" y="1397423"/>
                  <a:pt x="2083427" y="1397423"/>
                </a:cubicBezTo>
                <a:close/>
                <a:moveTo>
                  <a:pt x="2019222" y="1397423"/>
                </a:moveTo>
                <a:cubicBezTo>
                  <a:pt x="2033387" y="1397423"/>
                  <a:pt x="2044880" y="1408918"/>
                  <a:pt x="2044880" y="1423081"/>
                </a:cubicBezTo>
                <a:cubicBezTo>
                  <a:pt x="2044880" y="1437247"/>
                  <a:pt x="2033387" y="1448741"/>
                  <a:pt x="2019222" y="1448741"/>
                </a:cubicBezTo>
                <a:cubicBezTo>
                  <a:pt x="2005058" y="1448741"/>
                  <a:pt x="1993563" y="1437247"/>
                  <a:pt x="1993563" y="1423081"/>
                </a:cubicBezTo>
                <a:cubicBezTo>
                  <a:pt x="1993563" y="1408918"/>
                  <a:pt x="2005058" y="1397423"/>
                  <a:pt x="2019222" y="1397423"/>
                </a:cubicBezTo>
                <a:close/>
                <a:moveTo>
                  <a:pt x="1955016" y="1397423"/>
                </a:moveTo>
                <a:cubicBezTo>
                  <a:pt x="1969181" y="1397423"/>
                  <a:pt x="1980676" y="1408918"/>
                  <a:pt x="1980676" y="1423081"/>
                </a:cubicBezTo>
                <a:cubicBezTo>
                  <a:pt x="1980676" y="1437247"/>
                  <a:pt x="1969181" y="1448741"/>
                  <a:pt x="1955016" y="1448741"/>
                </a:cubicBezTo>
                <a:cubicBezTo>
                  <a:pt x="1940851" y="1448741"/>
                  <a:pt x="1929358" y="1437247"/>
                  <a:pt x="1929358" y="1423081"/>
                </a:cubicBezTo>
                <a:cubicBezTo>
                  <a:pt x="1929358" y="1408918"/>
                  <a:pt x="1940851" y="1397423"/>
                  <a:pt x="1955016" y="1397423"/>
                </a:cubicBezTo>
                <a:close/>
                <a:moveTo>
                  <a:pt x="1890696" y="1397423"/>
                </a:moveTo>
                <a:cubicBezTo>
                  <a:pt x="1904860" y="1397423"/>
                  <a:pt x="1916355" y="1408918"/>
                  <a:pt x="1916355" y="1423081"/>
                </a:cubicBezTo>
                <a:cubicBezTo>
                  <a:pt x="1916355" y="1437247"/>
                  <a:pt x="1904860" y="1448741"/>
                  <a:pt x="1890696" y="1448741"/>
                </a:cubicBezTo>
                <a:cubicBezTo>
                  <a:pt x="1876531" y="1448741"/>
                  <a:pt x="1865037" y="1437247"/>
                  <a:pt x="1865037" y="1423081"/>
                </a:cubicBezTo>
                <a:cubicBezTo>
                  <a:pt x="1865037" y="1408918"/>
                  <a:pt x="1876531" y="1397423"/>
                  <a:pt x="1890696" y="1397423"/>
                </a:cubicBezTo>
                <a:close/>
                <a:moveTo>
                  <a:pt x="1826490" y="1397423"/>
                </a:moveTo>
                <a:cubicBezTo>
                  <a:pt x="1840654" y="1397423"/>
                  <a:pt x="1852149" y="1408918"/>
                  <a:pt x="1852149" y="1423081"/>
                </a:cubicBezTo>
                <a:cubicBezTo>
                  <a:pt x="1852149" y="1437247"/>
                  <a:pt x="1840654" y="1448741"/>
                  <a:pt x="1826490" y="1448741"/>
                </a:cubicBezTo>
                <a:cubicBezTo>
                  <a:pt x="1812325" y="1448741"/>
                  <a:pt x="1800830" y="1437247"/>
                  <a:pt x="1800830" y="1423081"/>
                </a:cubicBezTo>
                <a:cubicBezTo>
                  <a:pt x="1800830" y="1408918"/>
                  <a:pt x="1812325" y="1397423"/>
                  <a:pt x="1826490" y="1397423"/>
                </a:cubicBezTo>
                <a:close/>
                <a:moveTo>
                  <a:pt x="1762285" y="1397423"/>
                </a:moveTo>
                <a:cubicBezTo>
                  <a:pt x="1776456" y="1397423"/>
                  <a:pt x="1787944" y="1408911"/>
                  <a:pt x="1787944" y="1423081"/>
                </a:cubicBezTo>
                <a:cubicBezTo>
                  <a:pt x="1787944" y="1437253"/>
                  <a:pt x="1776456" y="1448741"/>
                  <a:pt x="1762285" y="1448741"/>
                </a:cubicBezTo>
                <a:cubicBezTo>
                  <a:pt x="1748114" y="1448741"/>
                  <a:pt x="1736626" y="1437253"/>
                  <a:pt x="1736626" y="1423081"/>
                </a:cubicBezTo>
                <a:cubicBezTo>
                  <a:pt x="1736626" y="1408911"/>
                  <a:pt x="1748114" y="1397423"/>
                  <a:pt x="1762285" y="1397423"/>
                </a:cubicBezTo>
                <a:close/>
                <a:moveTo>
                  <a:pt x="1569669" y="1397423"/>
                </a:moveTo>
                <a:cubicBezTo>
                  <a:pt x="1583834" y="1397423"/>
                  <a:pt x="1595328" y="1408918"/>
                  <a:pt x="1595328" y="1423081"/>
                </a:cubicBezTo>
                <a:cubicBezTo>
                  <a:pt x="1595328" y="1437247"/>
                  <a:pt x="1583834" y="1448741"/>
                  <a:pt x="1569669" y="1448741"/>
                </a:cubicBezTo>
                <a:cubicBezTo>
                  <a:pt x="1555504" y="1448741"/>
                  <a:pt x="1544010" y="1437247"/>
                  <a:pt x="1544010" y="1423081"/>
                </a:cubicBezTo>
                <a:cubicBezTo>
                  <a:pt x="1544010" y="1408918"/>
                  <a:pt x="1555504" y="1397423"/>
                  <a:pt x="1569669" y="1397423"/>
                </a:cubicBezTo>
                <a:close/>
                <a:moveTo>
                  <a:pt x="1505464" y="1397423"/>
                </a:moveTo>
                <a:cubicBezTo>
                  <a:pt x="1519629" y="1397423"/>
                  <a:pt x="1531123" y="1408918"/>
                  <a:pt x="1531123" y="1423081"/>
                </a:cubicBezTo>
                <a:cubicBezTo>
                  <a:pt x="1531123" y="1437247"/>
                  <a:pt x="1519629" y="1448741"/>
                  <a:pt x="1505464" y="1448741"/>
                </a:cubicBezTo>
                <a:cubicBezTo>
                  <a:pt x="1491299" y="1448741"/>
                  <a:pt x="1479806" y="1437247"/>
                  <a:pt x="1479806" y="1423081"/>
                </a:cubicBezTo>
                <a:cubicBezTo>
                  <a:pt x="1479806" y="1408918"/>
                  <a:pt x="1491299" y="1397423"/>
                  <a:pt x="1505464" y="1397423"/>
                </a:cubicBezTo>
                <a:close/>
                <a:moveTo>
                  <a:pt x="1441258" y="1397423"/>
                </a:moveTo>
                <a:cubicBezTo>
                  <a:pt x="1455430" y="1397423"/>
                  <a:pt x="1466917" y="1408911"/>
                  <a:pt x="1466917" y="1423081"/>
                </a:cubicBezTo>
                <a:cubicBezTo>
                  <a:pt x="1466917" y="1437253"/>
                  <a:pt x="1455430" y="1448741"/>
                  <a:pt x="1441258" y="1448741"/>
                </a:cubicBezTo>
                <a:cubicBezTo>
                  <a:pt x="1427087" y="1448741"/>
                  <a:pt x="1415599" y="1437253"/>
                  <a:pt x="1415599" y="1423081"/>
                </a:cubicBezTo>
                <a:cubicBezTo>
                  <a:pt x="1415599" y="1408911"/>
                  <a:pt x="1427087" y="1397423"/>
                  <a:pt x="1441258" y="1397423"/>
                </a:cubicBezTo>
                <a:close/>
                <a:moveTo>
                  <a:pt x="1377053" y="1397423"/>
                </a:moveTo>
                <a:cubicBezTo>
                  <a:pt x="1391224" y="1397423"/>
                  <a:pt x="1402712" y="1408911"/>
                  <a:pt x="1402712" y="1423081"/>
                </a:cubicBezTo>
                <a:cubicBezTo>
                  <a:pt x="1402712" y="1437253"/>
                  <a:pt x="1391224" y="1448741"/>
                  <a:pt x="1377053" y="1448741"/>
                </a:cubicBezTo>
                <a:cubicBezTo>
                  <a:pt x="1362882" y="1448741"/>
                  <a:pt x="1351395" y="1437253"/>
                  <a:pt x="1351395" y="1423081"/>
                </a:cubicBezTo>
                <a:cubicBezTo>
                  <a:pt x="1351395" y="1408911"/>
                  <a:pt x="1362882" y="1397423"/>
                  <a:pt x="1377053" y="1397423"/>
                </a:cubicBezTo>
                <a:close/>
                <a:moveTo>
                  <a:pt x="1184437" y="1397423"/>
                </a:moveTo>
                <a:cubicBezTo>
                  <a:pt x="1198602" y="1397423"/>
                  <a:pt x="1210096" y="1408918"/>
                  <a:pt x="1210096" y="1423081"/>
                </a:cubicBezTo>
                <a:cubicBezTo>
                  <a:pt x="1210096" y="1437247"/>
                  <a:pt x="1198602" y="1448741"/>
                  <a:pt x="1184437" y="1448741"/>
                </a:cubicBezTo>
                <a:cubicBezTo>
                  <a:pt x="1170273" y="1448741"/>
                  <a:pt x="1158780" y="1437247"/>
                  <a:pt x="1158780" y="1423081"/>
                </a:cubicBezTo>
                <a:cubicBezTo>
                  <a:pt x="1158780" y="1408918"/>
                  <a:pt x="1170273" y="1397423"/>
                  <a:pt x="1184437" y="1397423"/>
                </a:cubicBezTo>
                <a:close/>
                <a:moveTo>
                  <a:pt x="1056027" y="1397423"/>
                </a:moveTo>
                <a:cubicBezTo>
                  <a:pt x="1070199" y="1397423"/>
                  <a:pt x="1081685" y="1408911"/>
                  <a:pt x="1081685" y="1423081"/>
                </a:cubicBezTo>
                <a:cubicBezTo>
                  <a:pt x="1081685" y="1437253"/>
                  <a:pt x="1070199" y="1448741"/>
                  <a:pt x="1056027" y="1448741"/>
                </a:cubicBezTo>
                <a:cubicBezTo>
                  <a:pt x="1041857" y="1448741"/>
                  <a:pt x="1030369" y="1437253"/>
                  <a:pt x="1030369" y="1423081"/>
                </a:cubicBezTo>
                <a:cubicBezTo>
                  <a:pt x="1030369" y="1408911"/>
                  <a:pt x="1041857" y="1397423"/>
                  <a:pt x="1056027" y="1397423"/>
                </a:cubicBezTo>
                <a:close/>
                <a:moveTo>
                  <a:pt x="991823" y="1397423"/>
                </a:moveTo>
                <a:cubicBezTo>
                  <a:pt x="1005993" y="1397423"/>
                  <a:pt x="1017481" y="1408911"/>
                  <a:pt x="1017481" y="1423081"/>
                </a:cubicBezTo>
                <a:cubicBezTo>
                  <a:pt x="1017481" y="1437253"/>
                  <a:pt x="1005993" y="1448741"/>
                  <a:pt x="991823" y="1448741"/>
                </a:cubicBezTo>
                <a:cubicBezTo>
                  <a:pt x="977652" y="1448741"/>
                  <a:pt x="966162" y="1437253"/>
                  <a:pt x="966162" y="1423081"/>
                </a:cubicBezTo>
                <a:cubicBezTo>
                  <a:pt x="966162" y="1408911"/>
                  <a:pt x="977652" y="1397423"/>
                  <a:pt x="991823" y="1397423"/>
                </a:cubicBezTo>
                <a:close/>
                <a:moveTo>
                  <a:pt x="927616" y="1397423"/>
                </a:moveTo>
                <a:cubicBezTo>
                  <a:pt x="941781" y="1397423"/>
                  <a:pt x="953275" y="1408918"/>
                  <a:pt x="953275" y="1423081"/>
                </a:cubicBezTo>
                <a:cubicBezTo>
                  <a:pt x="953275" y="1437247"/>
                  <a:pt x="941781" y="1448741"/>
                  <a:pt x="927616" y="1448741"/>
                </a:cubicBezTo>
                <a:cubicBezTo>
                  <a:pt x="913452" y="1448741"/>
                  <a:pt x="901957" y="1437247"/>
                  <a:pt x="901957" y="1423081"/>
                </a:cubicBezTo>
                <a:cubicBezTo>
                  <a:pt x="901957" y="1408918"/>
                  <a:pt x="913452" y="1397423"/>
                  <a:pt x="927616" y="1397423"/>
                </a:cubicBezTo>
                <a:close/>
                <a:moveTo>
                  <a:pt x="863411" y="1397423"/>
                </a:moveTo>
                <a:cubicBezTo>
                  <a:pt x="877576" y="1397423"/>
                  <a:pt x="889071" y="1408918"/>
                  <a:pt x="889071" y="1423081"/>
                </a:cubicBezTo>
                <a:cubicBezTo>
                  <a:pt x="889071" y="1437247"/>
                  <a:pt x="877576" y="1448741"/>
                  <a:pt x="863411" y="1448741"/>
                </a:cubicBezTo>
                <a:cubicBezTo>
                  <a:pt x="849248" y="1448741"/>
                  <a:pt x="837752" y="1437247"/>
                  <a:pt x="837752" y="1423081"/>
                </a:cubicBezTo>
                <a:cubicBezTo>
                  <a:pt x="837752" y="1408918"/>
                  <a:pt x="849248" y="1397423"/>
                  <a:pt x="863411" y="1397423"/>
                </a:cubicBezTo>
                <a:close/>
                <a:moveTo>
                  <a:pt x="670679" y="1397423"/>
                </a:moveTo>
                <a:cubicBezTo>
                  <a:pt x="684851" y="1397423"/>
                  <a:pt x="696338" y="1408911"/>
                  <a:pt x="696338" y="1423081"/>
                </a:cubicBezTo>
                <a:cubicBezTo>
                  <a:pt x="696338" y="1437253"/>
                  <a:pt x="684851" y="1448741"/>
                  <a:pt x="670679" y="1448741"/>
                </a:cubicBezTo>
                <a:cubicBezTo>
                  <a:pt x="656509" y="1448741"/>
                  <a:pt x="645020" y="1437253"/>
                  <a:pt x="645020" y="1423081"/>
                </a:cubicBezTo>
                <a:cubicBezTo>
                  <a:pt x="645020" y="1408911"/>
                  <a:pt x="656509" y="1397423"/>
                  <a:pt x="670679" y="1397423"/>
                </a:cubicBezTo>
                <a:close/>
                <a:moveTo>
                  <a:pt x="606475" y="1397423"/>
                </a:moveTo>
                <a:cubicBezTo>
                  <a:pt x="620639" y="1397423"/>
                  <a:pt x="632134" y="1408918"/>
                  <a:pt x="632134" y="1423081"/>
                </a:cubicBezTo>
                <a:cubicBezTo>
                  <a:pt x="632134" y="1437247"/>
                  <a:pt x="620639" y="1448741"/>
                  <a:pt x="606475" y="1448741"/>
                </a:cubicBezTo>
                <a:cubicBezTo>
                  <a:pt x="592310" y="1448741"/>
                  <a:pt x="580815" y="1437247"/>
                  <a:pt x="580815" y="1423081"/>
                </a:cubicBezTo>
                <a:cubicBezTo>
                  <a:pt x="580815" y="1408918"/>
                  <a:pt x="592310" y="1397423"/>
                  <a:pt x="606475" y="1397423"/>
                </a:cubicBezTo>
                <a:close/>
                <a:moveTo>
                  <a:pt x="542268" y="1397423"/>
                </a:moveTo>
                <a:cubicBezTo>
                  <a:pt x="556433" y="1397423"/>
                  <a:pt x="567927" y="1408918"/>
                  <a:pt x="567927" y="1423081"/>
                </a:cubicBezTo>
                <a:cubicBezTo>
                  <a:pt x="567927" y="1437247"/>
                  <a:pt x="556433" y="1448741"/>
                  <a:pt x="542268" y="1448741"/>
                </a:cubicBezTo>
                <a:cubicBezTo>
                  <a:pt x="528104" y="1448741"/>
                  <a:pt x="516610" y="1437247"/>
                  <a:pt x="516610" y="1423081"/>
                </a:cubicBezTo>
                <a:cubicBezTo>
                  <a:pt x="516610" y="1408918"/>
                  <a:pt x="528104" y="1397423"/>
                  <a:pt x="542268" y="1397423"/>
                </a:cubicBezTo>
                <a:close/>
                <a:moveTo>
                  <a:pt x="478063" y="1397423"/>
                </a:moveTo>
                <a:cubicBezTo>
                  <a:pt x="492228" y="1397423"/>
                  <a:pt x="503724" y="1408918"/>
                  <a:pt x="503724" y="1423081"/>
                </a:cubicBezTo>
                <a:cubicBezTo>
                  <a:pt x="503724" y="1437247"/>
                  <a:pt x="492228" y="1448741"/>
                  <a:pt x="478063" y="1448741"/>
                </a:cubicBezTo>
                <a:cubicBezTo>
                  <a:pt x="463900" y="1448741"/>
                  <a:pt x="452404" y="1437247"/>
                  <a:pt x="452404" y="1423081"/>
                </a:cubicBezTo>
                <a:cubicBezTo>
                  <a:pt x="452404" y="1408918"/>
                  <a:pt x="463900" y="1397423"/>
                  <a:pt x="478063" y="1397423"/>
                </a:cubicBezTo>
                <a:close/>
                <a:moveTo>
                  <a:pt x="413858" y="1397423"/>
                </a:moveTo>
                <a:cubicBezTo>
                  <a:pt x="428023" y="1397423"/>
                  <a:pt x="439517" y="1408918"/>
                  <a:pt x="439517" y="1423081"/>
                </a:cubicBezTo>
                <a:cubicBezTo>
                  <a:pt x="439517" y="1437247"/>
                  <a:pt x="428023" y="1448741"/>
                  <a:pt x="413858" y="1448741"/>
                </a:cubicBezTo>
                <a:cubicBezTo>
                  <a:pt x="399694" y="1448741"/>
                  <a:pt x="388200" y="1437247"/>
                  <a:pt x="388200" y="1423081"/>
                </a:cubicBezTo>
                <a:cubicBezTo>
                  <a:pt x="388200" y="1408918"/>
                  <a:pt x="399694" y="1397423"/>
                  <a:pt x="413858" y="1397423"/>
                </a:cubicBezTo>
                <a:close/>
                <a:moveTo>
                  <a:pt x="346686" y="1397423"/>
                </a:moveTo>
                <a:cubicBezTo>
                  <a:pt x="360849" y="1397423"/>
                  <a:pt x="372344" y="1408918"/>
                  <a:pt x="372344" y="1423081"/>
                </a:cubicBezTo>
                <a:cubicBezTo>
                  <a:pt x="372344" y="1437247"/>
                  <a:pt x="360849" y="1448741"/>
                  <a:pt x="346686" y="1448741"/>
                </a:cubicBezTo>
                <a:cubicBezTo>
                  <a:pt x="332520" y="1448741"/>
                  <a:pt x="321027" y="1437247"/>
                  <a:pt x="321027" y="1423081"/>
                </a:cubicBezTo>
                <a:cubicBezTo>
                  <a:pt x="321027" y="1408918"/>
                  <a:pt x="332520" y="1397423"/>
                  <a:pt x="346686" y="1397423"/>
                </a:cubicBezTo>
                <a:close/>
                <a:moveTo>
                  <a:pt x="282480" y="1397423"/>
                </a:moveTo>
                <a:cubicBezTo>
                  <a:pt x="296644" y="1397423"/>
                  <a:pt x="308138" y="1408918"/>
                  <a:pt x="308138" y="1423081"/>
                </a:cubicBezTo>
                <a:cubicBezTo>
                  <a:pt x="308138" y="1437247"/>
                  <a:pt x="296644" y="1448741"/>
                  <a:pt x="282480" y="1448741"/>
                </a:cubicBezTo>
                <a:cubicBezTo>
                  <a:pt x="268314" y="1448741"/>
                  <a:pt x="256820" y="1437247"/>
                  <a:pt x="256820" y="1423081"/>
                </a:cubicBezTo>
                <a:cubicBezTo>
                  <a:pt x="256820" y="1408918"/>
                  <a:pt x="268314" y="1397423"/>
                  <a:pt x="282480" y="1397423"/>
                </a:cubicBezTo>
                <a:close/>
                <a:moveTo>
                  <a:pt x="218274" y="1397423"/>
                </a:moveTo>
                <a:cubicBezTo>
                  <a:pt x="232438" y="1397423"/>
                  <a:pt x="243932" y="1408918"/>
                  <a:pt x="243932" y="1423081"/>
                </a:cubicBezTo>
                <a:cubicBezTo>
                  <a:pt x="243932" y="1437247"/>
                  <a:pt x="232438" y="1448741"/>
                  <a:pt x="218274" y="1448741"/>
                </a:cubicBezTo>
                <a:cubicBezTo>
                  <a:pt x="204109" y="1448741"/>
                  <a:pt x="192615" y="1437247"/>
                  <a:pt x="192615" y="1423081"/>
                </a:cubicBezTo>
                <a:cubicBezTo>
                  <a:pt x="192615" y="1408918"/>
                  <a:pt x="204109" y="1397423"/>
                  <a:pt x="218274" y="1397423"/>
                </a:cubicBezTo>
                <a:close/>
                <a:moveTo>
                  <a:pt x="25659" y="1397423"/>
                </a:moveTo>
                <a:cubicBezTo>
                  <a:pt x="39829" y="1397423"/>
                  <a:pt x="51317" y="1408911"/>
                  <a:pt x="51317" y="1423081"/>
                </a:cubicBezTo>
                <a:cubicBezTo>
                  <a:pt x="51317" y="1437253"/>
                  <a:pt x="39829" y="1448741"/>
                  <a:pt x="25659" y="1448741"/>
                </a:cubicBezTo>
                <a:cubicBezTo>
                  <a:pt x="11488" y="1448741"/>
                  <a:pt x="0" y="1437253"/>
                  <a:pt x="0" y="1423081"/>
                </a:cubicBezTo>
                <a:cubicBezTo>
                  <a:pt x="0" y="1408911"/>
                  <a:pt x="11488" y="1397423"/>
                  <a:pt x="25659" y="1397423"/>
                </a:cubicBezTo>
                <a:close/>
                <a:moveTo>
                  <a:pt x="11004528" y="1343087"/>
                </a:moveTo>
                <a:cubicBezTo>
                  <a:pt x="11011644" y="1343087"/>
                  <a:pt x="11017416" y="1348856"/>
                  <a:pt x="11017416" y="1355974"/>
                </a:cubicBezTo>
                <a:cubicBezTo>
                  <a:pt x="11017416" y="1363091"/>
                  <a:pt x="11011644" y="1368861"/>
                  <a:pt x="11004528" y="1368861"/>
                </a:cubicBezTo>
                <a:cubicBezTo>
                  <a:pt x="10997410" y="1368861"/>
                  <a:pt x="10991640" y="1363091"/>
                  <a:pt x="10991640" y="1355974"/>
                </a:cubicBezTo>
                <a:cubicBezTo>
                  <a:pt x="10991640" y="1348856"/>
                  <a:pt x="10997410" y="1343087"/>
                  <a:pt x="11004528" y="1343087"/>
                </a:cubicBezTo>
                <a:close/>
                <a:moveTo>
                  <a:pt x="10747708" y="1343087"/>
                </a:moveTo>
                <a:cubicBezTo>
                  <a:pt x="10754824" y="1343087"/>
                  <a:pt x="10760593" y="1348856"/>
                  <a:pt x="10760593" y="1355974"/>
                </a:cubicBezTo>
                <a:cubicBezTo>
                  <a:pt x="10760593" y="1363091"/>
                  <a:pt x="10754824" y="1368861"/>
                  <a:pt x="10747708" y="1368861"/>
                </a:cubicBezTo>
                <a:cubicBezTo>
                  <a:pt x="10740589" y="1368861"/>
                  <a:pt x="10734820" y="1363091"/>
                  <a:pt x="10734820" y="1355974"/>
                </a:cubicBezTo>
                <a:cubicBezTo>
                  <a:pt x="10734820" y="1348856"/>
                  <a:pt x="10740589" y="1343087"/>
                  <a:pt x="10747708" y="1343087"/>
                </a:cubicBezTo>
                <a:close/>
                <a:moveTo>
                  <a:pt x="10426681" y="1343087"/>
                </a:moveTo>
                <a:cubicBezTo>
                  <a:pt x="10433797" y="1343087"/>
                  <a:pt x="10439569" y="1348856"/>
                  <a:pt x="10439569" y="1355974"/>
                </a:cubicBezTo>
                <a:cubicBezTo>
                  <a:pt x="10439569" y="1363091"/>
                  <a:pt x="10433797" y="1368861"/>
                  <a:pt x="10426681" y="1368861"/>
                </a:cubicBezTo>
                <a:cubicBezTo>
                  <a:pt x="10419562" y="1368861"/>
                  <a:pt x="10413793" y="1363091"/>
                  <a:pt x="10413793" y="1355974"/>
                </a:cubicBezTo>
                <a:cubicBezTo>
                  <a:pt x="10413793" y="1348856"/>
                  <a:pt x="10419562" y="1343087"/>
                  <a:pt x="10426681" y="1343087"/>
                </a:cubicBezTo>
                <a:close/>
                <a:moveTo>
                  <a:pt x="9784512" y="1343087"/>
                </a:moveTo>
                <a:cubicBezTo>
                  <a:pt x="9791593" y="1343087"/>
                  <a:pt x="9797400" y="1348892"/>
                  <a:pt x="9797400" y="1355974"/>
                </a:cubicBezTo>
                <a:cubicBezTo>
                  <a:pt x="9797400" y="1363056"/>
                  <a:pt x="9791711" y="1368861"/>
                  <a:pt x="9784512" y="1368861"/>
                </a:cubicBezTo>
                <a:cubicBezTo>
                  <a:pt x="9777428" y="1368861"/>
                  <a:pt x="9771624" y="1363172"/>
                  <a:pt x="9771624" y="1355974"/>
                </a:cubicBezTo>
                <a:cubicBezTo>
                  <a:pt x="9771624" y="1348775"/>
                  <a:pt x="9777313" y="1343087"/>
                  <a:pt x="9784512" y="1343087"/>
                </a:cubicBezTo>
                <a:close/>
                <a:moveTo>
                  <a:pt x="8307675" y="1343087"/>
                </a:moveTo>
                <a:cubicBezTo>
                  <a:pt x="8314791" y="1343087"/>
                  <a:pt x="8320560" y="1348856"/>
                  <a:pt x="8320560" y="1355974"/>
                </a:cubicBezTo>
                <a:cubicBezTo>
                  <a:pt x="8320560" y="1363091"/>
                  <a:pt x="8314791" y="1368861"/>
                  <a:pt x="8307675" y="1368861"/>
                </a:cubicBezTo>
                <a:cubicBezTo>
                  <a:pt x="8300556" y="1368861"/>
                  <a:pt x="8294787" y="1363091"/>
                  <a:pt x="8294787" y="1355974"/>
                </a:cubicBezTo>
                <a:cubicBezTo>
                  <a:pt x="8294787" y="1348856"/>
                  <a:pt x="8300556" y="1343087"/>
                  <a:pt x="8307675" y="1343087"/>
                </a:cubicBezTo>
                <a:close/>
                <a:moveTo>
                  <a:pt x="7344479" y="1343087"/>
                </a:moveTo>
                <a:cubicBezTo>
                  <a:pt x="7351560" y="1343087"/>
                  <a:pt x="7357367" y="1348892"/>
                  <a:pt x="7357367" y="1355974"/>
                </a:cubicBezTo>
                <a:cubicBezTo>
                  <a:pt x="7357367" y="1363056"/>
                  <a:pt x="7351678" y="1368861"/>
                  <a:pt x="7344479" y="1368861"/>
                </a:cubicBezTo>
                <a:cubicBezTo>
                  <a:pt x="7337395" y="1368861"/>
                  <a:pt x="7331591" y="1363172"/>
                  <a:pt x="7331591" y="1355974"/>
                </a:cubicBezTo>
                <a:cubicBezTo>
                  <a:pt x="7331591" y="1348775"/>
                  <a:pt x="7337280" y="1343087"/>
                  <a:pt x="7344479" y="1343087"/>
                </a:cubicBezTo>
                <a:close/>
                <a:moveTo>
                  <a:pt x="6959132" y="1343087"/>
                </a:moveTo>
                <a:cubicBezTo>
                  <a:pt x="6966331" y="1343087"/>
                  <a:pt x="6972020" y="1348892"/>
                  <a:pt x="6972020" y="1355974"/>
                </a:cubicBezTo>
                <a:cubicBezTo>
                  <a:pt x="6972020" y="1363056"/>
                  <a:pt x="6966331" y="1368861"/>
                  <a:pt x="6959132" y="1368861"/>
                </a:cubicBezTo>
                <a:cubicBezTo>
                  <a:pt x="6952048" y="1368861"/>
                  <a:pt x="6946244" y="1363172"/>
                  <a:pt x="6946244" y="1355974"/>
                </a:cubicBezTo>
                <a:cubicBezTo>
                  <a:pt x="6946244" y="1348775"/>
                  <a:pt x="6951933" y="1343087"/>
                  <a:pt x="6959132" y="1343087"/>
                </a:cubicBezTo>
                <a:close/>
                <a:moveTo>
                  <a:pt x="6830836" y="1343087"/>
                </a:moveTo>
                <a:cubicBezTo>
                  <a:pt x="6837954" y="1343087"/>
                  <a:pt x="6843724" y="1348856"/>
                  <a:pt x="6843724" y="1355974"/>
                </a:cubicBezTo>
                <a:cubicBezTo>
                  <a:pt x="6843724" y="1363091"/>
                  <a:pt x="6837954" y="1368861"/>
                  <a:pt x="6830836" y="1368861"/>
                </a:cubicBezTo>
                <a:cubicBezTo>
                  <a:pt x="6823720" y="1368861"/>
                  <a:pt x="6817948" y="1363091"/>
                  <a:pt x="6817948" y="1355974"/>
                </a:cubicBezTo>
                <a:cubicBezTo>
                  <a:pt x="6817948" y="1348856"/>
                  <a:pt x="6823720" y="1343087"/>
                  <a:pt x="6830836" y="1343087"/>
                </a:cubicBezTo>
                <a:close/>
                <a:moveTo>
                  <a:pt x="5293924" y="1343087"/>
                </a:moveTo>
                <a:cubicBezTo>
                  <a:pt x="5301042" y="1343087"/>
                  <a:pt x="5306812" y="1348856"/>
                  <a:pt x="5306812" y="1355974"/>
                </a:cubicBezTo>
                <a:cubicBezTo>
                  <a:pt x="5306812" y="1363091"/>
                  <a:pt x="5301042" y="1368861"/>
                  <a:pt x="5293924" y="1368861"/>
                </a:cubicBezTo>
                <a:cubicBezTo>
                  <a:pt x="5286806" y="1368861"/>
                  <a:pt x="5281036" y="1363091"/>
                  <a:pt x="5281036" y="1355974"/>
                </a:cubicBezTo>
                <a:cubicBezTo>
                  <a:pt x="5281036" y="1348856"/>
                  <a:pt x="5286807" y="1343087"/>
                  <a:pt x="5293924" y="1343087"/>
                </a:cubicBezTo>
                <a:close/>
                <a:moveTo>
                  <a:pt x="5037104" y="1343087"/>
                </a:moveTo>
                <a:cubicBezTo>
                  <a:pt x="5044220" y="1343087"/>
                  <a:pt x="5049991" y="1348856"/>
                  <a:pt x="5049991" y="1355974"/>
                </a:cubicBezTo>
                <a:cubicBezTo>
                  <a:pt x="5049991" y="1363091"/>
                  <a:pt x="5044220" y="1368861"/>
                  <a:pt x="5037104" y="1368861"/>
                </a:cubicBezTo>
                <a:cubicBezTo>
                  <a:pt x="5029986" y="1368861"/>
                  <a:pt x="5024216" y="1363091"/>
                  <a:pt x="5024216" y="1355974"/>
                </a:cubicBezTo>
                <a:cubicBezTo>
                  <a:pt x="5024216" y="1348856"/>
                  <a:pt x="5029986" y="1343087"/>
                  <a:pt x="5037104" y="1343087"/>
                </a:cubicBezTo>
                <a:close/>
                <a:moveTo>
                  <a:pt x="4716077" y="1343087"/>
                </a:moveTo>
                <a:cubicBezTo>
                  <a:pt x="4723194" y="1343087"/>
                  <a:pt x="4728964" y="1348856"/>
                  <a:pt x="4728964" y="1355974"/>
                </a:cubicBezTo>
                <a:cubicBezTo>
                  <a:pt x="4728964" y="1363091"/>
                  <a:pt x="4723194" y="1368861"/>
                  <a:pt x="4716077" y="1368861"/>
                </a:cubicBezTo>
                <a:cubicBezTo>
                  <a:pt x="4708959" y="1368861"/>
                  <a:pt x="4703188" y="1363091"/>
                  <a:pt x="4703188" y="1355974"/>
                </a:cubicBezTo>
                <a:cubicBezTo>
                  <a:pt x="4703188" y="1348856"/>
                  <a:pt x="4708959" y="1343087"/>
                  <a:pt x="4716077" y="1343087"/>
                </a:cubicBezTo>
                <a:close/>
                <a:moveTo>
                  <a:pt x="4073908" y="1343087"/>
                </a:moveTo>
                <a:cubicBezTo>
                  <a:pt x="4080990" y="1343087"/>
                  <a:pt x="4086795" y="1348892"/>
                  <a:pt x="4086795" y="1355974"/>
                </a:cubicBezTo>
                <a:cubicBezTo>
                  <a:pt x="4086795" y="1363056"/>
                  <a:pt x="4081105" y="1368861"/>
                  <a:pt x="4073908" y="1368861"/>
                </a:cubicBezTo>
                <a:cubicBezTo>
                  <a:pt x="4066826" y="1368861"/>
                  <a:pt x="4061020" y="1363172"/>
                  <a:pt x="4061020" y="1355974"/>
                </a:cubicBezTo>
                <a:cubicBezTo>
                  <a:pt x="4061020" y="1348775"/>
                  <a:pt x="4066709" y="1343087"/>
                  <a:pt x="4073908" y="1343087"/>
                </a:cubicBezTo>
                <a:close/>
                <a:moveTo>
                  <a:pt x="2597069" y="1343087"/>
                </a:moveTo>
                <a:cubicBezTo>
                  <a:pt x="2604187" y="1343087"/>
                  <a:pt x="2609957" y="1348856"/>
                  <a:pt x="2609957" y="1355974"/>
                </a:cubicBezTo>
                <a:cubicBezTo>
                  <a:pt x="2609957" y="1363091"/>
                  <a:pt x="2604187" y="1368861"/>
                  <a:pt x="2597069" y="1368861"/>
                </a:cubicBezTo>
                <a:cubicBezTo>
                  <a:pt x="2589952" y="1368861"/>
                  <a:pt x="2584182" y="1363091"/>
                  <a:pt x="2584182" y="1355974"/>
                </a:cubicBezTo>
                <a:cubicBezTo>
                  <a:pt x="2584182" y="1348856"/>
                  <a:pt x="2589952" y="1343087"/>
                  <a:pt x="2597069" y="1343087"/>
                </a:cubicBezTo>
                <a:close/>
                <a:moveTo>
                  <a:pt x="1633875" y="1343087"/>
                </a:moveTo>
                <a:cubicBezTo>
                  <a:pt x="1640957" y="1343087"/>
                  <a:pt x="1646762" y="1348892"/>
                  <a:pt x="1646762" y="1355974"/>
                </a:cubicBezTo>
                <a:cubicBezTo>
                  <a:pt x="1646762" y="1363056"/>
                  <a:pt x="1641073" y="1368861"/>
                  <a:pt x="1633875" y="1368861"/>
                </a:cubicBezTo>
                <a:cubicBezTo>
                  <a:pt x="1626792" y="1368861"/>
                  <a:pt x="1620987" y="1363172"/>
                  <a:pt x="1620987" y="1355974"/>
                </a:cubicBezTo>
                <a:cubicBezTo>
                  <a:pt x="1620987" y="1348775"/>
                  <a:pt x="1626676" y="1343087"/>
                  <a:pt x="1633875" y="1343087"/>
                </a:cubicBezTo>
                <a:close/>
                <a:moveTo>
                  <a:pt x="1248528" y="1343087"/>
                </a:moveTo>
                <a:cubicBezTo>
                  <a:pt x="1255726" y="1343087"/>
                  <a:pt x="1261416" y="1348892"/>
                  <a:pt x="1261416" y="1355974"/>
                </a:cubicBezTo>
                <a:cubicBezTo>
                  <a:pt x="1261416" y="1363056"/>
                  <a:pt x="1255726" y="1368861"/>
                  <a:pt x="1248528" y="1368861"/>
                </a:cubicBezTo>
                <a:cubicBezTo>
                  <a:pt x="1241444" y="1368861"/>
                  <a:pt x="1235638" y="1363172"/>
                  <a:pt x="1235638" y="1355974"/>
                </a:cubicBezTo>
                <a:cubicBezTo>
                  <a:pt x="1235638" y="1348775"/>
                  <a:pt x="1241328" y="1343087"/>
                  <a:pt x="1248528" y="1343087"/>
                </a:cubicBezTo>
                <a:close/>
                <a:moveTo>
                  <a:pt x="1120233" y="1343087"/>
                </a:moveTo>
                <a:cubicBezTo>
                  <a:pt x="1127350" y="1343087"/>
                  <a:pt x="1133121" y="1348856"/>
                  <a:pt x="1133121" y="1355974"/>
                </a:cubicBezTo>
                <a:cubicBezTo>
                  <a:pt x="1133121" y="1363091"/>
                  <a:pt x="1127350" y="1368861"/>
                  <a:pt x="1120233" y="1368861"/>
                </a:cubicBezTo>
                <a:cubicBezTo>
                  <a:pt x="1113116" y="1368861"/>
                  <a:pt x="1107345" y="1363091"/>
                  <a:pt x="1107345" y="1355974"/>
                </a:cubicBezTo>
                <a:cubicBezTo>
                  <a:pt x="1107345" y="1348856"/>
                  <a:pt x="1113116" y="1343087"/>
                  <a:pt x="1120233" y="1343087"/>
                </a:cubicBezTo>
                <a:close/>
                <a:moveTo>
                  <a:pt x="12034897" y="1330315"/>
                </a:moveTo>
                <a:cubicBezTo>
                  <a:pt x="12049061" y="1330315"/>
                  <a:pt x="12060557" y="1341810"/>
                  <a:pt x="12060557" y="1355974"/>
                </a:cubicBezTo>
                <a:cubicBezTo>
                  <a:pt x="12060557" y="1370138"/>
                  <a:pt x="12049061" y="1381633"/>
                  <a:pt x="12034897" y="1381633"/>
                </a:cubicBezTo>
                <a:cubicBezTo>
                  <a:pt x="12020731" y="1381633"/>
                  <a:pt x="12009237" y="1370138"/>
                  <a:pt x="12009237" y="1355974"/>
                </a:cubicBezTo>
                <a:cubicBezTo>
                  <a:pt x="12009237" y="1341810"/>
                  <a:pt x="12020731" y="1330315"/>
                  <a:pt x="12034897" y="1330315"/>
                </a:cubicBezTo>
                <a:close/>
                <a:moveTo>
                  <a:pt x="11970691" y="1330315"/>
                </a:moveTo>
                <a:cubicBezTo>
                  <a:pt x="11984855" y="1330315"/>
                  <a:pt x="11996349" y="1341810"/>
                  <a:pt x="11996349" y="1355974"/>
                </a:cubicBezTo>
                <a:cubicBezTo>
                  <a:pt x="11996349" y="1370138"/>
                  <a:pt x="11984855" y="1381633"/>
                  <a:pt x="11970691" y="1381633"/>
                </a:cubicBezTo>
                <a:cubicBezTo>
                  <a:pt x="11956525" y="1381633"/>
                  <a:pt x="11945033" y="1370138"/>
                  <a:pt x="11945033" y="1355974"/>
                </a:cubicBezTo>
                <a:cubicBezTo>
                  <a:pt x="11945033" y="1341810"/>
                  <a:pt x="11956525" y="1330315"/>
                  <a:pt x="11970691" y="1330315"/>
                </a:cubicBezTo>
                <a:close/>
                <a:moveTo>
                  <a:pt x="11906483" y="1330315"/>
                </a:moveTo>
                <a:cubicBezTo>
                  <a:pt x="11920649" y="1330315"/>
                  <a:pt x="11932145" y="1341810"/>
                  <a:pt x="11932145" y="1355974"/>
                </a:cubicBezTo>
                <a:cubicBezTo>
                  <a:pt x="11932145" y="1370138"/>
                  <a:pt x="11920649" y="1381633"/>
                  <a:pt x="11906483" y="1381633"/>
                </a:cubicBezTo>
                <a:cubicBezTo>
                  <a:pt x="11892321" y="1381633"/>
                  <a:pt x="11880825" y="1370138"/>
                  <a:pt x="11880825" y="1355974"/>
                </a:cubicBezTo>
                <a:cubicBezTo>
                  <a:pt x="11880825" y="1341810"/>
                  <a:pt x="11892321" y="1330315"/>
                  <a:pt x="11906483" y="1330315"/>
                </a:cubicBezTo>
                <a:close/>
                <a:moveTo>
                  <a:pt x="11842279" y="1330315"/>
                </a:moveTo>
                <a:cubicBezTo>
                  <a:pt x="11856445" y="1330315"/>
                  <a:pt x="11867941" y="1341810"/>
                  <a:pt x="11867941" y="1355974"/>
                </a:cubicBezTo>
                <a:cubicBezTo>
                  <a:pt x="11867941" y="1370138"/>
                  <a:pt x="11856445" y="1381633"/>
                  <a:pt x="11842279" y="1381633"/>
                </a:cubicBezTo>
                <a:cubicBezTo>
                  <a:pt x="11828117" y="1381633"/>
                  <a:pt x="11816621" y="1370138"/>
                  <a:pt x="11816621" y="1355974"/>
                </a:cubicBezTo>
                <a:cubicBezTo>
                  <a:pt x="11816621" y="1341810"/>
                  <a:pt x="11828117" y="1330315"/>
                  <a:pt x="11842279" y="1330315"/>
                </a:cubicBezTo>
                <a:close/>
                <a:moveTo>
                  <a:pt x="11775107" y="1330315"/>
                </a:moveTo>
                <a:cubicBezTo>
                  <a:pt x="11789271" y="1330315"/>
                  <a:pt x="11800767" y="1341810"/>
                  <a:pt x="11800767" y="1355974"/>
                </a:cubicBezTo>
                <a:cubicBezTo>
                  <a:pt x="11800767" y="1370138"/>
                  <a:pt x="11789271" y="1381633"/>
                  <a:pt x="11775107" y="1381633"/>
                </a:cubicBezTo>
                <a:cubicBezTo>
                  <a:pt x="11760941" y="1381633"/>
                  <a:pt x="11749449" y="1370138"/>
                  <a:pt x="11749449" y="1355974"/>
                </a:cubicBezTo>
                <a:cubicBezTo>
                  <a:pt x="11749449" y="1341810"/>
                  <a:pt x="11760941" y="1330315"/>
                  <a:pt x="11775107" y="1330315"/>
                </a:cubicBezTo>
                <a:close/>
                <a:moveTo>
                  <a:pt x="11646697" y="1330315"/>
                </a:moveTo>
                <a:cubicBezTo>
                  <a:pt x="11660859" y="1330315"/>
                  <a:pt x="11672355" y="1341810"/>
                  <a:pt x="11672355" y="1355974"/>
                </a:cubicBezTo>
                <a:cubicBezTo>
                  <a:pt x="11672355" y="1370138"/>
                  <a:pt x="11660859" y="1381633"/>
                  <a:pt x="11646697" y="1381633"/>
                </a:cubicBezTo>
                <a:cubicBezTo>
                  <a:pt x="11632529" y="1381633"/>
                  <a:pt x="11621037" y="1370138"/>
                  <a:pt x="11621037" y="1355974"/>
                </a:cubicBezTo>
                <a:cubicBezTo>
                  <a:pt x="11621037" y="1341810"/>
                  <a:pt x="11632529" y="1330315"/>
                  <a:pt x="11646697" y="1330315"/>
                </a:cubicBezTo>
                <a:close/>
                <a:moveTo>
                  <a:pt x="11454081" y="1330315"/>
                </a:moveTo>
                <a:cubicBezTo>
                  <a:pt x="11468253" y="1330315"/>
                  <a:pt x="11479739" y="1341803"/>
                  <a:pt x="11479739" y="1355974"/>
                </a:cubicBezTo>
                <a:cubicBezTo>
                  <a:pt x="11479739" y="1370145"/>
                  <a:pt x="11468253" y="1381633"/>
                  <a:pt x="11454081" y="1381633"/>
                </a:cubicBezTo>
                <a:cubicBezTo>
                  <a:pt x="11439909" y="1381633"/>
                  <a:pt x="11428421" y="1370145"/>
                  <a:pt x="11428421" y="1355974"/>
                </a:cubicBezTo>
                <a:cubicBezTo>
                  <a:pt x="11428421" y="1341803"/>
                  <a:pt x="11439909" y="1330315"/>
                  <a:pt x="11454081" y="1330315"/>
                </a:cubicBezTo>
                <a:close/>
                <a:moveTo>
                  <a:pt x="11389875" y="1330315"/>
                </a:moveTo>
                <a:cubicBezTo>
                  <a:pt x="11404040" y="1330315"/>
                  <a:pt x="11415533" y="1341810"/>
                  <a:pt x="11415533" y="1355974"/>
                </a:cubicBezTo>
                <a:cubicBezTo>
                  <a:pt x="11415533" y="1370138"/>
                  <a:pt x="11404040" y="1381633"/>
                  <a:pt x="11389875" y="1381633"/>
                </a:cubicBezTo>
                <a:cubicBezTo>
                  <a:pt x="11375710" y="1381633"/>
                  <a:pt x="11364217" y="1370138"/>
                  <a:pt x="11364217" y="1355974"/>
                </a:cubicBezTo>
                <a:cubicBezTo>
                  <a:pt x="11364217" y="1341810"/>
                  <a:pt x="11375710" y="1330315"/>
                  <a:pt x="11389875" y="1330315"/>
                </a:cubicBezTo>
                <a:close/>
                <a:moveTo>
                  <a:pt x="11325670" y="1330315"/>
                </a:moveTo>
                <a:cubicBezTo>
                  <a:pt x="11339835" y="1330315"/>
                  <a:pt x="11351329" y="1341810"/>
                  <a:pt x="11351329" y="1355974"/>
                </a:cubicBezTo>
                <a:cubicBezTo>
                  <a:pt x="11351329" y="1370138"/>
                  <a:pt x="11339835" y="1381633"/>
                  <a:pt x="11325670" y="1381633"/>
                </a:cubicBezTo>
                <a:cubicBezTo>
                  <a:pt x="11311505" y="1381633"/>
                  <a:pt x="11300012" y="1370138"/>
                  <a:pt x="11300012" y="1355974"/>
                </a:cubicBezTo>
                <a:cubicBezTo>
                  <a:pt x="11300012" y="1341810"/>
                  <a:pt x="11311505" y="1330315"/>
                  <a:pt x="11325670" y="1330315"/>
                </a:cubicBezTo>
                <a:close/>
                <a:moveTo>
                  <a:pt x="11197259" y="1330315"/>
                </a:moveTo>
                <a:cubicBezTo>
                  <a:pt x="11211424" y="1330315"/>
                  <a:pt x="11222917" y="1341810"/>
                  <a:pt x="11222917" y="1355974"/>
                </a:cubicBezTo>
                <a:cubicBezTo>
                  <a:pt x="11222917" y="1370138"/>
                  <a:pt x="11211424" y="1381633"/>
                  <a:pt x="11197259" y="1381633"/>
                </a:cubicBezTo>
                <a:cubicBezTo>
                  <a:pt x="11183094" y="1381633"/>
                  <a:pt x="11171601" y="1370138"/>
                  <a:pt x="11171601" y="1355974"/>
                </a:cubicBezTo>
                <a:cubicBezTo>
                  <a:pt x="11171601" y="1341810"/>
                  <a:pt x="11183094" y="1330315"/>
                  <a:pt x="11197259" y="1330315"/>
                </a:cubicBezTo>
                <a:close/>
                <a:moveTo>
                  <a:pt x="11133055" y="1330315"/>
                </a:moveTo>
                <a:cubicBezTo>
                  <a:pt x="11147225" y="1330315"/>
                  <a:pt x="11158713" y="1341803"/>
                  <a:pt x="11158713" y="1355974"/>
                </a:cubicBezTo>
                <a:cubicBezTo>
                  <a:pt x="11158713" y="1370145"/>
                  <a:pt x="11147225" y="1381633"/>
                  <a:pt x="11133055" y="1381633"/>
                </a:cubicBezTo>
                <a:cubicBezTo>
                  <a:pt x="11118884" y="1381633"/>
                  <a:pt x="11107396" y="1370145"/>
                  <a:pt x="11107396" y="1355974"/>
                </a:cubicBezTo>
                <a:cubicBezTo>
                  <a:pt x="11107396" y="1341803"/>
                  <a:pt x="11118884" y="1330315"/>
                  <a:pt x="11133055" y="1330315"/>
                </a:cubicBezTo>
                <a:close/>
                <a:moveTo>
                  <a:pt x="11068848" y="1330315"/>
                </a:moveTo>
                <a:cubicBezTo>
                  <a:pt x="11083021" y="1330315"/>
                  <a:pt x="11094509" y="1341803"/>
                  <a:pt x="11094509" y="1355974"/>
                </a:cubicBezTo>
                <a:cubicBezTo>
                  <a:pt x="11094509" y="1370145"/>
                  <a:pt x="11083021" y="1381633"/>
                  <a:pt x="11068848" y="1381633"/>
                </a:cubicBezTo>
                <a:cubicBezTo>
                  <a:pt x="11054677" y="1381633"/>
                  <a:pt x="11043189" y="1370145"/>
                  <a:pt x="11043189" y="1355974"/>
                </a:cubicBezTo>
                <a:cubicBezTo>
                  <a:pt x="11043189" y="1341803"/>
                  <a:pt x="11054677" y="1330315"/>
                  <a:pt x="11068848" y="1330315"/>
                </a:cubicBezTo>
                <a:close/>
                <a:moveTo>
                  <a:pt x="10940321" y="1330315"/>
                </a:moveTo>
                <a:cubicBezTo>
                  <a:pt x="10954604" y="1330315"/>
                  <a:pt x="10965982" y="1341810"/>
                  <a:pt x="10965982" y="1355974"/>
                </a:cubicBezTo>
                <a:cubicBezTo>
                  <a:pt x="10965982" y="1370138"/>
                  <a:pt x="10954486" y="1381633"/>
                  <a:pt x="10940321" y="1381633"/>
                </a:cubicBezTo>
                <a:cubicBezTo>
                  <a:pt x="10926156" y="1381633"/>
                  <a:pt x="10914663" y="1370138"/>
                  <a:pt x="10914663" y="1355974"/>
                </a:cubicBezTo>
                <a:cubicBezTo>
                  <a:pt x="10914663" y="1341810"/>
                  <a:pt x="10926156" y="1330315"/>
                  <a:pt x="10940321" y="1330315"/>
                </a:cubicBezTo>
                <a:close/>
                <a:moveTo>
                  <a:pt x="10811912" y="1330315"/>
                </a:moveTo>
                <a:cubicBezTo>
                  <a:pt x="10826077" y="1330315"/>
                  <a:pt x="10837571" y="1341810"/>
                  <a:pt x="10837571" y="1355974"/>
                </a:cubicBezTo>
                <a:cubicBezTo>
                  <a:pt x="10837571" y="1370138"/>
                  <a:pt x="10826077" y="1381633"/>
                  <a:pt x="10811912" y="1381633"/>
                </a:cubicBezTo>
                <a:cubicBezTo>
                  <a:pt x="10797747" y="1381633"/>
                  <a:pt x="10786254" y="1370138"/>
                  <a:pt x="10786254" y="1355974"/>
                </a:cubicBezTo>
                <a:cubicBezTo>
                  <a:pt x="10786254" y="1341810"/>
                  <a:pt x="10797747" y="1330315"/>
                  <a:pt x="10811912" y="1330315"/>
                </a:cubicBezTo>
                <a:close/>
                <a:moveTo>
                  <a:pt x="10683501" y="1330315"/>
                </a:moveTo>
                <a:cubicBezTo>
                  <a:pt x="10697666" y="1330315"/>
                  <a:pt x="10709159" y="1341810"/>
                  <a:pt x="10709159" y="1355974"/>
                </a:cubicBezTo>
                <a:cubicBezTo>
                  <a:pt x="10709159" y="1370138"/>
                  <a:pt x="10697666" y="1381633"/>
                  <a:pt x="10683501" y="1381633"/>
                </a:cubicBezTo>
                <a:cubicBezTo>
                  <a:pt x="10669336" y="1381633"/>
                  <a:pt x="10657843" y="1370138"/>
                  <a:pt x="10657843" y="1355974"/>
                </a:cubicBezTo>
                <a:cubicBezTo>
                  <a:pt x="10657843" y="1341810"/>
                  <a:pt x="10669336" y="1330315"/>
                  <a:pt x="10683501" y="1330315"/>
                </a:cubicBezTo>
                <a:close/>
                <a:moveTo>
                  <a:pt x="10619297" y="1330315"/>
                </a:moveTo>
                <a:cubicBezTo>
                  <a:pt x="10633462" y="1330315"/>
                  <a:pt x="10644955" y="1341810"/>
                  <a:pt x="10644955" y="1355974"/>
                </a:cubicBezTo>
                <a:cubicBezTo>
                  <a:pt x="10644955" y="1370138"/>
                  <a:pt x="10633462" y="1381633"/>
                  <a:pt x="10619297" y="1381633"/>
                </a:cubicBezTo>
                <a:cubicBezTo>
                  <a:pt x="10605132" y="1381633"/>
                  <a:pt x="10593639" y="1370138"/>
                  <a:pt x="10593639" y="1355974"/>
                </a:cubicBezTo>
                <a:cubicBezTo>
                  <a:pt x="10593639" y="1341810"/>
                  <a:pt x="10605132" y="1330315"/>
                  <a:pt x="10619297" y="1330315"/>
                </a:cubicBezTo>
                <a:close/>
                <a:moveTo>
                  <a:pt x="10555092" y="1330315"/>
                </a:moveTo>
                <a:cubicBezTo>
                  <a:pt x="10569255" y="1330315"/>
                  <a:pt x="10580751" y="1341810"/>
                  <a:pt x="10580751" y="1355974"/>
                </a:cubicBezTo>
                <a:cubicBezTo>
                  <a:pt x="10580751" y="1370138"/>
                  <a:pt x="10569255" y="1381633"/>
                  <a:pt x="10555092" y="1381633"/>
                </a:cubicBezTo>
                <a:cubicBezTo>
                  <a:pt x="10540927" y="1381633"/>
                  <a:pt x="10529432" y="1370138"/>
                  <a:pt x="10529432" y="1355974"/>
                </a:cubicBezTo>
                <a:cubicBezTo>
                  <a:pt x="10529432" y="1341810"/>
                  <a:pt x="10540927" y="1330315"/>
                  <a:pt x="10555092" y="1330315"/>
                </a:cubicBezTo>
                <a:close/>
                <a:moveTo>
                  <a:pt x="10490885" y="1330315"/>
                </a:moveTo>
                <a:cubicBezTo>
                  <a:pt x="10505050" y="1330315"/>
                  <a:pt x="10516544" y="1341810"/>
                  <a:pt x="10516544" y="1355974"/>
                </a:cubicBezTo>
                <a:cubicBezTo>
                  <a:pt x="10516544" y="1370138"/>
                  <a:pt x="10505050" y="1381633"/>
                  <a:pt x="10490885" y="1381633"/>
                </a:cubicBezTo>
                <a:cubicBezTo>
                  <a:pt x="10476720" y="1381633"/>
                  <a:pt x="10465227" y="1370138"/>
                  <a:pt x="10465227" y="1355974"/>
                </a:cubicBezTo>
                <a:cubicBezTo>
                  <a:pt x="10465227" y="1341810"/>
                  <a:pt x="10476720" y="1330315"/>
                  <a:pt x="10490885" y="1330315"/>
                </a:cubicBezTo>
                <a:close/>
                <a:moveTo>
                  <a:pt x="10362474" y="1330315"/>
                </a:moveTo>
                <a:cubicBezTo>
                  <a:pt x="10376647" y="1330315"/>
                  <a:pt x="10388135" y="1341803"/>
                  <a:pt x="10388135" y="1355974"/>
                </a:cubicBezTo>
                <a:cubicBezTo>
                  <a:pt x="10388135" y="1370145"/>
                  <a:pt x="10376647" y="1381633"/>
                  <a:pt x="10362474" y="1381633"/>
                </a:cubicBezTo>
                <a:cubicBezTo>
                  <a:pt x="10348304" y="1381633"/>
                  <a:pt x="10336816" y="1370145"/>
                  <a:pt x="10336816" y="1355974"/>
                </a:cubicBezTo>
                <a:cubicBezTo>
                  <a:pt x="10336816" y="1341803"/>
                  <a:pt x="10348304" y="1330315"/>
                  <a:pt x="10362474" y="1330315"/>
                </a:cubicBezTo>
                <a:close/>
                <a:moveTo>
                  <a:pt x="10298270" y="1330315"/>
                </a:moveTo>
                <a:cubicBezTo>
                  <a:pt x="10312435" y="1330315"/>
                  <a:pt x="10323928" y="1341810"/>
                  <a:pt x="10323928" y="1355974"/>
                </a:cubicBezTo>
                <a:cubicBezTo>
                  <a:pt x="10323928" y="1370138"/>
                  <a:pt x="10312435" y="1381633"/>
                  <a:pt x="10298270" y="1381633"/>
                </a:cubicBezTo>
                <a:cubicBezTo>
                  <a:pt x="10284105" y="1381633"/>
                  <a:pt x="10272611" y="1370138"/>
                  <a:pt x="10272611" y="1355974"/>
                </a:cubicBezTo>
                <a:cubicBezTo>
                  <a:pt x="10272611" y="1341810"/>
                  <a:pt x="10284105" y="1330315"/>
                  <a:pt x="10298270" y="1330315"/>
                </a:cubicBezTo>
                <a:close/>
                <a:moveTo>
                  <a:pt x="10234065" y="1330315"/>
                </a:moveTo>
                <a:cubicBezTo>
                  <a:pt x="10248228" y="1330315"/>
                  <a:pt x="10259723" y="1341810"/>
                  <a:pt x="10259723" y="1355974"/>
                </a:cubicBezTo>
                <a:cubicBezTo>
                  <a:pt x="10259723" y="1370138"/>
                  <a:pt x="10248228" y="1381633"/>
                  <a:pt x="10234065" y="1381633"/>
                </a:cubicBezTo>
                <a:cubicBezTo>
                  <a:pt x="10219900" y="1381633"/>
                  <a:pt x="10208404" y="1370138"/>
                  <a:pt x="10208404" y="1355974"/>
                </a:cubicBezTo>
                <a:cubicBezTo>
                  <a:pt x="10208404" y="1341810"/>
                  <a:pt x="10219900" y="1330315"/>
                  <a:pt x="10234065" y="1330315"/>
                </a:cubicBezTo>
                <a:close/>
                <a:moveTo>
                  <a:pt x="10105654" y="1330315"/>
                </a:moveTo>
                <a:cubicBezTo>
                  <a:pt x="10119819" y="1330315"/>
                  <a:pt x="10131312" y="1341810"/>
                  <a:pt x="10131312" y="1355974"/>
                </a:cubicBezTo>
                <a:cubicBezTo>
                  <a:pt x="10131312" y="1370138"/>
                  <a:pt x="10119819" y="1381633"/>
                  <a:pt x="10105654" y="1381633"/>
                </a:cubicBezTo>
                <a:cubicBezTo>
                  <a:pt x="10091489" y="1381633"/>
                  <a:pt x="10079996" y="1370138"/>
                  <a:pt x="10079996" y="1355974"/>
                </a:cubicBezTo>
                <a:cubicBezTo>
                  <a:pt x="10079996" y="1341810"/>
                  <a:pt x="10091489" y="1330315"/>
                  <a:pt x="10105654" y="1330315"/>
                </a:cubicBezTo>
                <a:close/>
                <a:moveTo>
                  <a:pt x="9913038" y="1330315"/>
                </a:moveTo>
                <a:cubicBezTo>
                  <a:pt x="9927203" y="1330315"/>
                  <a:pt x="9938696" y="1341810"/>
                  <a:pt x="9938696" y="1355974"/>
                </a:cubicBezTo>
                <a:cubicBezTo>
                  <a:pt x="9938696" y="1370138"/>
                  <a:pt x="9927203" y="1381633"/>
                  <a:pt x="9913038" y="1381633"/>
                </a:cubicBezTo>
                <a:cubicBezTo>
                  <a:pt x="9898873" y="1381633"/>
                  <a:pt x="9887380" y="1370138"/>
                  <a:pt x="9887380" y="1355974"/>
                </a:cubicBezTo>
                <a:cubicBezTo>
                  <a:pt x="9887380" y="1341810"/>
                  <a:pt x="9898873" y="1330315"/>
                  <a:pt x="9913038" y="1330315"/>
                </a:cubicBezTo>
                <a:close/>
                <a:moveTo>
                  <a:pt x="9720307" y="1330315"/>
                </a:moveTo>
                <a:cubicBezTo>
                  <a:pt x="9734470" y="1330315"/>
                  <a:pt x="9745965" y="1341810"/>
                  <a:pt x="9745965" y="1355974"/>
                </a:cubicBezTo>
                <a:cubicBezTo>
                  <a:pt x="9745965" y="1370138"/>
                  <a:pt x="9734470" y="1381633"/>
                  <a:pt x="9720307" y="1381633"/>
                </a:cubicBezTo>
                <a:cubicBezTo>
                  <a:pt x="9706142" y="1381633"/>
                  <a:pt x="9694646" y="1370138"/>
                  <a:pt x="9694646" y="1355974"/>
                </a:cubicBezTo>
                <a:cubicBezTo>
                  <a:pt x="9694646" y="1341810"/>
                  <a:pt x="9706142" y="1330315"/>
                  <a:pt x="9720307" y="1330315"/>
                </a:cubicBezTo>
                <a:close/>
                <a:moveTo>
                  <a:pt x="9591896" y="1330315"/>
                </a:moveTo>
                <a:cubicBezTo>
                  <a:pt x="9606061" y="1330315"/>
                  <a:pt x="9617554" y="1341810"/>
                  <a:pt x="9617554" y="1355974"/>
                </a:cubicBezTo>
                <a:cubicBezTo>
                  <a:pt x="9617554" y="1370138"/>
                  <a:pt x="9606061" y="1381633"/>
                  <a:pt x="9591896" y="1381633"/>
                </a:cubicBezTo>
                <a:cubicBezTo>
                  <a:pt x="9577731" y="1381633"/>
                  <a:pt x="9566238" y="1370138"/>
                  <a:pt x="9566238" y="1355974"/>
                </a:cubicBezTo>
                <a:cubicBezTo>
                  <a:pt x="9566238" y="1341810"/>
                  <a:pt x="9577731" y="1330315"/>
                  <a:pt x="9591896" y="1330315"/>
                </a:cubicBezTo>
                <a:close/>
                <a:moveTo>
                  <a:pt x="9527689" y="1330315"/>
                </a:moveTo>
                <a:cubicBezTo>
                  <a:pt x="9541854" y="1330315"/>
                  <a:pt x="9553350" y="1341810"/>
                  <a:pt x="9553350" y="1355974"/>
                </a:cubicBezTo>
                <a:cubicBezTo>
                  <a:pt x="9553350" y="1370138"/>
                  <a:pt x="9541854" y="1381633"/>
                  <a:pt x="9527689" y="1381633"/>
                </a:cubicBezTo>
                <a:cubicBezTo>
                  <a:pt x="9513524" y="1381633"/>
                  <a:pt x="9502031" y="1370138"/>
                  <a:pt x="9502031" y="1355974"/>
                </a:cubicBezTo>
                <a:cubicBezTo>
                  <a:pt x="9502031" y="1341810"/>
                  <a:pt x="9513524" y="1330315"/>
                  <a:pt x="9527689" y="1330315"/>
                </a:cubicBezTo>
                <a:close/>
                <a:moveTo>
                  <a:pt x="9463485" y="1330315"/>
                </a:moveTo>
                <a:cubicBezTo>
                  <a:pt x="9477650" y="1330315"/>
                  <a:pt x="9489143" y="1341810"/>
                  <a:pt x="9489143" y="1355974"/>
                </a:cubicBezTo>
                <a:cubicBezTo>
                  <a:pt x="9489143" y="1370138"/>
                  <a:pt x="9477650" y="1381633"/>
                  <a:pt x="9463485" y="1381633"/>
                </a:cubicBezTo>
                <a:cubicBezTo>
                  <a:pt x="9449320" y="1381633"/>
                  <a:pt x="9437826" y="1370138"/>
                  <a:pt x="9437826" y="1355974"/>
                </a:cubicBezTo>
                <a:cubicBezTo>
                  <a:pt x="9437826" y="1341810"/>
                  <a:pt x="9449320" y="1330315"/>
                  <a:pt x="9463485" y="1330315"/>
                </a:cubicBezTo>
                <a:close/>
                <a:moveTo>
                  <a:pt x="9335073" y="1330315"/>
                </a:moveTo>
                <a:cubicBezTo>
                  <a:pt x="9349246" y="1330315"/>
                  <a:pt x="9360734" y="1341803"/>
                  <a:pt x="9360734" y="1355974"/>
                </a:cubicBezTo>
                <a:cubicBezTo>
                  <a:pt x="9360734" y="1370145"/>
                  <a:pt x="9349246" y="1381633"/>
                  <a:pt x="9335073" y="1381633"/>
                </a:cubicBezTo>
                <a:cubicBezTo>
                  <a:pt x="9320903" y="1381633"/>
                  <a:pt x="9309415" y="1370145"/>
                  <a:pt x="9309415" y="1355974"/>
                </a:cubicBezTo>
                <a:cubicBezTo>
                  <a:pt x="9309415" y="1341803"/>
                  <a:pt x="9320903" y="1330315"/>
                  <a:pt x="9335073" y="1330315"/>
                </a:cubicBezTo>
                <a:close/>
                <a:moveTo>
                  <a:pt x="9078253" y="1330315"/>
                </a:moveTo>
                <a:cubicBezTo>
                  <a:pt x="9092418" y="1330315"/>
                  <a:pt x="9103911" y="1341810"/>
                  <a:pt x="9103911" y="1355974"/>
                </a:cubicBezTo>
                <a:cubicBezTo>
                  <a:pt x="9103911" y="1370138"/>
                  <a:pt x="9092418" y="1381633"/>
                  <a:pt x="9078253" y="1381633"/>
                </a:cubicBezTo>
                <a:cubicBezTo>
                  <a:pt x="9064088" y="1381633"/>
                  <a:pt x="9052595" y="1370138"/>
                  <a:pt x="9052595" y="1355974"/>
                </a:cubicBezTo>
                <a:cubicBezTo>
                  <a:pt x="9052595" y="1341810"/>
                  <a:pt x="9064088" y="1330315"/>
                  <a:pt x="9078253" y="1330315"/>
                </a:cubicBezTo>
                <a:close/>
                <a:moveTo>
                  <a:pt x="9014049" y="1330315"/>
                </a:moveTo>
                <a:cubicBezTo>
                  <a:pt x="9028214" y="1330315"/>
                  <a:pt x="9039707" y="1341810"/>
                  <a:pt x="9039707" y="1355974"/>
                </a:cubicBezTo>
                <a:cubicBezTo>
                  <a:pt x="9039707" y="1370138"/>
                  <a:pt x="9028214" y="1381633"/>
                  <a:pt x="9014049" y="1381633"/>
                </a:cubicBezTo>
                <a:cubicBezTo>
                  <a:pt x="8999884" y="1381633"/>
                  <a:pt x="8988388" y="1370138"/>
                  <a:pt x="8988388" y="1355974"/>
                </a:cubicBezTo>
                <a:cubicBezTo>
                  <a:pt x="8988388" y="1341810"/>
                  <a:pt x="8999884" y="1330315"/>
                  <a:pt x="9014049" y="1330315"/>
                </a:cubicBezTo>
                <a:close/>
                <a:moveTo>
                  <a:pt x="8821433" y="1330315"/>
                </a:moveTo>
                <a:cubicBezTo>
                  <a:pt x="8835598" y="1330315"/>
                  <a:pt x="8847091" y="1341810"/>
                  <a:pt x="8847091" y="1355974"/>
                </a:cubicBezTo>
                <a:cubicBezTo>
                  <a:pt x="8847091" y="1370138"/>
                  <a:pt x="8835598" y="1381633"/>
                  <a:pt x="8821433" y="1381633"/>
                </a:cubicBezTo>
                <a:cubicBezTo>
                  <a:pt x="8807268" y="1381633"/>
                  <a:pt x="8795772" y="1370138"/>
                  <a:pt x="8795772" y="1355974"/>
                </a:cubicBezTo>
                <a:cubicBezTo>
                  <a:pt x="8795772" y="1341810"/>
                  <a:pt x="8807268" y="1330315"/>
                  <a:pt x="8821433" y="1330315"/>
                </a:cubicBezTo>
                <a:close/>
                <a:moveTo>
                  <a:pt x="8757226" y="1330315"/>
                </a:moveTo>
                <a:cubicBezTo>
                  <a:pt x="8771391" y="1330315"/>
                  <a:pt x="8782887" y="1341810"/>
                  <a:pt x="8782887" y="1355974"/>
                </a:cubicBezTo>
                <a:cubicBezTo>
                  <a:pt x="8782887" y="1370138"/>
                  <a:pt x="8771391" y="1381633"/>
                  <a:pt x="8757226" y="1381633"/>
                </a:cubicBezTo>
                <a:cubicBezTo>
                  <a:pt x="8743061" y="1381633"/>
                  <a:pt x="8731568" y="1370138"/>
                  <a:pt x="8731568" y="1355974"/>
                </a:cubicBezTo>
                <a:cubicBezTo>
                  <a:pt x="8731568" y="1341810"/>
                  <a:pt x="8743061" y="1330315"/>
                  <a:pt x="8757226" y="1330315"/>
                </a:cubicBezTo>
                <a:close/>
                <a:moveTo>
                  <a:pt x="8692904" y="1330315"/>
                </a:moveTo>
                <a:cubicBezTo>
                  <a:pt x="8707069" y="1330315"/>
                  <a:pt x="8718565" y="1341810"/>
                  <a:pt x="8718565" y="1355974"/>
                </a:cubicBezTo>
                <a:cubicBezTo>
                  <a:pt x="8718565" y="1370138"/>
                  <a:pt x="8707069" y="1381633"/>
                  <a:pt x="8692904" y="1381633"/>
                </a:cubicBezTo>
                <a:cubicBezTo>
                  <a:pt x="8678741" y="1381633"/>
                  <a:pt x="8667246" y="1370138"/>
                  <a:pt x="8667246" y="1355974"/>
                </a:cubicBezTo>
                <a:cubicBezTo>
                  <a:pt x="8667246" y="1341810"/>
                  <a:pt x="8678741" y="1330315"/>
                  <a:pt x="8692904" y="1330315"/>
                </a:cubicBezTo>
                <a:close/>
                <a:moveTo>
                  <a:pt x="8564495" y="1330315"/>
                </a:moveTo>
                <a:cubicBezTo>
                  <a:pt x="8578665" y="1330315"/>
                  <a:pt x="8590153" y="1341803"/>
                  <a:pt x="8590153" y="1355974"/>
                </a:cubicBezTo>
                <a:cubicBezTo>
                  <a:pt x="8590153" y="1370145"/>
                  <a:pt x="8578665" y="1381633"/>
                  <a:pt x="8564495" y="1381633"/>
                </a:cubicBezTo>
                <a:cubicBezTo>
                  <a:pt x="8550325" y="1381633"/>
                  <a:pt x="8538837" y="1370145"/>
                  <a:pt x="8538837" y="1355974"/>
                </a:cubicBezTo>
                <a:cubicBezTo>
                  <a:pt x="8538837" y="1341803"/>
                  <a:pt x="8550325" y="1330315"/>
                  <a:pt x="8564495" y="1330315"/>
                </a:cubicBezTo>
                <a:close/>
                <a:moveTo>
                  <a:pt x="8500288" y="1330315"/>
                </a:moveTo>
                <a:cubicBezTo>
                  <a:pt x="8514453" y="1330315"/>
                  <a:pt x="8525949" y="1341810"/>
                  <a:pt x="8525949" y="1355974"/>
                </a:cubicBezTo>
                <a:cubicBezTo>
                  <a:pt x="8525949" y="1370138"/>
                  <a:pt x="8514453" y="1381633"/>
                  <a:pt x="8500288" y="1381633"/>
                </a:cubicBezTo>
                <a:cubicBezTo>
                  <a:pt x="8486126" y="1381633"/>
                  <a:pt x="8474630" y="1370138"/>
                  <a:pt x="8474630" y="1355974"/>
                </a:cubicBezTo>
                <a:cubicBezTo>
                  <a:pt x="8474630" y="1341810"/>
                  <a:pt x="8486126" y="1330315"/>
                  <a:pt x="8500288" y="1330315"/>
                </a:cubicBezTo>
                <a:close/>
                <a:moveTo>
                  <a:pt x="8115057" y="1330315"/>
                </a:moveTo>
                <a:cubicBezTo>
                  <a:pt x="8129222" y="1330315"/>
                  <a:pt x="8140717" y="1341810"/>
                  <a:pt x="8140717" y="1355974"/>
                </a:cubicBezTo>
                <a:cubicBezTo>
                  <a:pt x="8140717" y="1370138"/>
                  <a:pt x="8129222" y="1381633"/>
                  <a:pt x="8115057" y="1381633"/>
                </a:cubicBezTo>
                <a:cubicBezTo>
                  <a:pt x="8100894" y="1381633"/>
                  <a:pt x="8089398" y="1370138"/>
                  <a:pt x="8089398" y="1355974"/>
                </a:cubicBezTo>
                <a:cubicBezTo>
                  <a:pt x="8089398" y="1341810"/>
                  <a:pt x="8100894" y="1330315"/>
                  <a:pt x="8115057" y="1330315"/>
                </a:cubicBezTo>
                <a:close/>
                <a:moveTo>
                  <a:pt x="8050852" y="1330315"/>
                </a:moveTo>
                <a:cubicBezTo>
                  <a:pt x="8065017" y="1330315"/>
                  <a:pt x="8076510" y="1341810"/>
                  <a:pt x="8076510" y="1355974"/>
                </a:cubicBezTo>
                <a:cubicBezTo>
                  <a:pt x="8076510" y="1370138"/>
                  <a:pt x="8065017" y="1381633"/>
                  <a:pt x="8050852" y="1381633"/>
                </a:cubicBezTo>
                <a:cubicBezTo>
                  <a:pt x="8036687" y="1381633"/>
                  <a:pt x="8025194" y="1370138"/>
                  <a:pt x="8025194" y="1355974"/>
                </a:cubicBezTo>
                <a:cubicBezTo>
                  <a:pt x="8025194" y="1341810"/>
                  <a:pt x="8036687" y="1330315"/>
                  <a:pt x="8050852" y="1330315"/>
                </a:cubicBezTo>
                <a:close/>
                <a:moveTo>
                  <a:pt x="7986648" y="1330315"/>
                </a:moveTo>
                <a:cubicBezTo>
                  <a:pt x="8000813" y="1330315"/>
                  <a:pt x="8012306" y="1341810"/>
                  <a:pt x="8012306" y="1355974"/>
                </a:cubicBezTo>
                <a:cubicBezTo>
                  <a:pt x="8012306" y="1370138"/>
                  <a:pt x="8000813" y="1381633"/>
                  <a:pt x="7986648" y="1381633"/>
                </a:cubicBezTo>
                <a:cubicBezTo>
                  <a:pt x="7972483" y="1381633"/>
                  <a:pt x="7960990" y="1370138"/>
                  <a:pt x="7960990" y="1355974"/>
                </a:cubicBezTo>
                <a:cubicBezTo>
                  <a:pt x="7960990" y="1341810"/>
                  <a:pt x="7972483" y="1330315"/>
                  <a:pt x="7986648" y="1330315"/>
                </a:cubicBezTo>
                <a:close/>
                <a:moveTo>
                  <a:pt x="7922444" y="1330315"/>
                </a:moveTo>
                <a:cubicBezTo>
                  <a:pt x="7936606" y="1330315"/>
                  <a:pt x="7948102" y="1341810"/>
                  <a:pt x="7948102" y="1355974"/>
                </a:cubicBezTo>
                <a:cubicBezTo>
                  <a:pt x="7948102" y="1370138"/>
                  <a:pt x="7936606" y="1381633"/>
                  <a:pt x="7922444" y="1381633"/>
                </a:cubicBezTo>
                <a:cubicBezTo>
                  <a:pt x="7908279" y="1381633"/>
                  <a:pt x="7896783" y="1370138"/>
                  <a:pt x="7896783" y="1355974"/>
                </a:cubicBezTo>
                <a:cubicBezTo>
                  <a:pt x="7896783" y="1341810"/>
                  <a:pt x="7908279" y="1330315"/>
                  <a:pt x="7922444" y="1330315"/>
                </a:cubicBezTo>
                <a:close/>
                <a:moveTo>
                  <a:pt x="7858237" y="1330315"/>
                </a:moveTo>
                <a:cubicBezTo>
                  <a:pt x="7872407" y="1330315"/>
                  <a:pt x="7883895" y="1341803"/>
                  <a:pt x="7883895" y="1355974"/>
                </a:cubicBezTo>
                <a:cubicBezTo>
                  <a:pt x="7883895" y="1370145"/>
                  <a:pt x="7872407" y="1381633"/>
                  <a:pt x="7858237" y="1381633"/>
                </a:cubicBezTo>
                <a:cubicBezTo>
                  <a:pt x="7844066" y="1381633"/>
                  <a:pt x="7832578" y="1370145"/>
                  <a:pt x="7832578" y="1355974"/>
                </a:cubicBezTo>
                <a:cubicBezTo>
                  <a:pt x="7832578" y="1341803"/>
                  <a:pt x="7844066" y="1330315"/>
                  <a:pt x="7858237" y="1330315"/>
                </a:cubicBezTo>
                <a:close/>
                <a:moveTo>
                  <a:pt x="7794032" y="1330315"/>
                </a:moveTo>
                <a:cubicBezTo>
                  <a:pt x="7808203" y="1330315"/>
                  <a:pt x="7819690" y="1341803"/>
                  <a:pt x="7819690" y="1355974"/>
                </a:cubicBezTo>
                <a:cubicBezTo>
                  <a:pt x="7819690" y="1370145"/>
                  <a:pt x="7808203" y="1381633"/>
                  <a:pt x="7794032" y="1381633"/>
                </a:cubicBezTo>
                <a:cubicBezTo>
                  <a:pt x="7779862" y="1381633"/>
                  <a:pt x="7768371" y="1370145"/>
                  <a:pt x="7768371" y="1355974"/>
                </a:cubicBezTo>
                <a:cubicBezTo>
                  <a:pt x="7768371" y="1341803"/>
                  <a:pt x="7779862" y="1330315"/>
                  <a:pt x="7794032" y="1330315"/>
                </a:cubicBezTo>
                <a:close/>
                <a:moveTo>
                  <a:pt x="7729825" y="1330315"/>
                </a:moveTo>
                <a:cubicBezTo>
                  <a:pt x="7743990" y="1330315"/>
                  <a:pt x="7755486" y="1341810"/>
                  <a:pt x="7755486" y="1355974"/>
                </a:cubicBezTo>
                <a:cubicBezTo>
                  <a:pt x="7755486" y="1370138"/>
                  <a:pt x="7743990" y="1381633"/>
                  <a:pt x="7729825" y="1381633"/>
                </a:cubicBezTo>
                <a:cubicBezTo>
                  <a:pt x="7715660" y="1381633"/>
                  <a:pt x="7704167" y="1370138"/>
                  <a:pt x="7704167" y="1355974"/>
                </a:cubicBezTo>
                <a:cubicBezTo>
                  <a:pt x="7704167" y="1341810"/>
                  <a:pt x="7715660" y="1330315"/>
                  <a:pt x="7729825" y="1330315"/>
                </a:cubicBezTo>
                <a:close/>
                <a:moveTo>
                  <a:pt x="7665621" y="1330315"/>
                </a:moveTo>
                <a:cubicBezTo>
                  <a:pt x="7679786" y="1330315"/>
                  <a:pt x="7691279" y="1341810"/>
                  <a:pt x="7691279" y="1355974"/>
                </a:cubicBezTo>
                <a:cubicBezTo>
                  <a:pt x="7691279" y="1370138"/>
                  <a:pt x="7679786" y="1381633"/>
                  <a:pt x="7665621" y="1381633"/>
                </a:cubicBezTo>
                <a:cubicBezTo>
                  <a:pt x="7651456" y="1381633"/>
                  <a:pt x="7639963" y="1370138"/>
                  <a:pt x="7639963" y="1355974"/>
                </a:cubicBezTo>
                <a:cubicBezTo>
                  <a:pt x="7639963" y="1341810"/>
                  <a:pt x="7651456" y="1330315"/>
                  <a:pt x="7665621" y="1330315"/>
                </a:cubicBezTo>
                <a:close/>
                <a:moveTo>
                  <a:pt x="7601299" y="1330315"/>
                </a:moveTo>
                <a:cubicBezTo>
                  <a:pt x="7615464" y="1330315"/>
                  <a:pt x="7626959" y="1341810"/>
                  <a:pt x="7626959" y="1355974"/>
                </a:cubicBezTo>
                <a:cubicBezTo>
                  <a:pt x="7626959" y="1370138"/>
                  <a:pt x="7615464" y="1381633"/>
                  <a:pt x="7601299" y="1381633"/>
                </a:cubicBezTo>
                <a:cubicBezTo>
                  <a:pt x="7587134" y="1381633"/>
                  <a:pt x="7575640" y="1370138"/>
                  <a:pt x="7575640" y="1355974"/>
                </a:cubicBezTo>
                <a:cubicBezTo>
                  <a:pt x="7575640" y="1341810"/>
                  <a:pt x="7587134" y="1330315"/>
                  <a:pt x="7601299" y="1330315"/>
                </a:cubicBezTo>
                <a:close/>
                <a:moveTo>
                  <a:pt x="7537094" y="1330315"/>
                </a:moveTo>
                <a:cubicBezTo>
                  <a:pt x="7551259" y="1330315"/>
                  <a:pt x="7562752" y="1341810"/>
                  <a:pt x="7562752" y="1355974"/>
                </a:cubicBezTo>
                <a:cubicBezTo>
                  <a:pt x="7562752" y="1370138"/>
                  <a:pt x="7551259" y="1381633"/>
                  <a:pt x="7537094" y="1381633"/>
                </a:cubicBezTo>
                <a:cubicBezTo>
                  <a:pt x="7522929" y="1381633"/>
                  <a:pt x="7511436" y="1370138"/>
                  <a:pt x="7511436" y="1355974"/>
                </a:cubicBezTo>
                <a:cubicBezTo>
                  <a:pt x="7511436" y="1341810"/>
                  <a:pt x="7522929" y="1330315"/>
                  <a:pt x="7537094" y="1330315"/>
                </a:cubicBezTo>
                <a:close/>
                <a:moveTo>
                  <a:pt x="7472890" y="1330315"/>
                </a:moveTo>
                <a:cubicBezTo>
                  <a:pt x="7487060" y="1330315"/>
                  <a:pt x="7498548" y="1341803"/>
                  <a:pt x="7498548" y="1355974"/>
                </a:cubicBezTo>
                <a:cubicBezTo>
                  <a:pt x="7498548" y="1370145"/>
                  <a:pt x="7487060" y="1381633"/>
                  <a:pt x="7472890" y="1381633"/>
                </a:cubicBezTo>
                <a:cubicBezTo>
                  <a:pt x="7458717" y="1381633"/>
                  <a:pt x="7447229" y="1370145"/>
                  <a:pt x="7447229" y="1355974"/>
                </a:cubicBezTo>
                <a:cubicBezTo>
                  <a:pt x="7447229" y="1341803"/>
                  <a:pt x="7458717" y="1330315"/>
                  <a:pt x="7472890" y="1330315"/>
                </a:cubicBezTo>
                <a:close/>
                <a:moveTo>
                  <a:pt x="7280274" y="1330315"/>
                </a:moveTo>
                <a:cubicBezTo>
                  <a:pt x="7294437" y="1330315"/>
                  <a:pt x="7305932" y="1341810"/>
                  <a:pt x="7305932" y="1355974"/>
                </a:cubicBezTo>
                <a:cubicBezTo>
                  <a:pt x="7305932" y="1370138"/>
                  <a:pt x="7294437" y="1381633"/>
                  <a:pt x="7280274" y="1381633"/>
                </a:cubicBezTo>
                <a:cubicBezTo>
                  <a:pt x="7266109" y="1381633"/>
                  <a:pt x="7254613" y="1370138"/>
                  <a:pt x="7254613" y="1355974"/>
                </a:cubicBezTo>
                <a:cubicBezTo>
                  <a:pt x="7254613" y="1341810"/>
                  <a:pt x="7266109" y="1330315"/>
                  <a:pt x="7280274" y="1330315"/>
                </a:cubicBezTo>
                <a:close/>
                <a:moveTo>
                  <a:pt x="7216067" y="1330315"/>
                </a:moveTo>
                <a:cubicBezTo>
                  <a:pt x="7230232" y="1330315"/>
                  <a:pt x="7241725" y="1341810"/>
                  <a:pt x="7241725" y="1355974"/>
                </a:cubicBezTo>
                <a:cubicBezTo>
                  <a:pt x="7241725" y="1370138"/>
                  <a:pt x="7230232" y="1381633"/>
                  <a:pt x="7216067" y="1381633"/>
                </a:cubicBezTo>
                <a:cubicBezTo>
                  <a:pt x="7201902" y="1381633"/>
                  <a:pt x="7190409" y="1370138"/>
                  <a:pt x="7190409" y="1355974"/>
                </a:cubicBezTo>
                <a:cubicBezTo>
                  <a:pt x="7190409" y="1341810"/>
                  <a:pt x="7201902" y="1330315"/>
                  <a:pt x="7216067" y="1330315"/>
                </a:cubicBezTo>
                <a:close/>
                <a:moveTo>
                  <a:pt x="7151863" y="1330315"/>
                </a:moveTo>
                <a:cubicBezTo>
                  <a:pt x="7166033" y="1330315"/>
                  <a:pt x="7177521" y="1341803"/>
                  <a:pt x="7177521" y="1355974"/>
                </a:cubicBezTo>
                <a:cubicBezTo>
                  <a:pt x="7177521" y="1370145"/>
                  <a:pt x="7166033" y="1381633"/>
                  <a:pt x="7151863" y="1381633"/>
                </a:cubicBezTo>
                <a:cubicBezTo>
                  <a:pt x="7137692" y="1381633"/>
                  <a:pt x="7126205" y="1370145"/>
                  <a:pt x="7126205" y="1355974"/>
                </a:cubicBezTo>
                <a:cubicBezTo>
                  <a:pt x="7126205" y="1341803"/>
                  <a:pt x="7137692" y="1330315"/>
                  <a:pt x="7151863" y="1330315"/>
                </a:cubicBezTo>
                <a:close/>
                <a:moveTo>
                  <a:pt x="7087658" y="1330315"/>
                </a:moveTo>
                <a:cubicBezTo>
                  <a:pt x="7101829" y="1330315"/>
                  <a:pt x="7113317" y="1341803"/>
                  <a:pt x="7113317" y="1355974"/>
                </a:cubicBezTo>
                <a:cubicBezTo>
                  <a:pt x="7113317" y="1370145"/>
                  <a:pt x="7101829" y="1381633"/>
                  <a:pt x="7087658" y="1381633"/>
                </a:cubicBezTo>
                <a:cubicBezTo>
                  <a:pt x="7073485" y="1381633"/>
                  <a:pt x="7061998" y="1370145"/>
                  <a:pt x="7061998" y="1355974"/>
                </a:cubicBezTo>
                <a:cubicBezTo>
                  <a:pt x="7061998" y="1341803"/>
                  <a:pt x="7073485" y="1330315"/>
                  <a:pt x="7087658" y="1330315"/>
                </a:cubicBezTo>
                <a:close/>
                <a:moveTo>
                  <a:pt x="6895043" y="1330315"/>
                </a:moveTo>
                <a:cubicBezTo>
                  <a:pt x="6909208" y="1330315"/>
                  <a:pt x="6920701" y="1341810"/>
                  <a:pt x="6920701" y="1355974"/>
                </a:cubicBezTo>
                <a:cubicBezTo>
                  <a:pt x="6920701" y="1370138"/>
                  <a:pt x="6909208" y="1381633"/>
                  <a:pt x="6895043" y="1381633"/>
                </a:cubicBezTo>
                <a:cubicBezTo>
                  <a:pt x="6880878" y="1381633"/>
                  <a:pt x="6869382" y="1370138"/>
                  <a:pt x="6869382" y="1355974"/>
                </a:cubicBezTo>
                <a:cubicBezTo>
                  <a:pt x="6869382" y="1341810"/>
                  <a:pt x="6880878" y="1330315"/>
                  <a:pt x="6895043" y="1330315"/>
                </a:cubicBezTo>
                <a:close/>
                <a:moveTo>
                  <a:pt x="6766631" y="1330315"/>
                </a:moveTo>
                <a:cubicBezTo>
                  <a:pt x="6780802" y="1330315"/>
                  <a:pt x="6792290" y="1341803"/>
                  <a:pt x="6792290" y="1355974"/>
                </a:cubicBezTo>
                <a:cubicBezTo>
                  <a:pt x="6792290" y="1370145"/>
                  <a:pt x="6780802" y="1381633"/>
                  <a:pt x="6766631" y="1381633"/>
                </a:cubicBezTo>
                <a:cubicBezTo>
                  <a:pt x="6752461" y="1381633"/>
                  <a:pt x="6740973" y="1370145"/>
                  <a:pt x="6740973" y="1355974"/>
                </a:cubicBezTo>
                <a:cubicBezTo>
                  <a:pt x="6740973" y="1341803"/>
                  <a:pt x="6752461" y="1330315"/>
                  <a:pt x="6766631" y="1330315"/>
                </a:cubicBezTo>
                <a:close/>
                <a:moveTo>
                  <a:pt x="6702427" y="1330315"/>
                </a:moveTo>
                <a:cubicBezTo>
                  <a:pt x="6716597" y="1330315"/>
                  <a:pt x="6728085" y="1341803"/>
                  <a:pt x="6728085" y="1355974"/>
                </a:cubicBezTo>
                <a:cubicBezTo>
                  <a:pt x="6728085" y="1370145"/>
                  <a:pt x="6716597" y="1381633"/>
                  <a:pt x="6702427" y="1381633"/>
                </a:cubicBezTo>
                <a:cubicBezTo>
                  <a:pt x="6688254" y="1381633"/>
                  <a:pt x="6676766" y="1370145"/>
                  <a:pt x="6676766" y="1355974"/>
                </a:cubicBezTo>
                <a:cubicBezTo>
                  <a:pt x="6676766" y="1341803"/>
                  <a:pt x="6688254" y="1330315"/>
                  <a:pt x="6702427" y="1330315"/>
                </a:cubicBezTo>
                <a:close/>
                <a:moveTo>
                  <a:pt x="6638220" y="1330315"/>
                </a:moveTo>
                <a:cubicBezTo>
                  <a:pt x="6652385" y="1330315"/>
                  <a:pt x="6663881" y="1341810"/>
                  <a:pt x="6663881" y="1355974"/>
                </a:cubicBezTo>
                <a:cubicBezTo>
                  <a:pt x="6663881" y="1370138"/>
                  <a:pt x="6652385" y="1381633"/>
                  <a:pt x="6638220" y="1381633"/>
                </a:cubicBezTo>
                <a:cubicBezTo>
                  <a:pt x="6624055" y="1381633"/>
                  <a:pt x="6612562" y="1370138"/>
                  <a:pt x="6612562" y="1355974"/>
                </a:cubicBezTo>
                <a:cubicBezTo>
                  <a:pt x="6612562" y="1341810"/>
                  <a:pt x="6624055" y="1330315"/>
                  <a:pt x="6638220" y="1330315"/>
                </a:cubicBezTo>
                <a:close/>
                <a:moveTo>
                  <a:pt x="6574016" y="1330315"/>
                </a:moveTo>
                <a:cubicBezTo>
                  <a:pt x="6588181" y="1330315"/>
                  <a:pt x="6599674" y="1341810"/>
                  <a:pt x="6599674" y="1355974"/>
                </a:cubicBezTo>
                <a:cubicBezTo>
                  <a:pt x="6599674" y="1370138"/>
                  <a:pt x="6588181" y="1381633"/>
                  <a:pt x="6574016" y="1381633"/>
                </a:cubicBezTo>
                <a:cubicBezTo>
                  <a:pt x="6559851" y="1381633"/>
                  <a:pt x="6548357" y="1370138"/>
                  <a:pt x="6548357" y="1355974"/>
                </a:cubicBezTo>
                <a:cubicBezTo>
                  <a:pt x="6548357" y="1341810"/>
                  <a:pt x="6559851" y="1330315"/>
                  <a:pt x="6574016" y="1330315"/>
                </a:cubicBezTo>
                <a:close/>
                <a:moveTo>
                  <a:pt x="6317078" y="1330315"/>
                </a:moveTo>
                <a:cubicBezTo>
                  <a:pt x="6331243" y="1330315"/>
                  <a:pt x="6342736" y="1341810"/>
                  <a:pt x="6342736" y="1355974"/>
                </a:cubicBezTo>
                <a:cubicBezTo>
                  <a:pt x="6342736" y="1370138"/>
                  <a:pt x="6331243" y="1381633"/>
                  <a:pt x="6317078" y="1381633"/>
                </a:cubicBezTo>
                <a:cubicBezTo>
                  <a:pt x="6302913" y="1381633"/>
                  <a:pt x="6291420" y="1370138"/>
                  <a:pt x="6291420" y="1355974"/>
                </a:cubicBezTo>
                <a:cubicBezTo>
                  <a:pt x="6291420" y="1341810"/>
                  <a:pt x="6302913" y="1330315"/>
                  <a:pt x="6317078" y="1330315"/>
                </a:cubicBezTo>
                <a:close/>
                <a:moveTo>
                  <a:pt x="6252873" y="1330315"/>
                </a:moveTo>
                <a:cubicBezTo>
                  <a:pt x="6267036" y="1330315"/>
                  <a:pt x="6278532" y="1341810"/>
                  <a:pt x="6278532" y="1355974"/>
                </a:cubicBezTo>
                <a:cubicBezTo>
                  <a:pt x="6278532" y="1370138"/>
                  <a:pt x="6267036" y="1381633"/>
                  <a:pt x="6252873" y="1381633"/>
                </a:cubicBezTo>
                <a:cubicBezTo>
                  <a:pt x="6238708" y="1381633"/>
                  <a:pt x="6227213" y="1370138"/>
                  <a:pt x="6227213" y="1355974"/>
                </a:cubicBezTo>
                <a:cubicBezTo>
                  <a:pt x="6227213" y="1341810"/>
                  <a:pt x="6238708" y="1330315"/>
                  <a:pt x="6252873" y="1330315"/>
                </a:cubicBezTo>
                <a:close/>
                <a:moveTo>
                  <a:pt x="6188666" y="1330315"/>
                </a:moveTo>
                <a:cubicBezTo>
                  <a:pt x="6202831" y="1330315"/>
                  <a:pt x="6214327" y="1341810"/>
                  <a:pt x="6214327" y="1355974"/>
                </a:cubicBezTo>
                <a:cubicBezTo>
                  <a:pt x="6214327" y="1370138"/>
                  <a:pt x="6202831" y="1381633"/>
                  <a:pt x="6188666" y="1381633"/>
                </a:cubicBezTo>
                <a:cubicBezTo>
                  <a:pt x="6174504" y="1381633"/>
                  <a:pt x="6163008" y="1370138"/>
                  <a:pt x="6163008" y="1355974"/>
                </a:cubicBezTo>
                <a:cubicBezTo>
                  <a:pt x="6163008" y="1341810"/>
                  <a:pt x="6174504" y="1330315"/>
                  <a:pt x="6188666" y="1330315"/>
                </a:cubicBezTo>
                <a:close/>
                <a:moveTo>
                  <a:pt x="6124462" y="1330315"/>
                </a:moveTo>
                <a:cubicBezTo>
                  <a:pt x="6138627" y="1330315"/>
                  <a:pt x="6150123" y="1341810"/>
                  <a:pt x="6150123" y="1355974"/>
                </a:cubicBezTo>
                <a:cubicBezTo>
                  <a:pt x="6150123" y="1370138"/>
                  <a:pt x="6138627" y="1381633"/>
                  <a:pt x="6124462" y="1381633"/>
                </a:cubicBezTo>
                <a:cubicBezTo>
                  <a:pt x="6110297" y="1381633"/>
                  <a:pt x="6098804" y="1370138"/>
                  <a:pt x="6098804" y="1355974"/>
                </a:cubicBezTo>
                <a:cubicBezTo>
                  <a:pt x="6098804" y="1341810"/>
                  <a:pt x="6110297" y="1330315"/>
                  <a:pt x="6124462" y="1330315"/>
                </a:cubicBezTo>
                <a:close/>
                <a:moveTo>
                  <a:pt x="6064505" y="1330315"/>
                </a:moveTo>
                <a:cubicBezTo>
                  <a:pt x="6078666" y="1330315"/>
                  <a:pt x="6090163" y="1341810"/>
                  <a:pt x="6090163" y="1355974"/>
                </a:cubicBezTo>
                <a:cubicBezTo>
                  <a:pt x="6090163" y="1370138"/>
                  <a:pt x="6078666" y="1381633"/>
                  <a:pt x="6064505" y="1381633"/>
                </a:cubicBezTo>
                <a:cubicBezTo>
                  <a:pt x="6050336" y="1381633"/>
                  <a:pt x="6038844" y="1370138"/>
                  <a:pt x="6038844" y="1355974"/>
                </a:cubicBezTo>
                <a:cubicBezTo>
                  <a:pt x="6038844" y="1341810"/>
                  <a:pt x="6050336" y="1330315"/>
                  <a:pt x="6064505" y="1330315"/>
                </a:cubicBezTo>
                <a:close/>
                <a:moveTo>
                  <a:pt x="5936092" y="1330315"/>
                </a:moveTo>
                <a:cubicBezTo>
                  <a:pt x="5950255" y="1330315"/>
                  <a:pt x="5961751" y="1341810"/>
                  <a:pt x="5961751" y="1355974"/>
                </a:cubicBezTo>
                <a:cubicBezTo>
                  <a:pt x="5961751" y="1370138"/>
                  <a:pt x="5950255" y="1381633"/>
                  <a:pt x="5936092" y="1381633"/>
                </a:cubicBezTo>
                <a:cubicBezTo>
                  <a:pt x="5921928" y="1381633"/>
                  <a:pt x="5910435" y="1370138"/>
                  <a:pt x="5910435" y="1355974"/>
                </a:cubicBezTo>
                <a:cubicBezTo>
                  <a:pt x="5910435" y="1341810"/>
                  <a:pt x="5921928" y="1330315"/>
                  <a:pt x="5936092" y="1330315"/>
                </a:cubicBezTo>
                <a:close/>
                <a:moveTo>
                  <a:pt x="5743477" y="1330315"/>
                </a:moveTo>
                <a:cubicBezTo>
                  <a:pt x="5757648" y="1330315"/>
                  <a:pt x="5769136" y="1341803"/>
                  <a:pt x="5769136" y="1355974"/>
                </a:cubicBezTo>
                <a:cubicBezTo>
                  <a:pt x="5769136" y="1370145"/>
                  <a:pt x="5757648" y="1381633"/>
                  <a:pt x="5743477" y="1381633"/>
                </a:cubicBezTo>
                <a:cubicBezTo>
                  <a:pt x="5729307" y="1381633"/>
                  <a:pt x="5717818" y="1370145"/>
                  <a:pt x="5717818" y="1355974"/>
                </a:cubicBezTo>
                <a:cubicBezTo>
                  <a:pt x="5717818" y="1341803"/>
                  <a:pt x="5729307" y="1330315"/>
                  <a:pt x="5743477" y="1330315"/>
                </a:cubicBezTo>
                <a:close/>
                <a:moveTo>
                  <a:pt x="5679272" y="1330315"/>
                </a:moveTo>
                <a:cubicBezTo>
                  <a:pt x="5693437" y="1330315"/>
                  <a:pt x="5704930" y="1341810"/>
                  <a:pt x="5704930" y="1355974"/>
                </a:cubicBezTo>
                <a:cubicBezTo>
                  <a:pt x="5704930" y="1370138"/>
                  <a:pt x="5693437" y="1381633"/>
                  <a:pt x="5679272" y="1381633"/>
                </a:cubicBezTo>
                <a:cubicBezTo>
                  <a:pt x="5665108" y="1381633"/>
                  <a:pt x="5653614" y="1370138"/>
                  <a:pt x="5653614" y="1355974"/>
                </a:cubicBezTo>
                <a:cubicBezTo>
                  <a:pt x="5653614" y="1341810"/>
                  <a:pt x="5665108" y="1330315"/>
                  <a:pt x="5679272" y="1330315"/>
                </a:cubicBezTo>
                <a:close/>
                <a:moveTo>
                  <a:pt x="5615066" y="1330315"/>
                </a:moveTo>
                <a:cubicBezTo>
                  <a:pt x="5629231" y="1330315"/>
                  <a:pt x="5640726" y="1341810"/>
                  <a:pt x="5640726" y="1355974"/>
                </a:cubicBezTo>
                <a:cubicBezTo>
                  <a:pt x="5640726" y="1370138"/>
                  <a:pt x="5629231" y="1381633"/>
                  <a:pt x="5615066" y="1381633"/>
                </a:cubicBezTo>
                <a:cubicBezTo>
                  <a:pt x="5600901" y="1381633"/>
                  <a:pt x="5589407" y="1370138"/>
                  <a:pt x="5589407" y="1355974"/>
                </a:cubicBezTo>
                <a:cubicBezTo>
                  <a:pt x="5589407" y="1341810"/>
                  <a:pt x="5600901" y="1330315"/>
                  <a:pt x="5615066" y="1330315"/>
                </a:cubicBezTo>
                <a:close/>
                <a:moveTo>
                  <a:pt x="5486655" y="1330315"/>
                </a:moveTo>
                <a:cubicBezTo>
                  <a:pt x="5500819" y="1330315"/>
                  <a:pt x="5512316" y="1341810"/>
                  <a:pt x="5512316" y="1355974"/>
                </a:cubicBezTo>
                <a:cubicBezTo>
                  <a:pt x="5512316" y="1370138"/>
                  <a:pt x="5500819" y="1381633"/>
                  <a:pt x="5486655" y="1381633"/>
                </a:cubicBezTo>
                <a:cubicBezTo>
                  <a:pt x="5472491" y="1381633"/>
                  <a:pt x="5460997" y="1370138"/>
                  <a:pt x="5460997" y="1355974"/>
                </a:cubicBezTo>
                <a:cubicBezTo>
                  <a:pt x="5460997" y="1341810"/>
                  <a:pt x="5472491" y="1330315"/>
                  <a:pt x="5486655" y="1330315"/>
                </a:cubicBezTo>
                <a:close/>
                <a:moveTo>
                  <a:pt x="5422451" y="1330315"/>
                </a:moveTo>
                <a:cubicBezTo>
                  <a:pt x="5436621" y="1330315"/>
                  <a:pt x="5448109" y="1341803"/>
                  <a:pt x="5448109" y="1355974"/>
                </a:cubicBezTo>
                <a:cubicBezTo>
                  <a:pt x="5448109" y="1370145"/>
                  <a:pt x="5436621" y="1381633"/>
                  <a:pt x="5422451" y="1381633"/>
                </a:cubicBezTo>
                <a:cubicBezTo>
                  <a:pt x="5408280" y="1381633"/>
                  <a:pt x="5396791" y="1370145"/>
                  <a:pt x="5396791" y="1355974"/>
                </a:cubicBezTo>
                <a:cubicBezTo>
                  <a:pt x="5396791" y="1341803"/>
                  <a:pt x="5408280" y="1330315"/>
                  <a:pt x="5422451" y="1330315"/>
                </a:cubicBezTo>
                <a:close/>
                <a:moveTo>
                  <a:pt x="5358245" y="1330315"/>
                </a:moveTo>
                <a:cubicBezTo>
                  <a:pt x="5372417" y="1330315"/>
                  <a:pt x="5383904" y="1341803"/>
                  <a:pt x="5383904" y="1355974"/>
                </a:cubicBezTo>
                <a:cubicBezTo>
                  <a:pt x="5383904" y="1370145"/>
                  <a:pt x="5372417" y="1381633"/>
                  <a:pt x="5358245" y="1381633"/>
                </a:cubicBezTo>
                <a:cubicBezTo>
                  <a:pt x="5344076" y="1381633"/>
                  <a:pt x="5332587" y="1370145"/>
                  <a:pt x="5332587" y="1355974"/>
                </a:cubicBezTo>
                <a:cubicBezTo>
                  <a:pt x="5332587" y="1341803"/>
                  <a:pt x="5344076" y="1330315"/>
                  <a:pt x="5358245" y="1330315"/>
                </a:cubicBezTo>
                <a:close/>
                <a:moveTo>
                  <a:pt x="5229719" y="1330315"/>
                </a:moveTo>
                <a:cubicBezTo>
                  <a:pt x="5243999" y="1330315"/>
                  <a:pt x="5255377" y="1341810"/>
                  <a:pt x="5255377" y="1355974"/>
                </a:cubicBezTo>
                <a:cubicBezTo>
                  <a:pt x="5255377" y="1370138"/>
                  <a:pt x="5243883" y="1381633"/>
                  <a:pt x="5229719" y="1381633"/>
                </a:cubicBezTo>
                <a:cubicBezTo>
                  <a:pt x="5215554" y="1381633"/>
                  <a:pt x="5204058" y="1370138"/>
                  <a:pt x="5204058" y="1355974"/>
                </a:cubicBezTo>
                <a:cubicBezTo>
                  <a:pt x="5204058" y="1341810"/>
                  <a:pt x="5215554" y="1330315"/>
                  <a:pt x="5229719" y="1330315"/>
                </a:cubicBezTo>
                <a:close/>
                <a:moveTo>
                  <a:pt x="5101309" y="1330315"/>
                </a:moveTo>
                <a:cubicBezTo>
                  <a:pt x="5115473" y="1330315"/>
                  <a:pt x="5126967" y="1341810"/>
                  <a:pt x="5126967" y="1355974"/>
                </a:cubicBezTo>
                <a:cubicBezTo>
                  <a:pt x="5126967" y="1370138"/>
                  <a:pt x="5115473" y="1381633"/>
                  <a:pt x="5101309" y="1381633"/>
                </a:cubicBezTo>
                <a:cubicBezTo>
                  <a:pt x="5087142" y="1381633"/>
                  <a:pt x="5075649" y="1370138"/>
                  <a:pt x="5075649" y="1355974"/>
                </a:cubicBezTo>
                <a:cubicBezTo>
                  <a:pt x="5075649" y="1341810"/>
                  <a:pt x="5087142" y="1330315"/>
                  <a:pt x="5101309" y="1330315"/>
                </a:cubicBezTo>
                <a:close/>
                <a:moveTo>
                  <a:pt x="4972896" y="1330315"/>
                </a:moveTo>
                <a:cubicBezTo>
                  <a:pt x="4987063" y="1330315"/>
                  <a:pt x="4998557" y="1341810"/>
                  <a:pt x="4998557" y="1355974"/>
                </a:cubicBezTo>
                <a:cubicBezTo>
                  <a:pt x="4998557" y="1370138"/>
                  <a:pt x="4987063" y="1381633"/>
                  <a:pt x="4972896" y="1381633"/>
                </a:cubicBezTo>
                <a:cubicBezTo>
                  <a:pt x="4958732" y="1381633"/>
                  <a:pt x="4947240" y="1370138"/>
                  <a:pt x="4947240" y="1355974"/>
                </a:cubicBezTo>
                <a:cubicBezTo>
                  <a:pt x="4947240" y="1341810"/>
                  <a:pt x="4958732" y="1330315"/>
                  <a:pt x="4972896" y="1330315"/>
                </a:cubicBezTo>
                <a:close/>
                <a:moveTo>
                  <a:pt x="4908693" y="1330315"/>
                </a:moveTo>
                <a:cubicBezTo>
                  <a:pt x="4922857" y="1330315"/>
                  <a:pt x="4934352" y="1341810"/>
                  <a:pt x="4934352" y="1355974"/>
                </a:cubicBezTo>
                <a:cubicBezTo>
                  <a:pt x="4934352" y="1370138"/>
                  <a:pt x="4922857" y="1381633"/>
                  <a:pt x="4908693" y="1381633"/>
                </a:cubicBezTo>
                <a:cubicBezTo>
                  <a:pt x="4894527" y="1381633"/>
                  <a:pt x="4883033" y="1370138"/>
                  <a:pt x="4883033" y="1355974"/>
                </a:cubicBezTo>
                <a:cubicBezTo>
                  <a:pt x="4883033" y="1341810"/>
                  <a:pt x="4894527" y="1330315"/>
                  <a:pt x="4908693" y="1330315"/>
                </a:cubicBezTo>
                <a:close/>
                <a:moveTo>
                  <a:pt x="4844487" y="1330315"/>
                </a:moveTo>
                <a:cubicBezTo>
                  <a:pt x="4858650" y="1330315"/>
                  <a:pt x="4870146" y="1341810"/>
                  <a:pt x="4870146" y="1355974"/>
                </a:cubicBezTo>
                <a:cubicBezTo>
                  <a:pt x="4870146" y="1370138"/>
                  <a:pt x="4858650" y="1381633"/>
                  <a:pt x="4844487" y="1381633"/>
                </a:cubicBezTo>
                <a:cubicBezTo>
                  <a:pt x="4830322" y="1381633"/>
                  <a:pt x="4818828" y="1370138"/>
                  <a:pt x="4818828" y="1355974"/>
                </a:cubicBezTo>
                <a:cubicBezTo>
                  <a:pt x="4818828" y="1341810"/>
                  <a:pt x="4830322" y="1330315"/>
                  <a:pt x="4844487" y="1330315"/>
                </a:cubicBezTo>
                <a:close/>
                <a:moveTo>
                  <a:pt x="4780282" y="1330315"/>
                </a:moveTo>
                <a:cubicBezTo>
                  <a:pt x="4794447" y="1330315"/>
                  <a:pt x="4805941" y="1341810"/>
                  <a:pt x="4805941" y="1355974"/>
                </a:cubicBezTo>
                <a:cubicBezTo>
                  <a:pt x="4805941" y="1370138"/>
                  <a:pt x="4794447" y="1381633"/>
                  <a:pt x="4780282" y="1381633"/>
                </a:cubicBezTo>
                <a:cubicBezTo>
                  <a:pt x="4766118" y="1381633"/>
                  <a:pt x="4754622" y="1370138"/>
                  <a:pt x="4754622" y="1355974"/>
                </a:cubicBezTo>
                <a:cubicBezTo>
                  <a:pt x="4754622" y="1341810"/>
                  <a:pt x="4766118" y="1330315"/>
                  <a:pt x="4780282" y="1330315"/>
                </a:cubicBezTo>
                <a:close/>
                <a:moveTo>
                  <a:pt x="4651872" y="1330315"/>
                </a:moveTo>
                <a:cubicBezTo>
                  <a:pt x="4666042" y="1330315"/>
                  <a:pt x="4677531" y="1341803"/>
                  <a:pt x="4677531" y="1355974"/>
                </a:cubicBezTo>
                <a:cubicBezTo>
                  <a:pt x="4677531" y="1370145"/>
                  <a:pt x="4666042" y="1381633"/>
                  <a:pt x="4651872" y="1381633"/>
                </a:cubicBezTo>
                <a:cubicBezTo>
                  <a:pt x="4637700" y="1381633"/>
                  <a:pt x="4626213" y="1370145"/>
                  <a:pt x="4626213" y="1355974"/>
                </a:cubicBezTo>
                <a:cubicBezTo>
                  <a:pt x="4626213" y="1341803"/>
                  <a:pt x="4637700" y="1330315"/>
                  <a:pt x="4651872" y="1330315"/>
                </a:cubicBezTo>
                <a:close/>
                <a:moveTo>
                  <a:pt x="4587666" y="1330315"/>
                </a:moveTo>
                <a:cubicBezTo>
                  <a:pt x="4601830" y="1330315"/>
                  <a:pt x="4613324" y="1341810"/>
                  <a:pt x="4613324" y="1355974"/>
                </a:cubicBezTo>
                <a:cubicBezTo>
                  <a:pt x="4613324" y="1370138"/>
                  <a:pt x="4601830" y="1381633"/>
                  <a:pt x="4587666" y="1381633"/>
                </a:cubicBezTo>
                <a:cubicBezTo>
                  <a:pt x="4573501" y="1381633"/>
                  <a:pt x="4562007" y="1370138"/>
                  <a:pt x="4562007" y="1355974"/>
                </a:cubicBezTo>
                <a:cubicBezTo>
                  <a:pt x="4562007" y="1341810"/>
                  <a:pt x="4573501" y="1330315"/>
                  <a:pt x="4587666" y="1330315"/>
                </a:cubicBezTo>
                <a:close/>
                <a:moveTo>
                  <a:pt x="4523461" y="1330315"/>
                </a:moveTo>
                <a:cubicBezTo>
                  <a:pt x="4537626" y="1330315"/>
                  <a:pt x="4549121" y="1341810"/>
                  <a:pt x="4549121" y="1355974"/>
                </a:cubicBezTo>
                <a:cubicBezTo>
                  <a:pt x="4549121" y="1370138"/>
                  <a:pt x="4537626" y="1381633"/>
                  <a:pt x="4523461" y="1381633"/>
                </a:cubicBezTo>
                <a:cubicBezTo>
                  <a:pt x="4509296" y="1381633"/>
                  <a:pt x="4497802" y="1370138"/>
                  <a:pt x="4497802" y="1355974"/>
                </a:cubicBezTo>
                <a:cubicBezTo>
                  <a:pt x="4497802" y="1341810"/>
                  <a:pt x="4509296" y="1330315"/>
                  <a:pt x="4523461" y="1330315"/>
                </a:cubicBezTo>
                <a:close/>
                <a:moveTo>
                  <a:pt x="4395050" y="1330315"/>
                </a:moveTo>
                <a:cubicBezTo>
                  <a:pt x="4409214" y="1330315"/>
                  <a:pt x="4420710" y="1341810"/>
                  <a:pt x="4420710" y="1355974"/>
                </a:cubicBezTo>
                <a:cubicBezTo>
                  <a:pt x="4420710" y="1370138"/>
                  <a:pt x="4409214" y="1381633"/>
                  <a:pt x="4395050" y="1381633"/>
                </a:cubicBezTo>
                <a:cubicBezTo>
                  <a:pt x="4380886" y="1381633"/>
                  <a:pt x="4369391" y="1370138"/>
                  <a:pt x="4369391" y="1355974"/>
                </a:cubicBezTo>
                <a:cubicBezTo>
                  <a:pt x="4369391" y="1341810"/>
                  <a:pt x="4380886" y="1330315"/>
                  <a:pt x="4395050" y="1330315"/>
                </a:cubicBezTo>
                <a:close/>
                <a:moveTo>
                  <a:pt x="4202435" y="1330315"/>
                </a:moveTo>
                <a:cubicBezTo>
                  <a:pt x="4216598" y="1330315"/>
                  <a:pt x="4228093" y="1341810"/>
                  <a:pt x="4228093" y="1355974"/>
                </a:cubicBezTo>
                <a:cubicBezTo>
                  <a:pt x="4228093" y="1370138"/>
                  <a:pt x="4216598" y="1381633"/>
                  <a:pt x="4202435" y="1381633"/>
                </a:cubicBezTo>
                <a:cubicBezTo>
                  <a:pt x="4188268" y="1381633"/>
                  <a:pt x="4176776" y="1370138"/>
                  <a:pt x="4176776" y="1355974"/>
                </a:cubicBezTo>
                <a:cubicBezTo>
                  <a:pt x="4176776" y="1341810"/>
                  <a:pt x="4188268" y="1330315"/>
                  <a:pt x="4202435" y="1330315"/>
                </a:cubicBezTo>
                <a:close/>
                <a:moveTo>
                  <a:pt x="4009702" y="1330315"/>
                </a:moveTo>
                <a:cubicBezTo>
                  <a:pt x="4023866" y="1330315"/>
                  <a:pt x="4035362" y="1341810"/>
                  <a:pt x="4035362" y="1355974"/>
                </a:cubicBezTo>
                <a:cubicBezTo>
                  <a:pt x="4035362" y="1370138"/>
                  <a:pt x="4023866" y="1381633"/>
                  <a:pt x="4009702" y="1381633"/>
                </a:cubicBezTo>
                <a:cubicBezTo>
                  <a:pt x="3995538" y="1381633"/>
                  <a:pt x="3984043" y="1370138"/>
                  <a:pt x="3984043" y="1355974"/>
                </a:cubicBezTo>
                <a:cubicBezTo>
                  <a:pt x="3984043" y="1341810"/>
                  <a:pt x="3995538" y="1330315"/>
                  <a:pt x="4009702" y="1330315"/>
                </a:cubicBezTo>
                <a:close/>
                <a:moveTo>
                  <a:pt x="3881291" y="1330315"/>
                </a:moveTo>
                <a:cubicBezTo>
                  <a:pt x="3895456" y="1330315"/>
                  <a:pt x="3906950" y="1341810"/>
                  <a:pt x="3906950" y="1355974"/>
                </a:cubicBezTo>
                <a:cubicBezTo>
                  <a:pt x="3906950" y="1370138"/>
                  <a:pt x="3895456" y="1381633"/>
                  <a:pt x="3881291" y="1381633"/>
                </a:cubicBezTo>
                <a:cubicBezTo>
                  <a:pt x="3867127" y="1381633"/>
                  <a:pt x="3855633" y="1370138"/>
                  <a:pt x="3855633" y="1355974"/>
                </a:cubicBezTo>
                <a:cubicBezTo>
                  <a:pt x="3855633" y="1341810"/>
                  <a:pt x="3867127" y="1330315"/>
                  <a:pt x="3881291" y="1330315"/>
                </a:cubicBezTo>
                <a:close/>
                <a:moveTo>
                  <a:pt x="3817085" y="1330315"/>
                </a:moveTo>
                <a:cubicBezTo>
                  <a:pt x="3831252" y="1330315"/>
                  <a:pt x="3842745" y="1341810"/>
                  <a:pt x="3842745" y="1355974"/>
                </a:cubicBezTo>
                <a:cubicBezTo>
                  <a:pt x="3842745" y="1370138"/>
                  <a:pt x="3831252" y="1381633"/>
                  <a:pt x="3817085" y="1381633"/>
                </a:cubicBezTo>
                <a:cubicBezTo>
                  <a:pt x="3802921" y="1381633"/>
                  <a:pt x="3791427" y="1370138"/>
                  <a:pt x="3791427" y="1355974"/>
                </a:cubicBezTo>
                <a:cubicBezTo>
                  <a:pt x="3791427" y="1341810"/>
                  <a:pt x="3802921" y="1330315"/>
                  <a:pt x="3817085" y="1330315"/>
                </a:cubicBezTo>
                <a:close/>
                <a:moveTo>
                  <a:pt x="3752882" y="1330315"/>
                </a:moveTo>
                <a:cubicBezTo>
                  <a:pt x="3767045" y="1330315"/>
                  <a:pt x="3778539" y="1341810"/>
                  <a:pt x="3778539" y="1355974"/>
                </a:cubicBezTo>
                <a:cubicBezTo>
                  <a:pt x="3778539" y="1370138"/>
                  <a:pt x="3767045" y="1381633"/>
                  <a:pt x="3752882" y="1381633"/>
                </a:cubicBezTo>
                <a:cubicBezTo>
                  <a:pt x="3738717" y="1381633"/>
                  <a:pt x="3727221" y="1370138"/>
                  <a:pt x="3727221" y="1355974"/>
                </a:cubicBezTo>
                <a:cubicBezTo>
                  <a:pt x="3727221" y="1341810"/>
                  <a:pt x="3738717" y="1330315"/>
                  <a:pt x="3752882" y="1330315"/>
                </a:cubicBezTo>
                <a:close/>
                <a:moveTo>
                  <a:pt x="3624472" y="1330315"/>
                </a:moveTo>
                <a:cubicBezTo>
                  <a:pt x="3638640" y="1330315"/>
                  <a:pt x="3650129" y="1341803"/>
                  <a:pt x="3650129" y="1355974"/>
                </a:cubicBezTo>
                <a:cubicBezTo>
                  <a:pt x="3650129" y="1370145"/>
                  <a:pt x="3638640" y="1381633"/>
                  <a:pt x="3624472" y="1381633"/>
                </a:cubicBezTo>
                <a:cubicBezTo>
                  <a:pt x="3610300" y="1381633"/>
                  <a:pt x="3598810" y="1370145"/>
                  <a:pt x="3598810" y="1355974"/>
                </a:cubicBezTo>
                <a:cubicBezTo>
                  <a:pt x="3598810" y="1341803"/>
                  <a:pt x="3610300" y="1330315"/>
                  <a:pt x="3624472" y="1330315"/>
                </a:cubicBezTo>
                <a:close/>
                <a:moveTo>
                  <a:pt x="3367649" y="1330315"/>
                </a:moveTo>
                <a:cubicBezTo>
                  <a:pt x="3381813" y="1330315"/>
                  <a:pt x="3393308" y="1341810"/>
                  <a:pt x="3393308" y="1355974"/>
                </a:cubicBezTo>
                <a:cubicBezTo>
                  <a:pt x="3393308" y="1370138"/>
                  <a:pt x="3381813" y="1381633"/>
                  <a:pt x="3367649" y="1381633"/>
                </a:cubicBezTo>
                <a:cubicBezTo>
                  <a:pt x="3353484" y="1381633"/>
                  <a:pt x="3341990" y="1370138"/>
                  <a:pt x="3341990" y="1355974"/>
                </a:cubicBezTo>
                <a:cubicBezTo>
                  <a:pt x="3341990" y="1341810"/>
                  <a:pt x="3353484" y="1330315"/>
                  <a:pt x="3367649" y="1330315"/>
                </a:cubicBezTo>
                <a:close/>
                <a:moveTo>
                  <a:pt x="3303444" y="1330315"/>
                </a:moveTo>
                <a:cubicBezTo>
                  <a:pt x="3317609" y="1330315"/>
                  <a:pt x="3329102" y="1341810"/>
                  <a:pt x="3329102" y="1355974"/>
                </a:cubicBezTo>
                <a:cubicBezTo>
                  <a:pt x="3329102" y="1370138"/>
                  <a:pt x="3317609" y="1381633"/>
                  <a:pt x="3303444" y="1381633"/>
                </a:cubicBezTo>
                <a:cubicBezTo>
                  <a:pt x="3289279" y="1381633"/>
                  <a:pt x="3277785" y="1370138"/>
                  <a:pt x="3277785" y="1355974"/>
                </a:cubicBezTo>
                <a:cubicBezTo>
                  <a:pt x="3277785" y="1341810"/>
                  <a:pt x="3289279" y="1330315"/>
                  <a:pt x="3303444" y="1330315"/>
                </a:cubicBezTo>
                <a:close/>
                <a:moveTo>
                  <a:pt x="3110828" y="1330315"/>
                </a:moveTo>
                <a:cubicBezTo>
                  <a:pt x="3124992" y="1330315"/>
                  <a:pt x="3136487" y="1341810"/>
                  <a:pt x="3136487" y="1355974"/>
                </a:cubicBezTo>
                <a:cubicBezTo>
                  <a:pt x="3136487" y="1370138"/>
                  <a:pt x="3124992" y="1381633"/>
                  <a:pt x="3110828" y="1381633"/>
                </a:cubicBezTo>
                <a:cubicBezTo>
                  <a:pt x="3096663" y="1381633"/>
                  <a:pt x="3085170" y="1370138"/>
                  <a:pt x="3085170" y="1355974"/>
                </a:cubicBezTo>
                <a:cubicBezTo>
                  <a:pt x="3085170" y="1341810"/>
                  <a:pt x="3096663" y="1330315"/>
                  <a:pt x="3110828" y="1330315"/>
                </a:cubicBezTo>
                <a:close/>
                <a:moveTo>
                  <a:pt x="3046623" y="1330315"/>
                </a:moveTo>
                <a:cubicBezTo>
                  <a:pt x="3060788" y="1330315"/>
                  <a:pt x="3072282" y="1341810"/>
                  <a:pt x="3072282" y="1355974"/>
                </a:cubicBezTo>
                <a:cubicBezTo>
                  <a:pt x="3072282" y="1370138"/>
                  <a:pt x="3060788" y="1381633"/>
                  <a:pt x="3046623" y="1381633"/>
                </a:cubicBezTo>
                <a:cubicBezTo>
                  <a:pt x="3032458" y="1381633"/>
                  <a:pt x="3020964" y="1370138"/>
                  <a:pt x="3020964" y="1355974"/>
                </a:cubicBezTo>
                <a:cubicBezTo>
                  <a:pt x="3020964" y="1341810"/>
                  <a:pt x="3032458" y="1330315"/>
                  <a:pt x="3046623" y="1330315"/>
                </a:cubicBezTo>
                <a:close/>
                <a:moveTo>
                  <a:pt x="2982301" y="1330315"/>
                </a:moveTo>
                <a:cubicBezTo>
                  <a:pt x="2996466" y="1330315"/>
                  <a:pt x="3007960" y="1341810"/>
                  <a:pt x="3007960" y="1355974"/>
                </a:cubicBezTo>
                <a:cubicBezTo>
                  <a:pt x="3007960" y="1370138"/>
                  <a:pt x="2996466" y="1381633"/>
                  <a:pt x="2982301" y="1381633"/>
                </a:cubicBezTo>
                <a:cubicBezTo>
                  <a:pt x="2968137" y="1381633"/>
                  <a:pt x="2956642" y="1370138"/>
                  <a:pt x="2956642" y="1355974"/>
                </a:cubicBezTo>
                <a:cubicBezTo>
                  <a:pt x="2956642" y="1341810"/>
                  <a:pt x="2968137" y="1330315"/>
                  <a:pt x="2982301" y="1330315"/>
                </a:cubicBezTo>
                <a:close/>
                <a:moveTo>
                  <a:pt x="2853890" y="1330315"/>
                </a:moveTo>
                <a:cubicBezTo>
                  <a:pt x="2868062" y="1330315"/>
                  <a:pt x="2879550" y="1341803"/>
                  <a:pt x="2879550" y="1355974"/>
                </a:cubicBezTo>
                <a:cubicBezTo>
                  <a:pt x="2879550" y="1370145"/>
                  <a:pt x="2868062" y="1381633"/>
                  <a:pt x="2853890" y="1381633"/>
                </a:cubicBezTo>
                <a:cubicBezTo>
                  <a:pt x="2839720" y="1381633"/>
                  <a:pt x="2828231" y="1370145"/>
                  <a:pt x="2828231" y="1355974"/>
                </a:cubicBezTo>
                <a:cubicBezTo>
                  <a:pt x="2828231" y="1341803"/>
                  <a:pt x="2839720" y="1330315"/>
                  <a:pt x="2853890" y="1330315"/>
                </a:cubicBezTo>
                <a:close/>
                <a:moveTo>
                  <a:pt x="2789686" y="1330315"/>
                </a:moveTo>
                <a:cubicBezTo>
                  <a:pt x="2803850" y="1330315"/>
                  <a:pt x="2815344" y="1341810"/>
                  <a:pt x="2815344" y="1355974"/>
                </a:cubicBezTo>
                <a:cubicBezTo>
                  <a:pt x="2815344" y="1370138"/>
                  <a:pt x="2803850" y="1381633"/>
                  <a:pt x="2789686" y="1381633"/>
                </a:cubicBezTo>
                <a:cubicBezTo>
                  <a:pt x="2775521" y="1381633"/>
                  <a:pt x="2764027" y="1370138"/>
                  <a:pt x="2764027" y="1355974"/>
                </a:cubicBezTo>
                <a:cubicBezTo>
                  <a:pt x="2764027" y="1341810"/>
                  <a:pt x="2775521" y="1330315"/>
                  <a:pt x="2789686" y="1330315"/>
                </a:cubicBezTo>
                <a:close/>
                <a:moveTo>
                  <a:pt x="2404454" y="1330315"/>
                </a:moveTo>
                <a:cubicBezTo>
                  <a:pt x="2418619" y="1330315"/>
                  <a:pt x="2430112" y="1341810"/>
                  <a:pt x="2430112" y="1355974"/>
                </a:cubicBezTo>
                <a:cubicBezTo>
                  <a:pt x="2430112" y="1370138"/>
                  <a:pt x="2418619" y="1381633"/>
                  <a:pt x="2404454" y="1381633"/>
                </a:cubicBezTo>
                <a:cubicBezTo>
                  <a:pt x="2390289" y="1381633"/>
                  <a:pt x="2378795" y="1370138"/>
                  <a:pt x="2378795" y="1355974"/>
                </a:cubicBezTo>
                <a:cubicBezTo>
                  <a:pt x="2378795" y="1341810"/>
                  <a:pt x="2390289" y="1330315"/>
                  <a:pt x="2404454" y="1330315"/>
                </a:cubicBezTo>
                <a:close/>
                <a:moveTo>
                  <a:pt x="2340249" y="1330315"/>
                </a:moveTo>
                <a:cubicBezTo>
                  <a:pt x="2354413" y="1330315"/>
                  <a:pt x="2365908" y="1341810"/>
                  <a:pt x="2365908" y="1355974"/>
                </a:cubicBezTo>
                <a:cubicBezTo>
                  <a:pt x="2365908" y="1370138"/>
                  <a:pt x="2354413" y="1381633"/>
                  <a:pt x="2340249" y="1381633"/>
                </a:cubicBezTo>
                <a:cubicBezTo>
                  <a:pt x="2326084" y="1381633"/>
                  <a:pt x="2314590" y="1370138"/>
                  <a:pt x="2314590" y="1355974"/>
                </a:cubicBezTo>
                <a:cubicBezTo>
                  <a:pt x="2314590" y="1341810"/>
                  <a:pt x="2326084" y="1330315"/>
                  <a:pt x="2340249" y="1330315"/>
                </a:cubicBezTo>
                <a:close/>
                <a:moveTo>
                  <a:pt x="2276044" y="1330315"/>
                </a:moveTo>
                <a:cubicBezTo>
                  <a:pt x="2290208" y="1330315"/>
                  <a:pt x="2301702" y="1341810"/>
                  <a:pt x="2301702" y="1355974"/>
                </a:cubicBezTo>
                <a:cubicBezTo>
                  <a:pt x="2301702" y="1370138"/>
                  <a:pt x="2290208" y="1381633"/>
                  <a:pt x="2276044" y="1381633"/>
                </a:cubicBezTo>
                <a:cubicBezTo>
                  <a:pt x="2261879" y="1381633"/>
                  <a:pt x="2250385" y="1370138"/>
                  <a:pt x="2250385" y="1355974"/>
                </a:cubicBezTo>
                <a:cubicBezTo>
                  <a:pt x="2250385" y="1341810"/>
                  <a:pt x="2261879" y="1330315"/>
                  <a:pt x="2276044" y="1330315"/>
                </a:cubicBezTo>
                <a:close/>
                <a:moveTo>
                  <a:pt x="2211838" y="1330315"/>
                </a:moveTo>
                <a:cubicBezTo>
                  <a:pt x="2226003" y="1330315"/>
                  <a:pt x="2237497" y="1341810"/>
                  <a:pt x="2237497" y="1355974"/>
                </a:cubicBezTo>
                <a:cubicBezTo>
                  <a:pt x="2237497" y="1370138"/>
                  <a:pt x="2226003" y="1381633"/>
                  <a:pt x="2211838" y="1381633"/>
                </a:cubicBezTo>
                <a:cubicBezTo>
                  <a:pt x="2197673" y="1381633"/>
                  <a:pt x="2186178" y="1370138"/>
                  <a:pt x="2186178" y="1355974"/>
                </a:cubicBezTo>
                <a:cubicBezTo>
                  <a:pt x="2186178" y="1341810"/>
                  <a:pt x="2197673" y="1330315"/>
                  <a:pt x="2211838" y="1330315"/>
                </a:cubicBezTo>
                <a:close/>
                <a:moveTo>
                  <a:pt x="2147633" y="1330315"/>
                </a:moveTo>
                <a:cubicBezTo>
                  <a:pt x="2161804" y="1330315"/>
                  <a:pt x="2173293" y="1341803"/>
                  <a:pt x="2173293" y="1355974"/>
                </a:cubicBezTo>
                <a:cubicBezTo>
                  <a:pt x="2173293" y="1370145"/>
                  <a:pt x="2161804" y="1381633"/>
                  <a:pt x="2147633" y="1381633"/>
                </a:cubicBezTo>
                <a:cubicBezTo>
                  <a:pt x="2133462" y="1381633"/>
                  <a:pt x="2121975" y="1370145"/>
                  <a:pt x="2121975" y="1355974"/>
                </a:cubicBezTo>
                <a:cubicBezTo>
                  <a:pt x="2121975" y="1341803"/>
                  <a:pt x="2133462" y="1330315"/>
                  <a:pt x="2147633" y="1330315"/>
                </a:cubicBezTo>
                <a:close/>
                <a:moveTo>
                  <a:pt x="2083427" y="1330315"/>
                </a:moveTo>
                <a:cubicBezTo>
                  <a:pt x="2097599" y="1330315"/>
                  <a:pt x="2109087" y="1341803"/>
                  <a:pt x="2109087" y="1355974"/>
                </a:cubicBezTo>
                <a:cubicBezTo>
                  <a:pt x="2109087" y="1370145"/>
                  <a:pt x="2097599" y="1381633"/>
                  <a:pt x="2083427" y="1381633"/>
                </a:cubicBezTo>
                <a:cubicBezTo>
                  <a:pt x="2069257" y="1381633"/>
                  <a:pt x="2057768" y="1370145"/>
                  <a:pt x="2057768" y="1355974"/>
                </a:cubicBezTo>
                <a:cubicBezTo>
                  <a:pt x="2057768" y="1341803"/>
                  <a:pt x="2069257" y="1330315"/>
                  <a:pt x="2083427" y="1330315"/>
                </a:cubicBezTo>
                <a:close/>
                <a:moveTo>
                  <a:pt x="2019222" y="1330315"/>
                </a:moveTo>
                <a:cubicBezTo>
                  <a:pt x="2033387" y="1330315"/>
                  <a:pt x="2044880" y="1341810"/>
                  <a:pt x="2044880" y="1355974"/>
                </a:cubicBezTo>
                <a:cubicBezTo>
                  <a:pt x="2044880" y="1370138"/>
                  <a:pt x="2033387" y="1381633"/>
                  <a:pt x="2019222" y="1381633"/>
                </a:cubicBezTo>
                <a:cubicBezTo>
                  <a:pt x="2005058" y="1381633"/>
                  <a:pt x="1993563" y="1370138"/>
                  <a:pt x="1993563" y="1355974"/>
                </a:cubicBezTo>
                <a:cubicBezTo>
                  <a:pt x="1993563" y="1341810"/>
                  <a:pt x="2005058" y="1330315"/>
                  <a:pt x="2019222" y="1330315"/>
                </a:cubicBezTo>
                <a:close/>
                <a:moveTo>
                  <a:pt x="1955016" y="1330315"/>
                </a:moveTo>
                <a:cubicBezTo>
                  <a:pt x="1969181" y="1330315"/>
                  <a:pt x="1980676" y="1341810"/>
                  <a:pt x="1980676" y="1355974"/>
                </a:cubicBezTo>
                <a:cubicBezTo>
                  <a:pt x="1980676" y="1370138"/>
                  <a:pt x="1969181" y="1381633"/>
                  <a:pt x="1955016" y="1381633"/>
                </a:cubicBezTo>
                <a:cubicBezTo>
                  <a:pt x="1940851" y="1381633"/>
                  <a:pt x="1929358" y="1370138"/>
                  <a:pt x="1929358" y="1355974"/>
                </a:cubicBezTo>
                <a:cubicBezTo>
                  <a:pt x="1929358" y="1341810"/>
                  <a:pt x="1940851" y="1330315"/>
                  <a:pt x="1955016" y="1330315"/>
                </a:cubicBezTo>
                <a:close/>
                <a:moveTo>
                  <a:pt x="1890696" y="1330315"/>
                </a:moveTo>
                <a:cubicBezTo>
                  <a:pt x="1904860" y="1330315"/>
                  <a:pt x="1916355" y="1341810"/>
                  <a:pt x="1916355" y="1355974"/>
                </a:cubicBezTo>
                <a:cubicBezTo>
                  <a:pt x="1916355" y="1370138"/>
                  <a:pt x="1904860" y="1381633"/>
                  <a:pt x="1890696" y="1381633"/>
                </a:cubicBezTo>
                <a:cubicBezTo>
                  <a:pt x="1876531" y="1381633"/>
                  <a:pt x="1865037" y="1370138"/>
                  <a:pt x="1865037" y="1355974"/>
                </a:cubicBezTo>
                <a:cubicBezTo>
                  <a:pt x="1865037" y="1341810"/>
                  <a:pt x="1876531" y="1330315"/>
                  <a:pt x="1890696" y="1330315"/>
                </a:cubicBezTo>
                <a:close/>
                <a:moveTo>
                  <a:pt x="1826490" y="1330315"/>
                </a:moveTo>
                <a:cubicBezTo>
                  <a:pt x="1840654" y="1330315"/>
                  <a:pt x="1852149" y="1341810"/>
                  <a:pt x="1852149" y="1355974"/>
                </a:cubicBezTo>
                <a:cubicBezTo>
                  <a:pt x="1852149" y="1370138"/>
                  <a:pt x="1840654" y="1381633"/>
                  <a:pt x="1826490" y="1381633"/>
                </a:cubicBezTo>
                <a:cubicBezTo>
                  <a:pt x="1812325" y="1381633"/>
                  <a:pt x="1800830" y="1370138"/>
                  <a:pt x="1800830" y="1355974"/>
                </a:cubicBezTo>
                <a:cubicBezTo>
                  <a:pt x="1800830" y="1341810"/>
                  <a:pt x="1812325" y="1330315"/>
                  <a:pt x="1826490" y="1330315"/>
                </a:cubicBezTo>
                <a:close/>
                <a:moveTo>
                  <a:pt x="1762285" y="1330315"/>
                </a:moveTo>
                <a:cubicBezTo>
                  <a:pt x="1776456" y="1330315"/>
                  <a:pt x="1787944" y="1341803"/>
                  <a:pt x="1787944" y="1355974"/>
                </a:cubicBezTo>
                <a:cubicBezTo>
                  <a:pt x="1787944" y="1370145"/>
                  <a:pt x="1776456" y="1381633"/>
                  <a:pt x="1762285" y="1381633"/>
                </a:cubicBezTo>
                <a:cubicBezTo>
                  <a:pt x="1748114" y="1381633"/>
                  <a:pt x="1736626" y="1370145"/>
                  <a:pt x="1736626" y="1355974"/>
                </a:cubicBezTo>
                <a:cubicBezTo>
                  <a:pt x="1736626" y="1341803"/>
                  <a:pt x="1748114" y="1330315"/>
                  <a:pt x="1762285" y="1330315"/>
                </a:cubicBezTo>
                <a:close/>
                <a:moveTo>
                  <a:pt x="1569669" y="1330315"/>
                </a:moveTo>
                <a:cubicBezTo>
                  <a:pt x="1583834" y="1330315"/>
                  <a:pt x="1595328" y="1341810"/>
                  <a:pt x="1595328" y="1355974"/>
                </a:cubicBezTo>
                <a:cubicBezTo>
                  <a:pt x="1595328" y="1370138"/>
                  <a:pt x="1583834" y="1381633"/>
                  <a:pt x="1569669" y="1381633"/>
                </a:cubicBezTo>
                <a:cubicBezTo>
                  <a:pt x="1555504" y="1381633"/>
                  <a:pt x="1544010" y="1370138"/>
                  <a:pt x="1544010" y="1355974"/>
                </a:cubicBezTo>
                <a:cubicBezTo>
                  <a:pt x="1544010" y="1341810"/>
                  <a:pt x="1555504" y="1330315"/>
                  <a:pt x="1569669" y="1330315"/>
                </a:cubicBezTo>
                <a:close/>
                <a:moveTo>
                  <a:pt x="1505464" y="1330315"/>
                </a:moveTo>
                <a:cubicBezTo>
                  <a:pt x="1519629" y="1330315"/>
                  <a:pt x="1531123" y="1341810"/>
                  <a:pt x="1531123" y="1355974"/>
                </a:cubicBezTo>
                <a:cubicBezTo>
                  <a:pt x="1531123" y="1370138"/>
                  <a:pt x="1519629" y="1381633"/>
                  <a:pt x="1505464" y="1381633"/>
                </a:cubicBezTo>
                <a:cubicBezTo>
                  <a:pt x="1491299" y="1381633"/>
                  <a:pt x="1479806" y="1370138"/>
                  <a:pt x="1479806" y="1355974"/>
                </a:cubicBezTo>
                <a:cubicBezTo>
                  <a:pt x="1479806" y="1341810"/>
                  <a:pt x="1491299" y="1330315"/>
                  <a:pt x="1505464" y="1330315"/>
                </a:cubicBezTo>
                <a:close/>
                <a:moveTo>
                  <a:pt x="1441258" y="1330315"/>
                </a:moveTo>
                <a:cubicBezTo>
                  <a:pt x="1455430" y="1330315"/>
                  <a:pt x="1466917" y="1341803"/>
                  <a:pt x="1466917" y="1355974"/>
                </a:cubicBezTo>
                <a:cubicBezTo>
                  <a:pt x="1466917" y="1370145"/>
                  <a:pt x="1455430" y="1381633"/>
                  <a:pt x="1441258" y="1381633"/>
                </a:cubicBezTo>
                <a:cubicBezTo>
                  <a:pt x="1427087" y="1381633"/>
                  <a:pt x="1415599" y="1370145"/>
                  <a:pt x="1415599" y="1355974"/>
                </a:cubicBezTo>
                <a:cubicBezTo>
                  <a:pt x="1415599" y="1341803"/>
                  <a:pt x="1427087" y="1330315"/>
                  <a:pt x="1441258" y="1330315"/>
                </a:cubicBezTo>
                <a:close/>
                <a:moveTo>
                  <a:pt x="1377053" y="1330315"/>
                </a:moveTo>
                <a:cubicBezTo>
                  <a:pt x="1391224" y="1330315"/>
                  <a:pt x="1402712" y="1341803"/>
                  <a:pt x="1402712" y="1355974"/>
                </a:cubicBezTo>
                <a:cubicBezTo>
                  <a:pt x="1402712" y="1370145"/>
                  <a:pt x="1391224" y="1381633"/>
                  <a:pt x="1377053" y="1381633"/>
                </a:cubicBezTo>
                <a:cubicBezTo>
                  <a:pt x="1362882" y="1381633"/>
                  <a:pt x="1351395" y="1370145"/>
                  <a:pt x="1351395" y="1355974"/>
                </a:cubicBezTo>
                <a:cubicBezTo>
                  <a:pt x="1351395" y="1341803"/>
                  <a:pt x="1362882" y="1330315"/>
                  <a:pt x="1377053" y="1330315"/>
                </a:cubicBezTo>
                <a:close/>
                <a:moveTo>
                  <a:pt x="1184437" y="1330315"/>
                </a:moveTo>
                <a:cubicBezTo>
                  <a:pt x="1198602" y="1330315"/>
                  <a:pt x="1210096" y="1341810"/>
                  <a:pt x="1210096" y="1355974"/>
                </a:cubicBezTo>
                <a:cubicBezTo>
                  <a:pt x="1210096" y="1370138"/>
                  <a:pt x="1198602" y="1381633"/>
                  <a:pt x="1184437" y="1381633"/>
                </a:cubicBezTo>
                <a:cubicBezTo>
                  <a:pt x="1170273" y="1381633"/>
                  <a:pt x="1158780" y="1370138"/>
                  <a:pt x="1158780" y="1355974"/>
                </a:cubicBezTo>
                <a:cubicBezTo>
                  <a:pt x="1158780" y="1341810"/>
                  <a:pt x="1170273" y="1330315"/>
                  <a:pt x="1184437" y="1330315"/>
                </a:cubicBezTo>
                <a:close/>
                <a:moveTo>
                  <a:pt x="1056027" y="1330315"/>
                </a:moveTo>
                <a:cubicBezTo>
                  <a:pt x="1070199" y="1330315"/>
                  <a:pt x="1081685" y="1341803"/>
                  <a:pt x="1081685" y="1355974"/>
                </a:cubicBezTo>
                <a:cubicBezTo>
                  <a:pt x="1081685" y="1370145"/>
                  <a:pt x="1070199" y="1381633"/>
                  <a:pt x="1056027" y="1381633"/>
                </a:cubicBezTo>
                <a:cubicBezTo>
                  <a:pt x="1041857" y="1381633"/>
                  <a:pt x="1030369" y="1370145"/>
                  <a:pt x="1030369" y="1355974"/>
                </a:cubicBezTo>
                <a:cubicBezTo>
                  <a:pt x="1030369" y="1341803"/>
                  <a:pt x="1041857" y="1330315"/>
                  <a:pt x="1056027" y="1330315"/>
                </a:cubicBezTo>
                <a:close/>
                <a:moveTo>
                  <a:pt x="991823" y="1330315"/>
                </a:moveTo>
                <a:cubicBezTo>
                  <a:pt x="1005993" y="1330315"/>
                  <a:pt x="1017481" y="1341803"/>
                  <a:pt x="1017481" y="1355974"/>
                </a:cubicBezTo>
                <a:cubicBezTo>
                  <a:pt x="1017481" y="1370145"/>
                  <a:pt x="1005993" y="1381633"/>
                  <a:pt x="991823" y="1381633"/>
                </a:cubicBezTo>
                <a:cubicBezTo>
                  <a:pt x="977652" y="1381633"/>
                  <a:pt x="966162" y="1370145"/>
                  <a:pt x="966162" y="1355974"/>
                </a:cubicBezTo>
                <a:cubicBezTo>
                  <a:pt x="966162" y="1341803"/>
                  <a:pt x="977652" y="1330315"/>
                  <a:pt x="991823" y="1330315"/>
                </a:cubicBezTo>
                <a:close/>
                <a:moveTo>
                  <a:pt x="927616" y="1330315"/>
                </a:moveTo>
                <a:cubicBezTo>
                  <a:pt x="941781" y="1330315"/>
                  <a:pt x="953275" y="1341810"/>
                  <a:pt x="953275" y="1355974"/>
                </a:cubicBezTo>
                <a:cubicBezTo>
                  <a:pt x="953275" y="1370138"/>
                  <a:pt x="941781" y="1381633"/>
                  <a:pt x="927616" y="1381633"/>
                </a:cubicBezTo>
                <a:cubicBezTo>
                  <a:pt x="913452" y="1381633"/>
                  <a:pt x="901957" y="1370138"/>
                  <a:pt x="901957" y="1355974"/>
                </a:cubicBezTo>
                <a:cubicBezTo>
                  <a:pt x="901957" y="1341810"/>
                  <a:pt x="913452" y="1330315"/>
                  <a:pt x="927616" y="1330315"/>
                </a:cubicBezTo>
                <a:close/>
                <a:moveTo>
                  <a:pt x="863411" y="1330315"/>
                </a:moveTo>
                <a:cubicBezTo>
                  <a:pt x="877576" y="1330315"/>
                  <a:pt x="889071" y="1341810"/>
                  <a:pt x="889071" y="1355974"/>
                </a:cubicBezTo>
                <a:cubicBezTo>
                  <a:pt x="889071" y="1370138"/>
                  <a:pt x="877576" y="1381633"/>
                  <a:pt x="863411" y="1381633"/>
                </a:cubicBezTo>
                <a:cubicBezTo>
                  <a:pt x="849248" y="1381633"/>
                  <a:pt x="837752" y="1370138"/>
                  <a:pt x="837752" y="1355974"/>
                </a:cubicBezTo>
                <a:cubicBezTo>
                  <a:pt x="837752" y="1341810"/>
                  <a:pt x="849248" y="1330315"/>
                  <a:pt x="863411" y="1330315"/>
                </a:cubicBezTo>
                <a:close/>
                <a:moveTo>
                  <a:pt x="606475" y="1330315"/>
                </a:moveTo>
                <a:cubicBezTo>
                  <a:pt x="620639" y="1330315"/>
                  <a:pt x="632134" y="1341810"/>
                  <a:pt x="632134" y="1355974"/>
                </a:cubicBezTo>
                <a:cubicBezTo>
                  <a:pt x="632134" y="1370138"/>
                  <a:pt x="620639" y="1381633"/>
                  <a:pt x="606475" y="1381633"/>
                </a:cubicBezTo>
                <a:cubicBezTo>
                  <a:pt x="592310" y="1381633"/>
                  <a:pt x="580815" y="1370138"/>
                  <a:pt x="580815" y="1355974"/>
                </a:cubicBezTo>
                <a:cubicBezTo>
                  <a:pt x="580815" y="1341810"/>
                  <a:pt x="592310" y="1330315"/>
                  <a:pt x="606475" y="1330315"/>
                </a:cubicBezTo>
                <a:close/>
                <a:moveTo>
                  <a:pt x="542268" y="1330315"/>
                </a:moveTo>
                <a:cubicBezTo>
                  <a:pt x="556433" y="1330315"/>
                  <a:pt x="567927" y="1341810"/>
                  <a:pt x="567927" y="1355974"/>
                </a:cubicBezTo>
                <a:cubicBezTo>
                  <a:pt x="567927" y="1370138"/>
                  <a:pt x="556433" y="1381633"/>
                  <a:pt x="542268" y="1381633"/>
                </a:cubicBezTo>
                <a:cubicBezTo>
                  <a:pt x="528104" y="1381633"/>
                  <a:pt x="516610" y="1370138"/>
                  <a:pt x="516610" y="1355974"/>
                </a:cubicBezTo>
                <a:cubicBezTo>
                  <a:pt x="516610" y="1341810"/>
                  <a:pt x="528104" y="1330315"/>
                  <a:pt x="542268" y="1330315"/>
                </a:cubicBezTo>
                <a:close/>
                <a:moveTo>
                  <a:pt x="478063" y="1330315"/>
                </a:moveTo>
                <a:cubicBezTo>
                  <a:pt x="492228" y="1330315"/>
                  <a:pt x="503724" y="1341810"/>
                  <a:pt x="503724" y="1355974"/>
                </a:cubicBezTo>
                <a:cubicBezTo>
                  <a:pt x="503724" y="1370138"/>
                  <a:pt x="492228" y="1381633"/>
                  <a:pt x="478063" y="1381633"/>
                </a:cubicBezTo>
                <a:cubicBezTo>
                  <a:pt x="463900" y="1381633"/>
                  <a:pt x="452404" y="1370138"/>
                  <a:pt x="452404" y="1355974"/>
                </a:cubicBezTo>
                <a:cubicBezTo>
                  <a:pt x="452404" y="1341810"/>
                  <a:pt x="463900" y="1330315"/>
                  <a:pt x="478063" y="1330315"/>
                </a:cubicBezTo>
                <a:close/>
                <a:moveTo>
                  <a:pt x="413858" y="1330315"/>
                </a:moveTo>
                <a:cubicBezTo>
                  <a:pt x="428023" y="1330315"/>
                  <a:pt x="439517" y="1341810"/>
                  <a:pt x="439517" y="1355974"/>
                </a:cubicBezTo>
                <a:cubicBezTo>
                  <a:pt x="439517" y="1370138"/>
                  <a:pt x="428023" y="1381633"/>
                  <a:pt x="413858" y="1381633"/>
                </a:cubicBezTo>
                <a:cubicBezTo>
                  <a:pt x="399694" y="1381633"/>
                  <a:pt x="388200" y="1370138"/>
                  <a:pt x="388200" y="1355974"/>
                </a:cubicBezTo>
                <a:cubicBezTo>
                  <a:pt x="388200" y="1341810"/>
                  <a:pt x="399694" y="1330315"/>
                  <a:pt x="413858" y="1330315"/>
                </a:cubicBezTo>
                <a:close/>
                <a:moveTo>
                  <a:pt x="346686" y="1330315"/>
                </a:moveTo>
                <a:cubicBezTo>
                  <a:pt x="360849" y="1330315"/>
                  <a:pt x="372344" y="1341810"/>
                  <a:pt x="372344" y="1355974"/>
                </a:cubicBezTo>
                <a:cubicBezTo>
                  <a:pt x="372344" y="1370138"/>
                  <a:pt x="360849" y="1381633"/>
                  <a:pt x="346686" y="1381633"/>
                </a:cubicBezTo>
                <a:cubicBezTo>
                  <a:pt x="332520" y="1381633"/>
                  <a:pt x="321027" y="1370138"/>
                  <a:pt x="321027" y="1355974"/>
                </a:cubicBezTo>
                <a:cubicBezTo>
                  <a:pt x="321027" y="1341810"/>
                  <a:pt x="332520" y="1330315"/>
                  <a:pt x="346686" y="1330315"/>
                </a:cubicBezTo>
                <a:close/>
                <a:moveTo>
                  <a:pt x="218274" y="1330315"/>
                </a:moveTo>
                <a:cubicBezTo>
                  <a:pt x="232438" y="1330315"/>
                  <a:pt x="243932" y="1341810"/>
                  <a:pt x="243932" y="1355974"/>
                </a:cubicBezTo>
                <a:cubicBezTo>
                  <a:pt x="243932" y="1370138"/>
                  <a:pt x="232438" y="1381633"/>
                  <a:pt x="218274" y="1381633"/>
                </a:cubicBezTo>
                <a:cubicBezTo>
                  <a:pt x="204109" y="1381633"/>
                  <a:pt x="192615" y="1370138"/>
                  <a:pt x="192615" y="1355974"/>
                </a:cubicBezTo>
                <a:cubicBezTo>
                  <a:pt x="192615" y="1341810"/>
                  <a:pt x="204109" y="1330315"/>
                  <a:pt x="218274" y="1330315"/>
                </a:cubicBezTo>
                <a:close/>
                <a:moveTo>
                  <a:pt x="25659" y="1330315"/>
                </a:moveTo>
                <a:cubicBezTo>
                  <a:pt x="39829" y="1330315"/>
                  <a:pt x="51317" y="1341803"/>
                  <a:pt x="51317" y="1355974"/>
                </a:cubicBezTo>
                <a:cubicBezTo>
                  <a:pt x="51317" y="1370145"/>
                  <a:pt x="39829" y="1381633"/>
                  <a:pt x="25659" y="1381633"/>
                </a:cubicBezTo>
                <a:cubicBezTo>
                  <a:pt x="11488" y="1381633"/>
                  <a:pt x="0" y="1370145"/>
                  <a:pt x="0" y="1355974"/>
                </a:cubicBezTo>
                <a:cubicBezTo>
                  <a:pt x="0" y="1341803"/>
                  <a:pt x="11488" y="1330315"/>
                  <a:pt x="25659" y="1330315"/>
                </a:cubicBezTo>
                <a:close/>
                <a:moveTo>
                  <a:pt x="11646697" y="1275862"/>
                </a:moveTo>
                <a:cubicBezTo>
                  <a:pt x="11653779" y="1275979"/>
                  <a:pt x="11659583" y="1281667"/>
                  <a:pt x="11659583" y="1288750"/>
                </a:cubicBezTo>
                <a:cubicBezTo>
                  <a:pt x="11659583" y="1295833"/>
                  <a:pt x="11653893" y="1301638"/>
                  <a:pt x="11646697" y="1301638"/>
                </a:cubicBezTo>
                <a:cubicBezTo>
                  <a:pt x="11639613" y="1301638"/>
                  <a:pt x="11633809" y="1295948"/>
                  <a:pt x="11633809" y="1288750"/>
                </a:cubicBezTo>
                <a:cubicBezTo>
                  <a:pt x="11633809" y="1281667"/>
                  <a:pt x="11639499" y="1275862"/>
                  <a:pt x="11646697" y="1275862"/>
                </a:cubicBezTo>
                <a:close/>
                <a:moveTo>
                  <a:pt x="11068848" y="1275862"/>
                </a:moveTo>
                <a:cubicBezTo>
                  <a:pt x="11075966" y="1275862"/>
                  <a:pt x="11081736" y="1281632"/>
                  <a:pt x="11081736" y="1288750"/>
                </a:cubicBezTo>
                <a:cubicBezTo>
                  <a:pt x="11081736" y="1295868"/>
                  <a:pt x="11075966" y="1301638"/>
                  <a:pt x="11068848" y="1301638"/>
                </a:cubicBezTo>
                <a:cubicBezTo>
                  <a:pt x="11061732" y="1301638"/>
                  <a:pt x="11055962" y="1295868"/>
                  <a:pt x="11055962" y="1288750"/>
                </a:cubicBezTo>
                <a:cubicBezTo>
                  <a:pt x="11055962" y="1281632"/>
                  <a:pt x="11061732" y="1275862"/>
                  <a:pt x="11068848" y="1275862"/>
                </a:cubicBezTo>
                <a:close/>
                <a:moveTo>
                  <a:pt x="10811912" y="1275862"/>
                </a:moveTo>
                <a:cubicBezTo>
                  <a:pt x="10819028" y="1275862"/>
                  <a:pt x="10824798" y="1281632"/>
                  <a:pt x="10824798" y="1288750"/>
                </a:cubicBezTo>
                <a:cubicBezTo>
                  <a:pt x="10824798" y="1295868"/>
                  <a:pt x="10819028" y="1301638"/>
                  <a:pt x="10811912" y="1301638"/>
                </a:cubicBezTo>
                <a:cubicBezTo>
                  <a:pt x="10804794" y="1301638"/>
                  <a:pt x="10799024" y="1295868"/>
                  <a:pt x="10799024" y="1288750"/>
                </a:cubicBezTo>
                <a:cubicBezTo>
                  <a:pt x="10799024" y="1281632"/>
                  <a:pt x="10804794" y="1275862"/>
                  <a:pt x="10811912" y="1275862"/>
                </a:cubicBezTo>
                <a:close/>
                <a:moveTo>
                  <a:pt x="10747708" y="1275862"/>
                </a:moveTo>
                <a:cubicBezTo>
                  <a:pt x="10754824" y="1275862"/>
                  <a:pt x="10760593" y="1281632"/>
                  <a:pt x="10760593" y="1288750"/>
                </a:cubicBezTo>
                <a:cubicBezTo>
                  <a:pt x="10760593" y="1295868"/>
                  <a:pt x="10754824" y="1301638"/>
                  <a:pt x="10747708" y="1301638"/>
                </a:cubicBezTo>
                <a:cubicBezTo>
                  <a:pt x="10740589" y="1301638"/>
                  <a:pt x="10734820" y="1295868"/>
                  <a:pt x="10734820" y="1288750"/>
                </a:cubicBezTo>
                <a:cubicBezTo>
                  <a:pt x="10734820" y="1281632"/>
                  <a:pt x="10740589" y="1275862"/>
                  <a:pt x="10747708" y="1275862"/>
                </a:cubicBezTo>
                <a:close/>
                <a:moveTo>
                  <a:pt x="9912920" y="1275862"/>
                </a:moveTo>
                <a:cubicBezTo>
                  <a:pt x="9920039" y="1275862"/>
                  <a:pt x="9925808" y="1281632"/>
                  <a:pt x="9925808" y="1288750"/>
                </a:cubicBezTo>
                <a:cubicBezTo>
                  <a:pt x="9925808" y="1295868"/>
                  <a:pt x="9920039" y="1301638"/>
                  <a:pt x="9912920" y="1301638"/>
                </a:cubicBezTo>
                <a:cubicBezTo>
                  <a:pt x="9905804" y="1301638"/>
                  <a:pt x="9900035" y="1295868"/>
                  <a:pt x="9900035" y="1288750"/>
                </a:cubicBezTo>
                <a:cubicBezTo>
                  <a:pt x="9900035" y="1281632"/>
                  <a:pt x="9905804" y="1275862"/>
                  <a:pt x="9912920" y="1275862"/>
                </a:cubicBezTo>
                <a:close/>
                <a:moveTo>
                  <a:pt x="9784512" y="1275862"/>
                </a:moveTo>
                <a:cubicBezTo>
                  <a:pt x="9791593" y="1275979"/>
                  <a:pt x="9797400" y="1281667"/>
                  <a:pt x="9797400" y="1288750"/>
                </a:cubicBezTo>
                <a:cubicBezTo>
                  <a:pt x="9797400" y="1295833"/>
                  <a:pt x="9791711" y="1301638"/>
                  <a:pt x="9784512" y="1301638"/>
                </a:cubicBezTo>
                <a:cubicBezTo>
                  <a:pt x="9777428" y="1301638"/>
                  <a:pt x="9771624" y="1295948"/>
                  <a:pt x="9771624" y="1288750"/>
                </a:cubicBezTo>
                <a:cubicBezTo>
                  <a:pt x="9771624" y="1281667"/>
                  <a:pt x="9777313" y="1275862"/>
                  <a:pt x="9784512" y="1275862"/>
                </a:cubicBezTo>
                <a:close/>
                <a:moveTo>
                  <a:pt x="8307675" y="1275862"/>
                </a:moveTo>
                <a:cubicBezTo>
                  <a:pt x="8314791" y="1275862"/>
                  <a:pt x="8320560" y="1281632"/>
                  <a:pt x="8320560" y="1288750"/>
                </a:cubicBezTo>
                <a:cubicBezTo>
                  <a:pt x="8320560" y="1295868"/>
                  <a:pt x="8314791" y="1301638"/>
                  <a:pt x="8307675" y="1301638"/>
                </a:cubicBezTo>
                <a:cubicBezTo>
                  <a:pt x="8300556" y="1301638"/>
                  <a:pt x="8294787" y="1295868"/>
                  <a:pt x="8294787" y="1288750"/>
                </a:cubicBezTo>
                <a:cubicBezTo>
                  <a:pt x="8294787" y="1281632"/>
                  <a:pt x="8300556" y="1275862"/>
                  <a:pt x="8307675" y="1275862"/>
                </a:cubicBezTo>
                <a:close/>
                <a:moveTo>
                  <a:pt x="7344479" y="1275862"/>
                </a:moveTo>
                <a:cubicBezTo>
                  <a:pt x="7351560" y="1275979"/>
                  <a:pt x="7357367" y="1281667"/>
                  <a:pt x="7357367" y="1288750"/>
                </a:cubicBezTo>
                <a:cubicBezTo>
                  <a:pt x="7357367" y="1295833"/>
                  <a:pt x="7351678" y="1301638"/>
                  <a:pt x="7344479" y="1301638"/>
                </a:cubicBezTo>
                <a:cubicBezTo>
                  <a:pt x="7337395" y="1301638"/>
                  <a:pt x="7331591" y="1295948"/>
                  <a:pt x="7331591" y="1288750"/>
                </a:cubicBezTo>
                <a:cubicBezTo>
                  <a:pt x="7331591" y="1281667"/>
                  <a:pt x="7337280" y="1275862"/>
                  <a:pt x="7344479" y="1275862"/>
                </a:cubicBezTo>
                <a:close/>
                <a:moveTo>
                  <a:pt x="7280274" y="1275862"/>
                </a:moveTo>
                <a:cubicBezTo>
                  <a:pt x="7287355" y="1275979"/>
                  <a:pt x="7293160" y="1281667"/>
                  <a:pt x="7293160" y="1288750"/>
                </a:cubicBezTo>
                <a:cubicBezTo>
                  <a:pt x="7293160" y="1295833"/>
                  <a:pt x="7287470" y="1301638"/>
                  <a:pt x="7280274" y="1301638"/>
                </a:cubicBezTo>
                <a:cubicBezTo>
                  <a:pt x="7273190" y="1301638"/>
                  <a:pt x="7267386" y="1295948"/>
                  <a:pt x="7267386" y="1288750"/>
                </a:cubicBezTo>
                <a:cubicBezTo>
                  <a:pt x="7267386" y="1281667"/>
                  <a:pt x="7273075" y="1275862"/>
                  <a:pt x="7280274" y="1275862"/>
                </a:cubicBezTo>
                <a:close/>
                <a:moveTo>
                  <a:pt x="6830836" y="1275862"/>
                </a:moveTo>
                <a:cubicBezTo>
                  <a:pt x="6837954" y="1275862"/>
                  <a:pt x="6843724" y="1281632"/>
                  <a:pt x="6843724" y="1288750"/>
                </a:cubicBezTo>
                <a:cubicBezTo>
                  <a:pt x="6843724" y="1295868"/>
                  <a:pt x="6837954" y="1301638"/>
                  <a:pt x="6830836" y="1301638"/>
                </a:cubicBezTo>
                <a:cubicBezTo>
                  <a:pt x="6823720" y="1301638"/>
                  <a:pt x="6817948" y="1295868"/>
                  <a:pt x="6817948" y="1288750"/>
                </a:cubicBezTo>
                <a:cubicBezTo>
                  <a:pt x="6817948" y="1281632"/>
                  <a:pt x="6823720" y="1275862"/>
                  <a:pt x="6830836" y="1275862"/>
                </a:cubicBezTo>
                <a:close/>
                <a:moveTo>
                  <a:pt x="6766631" y="1275862"/>
                </a:moveTo>
                <a:cubicBezTo>
                  <a:pt x="6773750" y="1275862"/>
                  <a:pt x="6779519" y="1281632"/>
                  <a:pt x="6779519" y="1288750"/>
                </a:cubicBezTo>
                <a:cubicBezTo>
                  <a:pt x="6779519" y="1295868"/>
                  <a:pt x="6773750" y="1301638"/>
                  <a:pt x="6766631" y="1301638"/>
                </a:cubicBezTo>
                <a:cubicBezTo>
                  <a:pt x="6759513" y="1301638"/>
                  <a:pt x="6753743" y="1295868"/>
                  <a:pt x="6753743" y="1288750"/>
                </a:cubicBezTo>
                <a:cubicBezTo>
                  <a:pt x="6753743" y="1281632"/>
                  <a:pt x="6759513" y="1275862"/>
                  <a:pt x="6766631" y="1275862"/>
                </a:cubicBezTo>
                <a:close/>
                <a:moveTo>
                  <a:pt x="6573900" y="1275862"/>
                </a:moveTo>
                <a:cubicBezTo>
                  <a:pt x="6581099" y="1275979"/>
                  <a:pt x="6586788" y="1281667"/>
                  <a:pt x="6586788" y="1288750"/>
                </a:cubicBezTo>
                <a:cubicBezTo>
                  <a:pt x="6586788" y="1295833"/>
                  <a:pt x="6581099" y="1301638"/>
                  <a:pt x="6573900" y="1301638"/>
                </a:cubicBezTo>
                <a:cubicBezTo>
                  <a:pt x="6566819" y="1301638"/>
                  <a:pt x="6561013" y="1295948"/>
                  <a:pt x="6561013" y="1288750"/>
                </a:cubicBezTo>
                <a:cubicBezTo>
                  <a:pt x="6561013" y="1281667"/>
                  <a:pt x="6566702" y="1275862"/>
                  <a:pt x="6573900" y="1275862"/>
                </a:cubicBezTo>
                <a:close/>
                <a:moveTo>
                  <a:pt x="5936092" y="1275862"/>
                </a:moveTo>
                <a:cubicBezTo>
                  <a:pt x="5943173" y="1275979"/>
                  <a:pt x="5948981" y="1281667"/>
                  <a:pt x="5948981" y="1288750"/>
                </a:cubicBezTo>
                <a:cubicBezTo>
                  <a:pt x="5948981" y="1295833"/>
                  <a:pt x="5943292" y="1301638"/>
                  <a:pt x="5936092" y="1301638"/>
                </a:cubicBezTo>
                <a:cubicBezTo>
                  <a:pt x="5929009" y="1301638"/>
                  <a:pt x="5923204" y="1295948"/>
                  <a:pt x="5923204" y="1288750"/>
                </a:cubicBezTo>
                <a:cubicBezTo>
                  <a:pt x="5923204" y="1281667"/>
                  <a:pt x="5928894" y="1275862"/>
                  <a:pt x="5936092" y="1275862"/>
                </a:cubicBezTo>
                <a:close/>
                <a:moveTo>
                  <a:pt x="5358245" y="1275862"/>
                </a:moveTo>
                <a:cubicBezTo>
                  <a:pt x="5365362" y="1275862"/>
                  <a:pt x="5371133" y="1281632"/>
                  <a:pt x="5371133" y="1288750"/>
                </a:cubicBezTo>
                <a:cubicBezTo>
                  <a:pt x="5371133" y="1295868"/>
                  <a:pt x="5365362" y="1301638"/>
                  <a:pt x="5358245" y="1301638"/>
                </a:cubicBezTo>
                <a:cubicBezTo>
                  <a:pt x="5351129" y="1301638"/>
                  <a:pt x="5345357" y="1295868"/>
                  <a:pt x="5345357" y="1288750"/>
                </a:cubicBezTo>
                <a:cubicBezTo>
                  <a:pt x="5345357" y="1281632"/>
                  <a:pt x="5351129" y="1275862"/>
                  <a:pt x="5358245" y="1275862"/>
                </a:cubicBezTo>
                <a:close/>
                <a:moveTo>
                  <a:pt x="5101308" y="1275862"/>
                </a:moveTo>
                <a:cubicBezTo>
                  <a:pt x="5108427" y="1275862"/>
                  <a:pt x="5114194" y="1281632"/>
                  <a:pt x="5114194" y="1288750"/>
                </a:cubicBezTo>
                <a:cubicBezTo>
                  <a:pt x="5114194" y="1295868"/>
                  <a:pt x="5108426" y="1301638"/>
                  <a:pt x="5101308" y="1301638"/>
                </a:cubicBezTo>
                <a:cubicBezTo>
                  <a:pt x="5094190" y="1301638"/>
                  <a:pt x="5088421" y="1295868"/>
                  <a:pt x="5088421" y="1288750"/>
                </a:cubicBezTo>
                <a:cubicBezTo>
                  <a:pt x="5088421" y="1281632"/>
                  <a:pt x="5094191" y="1275862"/>
                  <a:pt x="5101308" y="1275862"/>
                </a:cubicBezTo>
                <a:close/>
                <a:moveTo>
                  <a:pt x="5037104" y="1275862"/>
                </a:moveTo>
                <a:cubicBezTo>
                  <a:pt x="5044220" y="1275862"/>
                  <a:pt x="5049991" y="1281632"/>
                  <a:pt x="5049991" y="1288750"/>
                </a:cubicBezTo>
                <a:cubicBezTo>
                  <a:pt x="5049991" y="1295868"/>
                  <a:pt x="5044220" y="1301638"/>
                  <a:pt x="5037104" y="1301638"/>
                </a:cubicBezTo>
                <a:cubicBezTo>
                  <a:pt x="5029986" y="1301638"/>
                  <a:pt x="5024216" y="1295868"/>
                  <a:pt x="5024216" y="1288750"/>
                </a:cubicBezTo>
                <a:cubicBezTo>
                  <a:pt x="5024216" y="1281632"/>
                  <a:pt x="5029986" y="1275862"/>
                  <a:pt x="5037104" y="1275862"/>
                </a:cubicBezTo>
                <a:close/>
                <a:moveTo>
                  <a:pt x="4202317" y="1275862"/>
                </a:moveTo>
                <a:cubicBezTo>
                  <a:pt x="4209435" y="1275862"/>
                  <a:pt x="4215205" y="1281632"/>
                  <a:pt x="4215205" y="1288750"/>
                </a:cubicBezTo>
                <a:cubicBezTo>
                  <a:pt x="4215205" y="1295868"/>
                  <a:pt x="4209435" y="1301638"/>
                  <a:pt x="4202317" y="1301638"/>
                </a:cubicBezTo>
                <a:cubicBezTo>
                  <a:pt x="4195200" y="1301638"/>
                  <a:pt x="4189431" y="1295868"/>
                  <a:pt x="4189431" y="1288750"/>
                </a:cubicBezTo>
                <a:cubicBezTo>
                  <a:pt x="4189431" y="1281632"/>
                  <a:pt x="4195201" y="1275862"/>
                  <a:pt x="4202317" y="1275862"/>
                </a:cubicBezTo>
                <a:close/>
                <a:moveTo>
                  <a:pt x="4073908" y="1275862"/>
                </a:moveTo>
                <a:cubicBezTo>
                  <a:pt x="4080990" y="1275979"/>
                  <a:pt x="4086795" y="1281667"/>
                  <a:pt x="4086795" y="1288750"/>
                </a:cubicBezTo>
                <a:cubicBezTo>
                  <a:pt x="4086795" y="1295833"/>
                  <a:pt x="4081105" y="1301638"/>
                  <a:pt x="4073908" y="1301638"/>
                </a:cubicBezTo>
                <a:cubicBezTo>
                  <a:pt x="4066826" y="1301638"/>
                  <a:pt x="4061020" y="1295948"/>
                  <a:pt x="4061020" y="1288750"/>
                </a:cubicBezTo>
                <a:cubicBezTo>
                  <a:pt x="4061020" y="1281667"/>
                  <a:pt x="4066709" y="1275862"/>
                  <a:pt x="4073908" y="1275862"/>
                </a:cubicBezTo>
                <a:close/>
                <a:moveTo>
                  <a:pt x="2597069" y="1275862"/>
                </a:moveTo>
                <a:cubicBezTo>
                  <a:pt x="2604187" y="1275862"/>
                  <a:pt x="2609957" y="1281632"/>
                  <a:pt x="2609957" y="1288750"/>
                </a:cubicBezTo>
                <a:cubicBezTo>
                  <a:pt x="2609957" y="1295868"/>
                  <a:pt x="2604187" y="1301638"/>
                  <a:pt x="2597069" y="1301638"/>
                </a:cubicBezTo>
                <a:cubicBezTo>
                  <a:pt x="2589952" y="1301638"/>
                  <a:pt x="2584182" y="1295868"/>
                  <a:pt x="2584182" y="1288750"/>
                </a:cubicBezTo>
                <a:cubicBezTo>
                  <a:pt x="2584182" y="1281632"/>
                  <a:pt x="2589952" y="1275862"/>
                  <a:pt x="2597069" y="1275862"/>
                </a:cubicBezTo>
                <a:close/>
                <a:moveTo>
                  <a:pt x="1633875" y="1275862"/>
                </a:moveTo>
                <a:cubicBezTo>
                  <a:pt x="1640957" y="1275979"/>
                  <a:pt x="1646762" y="1281667"/>
                  <a:pt x="1646762" y="1288750"/>
                </a:cubicBezTo>
                <a:cubicBezTo>
                  <a:pt x="1646762" y="1295833"/>
                  <a:pt x="1641073" y="1301638"/>
                  <a:pt x="1633875" y="1301638"/>
                </a:cubicBezTo>
                <a:cubicBezTo>
                  <a:pt x="1626792" y="1301638"/>
                  <a:pt x="1620987" y="1295948"/>
                  <a:pt x="1620987" y="1288750"/>
                </a:cubicBezTo>
                <a:cubicBezTo>
                  <a:pt x="1620987" y="1281667"/>
                  <a:pt x="1626676" y="1275862"/>
                  <a:pt x="1633875" y="1275862"/>
                </a:cubicBezTo>
                <a:close/>
                <a:moveTo>
                  <a:pt x="1569669" y="1275862"/>
                </a:moveTo>
                <a:cubicBezTo>
                  <a:pt x="1576752" y="1275979"/>
                  <a:pt x="1582557" y="1281667"/>
                  <a:pt x="1582557" y="1288750"/>
                </a:cubicBezTo>
                <a:cubicBezTo>
                  <a:pt x="1582557" y="1295833"/>
                  <a:pt x="1576867" y="1301638"/>
                  <a:pt x="1569669" y="1301638"/>
                </a:cubicBezTo>
                <a:cubicBezTo>
                  <a:pt x="1562587" y="1301638"/>
                  <a:pt x="1556782" y="1295948"/>
                  <a:pt x="1556782" y="1288750"/>
                </a:cubicBezTo>
                <a:cubicBezTo>
                  <a:pt x="1556782" y="1281667"/>
                  <a:pt x="1562471" y="1275862"/>
                  <a:pt x="1569669" y="1275862"/>
                </a:cubicBezTo>
                <a:close/>
                <a:moveTo>
                  <a:pt x="1120233" y="1275862"/>
                </a:moveTo>
                <a:cubicBezTo>
                  <a:pt x="1127350" y="1275862"/>
                  <a:pt x="1133121" y="1281632"/>
                  <a:pt x="1133121" y="1288750"/>
                </a:cubicBezTo>
                <a:cubicBezTo>
                  <a:pt x="1133121" y="1295868"/>
                  <a:pt x="1127350" y="1301638"/>
                  <a:pt x="1120233" y="1301638"/>
                </a:cubicBezTo>
                <a:cubicBezTo>
                  <a:pt x="1113116" y="1301638"/>
                  <a:pt x="1107345" y="1295868"/>
                  <a:pt x="1107345" y="1288750"/>
                </a:cubicBezTo>
                <a:cubicBezTo>
                  <a:pt x="1107345" y="1281632"/>
                  <a:pt x="1113116" y="1275862"/>
                  <a:pt x="1120233" y="1275862"/>
                </a:cubicBezTo>
                <a:close/>
                <a:moveTo>
                  <a:pt x="1056027" y="1275862"/>
                </a:moveTo>
                <a:cubicBezTo>
                  <a:pt x="1063146" y="1275862"/>
                  <a:pt x="1068914" y="1281632"/>
                  <a:pt x="1068914" y="1288750"/>
                </a:cubicBezTo>
                <a:cubicBezTo>
                  <a:pt x="1068914" y="1295868"/>
                  <a:pt x="1063146" y="1301638"/>
                  <a:pt x="1056027" y="1301638"/>
                </a:cubicBezTo>
                <a:cubicBezTo>
                  <a:pt x="1048910" y="1301638"/>
                  <a:pt x="1043139" y="1295868"/>
                  <a:pt x="1043139" y="1288750"/>
                </a:cubicBezTo>
                <a:cubicBezTo>
                  <a:pt x="1043139" y="1281632"/>
                  <a:pt x="1048910" y="1275862"/>
                  <a:pt x="1056027" y="1275862"/>
                </a:cubicBezTo>
                <a:close/>
                <a:moveTo>
                  <a:pt x="863296" y="1275862"/>
                </a:moveTo>
                <a:cubicBezTo>
                  <a:pt x="870496" y="1275979"/>
                  <a:pt x="876184" y="1281667"/>
                  <a:pt x="876184" y="1288750"/>
                </a:cubicBezTo>
                <a:cubicBezTo>
                  <a:pt x="876184" y="1295833"/>
                  <a:pt x="870496" y="1301638"/>
                  <a:pt x="863296" y="1301638"/>
                </a:cubicBezTo>
                <a:cubicBezTo>
                  <a:pt x="856215" y="1301638"/>
                  <a:pt x="850407" y="1295948"/>
                  <a:pt x="850407" y="1288750"/>
                </a:cubicBezTo>
                <a:cubicBezTo>
                  <a:pt x="850407" y="1281667"/>
                  <a:pt x="856098" y="1275862"/>
                  <a:pt x="863296" y="1275862"/>
                </a:cubicBezTo>
                <a:close/>
                <a:moveTo>
                  <a:pt x="218274" y="1275862"/>
                </a:moveTo>
                <a:cubicBezTo>
                  <a:pt x="225357" y="1275979"/>
                  <a:pt x="231162" y="1281667"/>
                  <a:pt x="231162" y="1288750"/>
                </a:cubicBezTo>
                <a:cubicBezTo>
                  <a:pt x="231162" y="1295833"/>
                  <a:pt x="225473" y="1301638"/>
                  <a:pt x="218274" y="1301638"/>
                </a:cubicBezTo>
                <a:cubicBezTo>
                  <a:pt x="211191" y="1301638"/>
                  <a:pt x="205386" y="1295948"/>
                  <a:pt x="205386" y="1288750"/>
                </a:cubicBezTo>
                <a:cubicBezTo>
                  <a:pt x="205386" y="1281667"/>
                  <a:pt x="211076" y="1275862"/>
                  <a:pt x="218274" y="1275862"/>
                </a:cubicBezTo>
                <a:close/>
                <a:moveTo>
                  <a:pt x="12034897" y="1263091"/>
                </a:moveTo>
                <a:cubicBezTo>
                  <a:pt x="12049061" y="1263091"/>
                  <a:pt x="12060557" y="1274585"/>
                  <a:pt x="12060557" y="1288750"/>
                </a:cubicBezTo>
                <a:cubicBezTo>
                  <a:pt x="12060557" y="1302914"/>
                  <a:pt x="12049061" y="1314409"/>
                  <a:pt x="12034897" y="1314409"/>
                </a:cubicBezTo>
                <a:cubicBezTo>
                  <a:pt x="12020731" y="1314409"/>
                  <a:pt x="12009237" y="1302914"/>
                  <a:pt x="12009237" y="1288750"/>
                </a:cubicBezTo>
                <a:cubicBezTo>
                  <a:pt x="12009237" y="1274585"/>
                  <a:pt x="12020731" y="1263091"/>
                  <a:pt x="12034897" y="1263091"/>
                </a:cubicBezTo>
                <a:close/>
                <a:moveTo>
                  <a:pt x="11970691" y="1263091"/>
                </a:moveTo>
                <a:cubicBezTo>
                  <a:pt x="11984855" y="1263091"/>
                  <a:pt x="11996349" y="1274585"/>
                  <a:pt x="11996349" y="1288750"/>
                </a:cubicBezTo>
                <a:cubicBezTo>
                  <a:pt x="11996349" y="1302914"/>
                  <a:pt x="11984855" y="1314409"/>
                  <a:pt x="11970691" y="1314409"/>
                </a:cubicBezTo>
                <a:cubicBezTo>
                  <a:pt x="11956525" y="1314409"/>
                  <a:pt x="11945033" y="1302914"/>
                  <a:pt x="11945033" y="1288750"/>
                </a:cubicBezTo>
                <a:cubicBezTo>
                  <a:pt x="11945033" y="1274585"/>
                  <a:pt x="11956525" y="1263091"/>
                  <a:pt x="11970691" y="1263091"/>
                </a:cubicBezTo>
                <a:close/>
                <a:moveTo>
                  <a:pt x="11906483" y="1263091"/>
                </a:moveTo>
                <a:cubicBezTo>
                  <a:pt x="11920649" y="1263091"/>
                  <a:pt x="11932145" y="1274585"/>
                  <a:pt x="11932145" y="1288750"/>
                </a:cubicBezTo>
                <a:cubicBezTo>
                  <a:pt x="11932145" y="1302914"/>
                  <a:pt x="11920649" y="1314409"/>
                  <a:pt x="11906483" y="1314409"/>
                </a:cubicBezTo>
                <a:cubicBezTo>
                  <a:pt x="11892321" y="1314409"/>
                  <a:pt x="11880825" y="1302914"/>
                  <a:pt x="11880825" y="1288750"/>
                </a:cubicBezTo>
                <a:cubicBezTo>
                  <a:pt x="11880825" y="1274585"/>
                  <a:pt x="11892321" y="1263091"/>
                  <a:pt x="11906483" y="1263091"/>
                </a:cubicBezTo>
                <a:close/>
                <a:moveTo>
                  <a:pt x="11842279" y="1263091"/>
                </a:moveTo>
                <a:cubicBezTo>
                  <a:pt x="11856445" y="1263091"/>
                  <a:pt x="11867941" y="1274585"/>
                  <a:pt x="11867941" y="1288750"/>
                </a:cubicBezTo>
                <a:cubicBezTo>
                  <a:pt x="11867941" y="1302914"/>
                  <a:pt x="11856445" y="1314409"/>
                  <a:pt x="11842279" y="1314409"/>
                </a:cubicBezTo>
                <a:cubicBezTo>
                  <a:pt x="11828117" y="1314409"/>
                  <a:pt x="11816621" y="1302914"/>
                  <a:pt x="11816621" y="1288750"/>
                </a:cubicBezTo>
                <a:cubicBezTo>
                  <a:pt x="11816621" y="1274585"/>
                  <a:pt x="11828117" y="1263091"/>
                  <a:pt x="11842279" y="1263091"/>
                </a:cubicBezTo>
                <a:close/>
                <a:moveTo>
                  <a:pt x="11775107" y="1263091"/>
                </a:moveTo>
                <a:cubicBezTo>
                  <a:pt x="11789271" y="1263091"/>
                  <a:pt x="11800767" y="1274585"/>
                  <a:pt x="11800767" y="1288750"/>
                </a:cubicBezTo>
                <a:cubicBezTo>
                  <a:pt x="11800767" y="1302914"/>
                  <a:pt x="11789271" y="1314409"/>
                  <a:pt x="11775107" y="1314409"/>
                </a:cubicBezTo>
                <a:cubicBezTo>
                  <a:pt x="11760941" y="1314409"/>
                  <a:pt x="11749449" y="1302914"/>
                  <a:pt x="11749449" y="1288750"/>
                </a:cubicBezTo>
                <a:cubicBezTo>
                  <a:pt x="11749449" y="1274585"/>
                  <a:pt x="11760941" y="1263091"/>
                  <a:pt x="11775107" y="1263091"/>
                </a:cubicBezTo>
                <a:close/>
                <a:moveTo>
                  <a:pt x="11454081" y="1263091"/>
                </a:moveTo>
                <a:cubicBezTo>
                  <a:pt x="11468253" y="1263091"/>
                  <a:pt x="11479739" y="1274579"/>
                  <a:pt x="11479739" y="1288750"/>
                </a:cubicBezTo>
                <a:cubicBezTo>
                  <a:pt x="11479739" y="1302921"/>
                  <a:pt x="11468253" y="1314409"/>
                  <a:pt x="11454081" y="1314409"/>
                </a:cubicBezTo>
                <a:cubicBezTo>
                  <a:pt x="11439909" y="1314409"/>
                  <a:pt x="11428421" y="1302921"/>
                  <a:pt x="11428421" y="1288750"/>
                </a:cubicBezTo>
                <a:cubicBezTo>
                  <a:pt x="11428421" y="1274579"/>
                  <a:pt x="11439909" y="1263091"/>
                  <a:pt x="11454081" y="1263091"/>
                </a:cubicBezTo>
                <a:close/>
                <a:moveTo>
                  <a:pt x="11389875" y="1263091"/>
                </a:moveTo>
                <a:cubicBezTo>
                  <a:pt x="11404040" y="1263091"/>
                  <a:pt x="11415533" y="1274585"/>
                  <a:pt x="11415533" y="1288750"/>
                </a:cubicBezTo>
                <a:cubicBezTo>
                  <a:pt x="11415533" y="1302914"/>
                  <a:pt x="11404040" y="1314409"/>
                  <a:pt x="11389875" y="1314409"/>
                </a:cubicBezTo>
                <a:cubicBezTo>
                  <a:pt x="11375710" y="1314409"/>
                  <a:pt x="11364217" y="1302914"/>
                  <a:pt x="11364217" y="1288750"/>
                </a:cubicBezTo>
                <a:cubicBezTo>
                  <a:pt x="11364217" y="1274585"/>
                  <a:pt x="11375710" y="1263091"/>
                  <a:pt x="11389875" y="1263091"/>
                </a:cubicBezTo>
                <a:close/>
                <a:moveTo>
                  <a:pt x="11325670" y="1263091"/>
                </a:moveTo>
                <a:cubicBezTo>
                  <a:pt x="11339835" y="1263091"/>
                  <a:pt x="11351329" y="1274585"/>
                  <a:pt x="11351329" y="1288750"/>
                </a:cubicBezTo>
                <a:cubicBezTo>
                  <a:pt x="11351329" y="1302914"/>
                  <a:pt x="11339835" y="1314409"/>
                  <a:pt x="11325670" y="1314409"/>
                </a:cubicBezTo>
                <a:cubicBezTo>
                  <a:pt x="11311505" y="1314409"/>
                  <a:pt x="11300012" y="1302914"/>
                  <a:pt x="11300012" y="1288750"/>
                </a:cubicBezTo>
                <a:cubicBezTo>
                  <a:pt x="11300012" y="1274585"/>
                  <a:pt x="11311505" y="1263091"/>
                  <a:pt x="11325670" y="1263091"/>
                </a:cubicBezTo>
                <a:close/>
                <a:moveTo>
                  <a:pt x="11197259" y="1263091"/>
                </a:moveTo>
                <a:cubicBezTo>
                  <a:pt x="11211424" y="1263091"/>
                  <a:pt x="11222917" y="1274585"/>
                  <a:pt x="11222917" y="1288750"/>
                </a:cubicBezTo>
                <a:cubicBezTo>
                  <a:pt x="11222917" y="1302914"/>
                  <a:pt x="11211424" y="1314409"/>
                  <a:pt x="11197259" y="1314409"/>
                </a:cubicBezTo>
                <a:cubicBezTo>
                  <a:pt x="11183094" y="1314409"/>
                  <a:pt x="11171601" y="1302914"/>
                  <a:pt x="11171601" y="1288750"/>
                </a:cubicBezTo>
                <a:cubicBezTo>
                  <a:pt x="11171601" y="1274585"/>
                  <a:pt x="11183094" y="1263091"/>
                  <a:pt x="11197259" y="1263091"/>
                </a:cubicBezTo>
                <a:close/>
                <a:moveTo>
                  <a:pt x="11133055" y="1263091"/>
                </a:moveTo>
                <a:cubicBezTo>
                  <a:pt x="11147225" y="1263091"/>
                  <a:pt x="11158713" y="1274579"/>
                  <a:pt x="11158713" y="1288750"/>
                </a:cubicBezTo>
                <a:cubicBezTo>
                  <a:pt x="11158713" y="1302921"/>
                  <a:pt x="11147225" y="1314409"/>
                  <a:pt x="11133055" y="1314409"/>
                </a:cubicBezTo>
                <a:cubicBezTo>
                  <a:pt x="11118884" y="1314409"/>
                  <a:pt x="11107396" y="1302921"/>
                  <a:pt x="11107396" y="1288750"/>
                </a:cubicBezTo>
                <a:cubicBezTo>
                  <a:pt x="11107396" y="1274579"/>
                  <a:pt x="11118884" y="1263091"/>
                  <a:pt x="11133055" y="1263091"/>
                </a:cubicBezTo>
                <a:close/>
                <a:moveTo>
                  <a:pt x="10940321" y="1263091"/>
                </a:moveTo>
                <a:cubicBezTo>
                  <a:pt x="10954604" y="1263091"/>
                  <a:pt x="10965982" y="1274585"/>
                  <a:pt x="10965982" y="1288750"/>
                </a:cubicBezTo>
                <a:cubicBezTo>
                  <a:pt x="10965982" y="1302914"/>
                  <a:pt x="10954486" y="1314409"/>
                  <a:pt x="10940321" y="1314409"/>
                </a:cubicBezTo>
                <a:cubicBezTo>
                  <a:pt x="10926156" y="1314409"/>
                  <a:pt x="10914663" y="1302914"/>
                  <a:pt x="10914663" y="1288750"/>
                </a:cubicBezTo>
                <a:cubicBezTo>
                  <a:pt x="10914663" y="1274585"/>
                  <a:pt x="10926156" y="1263091"/>
                  <a:pt x="10940321" y="1263091"/>
                </a:cubicBezTo>
                <a:close/>
                <a:moveTo>
                  <a:pt x="10683501" y="1263091"/>
                </a:moveTo>
                <a:cubicBezTo>
                  <a:pt x="10697666" y="1263091"/>
                  <a:pt x="10709159" y="1274585"/>
                  <a:pt x="10709159" y="1288750"/>
                </a:cubicBezTo>
                <a:cubicBezTo>
                  <a:pt x="10709159" y="1302914"/>
                  <a:pt x="10697666" y="1314409"/>
                  <a:pt x="10683501" y="1314409"/>
                </a:cubicBezTo>
                <a:cubicBezTo>
                  <a:pt x="10669336" y="1314409"/>
                  <a:pt x="10657843" y="1302914"/>
                  <a:pt x="10657843" y="1288750"/>
                </a:cubicBezTo>
                <a:cubicBezTo>
                  <a:pt x="10657843" y="1274585"/>
                  <a:pt x="10669336" y="1263091"/>
                  <a:pt x="10683501" y="1263091"/>
                </a:cubicBezTo>
                <a:close/>
                <a:moveTo>
                  <a:pt x="10619297" y="1263091"/>
                </a:moveTo>
                <a:cubicBezTo>
                  <a:pt x="10633462" y="1263091"/>
                  <a:pt x="10644955" y="1274585"/>
                  <a:pt x="10644955" y="1288750"/>
                </a:cubicBezTo>
                <a:cubicBezTo>
                  <a:pt x="10644955" y="1302914"/>
                  <a:pt x="10633462" y="1314409"/>
                  <a:pt x="10619297" y="1314409"/>
                </a:cubicBezTo>
                <a:cubicBezTo>
                  <a:pt x="10605132" y="1314409"/>
                  <a:pt x="10593639" y="1302914"/>
                  <a:pt x="10593639" y="1288750"/>
                </a:cubicBezTo>
                <a:cubicBezTo>
                  <a:pt x="10593639" y="1274585"/>
                  <a:pt x="10605132" y="1263091"/>
                  <a:pt x="10619297" y="1263091"/>
                </a:cubicBezTo>
                <a:close/>
                <a:moveTo>
                  <a:pt x="10555092" y="1263091"/>
                </a:moveTo>
                <a:cubicBezTo>
                  <a:pt x="10569255" y="1263091"/>
                  <a:pt x="10580751" y="1274585"/>
                  <a:pt x="10580751" y="1288750"/>
                </a:cubicBezTo>
                <a:cubicBezTo>
                  <a:pt x="10580751" y="1302914"/>
                  <a:pt x="10569255" y="1314409"/>
                  <a:pt x="10555092" y="1314409"/>
                </a:cubicBezTo>
                <a:cubicBezTo>
                  <a:pt x="10540927" y="1314409"/>
                  <a:pt x="10529432" y="1302914"/>
                  <a:pt x="10529432" y="1288750"/>
                </a:cubicBezTo>
                <a:cubicBezTo>
                  <a:pt x="10529432" y="1274585"/>
                  <a:pt x="10540927" y="1263091"/>
                  <a:pt x="10555092" y="1263091"/>
                </a:cubicBezTo>
                <a:close/>
                <a:moveTo>
                  <a:pt x="10490885" y="1263091"/>
                </a:moveTo>
                <a:cubicBezTo>
                  <a:pt x="10505050" y="1263091"/>
                  <a:pt x="10516544" y="1274585"/>
                  <a:pt x="10516544" y="1288750"/>
                </a:cubicBezTo>
                <a:cubicBezTo>
                  <a:pt x="10516544" y="1302914"/>
                  <a:pt x="10505050" y="1314409"/>
                  <a:pt x="10490885" y="1314409"/>
                </a:cubicBezTo>
                <a:cubicBezTo>
                  <a:pt x="10476720" y="1314409"/>
                  <a:pt x="10465227" y="1302914"/>
                  <a:pt x="10465227" y="1288750"/>
                </a:cubicBezTo>
                <a:cubicBezTo>
                  <a:pt x="10465227" y="1274585"/>
                  <a:pt x="10476720" y="1263091"/>
                  <a:pt x="10490885" y="1263091"/>
                </a:cubicBezTo>
                <a:close/>
                <a:moveTo>
                  <a:pt x="10362474" y="1263091"/>
                </a:moveTo>
                <a:cubicBezTo>
                  <a:pt x="10376647" y="1263091"/>
                  <a:pt x="10388135" y="1274579"/>
                  <a:pt x="10388135" y="1288750"/>
                </a:cubicBezTo>
                <a:cubicBezTo>
                  <a:pt x="10388135" y="1302921"/>
                  <a:pt x="10376647" y="1314409"/>
                  <a:pt x="10362474" y="1314409"/>
                </a:cubicBezTo>
                <a:cubicBezTo>
                  <a:pt x="10348304" y="1314409"/>
                  <a:pt x="10336816" y="1302921"/>
                  <a:pt x="10336816" y="1288750"/>
                </a:cubicBezTo>
                <a:cubicBezTo>
                  <a:pt x="10336816" y="1274579"/>
                  <a:pt x="10348304" y="1263091"/>
                  <a:pt x="10362474" y="1263091"/>
                </a:cubicBezTo>
                <a:close/>
                <a:moveTo>
                  <a:pt x="10298270" y="1263091"/>
                </a:moveTo>
                <a:cubicBezTo>
                  <a:pt x="10312435" y="1263091"/>
                  <a:pt x="10323928" y="1274585"/>
                  <a:pt x="10323928" y="1288750"/>
                </a:cubicBezTo>
                <a:cubicBezTo>
                  <a:pt x="10323928" y="1302914"/>
                  <a:pt x="10312435" y="1314409"/>
                  <a:pt x="10298270" y="1314409"/>
                </a:cubicBezTo>
                <a:cubicBezTo>
                  <a:pt x="10284105" y="1314409"/>
                  <a:pt x="10272611" y="1302914"/>
                  <a:pt x="10272611" y="1288750"/>
                </a:cubicBezTo>
                <a:cubicBezTo>
                  <a:pt x="10272611" y="1274585"/>
                  <a:pt x="10284105" y="1263091"/>
                  <a:pt x="10298270" y="1263091"/>
                </a:cubicBezTo>
                <a:close/>
                <a:moveTo>
                  <a:pt x="10234065" y="1263091"/>
                </a:moveTo>
                <a:cubicBezTo>
                  <a:pt x="10248228" y="1263091"/>
                  <a:pt x="10259723" y="1274585"/>
                  <a:pt x="10259723" y="1288750"/>
                </a:cubicBezTo>
                <a:cubicBezTo>
                  <a:pt x="10259723" y="1302914"/>
                  <a:pt x="10248228" y="1314409"/>
                  <a:pt x="10234065" y="1314409"/>
                </a:cubicBezTo>
                <a:cubicBezTo>
                  <a:pt x="10219900" y="1314409"/>
                  <a:pt x="10208404" y="1302914"/>
                  <a:pt x="10208404" y="1288750"/>
                </a:cubicBezTo>
                <a:cubicBezTo>
                  <a:pt x="10208404" y="1274585"/>
                  <a:pt x="10219900" y="1263091"/>
                  <a:pt x="10234065" y="1263091"/>
                </a:cubicBezTo>
                <a:close/>
                <a:moveTo>
                  <a:pt x="10105654" y="1263091"/>
                </a:moveTo>
                <a:cubicBezTo>
                  <a:pt x="10119819" y="1263091"/>
                  <a:pt x="10131312" y="1274585"/>
                  <a:pt x="10131312" y="1288750"/>
                </a:cubicBezTo>
                <a:cubicBezTo>
                  <a:pt x="10131312" y="1302914"/>
                  <a:pt x="10119819" y="1314409"/>
                  <a:pt x="10105654" y="1314409"/>
                </a:cubicBezTo>
                <a:cubicBezTo>
                  <a:pt x="10091489" y="1314409"/>
                  <a:pt x="10079996" y="1302914"/>
                  <a:pt x="10079996" y="1288750"/>
                </a:cubicBezTo>
                <a:cubicBezTo>
                  <a:pt x="10079996" y="1274585"/>
                  <a:pt x="10091489" y="1263091"/>
                  <a:pt x="10105654" y="1263091"/>
                </a:cubicBezTo>
                <a:close/>
                <a:moveTo>
                  <a:pt x="9720307" y="1263091"/>
                </a:moveTo>
                <a:cubicBezTo>
                  <a:pt x="9734470" y="1263091"/>
                  <a:pt x="9745965" y="1274585"/>
                  <a:pt x="9745965" y="1288750"/>
                </a:cubicBezTo>
                <a:cubicBezTo>
                  <a:pt x="9745965" y="1302914"/>
                  <a:pt x="9734470" y="1314409"/>
                  <a:pt x="9720307" y="1314409"/>
                </a:cubicBezTo>
                <a:cubicBezTo>
                  <a:pt x="9706142" y="1314409"/>
                  <a:pt x="9694646" y="1302914"/>
                  <a:pt x="9694646" y="1288750"/>
                </a:cubicBezTo>
                <a:cubicBezTo>
                  <a:pt x="9694646" y="1274585"/>
                  <a:pt x="9706142" y="1263091"/>
                  <a:pt x="9720307" y="1263091"/>
                </a:cubicBezTo>
                <a:close/>
                <a:moveTo>
                  <a:pt x="9591896" y="1263091"/>
                </a:moveTo>
                <a:cubicBezTo>
                  <a:pt x="9606061" y="1263091"/>
                  <a:pt x="9617554" y="1274585"/>
                  <a:pt x="9617554" y="1288750"/>
                </a:cubicBezTo>
                <a:cubicBezTo>
                  <a:pt x="9617554" y="1302914"/>
                  <a:pt x="9606061" y="1314409"/>
                  <a:pt x="9591896" y="1314409"/>
                </a:cubicBezTo>
                <a:cubicBezTo>
                  <a:pt x="9577731" y="1314409"/>
                  <a:pt x="9566238" y="1302914"/>
                  <a:pt x="9566238" y="1288750"/>
                </a:cubicBezTo>
                <a:cubicBezTo>
                  <a:pt x="9566238" y="1274585"/>
                  <a:pt x="9577731" y="1263091"/>
                  <a:pt x="9591896" y="1263091"/>
                </a:cubicBezTo>
                <a:close/>
                <a:moveTo>
                  <a:pt x="9527689" y="1263091"/>
                </a:moveTo>
                <a:cubicBezTo>
                  <a:pt x="9541854" y="1263091"/>
                  <a:pt x="9553350" y="1274585"/>
                  <a:pt x="9553350" y="1288750"/>
                </a:cubicBezTo>
                <a:cubicBezTo>
                  <a:pt x="9553350" y="1302914"/>
                  <a:pt x="9541854" y="1314409"/>
                  <a:pt x="9527689" y="1314409"/>
                </a:cubicBezTo>
                <a:cubicBezTo>
                  <a:pt x="9513524" y="1314409"/>
                  <a:pt x="9502031" y="1302914"/>
                  <a:pt x="9502031" y="1288750"/>
                </a:cubicBezTo>
                <a:cubicBezTo>
                  <a:pt x="9502031" y="1274585"/>
                  <a:pt x="9513524" y="1263091"/>
                  <a:pt x="9527689" y="1263091"/>
                </a:cubicBezTo>
                <a:close/>
                <a:moveTo>
                  <a:pt x="9463485" y="1263091"/>
                </a:moveTo>
                <a:cubicBezTo>
                  <a:pt x="9477650" y="1263091"/>
                  <a:pt x="9489143" y="1274585"/>
                  <a:pt x="9489143" y="1288750"/>
                </a:cubicBezTo>
                <a:cubicBezTo>
                  <a:pt x="9489143" y="1302914"/>
                  <a:pt x="9477650" y="1314409"/>
                  <a:pt x="9463485" y="1314409"/>
                </a:cubicBezTo>
                <a:cubicBezTo>
                  <a:pt x="9449320" y="1314409"/>
                  <a:pt x="9437826" y="1302914"/>
                  <a:pt x="9437826" y="1288750"/>
                </a:cubicBezTo>
                <a:cubicBezTo>
                  <a:pt x="9437826" y="1274585"/>
                  <a:pt x="9449320" y="1263091"/>
                  <a:pt x="9463485" y="1263091"/>
                </a:cubicBezTo>
                <a:close/>
                <a:moveTo>
                  <a:pt x="9335073" y="1263091"/>
                </a:moveTo>
                <a:cubicBezTo>
                  <a:pt x="9349246" y="1263091"/>
                  <a:pt x="9360734" y="1274579"/>
                  <a:pt x="9360734" y="1288750"/>
                </a:cubicBezTo>
                <a:cubicBezTo>
                  <a:pt x="9360734" y="1302921"/>
                  <a:pt x="9349246" y="1314409"/>
                  <a:pt x="9335073" y="1314409"/>
                </a:cubicBezTo>
                <a:cubicBezTo>
                  <a:pt x="9320903" y="1314409"/>
                  <a:pt x="9309415" y="1302921"/>
                  <a:pt x="9309415" y="1288750"/>
                </a:cubicBezTo>
                <a:cubicBezTo>
                  <a:pt x="9309415" y="1274579"/>
                  <a:pt x="9320903" y="1263091"/>
                  <a:pt x="9335073" y="1263091"/>
                </a:cubicBezTo>
                <a:close/>
                <a:moveTo>
                  <a:pt x="9078253" y="1263091"/>
                </a:moveTo>
                <a:cubicBezTo>
                  <a:pt x="9092418" y="1263091"/>
                  <a:pt x="9103911" y="1274585"/>
                  <a:pt x="9103911" y="1288750"/>
                </a:cubicBezTo>
                <a:cubicBezTo>
                  <a:pt x="9103911" y="1302914"/>
                  <a:pt x="9092418" y="1314409"/>
                  <a:pt x="9078253" y="1314409"/>
                </a:cubicBezTo>
                <a:cubicBezTo>
                  <a:pt x="9064088" y="1314409"/>
                  <a:pt x="9052595" y="1302914"/>
                  <a:pt x="9052595" y="1288750"/>
                </a:cubicBezTo>
                <a:cubicBezTo>
                  <a:pt x="9052595" y="1274585"/>
                  <a:pt x="9064088" y="1263091"/>
                  <a:pt x="9078253" y="1263091"/>
                </a:cubicBezTo>
                <a:close/>
                <a:moveTo>
                  <a:pt x="9014049" y="1263091"/>
                </a:moveTo>
                <a:cubicBezTo>
                  <a:pt x="9028214" y="1263091"/>
                  <a:pt x="9039707" y="1274585"/>
                  <a:pt x="9039707" y="1288750"/>
                </a:cubicBezTo>
                <a:cubicBezTo>
                  <a:pt x="9039707" y="1302914"/>
                  <a:pt x="9028214" y="1314409"/>
                  <a:pt x="9014049" y="1314409"/>
                </a:cubicBezTo>
                <a:cubicBezTo>
                  <a:pt x="8999884" y="1314409"/>
                  <a:pt x="8988388" y="1302914"/>
                  <a:pt x="8988388" y="1288750"/>
                </a:cubicBezTo>
                <a:cubicBezTo>
                  <a:pt x="8988388" y="1274585"/>
                  <a:pt x="8999884" y="1263091"/>
                  <a:pt x="9014049" y="1263091"/>
                </a:cubicBezTo>
                <a:close/>
                <a:moveTo>
                  <a:pt x="8821433" y="1263091"/>
                </a:moveTo>
                <a:cubicBezTo>
                  <a:pt x="8835598" y="1263091"/>
                  <a:pt x="8847091" y="1274585"/>
                  <a:pt x="8847091" y="1288750"/>
                </a:cubicBezTo>
                <a:cubicBezTo>
                  <a:pt x="8847091" y="1302914"/>
                  <a:pt x="8835598" y="1314409"/>
                  <a:pt x="8821433" y="1314409"/>
                </a:cubicBezTo>
                <a:cubicBezTo>
                  <a:pt x="8807268" y="1314409"/>
                  <a:pt x="8795772" y="1302914"/>
                  <a:pt x="8795772" y="1288750"/>
                </a:cubicBezTo>
                <a:cubicBezTo>
                  <a:pt x="8795772" y="1274585"/>
                  <a:pt x="8807268" y="1263091"/>
                  <a:pt x="8821433" y="1263091"/>
                </a:cubicBezTo>
                <a:close/>
                <a:moveTo>
                  <a:pt x="8757226" y="1263091"/>
                </a:moveTo>
                <a:cubicBezTo>
                  <a:pt x="8771391" y="1263091"/>
                  <a:pt x="8782887" y="1274585"/>
                  <a:pt x="8782887" y="1288750"/>
                </a:cubicBezTo>
                <a:cubicBezTo>
                  <a:pt x="8782887" y="1302914"/>
                  <a:pt x="8771391" y="1314409"/>
                  <a:pt x="8757226" y="1314409"/>
                </a:cubicBezTo>
                <a:cubicBezTo>
                  <a:pt x="8743061" y="1314409"/>
                  <a:pt x="8731568" y="1302914"/>
                  <a:pt x="8731568" y="1288750"/>
                </a:cubicBezTo>
                <a:cubicBezTo>
                  <a:pt x="8731568" y="1274585"/>
                  <a:pt x="8743061" y="1263091"/>
                  <a:pt x="8757226" y="1263091"/>
                </a:cubicBezTo>
                <a:close/>
                <a:moveTo>
                  <a:pt x="8692904" y="1263091"/>
                </a:moveTo>
                <a:cubicBezTo>
                  <a:pt x="8707069" y="1263091"/>
                  <a:pt x="8718565" y="1274585"/>
                  <a:pt x="8718565" y="1288750"/>
                </a:cubicBezTo>
                <a:cubicBezTo>
                  <a:pt x="8718565" y="1302914"/>
                  <a:pt x="8707069" y="1314409"/>
                  <a:pt x="8692904" y="1314409"/>
                </a:cubicBezTo>
                <a:cubicBezTo>
                  <a:pt x="8678741" y="1314409"/>
                  <a:pt x="8667246" y="1302914"/>
                  <a:pt x="8667246" y="1288750"/>
                </a:cubicBezTo>
                <a:cubicBezTo>
                  <a:pt x="8667246" y="1274585"/>
                  <a:pt x="8678741" y="1263091"/>
                  <a:pt x="8692904" y="1263091"/>
                </a:cubicBezTo>
                <a:close/>
                <a:moveTo>
                  <a:pt x="8564495" y="1263091"/>
                </a:moveTo>
                <a:cubicBezTo>
                  <a:pt x="8578665" y="1263091"/>
                  <a:pt x="8590153" y="1274579"/>
                  <a:pt x="8590153" y="1288750"/>
                </a:cubicBezTo>
                <a:cubicBezTo>
                  <a:pt x="8590153" y="1302921"/>
                  <a:pt x="8578665" y="1314409"/>
                  <a:pt x="8564495" y="1314409"/>
                </a:cubicBezTo>
                <a:cubicBezTo>
                  <a:pt x="8550325" y="1314409"/>
                  <a:pt x="8538837" y="1302921"/>
                  <a:pt x="8538837" y="1288750"/>
                </a:cubicBezTo>
                <a:cubicBezTo>
                  <a:pt x="8538837" y="1274579"/>
                  <a:pt x="8550325" y="1263091"/>
                  <a:pt x="8564495" y="1263091"/>
                </a:cubicBezTo>
                <a:close/>
                <a:moveTo>
                  <a:pt x="8500288" y="1263091"/>
                </a:moveTo>
                <a:cubicBezTo>
                  <a:pt x="8514453" y="1263091"/>
                  <a:pt x="8525949" y="1274585"/>
                  <a:pt x="8525949" y="1288750"/>
                </a:cubicBezTo>
                <a:cubicBezTo>
                  <a:pt x="8525949" y="1302914"/>
                  <a:pt x="8514453" y="1314409"/>
                  <a:pt x="8500288" y="1314409"/>
                </a:cubicBezTo>
                <a:cubicBezTo>
                  <a:pt x="8486126" y="1314409"/>
                  <a:pt x="8474630" y="1302914"/>
                  <a:pt x="8474630" y="1288750"/>
                </a:cubicBezTo>
                <a:cubicBezTo>
                  <a:pt x="8474630" y="1274585"/>
                  <a:pt x="8486126" y="1263091"/>
                  <a:pt x="8500288" y="1263091"/>
                </a:cubicBezTo>
                <a:close/>
                <a:moveTo>
                  <a:pt x="8115057" y="1263091"/>
                </a:moveTo>
                <a:cubicBezTo>
                  <a:pt x="8129222" y="1263091"/>
                  <a:pt x="8140717" y="1274585"/>
                  <a:pt x="8140717" y="1288750"/>
                </a:cubicBezTo>
                <a:cubicBezTo>
                  <a:pt x="8140717" y="1302914"/>
                  <a:pt x="8129222" y="1314409"/>
                  <a:pt x="8115057" y="1314409"/>
                </a:cubicBezTo>
                <a:cubicBezTo>
                  <a:pt x="8100894" y="1314409"/>
                  <a:pt x="8089398" y="1302914"/>
                  <a:pt x="8089398" y="1288750"/>
                </a:cubicBezTo>
                <a:cubicBezTo>
                  <a:pt x="8089398" y="1274585"/>
                  <a:pt x="8100894" y="1263091"/>
                  <a:pt x="8115057" y="1263091"/>
                </a:cubicBezTo>
                <a:close/>
                <a:moveTo>
                  <a:pt x="8050852" y="1263091"/>
                </a:moveTo>
                <a:cubicBezTo>
                  <a:pt x="8065017" y="1263091"/>
                  <a:pt x="8076510" y="1274585"/>
                  <a:pt x="8076510" y="1288750"/>
                </a:cubicBezTo>
                <a:cubicBezTo>
                  <a:pt x="8076510" y="1302914"/>
                  <a:pt x="8065017" y="1314409"/>
                  <a:pt x="8050852" y="1314409"/>
                </a:cubicBezTo>
                <a:cubicBezTo>
                  <a:pt x="8036687" y="1314409"/>
                  <a:pt x="8025194" y="1302914"/>
                  <a:pt x="8025194" y="1288750"/>
                </a:cubicBezTo>
                <a:cubicBezTo>
                  <a:pt x="8025194" y="1274585"/>
                  <a:pt x="8036687" y="1263091"/>
                  <a:pt x="8050852" y="1263091"/>
                </a:cubicBezTo>
                <a:close/>
                <a:moveTo>
                  <a:pt x="7986648" y="1263091"/>
                </a:moveTo>
                <a:cubicBezTo>
                  <a:pt x="8000813" y="1263091"/>
                  <a:pt x="8012306" y="1274585"/>
                  <a:pt x="8012306" y="1288750"/>
                </a:cubicBezTo>
                <a:cubicBezTo>
                  <a:pt x="8012306" y="1302914"/>
                  <a:pt x="8000813" y="1314409"/>
                  <a:pt x="7986648" y="1314409"/>
                </a:cubicBezTo>
                <a:cubicBezTo>
                  <a:pt x="7972483" y="1314409"/>
                  <a:pt x="7960990" y="1302914"/>
                  <a:pt x="7960990" y="1288750"/>
                </a:cubicBezTo>
                <a:cubicBezTo>
                  <a:pt x="7960990" y="1274585"/>
                  <a:pt x="7972483" y="1263091"/>
                  <a:pt x="7986648" y="1263091"/>
                </a:cubicBezTo>
                <a:close/>
                <a:moveTo>
                  <a:pt x="7922444" y="1263091"/>
                </a:moveTo>
                <a:cubicBezTo>
                  <a:pt x="7936606" y="1263091"/>
                  <a:pt x="7948102" y="1274585"/>
                  <a:pt x="7948102" y="1288750"/>
                </a:cubicBezTo>
                <a:cubicBezTo>
                  <a:pt x="7948102" y="1302914"/>
                  <a:pt x="7936606" y="1314409"/>
                  <a:pt x="7922444" y="1314409"/>
                </a:cubicBezTo>
                <a:cubicBezTo>
                  <a:pt x="7908279" y="1314409"/>
                  <a:pt x="7896783" y="1302914"/>
                  <a:pt x="7896783" y="1288750"/>
                </a:cubicBezTo>
                <a:cubicBezTo>
                  <a:pt x="7896783" y="1274585"/>
                  <a:pt x="7908279" y="1263091"/>
                  <a:pt x="7922444" y="1263091"/>
                </a:cubicBezTo>
                <a:close/>
                <a:moveTo>
                  <a:pt x="7858237" y="1263091"/>
                </a:moveTo>
                <a:cubicBezTo>
                  <a:pt x="7872407" y="1263091"/>
                  <a:pt x="7883895" y="1274579"/>
                  <a:pt x="7883895" y="1288750"/>
                </a:cubicBezTo>
                <a:cubicBezTo>
                  <a:pt x="7883895" y="1302921"/>
                  <a:pt x="7872407" y="1314409"/>
                  <a:pt x="7858237" y="1314409"/>
                </a:cubicBezTo>
                <a:cubicBezTo>
                  <a:pt x="7844066" y="1314409"/>
                  <a:pt x="7832578" y="1302921"/>
                  <a:pt x="7832578" y="1288750"/>
                </a:cubicBezTo>
                <a:cubicBezTo>
                  <a:pt x="7832578" y="1274579"/>
                  <a:pt x="7844066" y="1263091"/>
                  <a:pt x="7858237" y="1263091"/>
                </a:cubicBezTo>
                <a:close/>
                <a:moveTo>
                  <a:pt x="7794032" y="1263091"/>
                </a:moveTo>
                <a:cubicBezTo>
                  <a:pt x="7808203" y="1263091"/>
                  <a:pt x="7819690" y="1274579"/>
                  <a:pt x="7819690" y="1288750"/>
                </a:cubicBezTo>
                <a:cubicBezTo>
                  <a:pt x="7819690" y="1302921"/>
                  <a:pt x="7808203" y="1314409"/>
                  <a:pt x="7794032" y="1314409"/>
                </a:cubicBezTo>
                <a:cubicBezTo>
                  <a:pt x="7779862" y="1314409"/>
                  <a:pt x="7768371" y="1302921"/>
                  <a:pt x="7768371" y="1288750"/>
                </a:cubicBezTo>
                <a:cubicBezTo>
                  <a:pt x="7768371" y="1274579"/>
                  <a:pt x="7779862" y="1263091"/>
                  <a:pt x="7794032" y="1263091"/>
                </a:cubicBezTo>
                <a:close/>
                <a:moveTo>
                  <a:pt x="7729825" y="1263091"/>
                </a:moveTo>
                <a:cubicBezTo>
                  <a:pt x="7743990" y="1263091"/>
                  <a:pt x="7755486" y="1274585"/>
                  <a:pt x="7755486" y="1288750"/>
                </a:cubicBezTo>
                <a:cubicBezTo>
                  <a:pt x="7755486" y="1302914"/>
                  <a:pt x="7743990" y="1314409"/>
                  <a:pt x="7729825" y="1314409"/>
                </a:cubicBezTo>
                <a:cubicBezTo>
                  <a:pt x="7715660" y="1314409"/>
                  <a:pt x="7704167" y="1302914"/>
                  <a:pt x="7704167" y="1288750"/>
                </a:cubicBezTo>
                <a:cubicBezTo>
                  <a:pt x="7704167" y="1274585"/>
                  <a:pt x="7715660" y="1263091"/>
                  <a:pt x="7729825" y="1263091"/>
                </a:cubicBezTo>
                <a:close/>
                <a:moveTo>
                  <a:pt x="7665621" y="1263091"/>
                </a:moveTo>
                <a:cubicBezTo>
                  <a:pt x="7679786" y="1263091"/>
                  <a:pt x="7691279" y="1274585"/>
                  <a:pt x="7691279" y="1288750"/>
                </a:cubicBezTo>
                <a:cubicBezTo>
                  <a:pt x="7691279" y="1302914"/>
                  <a:pt x="7679786" y="1314409"/>
                  <a:pt x="7665621" y="1314409"/>
                </a:cubicBezTo>
                <a:cubicBezTo>
                  <a:pt x="7651456" y="1314409"/>
                  <a:pt x="7639963" y="1302914"/>
                  <a:pt x="7639963" y="1288750"/>
                </a:cubicBezTo>
                <a:cubicBezTo>
                  <a:pt x="7639963" y="1274585"/>
                  <a:pt x="7651456" y="1263091"/>
                  <a:pt x="7665621" y="1263091"/>
                </a:cubicBezTo>
                <a:close/>
                <a:moveTo>
                  <a:pt x="7601299" y="1263091"/>
                </a:moveTo>
                <a:cubicBezTo>
                  <a:pt x="7615464" y="1263091"/>
                  <a:pt x="7626959" y="1274585"/>
                  <a:pt x="7626959" y="1288750"/>
                </a:cubicBezTo>
                <a:cubicBezTo>
                  <a:pt x="7626959" y="1302914"/>
                  <a:pt x="7615464" y="1314409"/>
                  <a:pt x="7601299" y="1314409"/>
                </a:cubicBezTo>
                <a:cubicBezTo>
                  <a:pt x="7587134" y="1314409"/>
                  <a:pt x="7575640" y="1302914"/>
                  <a:pt x="7575640" y="1288750"/>
                </a:cubicBezTo>
                <a:cubicBezTo>
                  <a:pt x="7575640" y="1274585"/>
                  <a:pt x="7587134" y="1263091"/>
                  <a:pt x="7601299" y="1263091"/>
                </a:cubicBezTo>
                <a:close/>
                <a:moveTo>
                  <a:pt x="7537094" y="1263091"/>
                </a:moveTo>
                <a:cubicBezTo>
                  <a:pt x="7551259" y="1263091"/>
                  <a:pt x="7562752" y="1274585"/>
                  <a:pt x="7562752" y="1288750"/>
                </a:cubicBezTo>
                <a:cubicBezTo>
                  <a:pt x="7562752" y="1302914"/>
                  <a:pt x="7551259" y="1314409"/>
                  <a:pt x="7537094" y="1314409"/>
                </a:cubicBezTo>
                <a:cubicBezTo>
                  <a:pt x="7522929" y="1314409"/>
                  <a:pt x="7511436" y="1302914"/>
                  <a:pt x="7511436" y="1288750"/>
                </a:cubicBezTo>
                <a:cubicBezTo>
                  <a:pt x="7511436" y="1274585"/>
                  <a:pt x="7522929" y="1263091"/>
                  <a:pt x="7537094" y="1263091"/>
                </a:cubicBezTo>
                <a:close/>
                <a:moveTo>
                  <a:pt x="7472890" y="1263091"/>
                </a:moveTo>
                <a:cubicBezTo>
                  <a:pt x="7487060" y="1263091"/>
                  <a:pt x="7498548" y="1274579"/>
                  <a:pt x="7498548" y="1288750"/>
                </a:cubicBezTo>
                <a:cubicBezTo>
                  <a:pt x="7498548" y="1302921"/>
                  <a:pt x="7487060" y="1314409"/>
                  <a:pt x="7472890" y="1314409"/>
                </a:cubicBezTo>
                <a:cubicBezTo>
                  <a:pt x="7458717" y="1314409"/>
                  <a:pt x="7447229" y="1302921"/>
                  <a:pt x="7447229" y="1288750"/>
                </a:cubicBezTo>
                <a:cubicBezTo>
                  <a:pt x="7447229" y="1274579"/>
                  <a:pt x="7458717" y="1263091"/>
                  <a:pt x="7472890" y="1263091"/>
                </a:cubicBezTo>
                <a:close/>
                <a:moveTo>
                  <a:pt x="7216067" y="1263091"/>
                </a:moveTo>
                <a:cubicBezTo>
                  <a:pt x="7230232" y="1263091"/>
                  <a:pt x="7241725" y="1274585"/>
                  <a:pt x="7241725" y="1288750"/>
                </a:cubicBezTo>
                <a:cubicBezTo>
                  <a:pt x="7241725" y="1302914"/>
                  <a:pt x="7230232" y="1314409"/>
                  <a:pt x="7216067" y="1314409"/>
                </a:cubicBezTo>
                <a:cubicBezTo>
                  <a:pt x="7201902" y="1314409"/>
                  <a:pt x="7190409" y="1302914"/>
                  <a:pt x="7190409" y="1288750"/>
                </a:cubicBezTo>
                <a:cubicBezTo>
                  <a:pt x="7190409" y="1274585"/>
                  <a:pt x="7201902" y="1263091"/>
                  <a:pt x="7216067" y="1263091"/>
                </a:cubicBezTo>
                <a:close/>
                <a:moveTo>
                  <a:pt x="7151863" y="1263091"/>
                </a:moveTo>
                <a:cubicBezTo>
                  <a:pt x="7166033" y="1263091"/>
                  <a:pt x="7177521" y="1274579"/>
                  <a:pt x="7177521" y="1288750"/>
                </a:cubicBezTo>
                <a:cubicBezTo>
                  <a:pt x="7177521" y="1302921"/>
                  <a:pt x="7166033" y="1314409"/>
                  <a:pt x="7151863" y="1314409"/>
                </a:cubicBezTo>
                <a:cubicBezTo>
                  <a:pt x="7137692" y="1314409"/>
                  <a:pt x="7126205" y="1302921"/>
                  <a:pt x="7126205" y="1288750"/>
                </a:cubicBezTo>
                <a:cubicBezTo>
                  <a:pt x="7126205" y="1274579"/>
                  <a:pt x="7137692" y="1263091"/>
                  <a:pt x="7151863" y="1263091"/>
                </a:cubicBezTo>
                <a:close/>
                <a:moveTo>
                  <a:pt x="7087658" y="1263091"/>
                </a:moveTo>
                <a:cubicBezTo>
                  <a:pt x="7101829" y="1263091"/>
                  <a:pt x="7113317" y="1274579"/>
                  <a:pt x="7113317" y="1288750"/>
                </a:cubicBezTo>
                <a:cubicBezTo>
                  <a:pt x="7113317" y="1302921"/>
                  <a:pt x="7101829" y="1314409"/>
                  <a:pt x="7087658" y="1314409"/>
                </a:cubicBezTo>
                <a:cubicBezTo>
                  <a:pt x="7073485" y="1314409"/>
                  <a:pt x="7061998" y="1302921"/>
                  <a:pt x="7061998" y="1288750"/>
                </a:cubicBezTo>
                <a:cubicBezTo>
                  <a:pt x="7061998" y="1274579"/>
                  <a:pt x="7073485" y="1263091"/>
                  <a:pt x="7087658" y="1263091"/>
                </a:cubicBezTo>
                <a:close/>
                <a:moveTo>
                  <a:pt x="6895043" y="1263091"/>
                </a:moveTo>
                <a:cubicBezTo>
                  <a:pt x="6909208" y="1263091"/>
                  <a:pt x="6920701" y="1274585"/>
                  <a:pt x="6920701" y="1288750"/>
                </a:cubicBezTo>
                <a:cubicBezTo>
                  <a:pt x="6920701" y="1302914"/>
                  <a:pt x="6909208" y="1314409"/>
                  <a:pt x="6895043" y="1314409"/>
                </a:cubicBezTo>
                <a:cubicBezTo>
                  <a:pt x="6880878" y="1314409"/>
                  <a:pt x="6869382" y="1302914"/>
                  <a:pt x="6869382" y="1288750"/>
                </a:cubicBezTo>
                <a:cubicBezTo>
                  <a:pt x="6869382" y="1274585"/>
                  <a:pt x="6880878" y="1263091"/>
                  <a:pt x="6895043" y="1263091"/>
                </a:cubicBezTo>
                <a:close/>
                <a:moveTo>
                  <a:pt x="6702427" y="1263091"/>
                </a:moveTo>
                <a:cubicBezTo>
                  <a:pt x="6716597" y="1263091"/>
                  <a:pt x="6728085" y="1274579"/>
                  <a:pt x="6728085" y="1288750"/>
                </a:cubicBezTo>
                <a:cubicBezTo>
                  <a:pt x="6728085" y="1302921"/>
                  <a:pt x="6716597" y="1314409"/>
                  <a:pt x="6702427" y="1314409"/>
                </a:cubicBezTo>
                <a:cubicBezTo>
                  <a:pt x="6688254" y="1314409"/>
                  <a:pt x="6676766" y="1302921"/>
                  <a:pt x="6676766" y="1288750"/>
                </a:cubicBezTo>
                <a:cubicBezTo>
                  <a:pt x="6676766" y="1274579"/>
                  <a:pt x="6688254" y="1263091"/>
                  <a:pt x="6702427" y="1263091"/>
                </a:cubicBezTo>
                <a:close/>
                <a:moveTo>
                  <a:pt x="6638220" y="1263091"/>
                </a:moveTo>
                <a:cubicBezTo>
                  <a:pt x="6652385" y="1263091"/>
                  <a:pt x="6663881" y="1274585"/>
                  <a:pt x="6663881" y="1288750"/>
                </a:cubicBezTo>
                <a:cubicBezTo>
                  <a:pt x="6663881" y="1302914"/>
                  <a:pt x="6652385" y="1314409"/>
                  <a:pt x="6638220" y="1314409"/>
                </a:cubicBezTo>
                <a:cubicBezTo>
                  <a:pt x="6624055" y="1314409"/>
                  <a:pt x="6612562" y="1302914"/>
                  <a:pt x="6612562" y="1288750"/>
                </a:cubicBezTo>
                <a:cubicBezTo>
                  <a:pt x="6612562" y="1274585"/>
                  <a:pt x="6624055" y="1263091"/>
                  <a:pt x="6638220" y="1263091"/>
                </a:cubicBezTo>
                <a:close/>
                <a:moveTo>
                  <a:pt x="6317078" y="1263091"/>
                </a:moveTo>
                <a:cubicBezTo>
                  <a:pt x="6331243" y="1263091"/>
                  <a:pt x="6342736" y="1274585"/>
                  <a:pt x="6342736" y="1288750"/>
                </a:cubicBezTo>
                <a:cubicBezTo>
                  <a:pt x="6342736" y="1302914"/>
                  <a:pt x="6331243" y="1314409"/>
                  <a:pt x="6317078" y="1314409"/>
                </a:cubicBezTo>
                <a:cubicBezTo>
                  <a:pt x="6302913" y="1314409"/>
                  <a:pt x="6291420" y="1302914"/>
                  <a:pt x="6291420" y="1288750"/>
                </a:cubicBezTo>
                <a:cubicBezTo>
                  <a:pt x="6291420" y="1274585"/>
                  <a:pt x="6302913" y="1263091"/>
                  <a:pt x="6317078" y="1263091"/>
                </a:cubicBezTo>
                <a:close/>
                <a:moveTo>
                  <a:pt x="6252873" y="1263091"/>
                </a:moveTo>
                <a:cubicBezTo>
                  <a:pt x="6267036" y="1263091"/>
                  <a:pt x="6278532" y="1274585"/>
                  <a:pt x="6278532" y="1288750"/>
                </a:cubicBezTo>
                <a:cubicBezTo>
                  <a:pt x="6278532" y="1302914"/>
                  <a:pt x="6267036" y="1314409"/>
                  <a:pt x="6252873" y="1314409"/>
                </a:cubicBezTo>
                <a:cubicBezTo>
                  <a:pt x="6238708" y="1314409"/>
                  <a:pt x="6227213" y="1302914"/>
                  <a:pt x="6227213" y="1288750"/>
                </a:cubicBezTo>
                <a:cubicBezTo>
                  <a:pt x="6227213" y="1274585"/>
                  <a:pt x="6238708" y="1263091"/>
                  <a:pt x="6252873" y="1263091"/>
                </a:cubicBezTo>
                <a:close/>
                <a:moveTo>
                  <a:pt x="6188666" y="1263091"/>
                </a:moveTo>
                <a:cubicBezTo>
                  <a:pt x="6202831" y="1263091"/>
                  <a:pt x="6214327" y="1274585"/>
                  <a:pt x="6214327" y="1288750"/>
                </a:cubicBezTo>
                <a:cubicBezTo>
                  <a:pt x="6214327" y="1302914"/>
                  <a:pt x="6202831" y="1314409"/>
                  <a:pt x="6188666" y="1314409"/>
                </a:cubicBezTo>
                <a:cubicBezTo>
                  <a:pt x="6174504" y="1314409"/>
                  <a:pt x="6163008" y="1302914"/>
                  <a:pt x="6163008" y="1288750"/>
                </a:cubicBezTo>
                <a:cubicBezTo>
                  <a:pt x="6163008" y="1274585"/>
                  <a:pt x="6174504" y="1263091"/>
                  <a:pt x="6188666" y="1263091"/>
                </a:cubicBezTo>
                <a:close/>
                <a:moveTo>
                  <a:pt x="6124462" y="1263091"/>
                </a:moveTo>
                <a:cubicBezTo>
                  <a:pt x="6138627" y="1263091"/>
                  <a:pt x="6150123" y="1274585"/>
                  <a:pt x="6150123" y="1288750"/>
                </a:cubicBezTo>
                <a:cubicBezTo>
                  <a:pt x="6150123" y="1302914"/>
                  <a:pt x="6138627" y="1314409"/>
                  <a:pt x="6124462" y="1314409"/>
                </a:cubicBezTo>
                <a:cubicBezTo>
                  <a:pt x="6110297" y="1314409"/>
                  <a:pt x="6098804" y="1302914"/>
                  <a:pt x="6098804" y="1288750"/>
                </a:cubicBezTo>
                <a:cubicBezTo>
                  <a:pt x="6098804" y="1274585"/>
                  <a:pt x="6110297" y="1263091"/>
                  <a:pt x="6124462" y="1263091"/>
                </a:cubicBezTo>
                <a:close/>
                <a:moveTo>
                  <a:pt x="6064505" y="1263091"/>
                </a:moveTo>
                <a:cubicBezTo>
                  <a:pt x="6078666" y="1263091"/>
                  <a:pt x="6090163" y="1274585"/>
                  <a:pt x="6090163" y="1288750"/>
                </a:cubicBezTo>
                <a:cubicBezTo>
                  <a:pt x="6090163" y="1302914"/>
                  <a:pt x="6078666" y="1314409"/>
                  <a:pt x="6064505" y="1314409"/>
                </a:cubicBezTo>
                <a:cubicBezTo>
                  <a:pt x="6050336" y="1314409"/>
                  <a:pt x="6038844" y="1302914"/>
                  <a:pt x="6038844" y="1288750"/>
                </a:cubicBezTo>
                <a:cubicBezTo>
                  <a:pt x="6038844" y="1274585"/>
                  <a:pt x="6050336" y="1263091"/>
                  <a:pt x="6064505" y="1263091"/>
                </a:cubicBezTo>
                <a:close/>
                <a:moveTo>
                  <a:pt x="5743477" y="1263091"/>
                </a:moveTo>
                <a:cubicBezTo>
                  <a:pt x="5757648" y="1263091"/>
                  <a:pt x="5769136" y="1274579"/>
                  <a:pt x="5769136" y="1288750"/>
                </a:cubicBezTo>
                <a:cubicBezTo>
                  <a:pt x="5769136" y="1302921"/>
                  <a:pt x="5757648" y="1314409"/>
                  <a:pt x="5743477" y="1314409"/>
                </a:cubicBezTo>
                <a:cubicBezTo>
                  <a:pt x="5729307" y="1314409"/>
                  <a:pt x="5717818" y="1302921"/>
                  <a:pt x="5717818" y="1288750"/>
                </a:cubicBezTo>
                <a:cubicBezTo>
                  <a:pt x="5717818" y="1274579"/>
                  <a:pt x="5729307" y="1263091"/>
                  <a:pt x="5743477" y="1263091"/>
                </a:cubicBezTo>
                <a:close/>
                <a:moveTo>
                  <a:pt x="5679272" y="1263091"/>
                </a:moveTo>
                <a:cubicBezTo>
                  <a:pt x="5693437" y="1263091"/>
                  <a:pt x="5704930" y="1274585"/>
                  <a:pt x="5704930" y="1288750"/>
                </a:cubicBezTo>
                <a:cubicBezTo>
                  <a:pt x="5704930" y="1302914"/>
                  <a:pt x="5693437" y="1314409"/>
                  <a:pt x="5679272" y="1314409"/>
                </a:cubicBezTo>
                <a:cubicBezTo>
                  <a:pt x="5665108" y="1314409"/>
                  <a:pt x="5653614" y="1302914"/>
                  <a:pt x="5653614" y="1288750"/>
                </a:cubicBezTo>
                <a:cubicBezTo>
                  <a:pt x="5653614" y="1274585"/>
                  <a:pt x="5665108" y="1263091"/>
                  <a:pt x="5679272" y="1263091"/>
                </a:cubicBezTo>
                <a:close/>
                <a:moveTo>
                  <a:pt x="5615066" y="1263091"/>
                </a:moveTo>
                <a:cubicBezTo>
                  <a:pt x="5629231" y="1263091"/>
                  <a:pt x="5640726" y="1274585"/>
                  <a:pt x="5640726" y="1288750"/>
                </a:cubicBezTo>
                <a:cubicBezTo>
                  <a:pt x="5640726" y="1302914"/>
                  <a:pt x="5629231" y="1314409"/>
                  <a:pt x="5615066" y="1314409"/>
                </a:cubicBezTo>
                <a:cubicBezTo>
                  <a:pt x="5600901" y="1314409"/>
                  <a:pt x="5589407" y="1302914"/>
                  <a:pt x="5589407" y="1288750"/>
                </a:cubicBezTo>
                <a:cubicBezTo>
                  <a:pt x="5589407" y="1274585"/>
                  <a:pt x="5600901" y="1263091"/>
                  <a:pt x="5615066" y="1263091"/>
                </a:cubicBezTo>
                <a:close/>
                <a:moveTo>
                  <a:pt x="5486655" y="1263091"/>
                </a:moveTo>
                <a:cubicBezTo>
                  <a:pt x="5500819" y="1263091"/>
                  <a:pt x="5512316" y="1274585"/>
                  <a:pt x="5512316" y="1288750"/>
                </a:cubicBezTo>
                <a:cubicBezTo>
                  <a:pt x="5512316" y="1302914"/>
                  <a:pt x="5500819" y="1314409"/>
                  <a:pt x="5486655" y="1314409"/>
                </a:cubicBezTo>
                <a:cubicBezTo>
                  <a:pt x="5472491" y="1314409"/>
                  <a:pt x="5460997" y="1302914"/>
                  <a:pt x="5460997" y="1288750"/>
                </a:cubicBezTo>
                <a:cubicBezTo>
                  <a:pt x="5460997" y="1274585"/>
                  <a:pt x="5472491" y="1263091"/>
                  <a:pt x="5486655" y="1263091"/>
                </a:cubicBezTo>
                <a:close/>
                <a:moveTo>
                  <a:pt x="5422451" y="1263091"/>
                </a:moveTo>
                <a:cubicBezTo>
                  <a:pt x="5436621" y="1263091"/>
                  <a:pt x="5448109" y="1274579"/>
                  <a:pt x="5448109" y="1288750"/>
                </a:cubicBezTo>
                <a:cubicBezTo>
                  <a:pt x="5448109" y="1302921"/>
                  <a:pt x="5436621" y="1314409"/>
                  <a:pt x="5422451" y="1314409"/>
                </a:cubicBezTo>
                <a:cubicBezTo>
                  <a:pt x="5408280" y="1314409"/>
                  <a:pt x="5396791" y="1302921"/>
                  <a:pt x="5396791" y="1288750"/>
                </a:cubicBezTo>
                <a:cubicBezTo>
                  <a:pt x="5396791" y="1274579"/>
                  <a:pt x="5408280" y="1263091"/>
                  <a:pt x="5422451" y="1263091"/>
                </a:cubicBezTo>
                <a:close/>
                <a:moveTo>
                  <a:pt x="5229719" y="1263091"/>
                </a:moveTo>
                <a:cubicBezTo>
                  <a:pt x="5243999" y="1263091"/>
                  <a:pt x="5255377" y="1274585"/>
                  <a:pt x="5255377" y="1288750"/>
                </a:cubicBezTo>
                <a:cubicBezTo>
                  <a:pt x="5255377" y="1302914"/>
                  <a:pt x="5243883" y="1314409"/>
                  <a:pt x="5229719" y="1314409"/>
                </a:cubicBezTo>
                <a:cubicBezTo>
                  <a:pt x="5215554" y="1314409"/>
                  <a:pt x="5204058" y="1302914"/>
                  <a:pt x="5204058" y="1288750"/>
                </a:cubicBezTo>
                <a:cubicBezTo>
                  <a:pt x="5204058" y="1274585"/>
                  <a:pt x="5215554" y="1263091"/>
                  <a:pt x="5229719" y="1263091"/>
                </a:cubicBezTo>
                <a:close/>
                <a:moveTo>
                  <a:pt x="4972896" y="1263091"/>
                </a:moveTo>
                <a:cubicBezTo>
                  <a:pt x="4987063" y="1263091"/>
                  <a:pt x="4998557" y="1274585"/>
                  <a:pt x="4998557" y="1288750"/>
                </a:cubicBezTo>
                <a:cubicBezTo>
                  <a:pt x="4998557" y="1302914"/>
                  <a:pt x="4987063" y="1314409"/>
                  <a:pt x="4972896" y="1314409"/>
                </a:cubicBezTo>
                <a:cubicBezTo>
                  <a:pt x="4958732" y="1314409"/>
                  <a:pt x="4947240" y="1302914"/>
                  <a:pt x="4947240" y="1288750"/>
                </a:cubicBezTo>
                <a:cubicBezTo>
                  <a:pt x="4947240" y="1274585"/>
                  <a:pt x="4958732" y="1263091"/>
                  <a:pt x="4972896" y="1263091"/>
                </a:cubicBezTo>
                <a:close/>
                <a:moveTo>
                  <a:pt x="4908693" y="1263091"/>
                </a:moveTo>
                <a:cubicBezTo>
                  <a:pt x="4922857" y="1263091"/>
                  <a:pt x="4934352" y="1274585"/>
                  <a:pt x="4934352" y="1288750"/>
                </a:cubicBezTo>
                <a:cubicBezTo>
                  <a:pt x="4934352" y="1302914"/>
                  <a:pt x="4922857" y="1314409"/>
                  <a:pt x="4908693" y="1314409"/>
                </a:cubicBezTo>
                <a:cubicBezTo>
                  <a:pt x="4894527" y="1314409"/>
                  <a:pt x="4883033" y="1302914"/>
                  <a:pt x="4883033" y="1288750"/>
                </a:cubicBezTo>
                <a:cubicBezTo>
                  <a:pt x="4883033" y="1274585"/>
                  <a:pt x="4894527" y="1263091"/>
                  <a:pt x="4908693" y="1263091"/>
                </a:cubicBezTo>
                <a:close/>
                <a:moveTo>
                  <a:pt x="4844487" y="1263091"/>
                </a:moveTo>
                <a:cubicBezTo>
                  <a:pt x="4858650" y="1263091"/>
                  <a:pt x="4870146" y="1274585"/>
                  <a:pt x="4870146" y="1288750"/>
                </a:cubicBezTo>
                <a:cubicBezTo>
                  <a:pt x="4870146" y="1302914"/>
                  <a:pt x="4858650" y="1314409"/>
                  <a:pt x="4844487" y="1314409"/>
                </a:cubicBezTo>
                <a:cubicBezTo>
                  <a:pt x="4830322" y="1314409"/>
                  <a:pt x="4818828" y="1302914"/>
                  <a:pt x="4818828" y="1288750"/>
                </a:cubicBezTo>
                <a:cubicBezTo>
                  <a:pt x="4818828" y="1274585"/>
                  <a:pt x="4830322" y="1263091"/>
                  <a:pt x="4844487" y="1263091"/>
                </a:cubicBezTo>
                <a:close/>
                <a:moveTo>
                  <a:pt x="4780282" y="1263091"/>
                </a:moveTo>
                <a:cubicBezTo>
                  <a:pt x="4794447" y="1263091"/>
                  <a:pt x="4805941" y="1274585"/>
                  <a:pt x="4805941" y="1288750"/>
                </a:cubicBezTo>
                <a:cubicBezTo>
                  <a:pt x="4805941" y="1302914"/>
                  <a:pt x="4794447" y="1314409"/>
                  <a:pt x="4780282" y="1314409"/>
                </a:cubicBezTo>
                <a:cubicBezTo>
                  <a:pt x="4766118" y="1314409"/>
                  <a:pt x="4754622" y="1302914"/>
                  <a:pt x="4754622" y="1288750"/>
                </a:cubicBezTo>
                <a:cubicBezTo>
                  <a:pt x="4754622" y="1274585"/>
                  <a:pt x="4766118" y="1263091"/>
                  <a:pt x="4780282" y="1263091"/>
                </a:cubicBezTo>
                <a:close/>
                <a:moveTo>
                  <a:pt x="4651872" y="1263091"/>
                </a:moveTo>
                <a:cubicBezTo>
                  <a:pt x="4666042" y="1263091"/>
                  <a:pt x="4677531" y="1274579"/>
                  <a:pt x="4677531" y="1288750"/>
                </a:cubicBezTo>
                <a:cubicBezTo>
                  <a:pt x="4677531" y="1302921"/>
                  <a:pt x="4666042" y="1314409"/>
                  <a:pt x="4651872" y="1314409"/>
                </a:cubicBezTo>
                <a:cubicBezTo>
                  <a:pt x="4637700" y="1314409"/>
                  <a:pt x="4626213" y="1302921"/>
                  <a:pt x="4626213" y="1288750"/>
                </a:cubicBezTo>
                <a:cubicBezTo>
                  <a:pt x="4626213" y="1274579"/>
                  <a:pt x="4637700" y="1263091"/>
                  <a:pt x="4651872" y="1263091"/>
                </a:cubicBezTo>
                <a:close/>
                <a:moveTo>
                  <a:pt x="4587666" y="1263091"/>
                </a:moveTo>
                <a:cubicBezTo>
                  <a:pt x="4601830" y="1263091"/>
                  <a:pt x="4613324" y="1274585"/>
                  <a:pt x="4613324" y="1288750"/>
                </a:cubicBezTo>
                <a:cubicBezTo>
                  <a:pt x="4613324" y="1302914"/>
                  <a:pt x="4601830" y="1314409"/>
                  <a:pt x="4587666" y="1314409"/>
                </a:cubicBezTo>
                <a:cubicBezTo>
                  <a:pt x="4573501" y="1314409"/>
                  <a:pt x="4562007" y="1302914"/>
                  <a:pt x="4562007" y="1288750"/>
                </a:cubicBezTo>
                <a:cubicBezTo>
                  <a:pt x="4562007" y="1274585"/>
                  <a:pt x="4573501" y="1263091"/>
                  <a:pt x="4587666" y="1263091"/>
                </a:cubicBezTo>
                <a:close/>
                <a:moveTo>
                  <a:pt x="4523461" y="1263091"/>
                </a:moveTo>
                <a:cubicBezTo>
                  <a:pt x="4537626" y="1263091"/>
                  <a:pt x="4549121" y="1274585"/>
                  <a:pt x="4549121" y="1288750"/>
                </a:cubicBezTo>
                <a:cubicBezTo>
                  <a:pt x="4549121" y="1302914"/>
                  <a:pt x="4537626" y="1314409"/>
                  <a:pt x="4523461" y="1314409"/>
                </a:cubicBezTo>
                <a:cubicBezTo>
                  <a:pt x="4509296" y="1314409"/>
                  <a:pt x="4497802" y="1302914"/>
                  <a:pt x="4497802" y="1288750"/>
                </a:cubicBezTo>
                <a:cubicBezTo>
                  <a:pt x="4497802" y="1274585"/>
                  <a:pt x="4509296" y="1263091"/>
                  <a:pt x="4523461" y="1263091"/>
                </a:cubicBezTo>
                <a:close/>
                <a:moveTo>
                  <a:pt x="4395050" y="1263091"/>
                </a:moveTo>
                <a:cubicBezTo>
                  <a:pt x="4409214" y="1263091"/>
                  <a:pt x="4420710" y="1274585"/>
                  <a:pt x="4420710" y="1288750"/>
                </a:cubicBezTo>
                <a:cubicBezTo>
                  <a:pt x="4420710" y="1302914"/>
                  <a:pt x="4409214" y="1314409"/>
                  <a:pt x="4395050" y="1314409"/>
                </a:cubicBezTo>
                <a:cubicBezTo>
                  <a:pt x="4380886" y="1314409"/>
                  <a:pt x="4369391" y="1302914"/>
                  <a:pt x="4369391" y="1288750"/>
                </a:cubicBezTo>
                <a:cubicBezTo>
                  <a:pt x="4369391" y="1274585"/>
                  <a:pt x="4380886" y="1263091"/>
                  <a:pt x="4395050" y="1263091"/>
                </a:cubicBezTo>
                <a:close/>
                <a:moveTo>
                  <a:pt x="4009702" y="1263091"/>
                </a:moveTo>
                <a:cubicBezTo>
                  <a:pt x="4023866" y="1263091"/>
                  <a:pt x="4035362" y="1274585"/>
                  <a:pt x="4035362" y="1288750"/>
                </a:cubicBezTo>
                <a:cubicBezTo>
                  <a:pt x="4035362" y="1302914"/>
                  <a:pt x="4023866" y="1314409"/>
                  <a:pt x="4009702" y="1314409"/>
                </a:cubicBezTo>
                <a:cubicBezTo>
                  <a:pt x="3995538" y="1314409"/>
                  <a:pt x="3984043" y="1302914"/>
                  <a:pt x="3984043" y="1288750"/>
                </a:cubicBezTo>
                <a:cubicBezTo>
                  <a:pt x="3984043" y="1274585"/>
                  <a:pt x="3995538" y="1263091"/>
                  <a:pt x="4009702" y="1263091"/>
                </a:cubicBezTo>
                <a:close/>
                <a:moveTo>
                  <a:pt x="3881291" y="1263091"/>
                </a:moveTo>
                <a:cubicBezTo>
                  <a:pt x="3895456" y="1263091"/>
                  <a:pt x="3906950" y="1274585"/>
                  <a:pt x="3906950" y="1288750"/>
                </a:cubicBezTo>
                <a:cubicBezTo>
                  <a:pt x="3906950" y="1302914"/>
                  <a:pt x="3895456" y="1314409"/>
                  <a:pt x="3881291" y="1314409"/>
                </a:cubicBezTo>
                <a:cubicBezTo>
                  <a:pt x="3867127" y="1314409"/>
                  <a:pt x="3855633" y="1302914"/>
                  <a:pt x="3855633" y="1288750"/>
                </a:cubicBezTo>
                <a:cubicBezTo>
                  <a:pt x="3855633" y="1274585"/>
                  <a:pt x="3867127" y="1263091"/>
                  <a:pt x="3881291" y="1263091"/>
                </a:cubicBezTo>
                <a:close/>
                <a:moveTo>
                  <a:pt x="3817085" y="1263091"/>
                </a:moveTo>
                <a:cubicBezTo>
                  <a:pt x="3831252" y="1263091"/>
                  <a:pt x="3842745" y="1274585"/>
                  <a:pt x="3842745" y="1288750"/>
                </a:cubicBezTo>
                <a:cubicBezTo>
                  <a:pt x="3842745" y="1302914"/>
                  <a:pt x="3831252" y="1314409"/>
                  <a:pt x="3817085" y="1314409"/>
                </a:cubicBezTo>
                <a:cubicBezTo>
                  <a:pt x="3802921" y="1314409"/>
                  <a:pt x="3791427" y="1302914"/>
                  <a:pt x="3791427" y="1288750"/>
                </a:cubicBezTo>
                <a:cubicBezTo>
                  <a:pt x="3791427" y="1274585"/>
                  <a:pt x="3802921" y="1263091"/>
                  <a:pt x="3817085" y="1263091"/>
                </a:cubicBezTo>
                <a:close/>
                <a:moveTo>
                  <a:pt x="3752882" y="1263091"/>
                </a:moveTo>
                <a:cubicBezTo>
                  <a:pt x="3767045" y="1263091"/>
                  <a:pt x="3778539" y="1274585"/>
                  <a:pt x="3778539" y="1288750"/>
                </a:cubicBezTo>
                <a:cubicBezTo>
                  <a:pt x="3778539" y="1302914"/>
                  <a:pt x="3767045" y="1314409"/>
                  <a:pt x="3752882" y="1314409"/>
                </a:cubicBezTo>
                <a:cubicBezTo>
                  <a:pt x="3738717" y="1314409"/>
                  <a:pt x="3727221" y="1302914"/>
                  <a:pt x="3727221" y="1288750"/>
                </a:cubicBezTo>
                <a:cubicBezTo>
                  <a:pt x="3727221" y="1274585"/>
                  <a:pt x="3738717" y="1263091"/>
                  <a:pt x="3752882" y="1263091"/>
                </a:cubicBezTo>
                <a:close/>
                <a:moveTo>
                  <a:pt x="3624472" y="1263091"/>
                </a:moveTo>
                <a:cubicBezTo>
                  <a:pt x="3638640" y="1263091"/>
                  <a:pt x="3650129" y="1274579"/>
                  <a:pt x="3650129" y="1288750"/>
                </a:cubicBezTo>
                <a:cubicBezTo>
                  <a:pt x="3650129" y="1302921"/>
                  <a:pt x="3638640" y="1314409"/>
                  <a:pt x="3624472" y="1314409"/>
                </a:cubicBezTo>
                <a:cubicBezTo>
                  <a:pt x="3610300" y="1314409"/>
                  <a:pt x="3598810" y="1302921"/>
                  <a:pt x="3598810" y="1288750"/>
                </a:cubicBezTo>
                <a:cubicBezTo>
                  <a:pt x="3598810" y="1274579"/>
                  <a:pt x="3610300" y="1263091"/>
                  <a:pt x="3624472" y="1263091"/>
                </a:cubicBezTo>
                <a:close/>
                <a:moveTo>
                  <a:pt x="3367649" y="1263091"/>
                </a:moveTo>
                <a:cubicBezTo>
                  <a:pt x="3381813" y="1263091"/>
                  <a:pt x="3393308" y="1274585"/>
                  <a:pt x="3393308" y="1288750"/>
                </a:cubicBezTo>
                <a:cubicBezTo>
                  <a:pt x="3393308" y="1302914"/>
                  <a:pt x="3381813" y="1314409"/>
                  <a:pt x="3367649" y="1314409"/>
                </a:cubicBezTo>
                <a:cubicBezTo>
                  <a:pt x="3353484" y="1314409"/>
                  <a:pt x="3341990" y="1302914"/>
                  <a:pt x="3341990" y="1288750"/>
                </a:cubicBezTo>
                <a:cubicBezTo>
                  <a:pt x="3341990" y="1274585"/>
                  <a:pt x="3353484" y="1263091"/>
                  <a:pt x="3367649" y="1263091"/>
                </a:cubicBezTo>
                <a:close/>
                <a:moveTo>
                  <a:pt x="3303444" y="1263091"/>
                </a:moveTo>
                <a:cubicBezTo>
                  <a:pt x="3317609" y="1263091"/>
                  <a:pt x="3329102" y="1274585"/>
                  <a:pt x="3329102" y="1288750"/>
                </a:cubicBezTo>
                <a:cubicBezTo>
                  <a:pt x="3329102" y="1302914"/>
                  <a:pt x="3317609" y="1314409"/>
                  <a:pt x="3303444" y="1314409"/>
                </a:cubicBezTo>
                <a:cubicBezTo>
                  <a:pt x="3289279" y="1314409"/>
                  <a:pt x="3277785" y="1302914"/>
                  <a:pt x="3277785" y="1288750"/>
                </a:cubicBezTo>
                <a:cubicBezTo>
                  <a:pt x="3277785" y="1274585"/>
                  <a:pt x="3289279" y="1263091"/>
                  <a:pt x="3303444" y="1263091"/>
                </a:cubicBezTo>
                <a:close/>
                <a:moveTo>
                  <a:pt x="3110828" y="1263091"/>
                </a:moveTo>
                <a:cubicBezTo>
                  <a:pt x="3124992" y="1263091"/>
                  <a:pt x="3136487" y="1274585"/>
                  <a:pt x="3136487" y="1288750"/>
                </a:cubicBezTo>
                <a:cubicBezTo>
                  <a:pt x="3136487" y="1302914"/>
                  <a:pt x="3124992" y="1314409"/>
                  <a:pt x="3110828" y="1314409"/>
                </a:cubicBezTo>
                <a:cubicBezTo>
                  <a:pt x="3096663" y="1314409"/>
                  <a:pt x="3085170" y="1302914"/>
                  <a:pt x="3085170" y="1288750"/>
                </a:cubicBezTo>
                <a:cubicBezTo>
                  <a:pt x="3085170" y="1274585"/>
                  <a:pt x="3096663" y="1263091"/>
                  <a:pt x="3110828" y="1263091"/>
                </a:cubicBezTo>
                <a:close/>
                <a:moveTo>
                  <a:pt x="3046623" y="1263091"/>
                </a:moveTo>
                <a:cubicBezTo>
                  <a:pt x="3060788" y="1263091"/>
                  <a:pt x="3072282" y="1274585"/>
                  <a:pt x="3072282" y="1288750"/>
                </a:cubicBezTo>
                <a:cubicBezTo>
                  <a:pt x="3072282" y="1302914"/>
                  <a:pt x="3060788" y="1314409"/>
                  <a:pt x="3046623" y="1314409"/>
                </a:cubicBezTo>
                <a:cubicBezTo>
                  <a:pt x="3032458" y="1314409"/>
                  <a:pt x="3020964" y="1302914"/>
                  <a:pt x="3020964" y="1288750"/>
                </a:cubicBezTo>
                <a:cubicBezTo>
                  <a:pt x="3020964" y="1274585"/>
                  <a:pt x="3032458" y="1263091"/>
                  <a:pt x="3046623" y="1263091"/>
                </a:cubicBezTo>
                <a:close/>
                <a:moveTo>
                  <a:pt x="2982301" y="1263091"/>
                </a:moveTo>
                <a:cubicBezTo>
                  <a:pt x="2996466" y="1263091"/>
                  <a:pt x="3007960" y="1274585"/>
                  <a:pt x="3007960" y="1288750"/>
                </a:cubicBezTo>
                <a:cubicBezTo>
                  <a:pt x="3007960" y="1302914"/>
                  <a:pt x="2996466" y="1314409"/>
                  <a:pt x="2982301" y="1314409"/>
                </a:cubicBezTo>
                <a:cubicBezTo>
                  <a:pt x="2968137" y="1314409"/>
                  <a:pt x="2956642" y="1302914"/>
                  <a:pt x="2956642" y="1288750"/>
                </a:cubicBezTo>
                <a:cubicBezTo>
                  <a:pt x="2956642" y="1274585"/>
                  <a:pt x="2968137" y="1263091"/>
                  <a:pt x="2982301" y="1263091"/>
                </a:cubicBezTo>
                <a:close/>
                <a:moveTo>
                  <a:pt x="2853890" y="1263091"/>
                </a:moveTo>
                <a:cubicBezTo>
                  <a:pt x="2868062" y="1263091"/>
                  <a:pt x="2879550" y="1274579"/>
                  <a:pt x="2879550" y="1288750"/>
                </a:cubicBezTo>
                <a:cubicBezTo>
                  <a:pt x="2879550" y="1302921"/>
                  <a:pt x="2868062" y="1314409"/>
                  <a:pt x="2853890" y="1314409"/>
                </a:cubicBezTo>
                <a:cubicBezTo>
                  <a:pt x="2839720" y="1314409"/>
                  <a:pt x="2828231" y="1302921"/>
                  <a:pt x="2828231" y="1288750"/>
                </a:cubicBezTo>
                <a:cubicBezTo>
                  <a:pt x="2828231" y="1274579"/>
                  <a:pt x="2839720" y="1263091"/>
                  <a:pt x="2853890" y="1263091"/>
                </a:cubicBezTo>
                <a:close/>
                <a:moveTo>
                  <a:pt x="2789686" y="1263091"/>
                </a:moveTo>
                <a:cubicBezTo>
                  <a:pt x="2803850" y="1263091"/>
                  <a:pt x="2815344" y="1274585"/>
                  <a:pt x="2815344" y="1288750"/>
                </a:cubicBezTo>
                <a:cubicBezTo>
                  <a:pt x="2815344" y="1302914"/>
                  <a:pt x="2803850" y="1314409"/>
                  <a:pt x="2789686" y="1314409"/>
                </a:cubicBezTo>
                <a:cubicBezTo>
                  <a:pt x="2775521" y="1314409"/>
                  <a:pt x="2764027" y="1302914"/>
                  <a:pt x="2764027" y="1288750"/>
                </a:cubicBezTo>
                <a:cubicBezTo>
                  <a:pt x="2764027" y="1274585"/>
                  <a:pt x="2775521" y="1263091"/>
                  <a:pt x="2789686" y="1263091"/>
                </a:cubicBezTo>
                <a:close/>
                <a:moveTo>
                  <a:pt x="2404454" y="1263091"/>
                </a:moveTo>
                <a:cubicBezTo>
                  <a:pt x="2418619" y="1263091"/>
                  <a:pt x="2430112" y="1274585"/>
                  <a:pt x="2430112" y="1288750"/>
                </a:cubicBezTo>
                <a:cubicBezTo>
                  <a:pt x="2430112" y="1302914"/>
                  <a:pt x="2418619" y="1314409"/>
                  <a:pt x="2404454" y="1314409"/>
                </a:cubicBezTo>
                <a:cubicBezTo>
                  <a:pt x="2390289" y="1314409"/>
                  <a:pt x="2378795" y="1302914"/>
                  <a:pt x="2378795" y="1288750"/>
                </a:cubicBezTo>
                <a:cubicBezTo>
                  <a:pt x="2378795" y="1274585"/>
                  <a:pt x="2390289" y="1263091"/>
                  <a:pt x="2404454" y="1263091"/>
                </a:cubicBezTo>
                <a:close/>
                <a:moveTo>
                  <a:pt x="2340249" y="1263091"/>
                </a:moveTo>
                <a:cubicBezTo>
                  <a:pt x="2354413" y="1263091"/>
                  <a:pt x="2365908" y="1274585"/>
                  <a:pt x="2365908" y="1288750"/>
                </a:cubicBezTo>
                <a:cubicBezTo>
                  <a:pt x="2365908" y="1302914"/>
                  <a:pt x="2354413" y="1314409"/>
                  <a:pt x="2340249" y="1314409"/>
                </a:cubicBezTo>
                <a:cubicBezTo>
                  <a:pt x="2326084" y="1314409"/>
                  <a:pt x="2314590" y="1302914"/>
                  <a:pt x="2314590" y="1288750"/>
                </a:cubicBezTo>
                <a:cubicBezTo>
                  <a:pt x="2314590" y="1274585"/>
                  <a:pt x="2326084" y="1263091"/>
                  <a:pt x="2340249" y="1263091"/>
                </a:cubicBezTo>
                <a:close/>
                <a:moveTo>
                  <a:pt x="2276044" y="1263091"/>
                </a:moveTo>
                <a:cubicBezTo>
                  <a:pt x="2290208" y="1263091"/>
                  <a:pt x="2301702" y="1274585"/>
                  <a:pt x="2301702" y="1288750"/>
                </a:cubicBezTo>
                <a:cubicBezTo>
                  <a:pt x="2301702" y="1302914"/>
                  <a:pt x="2290208" y="1314409"/>
                  <a:pt x="2276044" y="1314409"/>
                </a:cubicBezTo>
                <a:cubicBezTo>
                  <a:pt x="2261879" y="1314409"/>
                  <a:pt x="2250385" y="1302914"/>
                  <a:pt x="2250385" y="1288750"/>
                </a:cubicBezTo>
                <a:cubicBezTo>
                  <a:pt x="2250385" y="1274585"/>
                  <a:pt x="2261879" y="1263091"/>
                  <a:pt x="2276044" y="1263091"/>
                </a:cubicBezTo>
                <a:close/>
                <a:moveTo>
                  <a:pt x="2211838" y="1263091"/>
                </a:moveTo>
                <a:cubicBezTo>
                  <a:pt x="2226003" y="1263091"/>
                  <a:pt x="2237497" y="1274585"/>
                  <a:pt x="2237497" y="1288750"/>
                </a:cubicBezTo>
                <a:cubicBezTo>
                  <a:pt x="2237497" y="1302914"/>
                  <a:pt x="2226003" y="1314409"/>
                  <a:pt x="2211838" y="1314409"/>
                </a:cubicBezTo>
                <a:cubicBezTo>
                  <a:pt x="2197673" y="1314409"/>
                  <a:pt x="2186178" y="1302914"/>
                  <a:pt x="2186178" y="1288750"/>
                </a:cubicBezTo>
                <a:cubicBezTo>
                  <a:pt x="2186178" y="1274585"/>
                  <a:pt x="2197673" y="1263091"/>
                  <a:pt x="2211838" y="1263091"/>
                </a:cubicBezTo>
                <a:close/>
                <a:moveTo>
                  <a:pt x="2147633" y="1263091"/>
                </a:moveTo>
                <a:cubicBezTo>
                  <a:pt x="2161804" y="1263091"/>
                  <a:pt x="2173293" y="1274579"/>
                  <a:pt x="2173293" y="1288750"/>
                </a:cubicBezTo>
                <a:cubicBezTo>
                  <a:pt x="2173293" y="1302921"/>
                  <a:pt x="2161804" y="1314409"/>
                  <a:pt x="2147633" y="1314409"/>
                </a:cubicBezTo>
                <a:cubicBezTo>
                  <a:pt x="2133462" y="1314409"/>
                  <a:pt x="2121975" y="1302921"/>
                  <a:pt x="2121975" y="1288750"/>
                </a:cubicBezTo>
                <a:cubicBezTo>
                  <a:pt x="2121975" y="1274579"/>
                  <a:pt x="2133462" y="1263091"/>
                  <a:pt x="2147633" y="1263091"/>
                </a:cubicBezTo>
                <a:close/>
                <a:moveTo>
                  <a:pt x="2083427" y="1263091"/>
                </a:moveTo>
                <a:cubicBezTo>
                  <a:pt x="2097599" y="1263091"/>
                  <a:pt x="2109087" y="1274579"/>
                  <a:pt x="2109087" y="1288750"/>
                </a:cubicBezTo>
                <a:cubicBezTo>
                  <a:pt x="2109087" y="1302921"/>
                  <a:pt x="2097599" y="1314409"/>
                  <a:pt x="2083427" y="1314409"/>
                </a:cubicBezTo>
                <a:cubicBezTo>
                  <a:pt x="2069257" y="1314409"/>
                  <a:pt x="2057768" y="1302921"/>
                  <a:pt x="2057768" y="1288750"/>
                </a:cubicBezTo>
                <a:cubicBezTo>
                  <a:pt x="2057768" y="1274579"/>
                  <a:pt x="2069257" y="1263091"/>
                  <a:pt x="2083427" y="1263091"/>
                </a:cubicBezTo>
                <a:close/>
                <a:moveTo>
                  <a:pt x="2019222" y="1263091"/>
                </a:moveTo>
                <a:cubicBezTo>
                  <a:pt x="2033387" y="1263091"/>
                  <a:pt x="2044880" y="1274585"/>
                  <a:pt x="2044880" y="1288750"/>
                </a:cubicBezTo>
                <a:cubicBezTo>
                  <a:pt x="2044880" y="1302914"/>
                  <a:pt x="2033387" y="1314409"/>
                  <a:pt x="2019222" y="1314409"/>
                </a:cubicBezTo>
                <a:cubicBezTo>
                  <a:pt x="2005058" y="1314409"/>
                  <a:pt x="1993563" y="1302914"/>
                  <a:pt x="1993563" y="1288750"/>
                </a:cubicBezTo>
                <a:cubicBezTo>
                  <a:pt x="1993563" y="1274585"/>
                  <a:pt x="2005058" y="1263091"/>
                  <a:pt x="2019222" y="1263091"/>
                </a:cubicBezTo>
                <a:close/>
                <a:moveTo>
                  <a:pt x="1955016" y="1263091"/>
                </a:moveTo>
                <a:cubicBezTo>
                  <a:pt x="1969181" y="1263091"/>
                  <a:pt x="1980676" y="1274585"/>
                  <a:pt x="1980676" y="1288750"/>
                </a:cubicBezTo>
                <a:cubicBezTo>
                  <a:pt x="1980676" y="1302914"/>
                  <a:pt x="1969181" y="1314409"/>
                  <a:pt x="1955016" y="1314409"/>
                </a:cubicBezTo>
                <a:cubicBezTo>
                  <a:pt x="1940851" y="1314409"/>
                  <a:pt x="1929358" y="1302914"/>
                  <a:pt x="1929358" y="1288750"/>
                </a:cubicBezTo>
                <a:cubicBezTo>
                  <a:pt x="1929358" y="1274585"/>
                  <a:pt x="1940851" y="1263091"/>
                  <a:pt x="1955016" y="1263091"/>
                </a:cubicBezTo>
                <a:close/>
                <a:moveTo>
                  <a:pt x="1890696" y="1263091"/>
                </a:moveTo>
                <a:cubicBezTo>
                  <a:pt x="1904860" y="1263091"/>
                  <a:pt x="1916355" y="1274585"/>
                  <a:pt x="1916355" y="1288750"/>
                </a:cubicBezTo>
                <a:cubicBezTo>
                  <a:pt x="1916355" y="1302914"/>
                  <a:pt x="1904860" y="1314409"/>
                  <a:pt x="1890696" y="1314409"/>
                </a:cubicBezTo>
                <a:cubicBezTo>
                  <a:pt x="1876531" y="1314409"/>
                  <a:pt x="1865037" y="1302914"/>
                  <a:pt x="1865037" y="1288750"/>
                </a:cubicBezTo>
                <a:cubicBezTo>
                  <a:pt x="1865037" y="1274585"/>
                  <a:pt x="1876531" y="1263091"/>
                  <a:pt x="1890696" y="1263091"/>
                </a:cubicBezTo>
                <a:close/>
                <a:moveTo>
                  <a:pt x="1826490" y="1263091"/>
                </a:moveTo>
                <a:cubicBezTo>
                  <a:pt x="1840654" y="1263091"/>
                  <a:pt x="1852149" y="1274585"/>
                  <a:pt x="1852149" y="1288750"/>
                </a:cubicBezTo>
                <a:cubicBezTo>
                  <a:pt x="1852149" y="1302914"/>
                  <a:pt x="1840654" y="1314409"/>
                  <a:pt x="1826490" y="1314409"/>
                </a:cubicBezTo>
                <a:cubicBezTo>
                  <a:pt x="1812325" y="1314409"/>
                  <a:pt x="1800830" y="1302914"/>
                  <a:pt x="1800830" y="1288750"/>
                </a:cubicBezTo>
                <a:cubicBezTo>
                  <a:pt x="1800830" y="1274585"/>
                  <a:pt x="1812325" y="1263091"/>
                  <a:pt x="1826490" y="1263091"/>
                </a:cubicBezTo>
                <a:close/>
                <a:moveTo>
                  <a:pt x="1762285" y="1263091"/>
                </a:moveTo>
                <a:cubicBezTo>
                  <a:pt x="1776456" y="1263091"/>
                  <a:pt x="1787944" y="1274579"/>
                  <a:pt x="1787944" y="1288750"/>
                </a:cubicBezTo>
                <a:cubicBezTo>
                  <a:pt x="1787944" y="1302921"/>
                  <a:pt x="1776456" y="1314409"/>
                  <a:pt x="1762285" y="1314409"/>
                </a:cubicBezTo>
                <a:cubicBezTo>
                  <a:pt x="1748114" y="1314409"/>
                  <a:pt x="1736626" y="1302921"/>
                  <a:pt x="1736626" y="1288750"/>
                </a:cubicBezTo>
                <a:cubicBezTo>
                  <a:pt x="1736626" y="1274579"/>
                  <a:pt x="1748114" y="1263091"/>
                  <a:pt x="1762285" y="1263091"/>
                </a:cubicBezTo>
                <a:close/>
                <a:moveTo>
                  <a:pt x="1505464" y="1263091"/>
                </a:moveTo>
                <a:cubicBezTo>
                  <a:pt x="1519629" y="1263091"/>
                  <a:pt x="1531123" y="1274585"/>
                  <a:pt x="1531123" y="1288750"/>
                </a:cubicBezTo>
                <a:cubicBezTo>
                  <a:pt x="1531123" y="1302914"/>
                  <a:pt x="1519629" y="1314409"/>
                  <a:pt x="1505464" y="1314409"/>
                </a:cubicBezTo>
                <a:cubicBezTo>
                  <a:pt x="1491299" y="1314409"/>
                  <a:pt x="1479806" y="1302914"/>
                  <a:pt x="1479806" y="1288750"/>
                </a:cubicBezTo>
                <a:cubicBezTo>
                  <a:pt x="1479806" y="1274585"/>
                  <a:pt x="1491299" y="1263091"/>
                  <a:pt x="1505464" y="1263091"/>
                </a:cubicBezTo>
                <a:close/>
                <a:moveTo>
                  <a:pt x="1441258" y="1263091"/>
                </a:moveTo>
                <a:cubicBezTo>
                  <a:pt x="1455430" y="1263091"/>
                  <a:pt x="1466917" y="1274579"/>
                  <a:pt x="1466917" y="1288750"/>
                </a:cubicBezTo>
                <a:cubicBezTo>
                  <a:pt x="1466917" y="1302921"/>
                  <a:pt x="1455430" y="1314409"/>
                  <a:pt x="1441258" y="1314409"/>
                </a:cubicBezTo>
                <a:cubicBezTo>
                  <a:pt x="1427087" y="1314409"/>
                  <a:pt x="1415599" y="1302921"/>
                  <a:pt x="1415599" y="1288750"/>
                </a:cubicBezTo>
                <a:cubicBezTo>
                  <a:pt x="1415599" y="1274579"/>
                  <a:pt x="1427087" y="1263091"/>
                  <a:pt x="1441258" y="1263091"/>
                </a:cubicBezTo>
                <a:close/>
                <a:moveTo>
                  <a:pt x="1377053" y="1263091"/>
                </a:moveTo>
                <a:cubicBezTo>
                  <a:pt x="1391224" y="1263091"/>
                  <a:pt x="1402712" y="1274579"/>
                  <a:pt x="1402712" y="1288750"/>
                </a:cubicBezTo>
                <a:cubicBezTo>
                  <a:pt x="1402712" y="1302921"/>
                  <a:pt x="1391224" y="1314409"/>
                  <a:pt x="1377053" y="1314409"/>
                </a:cubicBezTo>
                <a:cubicBezTo>
                  <a:pt x="1362882" y="1314409"/>
                  <a:pt x="1351395" y="1302921"/>
                  <a:pt x="1351395" y="1288750"/>
                </a:cubicBezTo>
                <a:cubicBezTo>
                  <a:pt x="1351395" y="1274579"/>
                  <a:pt x="1362882" y="1263091"/>
                  <a:pt x="1377053" y="1263091"/>
                </a:cubicBezTo>
                <a:close/>
                <a:moveTo>
                  <a:pt x="1184437" y="1263091"/>
                </a:moveTo>
                <a:cubicBezTo>
                  <a:pt x="1198602" y="1263091"/>
                  <a:pt x="1210096" y="1274585"/>
                  <a:pt x="1210096" y="1288750"/>
                </a:cubicBezTo>
                <a:cubicBezTo>
                  <a:pt x="1210096" y="1302914"/>
                  <a:pt x="1198602" y="1314409"/>
                  <a:pt x="1184437" y="1314409"/>
                </a:cubicBezTo>
                <a:cubicBezTo>
                  <a:pt x="1170273" y="1314409"/>
                  <a:pt x="1158780" y="1302914"/>
                  <a:pt x="1158780" y="1288750"/>
                </a:cubicBezTo>
                <a:cubicBezTo>
                  <a:pt x="1158780" y="1274585"/>
                  <a:pt x="1170273" y="1263091"/>
                  <a:pt x="1184437" y="1263091"/>
                </a:cubicBezTo>
                <a:close/>
                <a:moveTo>
                  <a:pt x="991823" y="1263091"/>
                </a:moveTo>
                <a:cubicBezTo>
                  <a:pt x="1005993" y="1263091"/>
                  <a:pt x="1017481" y="1274579"/>
                  <a:pt x="1017481" y="1288750"/>
                </a:cubicBezTo>
                <a:cubicBezTo>
                  <a:pt x="1017481" y="1302921"/>
                  <a:pt x="1005993" y="1314409"/>
                  <a:pt x="991823" y="1314409"/>
                </a:cubicBezTo>
                <a:cubicBezTo>
                  <a:pt x="977652" y="1314409"/>
                  <a:pt x="966162" y="1302921"/>
                  <a:pt x="966162" y="1288750"/>
                </a:cubicBezTo>
                <a:cubicBezTo>
                  <a:pt x="966162" y="1274579"/>
                  <a:pt x="977652" y="1263091"/>
                  <a:pt x="991823" y="1263091"/>
                </a:cubicBezTo>
                <a:close/>
                <a:moveTo>
                  <a:pt x="927616" y="1263091"/>
                </a:moveTo>
                <a:cubicBezTo>
                  <a:pt x="941781" y="1263091"/>
                  <a:pt x="953275" y="1274585"/>
                  <a:pt x="953275" y="1288750"/>
                </a:cubicBezTo>
                <a:cubicBezTo>
                  <a:pt x="953275" y="1302914"/>
                  <a:pt x="941781" y="1314409"/>
                  <a:pt x="927616" y="1314409"/>
                </a:cubicBezTo>
                <a:cubicBezTo>
                  <a:pt x="913452" y="1314409"/>
                  <a:pt x="901957" y="1302914"/>
                  <a:pt x="901957" y="1288750"/>
                </a:cubicBezTo>
                <a:cubicBezTo>
                  <a:pt x="901957" y="1274585"/>
                  <a:pt x="913452" y="1263091"/>
                  <a:pt x="927616" y="1263091"/>
                </a:cubicBezTo>
                <a:close/>
                <a:moveTo>
                  <a:pt x="606475" y="1263091"/>
                </a:moveTo>
                <a:cubicBezTo>
                  <a:pt x="620639" y="1263091"/>
                  <a:pt x="632134" y="1274585"/>
                  <a:pt x="632134" y="1288750"/>
                </a:cubicBezTo>
                <a:cubicBezTo>
                  <a:pt x="632134" y="1302914"/>
                  <a:pt x="620639" y="1314409"/>
                  <a:pt x="606475" y="1314409"/>
                </a:cubicBezTo>
                <a:cubicBezTo>
                  <a:pt x="592310" y="1314409"/>
                  <a:pt x="580815" y="1302914"/>
                  <a:pt x="580815" y="1288750"/>
                </a:cubicBezTo>
                <a:cubicBezTo>
                  <a:pt x="580815" y="1274585"/>
                  <a:pt x="592310" y="1263091"/>
                  <a:pt x="606475" y="1263091"/>
                </a:cubicBezTo>
                <a:close/>
                <a:moveTo>
                  <a:pt x="542268" y="1263091"/>
                </a:moveTo>
                <a:cubicBezTo>
                  <a:pt x="556433" y="1263091"/>
                  <a:pt x="567927" y="1274585"/>
                  <a:pt x="567927" y="1288750"/>
                </a:cubicBezTo>
                <a:cubicBezTo>
                  <a:pt x="567927" y="1302914"/>
                  <a:pt x="556433" y="1314409"/>
                  <a:pt x="542268" y="1314409"/>
                </a:cubicBezTo>
                <a:cubicBezTo>
                  <a:pt x="528104" y="1314409"/>
                  <a:pt x="516610" y="1302914"/>
                  <a:pt x="516610" y="1288750"/>
                </a:cubicBezTo>
                <a:cubicBezTo>
                  <a:pt x="516610" y="1274585"/>
                  <a:pt x="528104" y="1263091"/>
                  <a:pt x="542268" y="1263091"/>
                </a:cubicBezTo>
                <a:close/>
                <a:moveTo>
                  <a:pt x="478063" y="1263091"/>
                </a:moveTo>
                <a:cubicBezTo>
                  <a:pt x="492228" y="1263091"/>
                  <a:pt x="503724" y="1274585"/>
                  <a:pt x="503724" y="1288750"/>
                </a:cubicBezTo>
                <a:cubicBezTo>
                  <a:pt x="503724" y="1302914"/>
                  <a:pt x="492228" y="1314409"/>
                  <a:pt x="478063" y="1314409"/>
                </a:cubicBezTo>
                <a:cubicBezTo>
                  <a:pt x="463900" y="1314409"/>
                  <a:pt x="452404" y="1302914"/>
                  <a:pt x="452404" y="1288750"/>
                </a:cubicBezTo>
                <a:cubicBezTo>
                  <a:pt x="452404" y="1274585"/>
                  <a:pt x="463900" y="1263091"/>
                  <a:pt x="478063" y="1263091"/>
                </a:cubicBezTo>
                <a:close/>
                <a:moveTo>
                  <a:pt x="413858" y="1263091"/>
                </a:moveTo>
                <a:cubicBezTo>
                  <a:pt x="428023" y="1263091"/>
                  <a:pt x="439517" y="1274585"/>
                  <a:pt x="439517" y="1288750"/>
                </a:cubicBezTo>
                <a:cubicBezTo>
                  <a:pt x="439517" y="1302914"/>
                  <a:pt x="428023" y="1314409"/>
                  <a:pt x="413858" y="1314409"/>
                </a:cubicBezTo>
                <a:cubicBezTo>
                  <a:pt x="399694" y="1314409"/>
                  <a:pt x="388200" y="1302914"/>
                  <a:pt x="388200" y="1288750"/>
                </a:cubicBezTo>
                <a:cubicBezTo>
                  <a:pt x="388200" y="1274585"/>
                  <a:pt x="399694" y="1263091"/>
                  <a:pt x="413858" y="1263091"/>
                </a:cubicBezTo>
                <a:close/>
                <a:moveTo>
                  <a:pt x="346686" y="1263091"/>
                </a:moveTo>
                <a:cubicBezTo>
                  <a:pt x="360849" y="1263091"/>
                  <a:pt x="372344" y="1274585"/>
                  <a:pt x="372344" y="1288750"/>
                </a:cubicBezTo>
                <a:cubicBezTo>
                  <a:pt x="372344" y="1302914"/>
                  <a:pt x="360849" y="1314409"/>
                  <a:pt x="346686" y="1314409"/>
                </a:cubicBezTo>
                <a:cubicBezTo>
                  <a:pt x="332520" y="1314409"/>
                  <a:pt x="321027" y="1302914"/>
                  <a:pt x="321027" y="1288750"/>
                </a:cubicBezTo>
                <a:cubicBezTo>
                  <a:pt x="321027" y="1274585"/>
                  <a:pt x="332520" y="1263091"/>
                  <a:pt x="346686" y="1263091"/>
                </a:cubicBezTo>
                <a:close/>
                <a:moveTo>
                  <a:pt x="25659" y="1263091"/>
                </a:moveTo>
                <a:cubicBezTo>
                  <a:pt x="39829" y="1263091"/>
                  <a:pt x="51317" y="1274579"/>
                  <a:pt x="51317" y="1288750"/>
                </a:cubicBezTo>
                <a:cubicBezTo>
                  <a:pt x="51317" y="1302921"/>
                  <a:pt x="39829" y="1314409"/>
                  <a:pt x="25659" y="1314409"/>
                </a:cubicBezTo>
                <a:cubicBezTo>
                  <a:pt x="11488" y="1314409"/>
                  <a:pt x="0" y="1302921"/>
                  <a:pt x="0" y="1288750"/>
                </a:cubicBezTo>
                <a:cubicBezTo>
                  <a:pt x="0" y="1274579"/>
                  <a:pt x="11488" y="1263091"/>
                  <a:pt x="25659" y="1263091"/>
                </a:cubicBezTo>
                <a:close/>
                <a:moveTo>
                  <a:pt x="11646697" y="1208755"/>
                </a:moveTo>
                <a:cubicBezTo>
                  <a:pt x="11653779" y="1208755"/>
                  <a:pt x="11659583" y="1214560"/>
                  <a:pt x="11659583" y="1221642"/>
                </a:cubicBezTo>
                <a:cubicBezTo>
                  <a:pt x="11659583" y="1228724"/>
                  <a:pt x="11653893" y="1234529"/>
                  <a:pt x="11646697" y="1234529"/>
                </a:cubicBezTo>
                <a:cubicBezTo>
                  <a:pt x="11639613" y="1234529"/>
                  <a:pt x="11633809" y="1228840"/>
                  <a:pt x="11633809" y="1221642"/>
                </a:cubicBezTo>
                <a:cubicBezTo>
                  <a:pt x="11633809" y="1214443"/>
                  <a:pt x="11639499" y="1208755"/>
                  <a:pt x="11646697" y="1208755"/>
                </a:cubicBezTo>
                <a:close/>
                <a:moveTo>
                  <a:pt x="11389875" y="1208755"/>
                </a:moveTo>
                <a:cubicBezTo>
                  <a:pt x="11396993" y="1208755"/>
                  <a:pt x="11402763" y="1214524"/>
                  <a:pt x="11402763" y="1221642"/>
                </a:cubicBezTo>
                <a:cubicBezTo>
                  <a:pt x="11402763" y="1228760"/>
                  <a:pt x="11396993" y="1234529"/>
                  <a:pt x="11389875" y="1234529"/>
                </a:cubicBezTo>
                <a:cubicBezTo>
                  <a:pt x="11382759" y="1234529"/>
                  <a:pt x="11376989" y="1228760"/>
                  <a:pt x="11376989" y="1221642"/>
                </a:cubicBezTo>
                <a:cubicBezTo>
                  <a:pt x="11376989" y="1214524"/>
                  <a:pt x="11382759" y="1208755"/>
                  <a:pt x="11389875" y="1208755"/>
                </a:cubicBezTo>
                <a:close/>
                <a:moveTo>
                  <a:pt x="11068848" y="1208755"/>
                </a:moveTo>
                <a:cubicBezTo>
                  <a:pt x="11075966" y="1208755"/>
                  <a:pt x="11081736" y="1214524"/>
                  <a:pt x="11081736" y="1221642"/>
                </a:cubicBezTo>
                <a:cubicBezTo>
                  <a:pt x="11081736" y="1228760"/>
                  <a:pt x="11075966" y="1234529"/>
                  <a:pt x="11068848" y="1234529"/>
                </a:cubicBezTo>
                <a:cubicBezTo>
                  <a:pt x="11061732" y="1234529"/>
                  <a:pt x="11055962" y="1228760"/>
                  <a:pt x="11055962" y="1221642"/>
                </a:cubicBezTo>
                <a:cubicBezTo>
                  <a:pt x="11055962" y="1214524"/>
                  <a:pt x="11061732" y="1208755"/>
                  <a:pt x="11068848" y="1208755"/>
                </a:cubicBezTo>
                <a:close/>
                <a:moveTo>
                  <a:pt x="10811912" y="1208755"/>
                </a:moveTo>
                <a:cubicBezTo>
                  <a:pt x="10819028" y="1208755"/>
                  <a:pt x="10824798" y="1214524"/>
                  <a:pt x="10824798" y="1221642"/>
                </a:cubicBezTo>
                <a:cubicBezTo>
                  <a:pt x="10824798" y="1228760"/>
                  <a:pt x="10819028" y="1234529"/>
                  <a:pt x="10811912" y="1234529"/>
                </a:cubicBezTo>
                <a:cubicBezTo>
                  <a:pt x="10804794" y="1234529"/>
                  <a:pt x="10799024" y="1228760"/>
                  <a:pt x="10799024" y="1221642"/>
                </a:cubicBezTo>
                <a:cubicBezTo>
                  <a:pt x="10799024" y="1214524"/>
                  <a:pt x="10804794" y="1208755"/>
                  <a:pt x="10811912" y="1208755"/>
                </a:cubicBezTo>
                <a:close/>
                <a:moveTo>
                  <a:pt x="10747708" y="1208755"/>
                </a:moveTo>
                <a:cubicBezTo>
                  <a:pt x="10754824" y="1208755"/>
                  <a:pt x="10760593" y="1214524"/>
                  <a:pt x="10760593" y="1221642"/>
                </a:cubicBezTo>
                <a:cubicBezTo>
                  <a:pt x="10760593" y="1228760"/>
                  <a:pt x="10754824" y="1234529"/>
                  <a:pt x="10747708" y="1234529"/>
                </a:cubicBezTo>
                <a:cubicBezTo>
                  <a:pt x="10740589" y="1234529"/>
                  <a:pt x="10734820" y="1228760"/>
                  <a:pt x="10734820" y="1221642"/>
                </a:cubicBezTo>
                <a:cubicBezTo>
                  <a:pt x="10734820" y="1214524"/>
                  <a:pt x="10740589" y="1208755"/>
                  <a:pt x="10747708" y="1208755"/>
                </a:cubicBezTo>
                <a:close/>
                <a:moveTo>
                  <a:pt x="10490885" y="1208755"/>
                </a:moveTo>
                <a:cubicBezTo>
                  <a:pt x="10498004" y="1208755"/>
                  <a:pt x="10503773" y="1214524"/>
                  <a:pt x="10503773" y="1221642"/>
                </a:cubicBezTo>
                <a:cubicBezTo>
                  <a:pt x="10503773" y="1228760"/>
                  <a:pt x="10498004" y="1234529"/>
                  <a:pt x="10490885" y="1234529"/>
                </a:cubicBezTo>
                <a:cubicBezTo>
                  <a:pt x="10483769" y="1234529"/>
                  <a:pt x="10477997" y="1228760"/>
                  <a:pt x="10477997" y="1221642"/>
                </a:cubicBezTo>
                <a:cubicBezTo>
                  <a:pt x="10477997" y="1214524"/>
                  <a:pt x="10483769" y="1208755"/>
                  <a:pt x="10490885" y="1208755"/>
                </a:cubicBezTo>
                <a:close/>
                <a:moveTo>
                  <a:pt x="9912920" y="1208755"/>
                </a:moveTo>
                <a:cubicBezTo>
                  <a:pt x="9920039" y="1208755"/>
                  <a:pt x="9925808" y="1214524"/>
                  <a:pt x="9925808" y="1221642"/>
                </a:cubicBezTo>
                <a:cubicBezTo>
                  <a:pt x="9925808" y="1228760"/>
                  <a:pt x="9920039" y="1234529"/>
                  <a:pt x="9912920" y="1234529"/>
                </a:cubicBezTo>
                <a:cubicBezTo>
                  <a:pt x="9905804" y="1234529"/>
                  <a:pt x="9900035" y="1228760"/>
                  <a:pt x="9900035" y="1221642"/>
                </a:cubicBezTo>
                <a:cubicBezTo>
                  <a:pt x="9900035" y="1214524"/>
                  <a:pt x="9905804" y="1208755"/>
                  <a:pt x="9912920" y="1208755"/>
                </a:cubicBezTo>
                <a:close/>
                <a:moveTo>
                  <a:pt x="8821315" y="1208755"/>
                </a:moveTo>
                <a:cubicBezTo>
                  <a:pt x="8828434" y="1208755"/>
                  <a:pt x="8834203" y="1214524"/>
                  <a:pt x="8834203" y="1221642"/>
                </a:cubicBezTo>
                <a:cubicBezTo>
                  <a:pt x="8834203" y="1228760"/>
                  <a:pt x="8828434" y="1234529"/>
                  <a:pt x="8821315" y="1234529"/>
                </a:cubicBezTo>
                <a:cubicBezTo>
                  <a:pt x="8814199" y="1234529"/>
                  <a:pt x="8808427" y="1228760"/>
                  <a:pt x="8808427" y="1221642"/>
                </a:cubicBezTo>
                <a:cubicBezTo>
                  <a:pt x="8808427" y="1214524"/>
                  <a:pt x="8814199" y="1208755"/>
                  <a:pt x="8821315" y="1208755"/>
                </a:cubicBezTo>
                <a:close/>
                <a:moveTo>
                  <a:pt x="8692906" y="1208755"/>
                </a:moveTo>
                <a:cubicBezTo>
                  <a:pt x="8699988" y="1208755"/>
                  <a:pt x="8705792" y="1214560"/>
                  <a:pt x="8705792" y="1221642"/>
                </a:cubicBezTo>
                <a:cubicBezTo>
                  <a:pt x="8705792" y="1228724"/>
                  <a:pt x="8700103" y="1234529"/>
                  <a:pt x="8692906" y="1234529"/>
                </a:cubicBezTo>
                <a:cubicBezTo>
                  <a:pt x="8685823" y="1234529"/>
                  <a:pt x="8680018" y="1228840"/>
                  <a:pt x="8680018" y="1221642"/>
                </a:cubicBezTo>
                <a:cubicBezTo>
                  <a:pt x="8680018" y="1214443"/>
                  <a:pt x="8685708" y="1208755"/>
                  <a:pt x="8692906" y="1208755"/>
                </a:cubicBezTo>
                <a:close/>
                <a:moveTo>
                  <a:pt x="8307675" y="1208755"/>
                </a:moveTo>
                <a:cubicBezTo>
                  <a:pt x="8314791" y="1208755"/>
                  <a:pt x="8320560" y="1214524"/>
                  <a:pt x="8320560" y="1221642"/>
                </a:cubicBezTo>
                <a:cubicBezTo>
                  <a:pt x="8320560" y="1228760"/>
                  <a:pt x="8314791" y="1234529"/>
                  <a:pt x="8307675" y="1234529"/>
                </a:cubicBezTo>
                <a:cubicBezTo>
                  <a:pt x="8300556" y="1234529"/>
                  <a:pt x="8294787" y="1228760"/>
                  <a:pt x="8294787" y="1221642"/>
                </a:cubicBezTo>
                <a:cubicBezTo>
                  <a:pt x="8294787" y="1214524"/>
                  <a:pt x="8300556" y="1208755"/>
                  <a:pt x="8307675" y="1208755"/>
                </a:cubicBezTo>
                <a:close/>
                <a:moveTo>
                  <a:pt x="7280274" y="1208755"/>
                </a:moveTo>
                <a:cubicBezTo>
                  <a:pt x="7287355" y="1208755"/>
                  <a:pt x="7293160" y="1214560"/>
                  <a:pt x="7293160" y="1221642"/>
                </a:cubicBezTo>
                <a:cubicBezTo>
                  <a:pt x="7293160" y="1228724"/>
                  <a:pt x="7287470" y="1234529"/>
                  <a:pt x="7280274" y="1234529"/>
                </a:cubicBezTo>
                <a:cubicBezTo>
                  <a:pt x="7273190" y="1234529"/>
                  <a:pt x="7267386" y="1228840"/>
                  <a:pt x="7267386" y="1221642"/>
                </a:cubicBezTo>
                <a:cubicBezTo>
                  <a:pt x="7267386" y="1214443"/>
                  <a:pt x="7273075" y="1208755"/>
                  <a:pt x="7280274" y="1208755"/>
                </a:cubicBezTo>
                <a:close/>
                <a:moveTo>
                  <a:pt x="6830836" y="1208755"/>
                </a:moveTo>
                <a:cubicBezTo>
                  <a:pt x="6837954" y="1208755"/>
                  <a:pt x="6843724" y="1214524"/>
                  <a:pt x="6843724" y="1221642"/>
                </a:cubicBezTo>
                <a:cubicBezTo>
                  <a:pt x="6843724" y="1228760"/>
                  <a:pt x="6837954" y="1234529"/>
                  <a:pt x="6830836" y="1234529"/>
                </a:cubicBezTo>
                <a:cubicBezTo>
                  <a:pt x="6823720" y="1234529"/>
                  <a:pt x="6817948" y="1228760"/>
                  <a:pt x="6817948" y="1221642"/>
                </a:cubicBezTo>
                <a:cubicBezTo>
                  <a:pt x="6817948" y="1214524"/>
                  <a:pt x="6823720" y="1208755"/>
                  <a:pt x="6830836" y="1208755"/>
                </a:cubicBezTo>
                <a:close/>
                <a:moveTo>
                  <a:pt x="6766631" y="1208755"/>
                </a:moveTo>
                <a:cubicBezTo>
                  <a:pt x="6773750" y="1208755"/>
                  <a:pt x="6779519" y="1214524"/>
                  <a:pt x="6779519" y="1221642"/>
                </a:cubicBezTo>
                <a:cubicBezTo>
                  <a:pt x="6779519" y="1228760"/>
                  <a:pt x="6773750" y="1234529"/>
                  <a:pt x="6766631" y="1234529"/>
                </a:cubicBezTo>
                <a:cubicBezTo>
                  <a:pt x="6759513" y="1234529"/>
                  <a:pt x="6753743" y="1228760"/>
                  <a:pt x="6753743" y="1221642"/>
                </a:cubicBezTo>
                <a:cubicBezTo>
                  <a:pt x="6753743" y="1214524"/>
                  <a:pt x="6759513" y="1208755"/>
                  <a:pt x="6766631" y="1208755"/>
                </a:cubicBezTo>
                <a:close/>
                <a:moveTo>
                  <a:pt x="6702427" y="1208755"/>
                </a:moveTo>
                <a:cubicBezTo>
                  <a:pt x="6709543" y="1208755"/>
                  <a:pt x="6715312" y="1214524"/>
                  <a:pt x="6715312" y="1221642"/>
                </a:cubicBezTo>
                <a:cubicBezTo>
                  <a:pt x="6715312" y="1228760"/>
                  <a:pt x="6709543" y="1234529"/>
                  <a:pt x="6702427" y="1234529"/>
                </a:cubicBezTo>
                <a:cubicBezTo>
                  <a:pt x="6695308" y="1234529"/>
                  <a:pt x="6689539" y="1228760"/>
                  <a:pt x="6689539" y="1221642"/>
                </a:cubicBezTo>
                <a:cubicBezTo>
                  <a:pt x="6689539" y="1214524"/>
                  <a:pt x="6695308" y="1208755"/>
                  <a:pt x="6702427" y="1208755"/>
                </a:cubicBezTo>
                <a:close/>
                <a:moveTo>
                  <a:pt x="6573900" y="1208755"/>
                </a:moveTo>
                <a:cubicBezTo>
                  <a:pt x="6581099" y="1208755"/>
                  <a:pt x="6586788" y="1214560"/>
                  <a:pt x="6586788" y="1221642"/>
                </a:cubicBezTo>
                <a:cubicBezTo>
                  <a:pt x="6586788" y="1228724"/>
                  <a:pt x="6581099" y="1234529"/>
                  <a:pt x="6573900" y="1234529"/>
                </a:cubicBezTo>
                <a:cubicBezTo>
                  <a:pt x="6566819" y="1234529"/>
                  <a:pt x="6561013" y="1228840"/>
                  <a:pt x="6561013" y="1221642"/>
                </a:cubicBezTo>
                <a:cubicBezTo>
                  <a:pt x="6561013" y="1214443"/>
                  <a:pt x="6566702" y="1208755"/>
                  <a:pt x="6573900" y="1208755"/>
                </a:cubicBezTo>
                <a:close/>
                <a:moveTo>
                  <a:pt x="5936092" y="1208755"/>
                </a:moveTo>
                <a:cubicBezTo>
                  <a:pt x="5943173" y="1208755"/>
                  <a:pt x="5948981" y="1214560"/>
                  <a:pt x="5948981" y="1221642"/>
                </a:cubicBezTo>
                <a:cubicBezTo>
                  <a:pt x="5948981" y="1228724"/>
                  <a:pt x="5943292" y="1234529"/>
                  <a:pt x="5936092" y="1234529"/>
                </a:cubicBezTo>
                <a:cubicBezTo>
                  <a:pt x="5929009" y="1234529"/>
                  <a:pt x="5923204" y="1228840"/>
                  <a:pt x="5923204" y="1221642"/>
                </a:cubicBezTo>
                <a:cubicBezTo>
                  <a:pt x="5923204" y="1214443"/>
                  <a:pt x="5928894" y="1208755"/>
                  <a:pt x="5936092" y="1208755"/>
                </a:cubicBezTo>
                <a:close/>
                <a:moveTo>
                  <a:pt x="5679272" y="1208755"/>
                </a:moveTo>
                <a:cubicBezTo>
                  <a:pt x="5686389" y="1208755"/>
                  <a:pt x="5692160" y="1214524"/>
                  <a:pt x="5692160" y="1221642"/>
                </a:cubicBezTo>
                <a:cubicBezTo>
                  <a:pt x="5692160" y="1228760"/>
                  <a:pt x="5686389" y="1234529"/>
                  <a:pt x="5679272" y="1234529"/>
                </a:cubicBezTo>
                <a:cubicBezTo>
                  <a:pt x="5672154" y="1234529"/>
                  <a:pt x="5666385" y="1228760"/>
                  <a:pt x="5666385" y="1221642"/>
                </a:cubicBezTo>
                <a:cubicBezTo>
                  <a:pt x="5666385" y="1214524"/>
                  <a:pt x="5672154" y="1208755"/>
                  <a:pt x="5679272" y="1208755"/>
                </a:cubicBezTo>
                <a:close/>
                <a:moveTo>
                  <a:pt x="5358245" y="1208755"/>
                </a:moveTo>
                <a:cubicBezTo>
                  <a:pt x="5365362" y="1208755"/>
                  <a:pt x="5371133" y="1214524"/>
                  <a:pt x="5371133" y="1221642"/>
                </a:cubicBezTo>
                <a:cubicBezTo>
                  <a:pt x="5371133" y="1228760"/>
                  <a:pt x="5365362" y="1234529"/>
                  <a:pt x="5358245" y="1234529"/>
                </a:cubicBezTo>
                <a:cubicBezTo>
                  <a:pt x="5351129" y="1234529"/>
                  <a:pt x="5345357" y="1228760"/>
                  <a:pt x="5345357" y="1221642"/>
                </a:cubicBezTo>
                <a:cubicBezTo>
                  <a:pt x="5345357" y="1214524"/>
                  <a:pt x="5351129" y="1208755"/>
                  <a:pt x="5358245" y="1208755"/>
                </a:cubicBezTo>
                <a:close/>
                <a:moveTo>
                  <a:pt x="5101308" y="1208755"/>
                </a:moveTo>
                <a:cubicBezTo>
                  <a:pt x="5108427" y="1208755"/>
                  <a:pt x="5114194" y="1214524"/>
                  <a:pt x="5114194" y="1221642"/>
                </a:cubicBezTo>
                <a:cubicBezTo>
                  <a:pt x="5114194" y="1228760"/>
                  <a:pt x="5108426" y="1234529"/>
                  <a:pt x="5101308" y="1234529"/>
                </a:cubicBezTo>
                <a:cubicBezTo>
                  <a:pt x="5094190" y="1234529"/>
                  <a:pt x="5088421" y="1228760"/>
                  <a:pt x="5088421" y="1221642"/>
                </a:cubicBezTo>
                <a:cubicBezTo>
                  <a:pt x="5088421" y="1214524"/>
                  <a:pt x="5094191" y="1208755"/>
                  <a:pt x="5101308" y="1208755"/>
                </a:cubicBezTo>
                <a:close/>
                <a:moveTo>
                  <a:pt x="5037104" y="1208755"/>
                </a:moveTo>
                <a:cubicBezTo>
                  <a:pt x="5044220" y="1208755"/>
                  <a:pt x="5049991" y="1214524"/>
                  <a:pt x="5049991" y="1221642"/>
                </a:cubicBezTo>
                <a:cubicBezTo>
                  <a:pt x="5049991" y="1228760"/>
                  <a:pt x="5044220" y="1234529"/>
                  <a:pt x="5037104" y="1234529"/>
                </a:cubicBezTo>
                <a:cubicBezTo>
                  <a:pt x="5029986" y="1234529"/>
                  <a:pt x="5024216" y="1228760"/>
                  <a:pt x="5024216" y="1221642"/>
                </a:cubicBezTo>
                <a:cubicBezTo>
                  <a:pt x="5024216" y="1214524"/>
                  <a:pt x="5029986" y="1208755"/>
                  <a:pt x="5037104" y="1208755"/>
                </a:cubicBezTo>
                <a:close/>
                <a:moveTo>
                  <a:pt x="4780282" y="1208755"/>
                </a:moveTo>
                <a:cubicBezTo>
                  <a:pt x="4787399" y="1208755"/>
                  <a:pt x="4793170" y="1214524"/>
                  <a:pt x="4793170" y="1221642"/>
                </a:cubicBezTo>
                <a:cubicBezTo>
                  <a:pt x="4793170" y="1228760"/>
                  <a:pt x="4787399" y="1234529"/>
                  <a:pt x="4780282" y="1234529"/>
                </a:cubicBezTo>
                <a:cubicBezTo>
                  <a:pt x="4773164" y="1234529"/>
                  <a:pt x="4767394" y="1228760"/>
                  <a:pt x="4767394" y="1221642"/>
                </a:cubicBezTo>
                <a:cubicBezTo>
                  <a:pt x="4767394" y="1214524"/>
                  <a:pt x="4773164" y="1208755"/>
                  <a:pt x="4780282" y="1208755"/>
                </a:cubicBezTo>
                <a:close/>
                <a:moveTo>
                  <a:pt x="4202317" y="1208755"/>
                </a:moveTo>
                <a:cubicBezTo>
                  <a:pt x="4209435" y="1208755"/>
                  <a:pt x="4215205" y="1214524"/>
                  <a:pt x="4215205" y="1221642"/>
                </a:cubicBezTo>
                <a:cubicBezTo>
                  <a:pt x="4215205" y="1228760"/>
                  <a:pt x="4209435" y="1234529"/>
                  <a:pt x="4202317" y="1234529"/>
                </a:cubicBezTo>
                <a:cubicBezTo>
                  <a:pt x="4195200" y="1234529"/>
                  <a:pt x="4189431" y="1228760"/>
                  <a:pt x="4189431" y="1221642"/>
                </a:cubicBezTo>
                <a:cubicBezTo>
                  <a:pt x="4189431" y="1214524"/>
                  <a:pt x="4195201" y="1208755"/>
                  <a:pt x="4202317" y="1208755"/>
                </a:cubicBezTo>
                <a:close/>
                <a:moveTo>
                  <a:pt x="3110712" y="1208755"/>
                </a:moveTo>
                <a:cubicBezTo>
                  <a:pt x="3117829" y="1208755"/>
                  <a:pt x="3123600" y="1214524"/>
                  <a:pt x="3123600" y="1221642"/>
                </a:cubicBezTo>
                <a:cubicBezTo>
                  <a:pt x="3123600" y="1228760"/>
                  <a:pt x="3117829" y="1234529"/>
                  <a:pt x="3110712" y="1234529"/>
                </a:cubicBezTo>
                <a:cubicBezTo>
                  <a:pt x="3103595" y="1234529"/>
                  <a:pt x="3097824" y="1228760"/>
                  <a:pt x="3097824" y="1221642"/>
                </a:cubicBezTo>
                <a:cubicBezTo>
                  <a:pt x="3097824" y="1214524"/>
                  <a:pt x="3103595" y="1208755"/>
                  <a:pt x="3110712" y="1208755"/>
                </a:cubicBezTo>
                <a:close/>
                <a:moveTo>
                  <a:pt x="2982301" y="1208755"/>
                </a:moveTo>
                <a:cubicBezTo>
                  <a:pt x="2989384" y="1208755"/>
                  <a:pt x="2995190" y="1214560"/>
                  <a:pt x="2995190" y="1221642"/>
                </a:cubicBezTo>
                <a:cubicBezTo>
                  <a:pt x="2995190" y="1228724"/>
                  <a:pt x="2989500" y="1234529"/>
                  <a:pt x="2982301" y="1234529"/>
                </a:cubicBezTo>
                <a:cubicBezTo>
                  <a:pt x="2975219" y="1234529"/>
                  <a:pt x="2969414" y="1228840"/>
                  <a:pt x="2969414" y="1221642"/>
                </a:cubicBezTo>
                <a:cubicBezTo>
                  <a:pt x="2969414" y="1214443"/>
                  <a:pt x="2975103" y="1208755"/>
                  <a:pt x="2982301" y="1208755"/>
                </a:cubicBezTo>
                <a:close/>
                <a:moveTo>
                  <a:pt x="2597069" y="1208755"/>
                </a:moveTo>
                <a:cubicBezTo>
                  <a:pt x="2604187" y="1208755"/>
                  <a:pt x="2609957" y="1214524"/>
                  <a:pt x="2609957" y="1221642"/>
                </a:cubicBezTo>
                <a:cubicBezTo>
                  <a:pt x="2609957" y="1228760"/>
                  <a:pt x="2604187" y="1234529"/>
                  <a:pt x="2597069" y="1234529"/>
                </a:cubicBezTo>
                <a:cubicBezTo>
                  <a:pt x="2589952" y="1234529"/>
                  <a:pt x="2584182" y="1228760"/>
                  <a:pt x="2584182" y="1221642"/>
                </a:cubicBezTo>
                <a:cubicBezTo>
                  <a:pt x="2584182" y="1214524"/>
                  <a:pt x="2589952" y="1208755"/>
                  <a:pt x="2597069" y="1208755"/>
                </a:cubicBezTo>
                <a:close/>
                <a:moveTo>
                  <a:pt x="1569669" y="1208755"/>
                </a:moveTo>
                <a:cubicBezTo>
                  <a:pt x="1576752" y="1208755"/>
                  <a:pt x="1582557" y="1214560"/>
                  <a:pt x="1582557" y="1221642"/>
                </a:cubicBezTo>
                <a:cubicBezTo>
                  <a:pt x="1582557" y="1228724"/>
                  <a:pt x="1576867" y="1234529"/>
                  <a:pt x="1569669" y="1234529"/>
                </a:cubicBezTo>
                <a:cubicBezTo>
                  <a:pt x="1562587" y="1234529"/>
                  <a:pt x="1556782" y="1228840"/>
                  <a:pt x="1556782" y="1221642"/>
                </a:cubicBezTo>
                <a:cubicBezTo>
                  <a:pt x="1556782" y="1214443"/>
                  <a:pt x="1562471" y="1208755"/>
                  <a:pt x="1569669" y="1208755"/>
                </a:cubicBezTo>
                <a:close/>
                <a:moveTo>
                  <a:pt x="1120233" y="1208755"/>
                </a:moveTo>
                <a:cubicBezTo>
                  <a:pt x="1127350" y="1208755"/>
                  <a:pt x="1133121" y="1214524"/>
                  <a:pt x="1133121" y="1221642"/>
                </a:cubicBezTo>
                <a:cubicBezTo>
                  <a:pt x="1133121" y="1228760"/>
                  <a:pt x="1127350" y="1234529"/>
                  <a:pt x="1120233" y="1234529"/>
                </a:cubicBezTo>
                <a:cubicBezTo>
                  <a:pt x="1113116" y="1234529"/>
                  <a:pt x="1107345" y="1228760"/>
                  <a:pt x="1107345" y="1221642"/>
                </a:cubicBezTo>
                <a:cubicBezTo>
                  <a:pt x="1107345" y="1214524"/>
                  <a:pt x="1113116" y="1208755"/>
                  <a:pt x="1120233" y="1208755"/>
                </a:cubicBezTo>
                <a:close/>
                <a:moveTo>
                  <a:pt x="1056027" y="1208755"/>
                </a:moveTo>
                <a:cubicBezTo>
                  <a:pt x="1063146" y="1208755"/>
                  <a:pt x="1068914" y="1214524"/>
                  <a:pt x="1068914" y="1221642"/>
                </a:cubicBezTo>
                <a:cubicBezTo>
                  <a:pt x="1068914" y="1228760"/>
                  <a:pt x="1063146" y="1234529"/>
                  <a:pt x="1056027" y="1234529"/>
                </a:cubicBezTo>
                <a:cubicBezTo>
                  <a:pt x="1048910" y="1234529"/>
                  <a:pt x="1043139" y="1228760"/>
                  <a:pt x="1043139" y="1221642"/>
                </a:cubicBezTo>
                <a:cubicBezTo>
                  <a:pt x="1043139" y="1214524"/>
                  <a:pt x="1048910" y="1208755"/>
                  <a:pt x="1056027" y="1208755"/>
                </a:cubicBezTo>
                <a:close/>
                <a:moveTo>
                  <a:pt x="991824" y="1208755"/>
                </a:moveTo>
                <a:cubicBezTo>
                  <a:pt x="998940" y="1208755"/>
                  <a:pt x="1004709" y="1214524"/>
                  <a:pt x="1004709" y="1221642"/>
                </a:cubicBezTo>
                <a:cubicBezTo>
                  <a:pt x="1004709" y="1228760"/>
                  <a:pt x="998940" y="1234529"/>
                  <a:pt x="991824" y="1234529"/>
                </a:cubicBezTo>
                <a:cubicBezTo>
                  <a:pt x="984705" y="1234529"/>
                  <a:pt x="978935" y="1228760"/>
                  <a:pt x="978935" y="1221642"/>
                </a:cubicBezTo>
                <a:cubicBezTo>
                  <a:pt x="978935" y="1214524"/>
                  <a:pt x="984705" y="1208755"/>
                  <a:pt x="991824" y="1208755"/>
                </a:cubicBezTo>
                <a:close/>
                <a:moveTo>
                  <a:pt x="863296" y="1208755"/>
                </a:moveTo>
                <a:cubicBezTo>
                  <a:pt x="870496" y="1208755"/>
                  <a:pt x="876184" y="1214560"/>
                  <a:pt x="876184" y="1221642"/>
                </a:cubicBezTo>
                <a:cubicBezTo>
                  <a:pt x="876184" y="1228724"/>
                  <a:pt x="870496" y="1234529"/>
                  <a:pt x="863296" y="1234529"/>
                </a:cubicBezTo>
                <a:cubicBezTo>
                  <a:pt x="856215" y="1234529"/>
                  <a:pt x="850407" y="1228840"/>
                  <a:pt x="850407" y="1221642"/>
                </a:cubicBezTo>
                <a:cubicBezTo>
                  <a:pt x="850407" y="1214443"/>
                  <a:pt x="856098" y="1208755"/>
                  <a:pt x="863296" y="1208755"/>
                </a:cubicBezTo>
                <a:close/>
                <a:moveTo>
                  <a:pt x="218274" y="1208755"/>
                </a:moveTo>
                <a:cubicBezTo>
                  <a:pt x="225357" y="1208755"/>
                  <a:pt x="231162" y="1214560"/>
                  <a:pt x="231162" y="1221642"/>
                </a:cubicBezTo>
                <a:cubicBezTo>
                  <a:pt x="231162" y="1228724"/>
                  <a:pt x="225473" y="1234529"/>
                  <a:pt x="218274" y="1234529"/>
                </a:cubicBezTo>
                <a:cubicBezTo>
                  <a:pt x="211191" y="1234529"/>
                  <a:pt x="205386" y="1228840"/>
                  <a:pt x="205386" y="1221642"/>
                </a:cubicBezTo>
                <a:cubicBezTo>
                  <a:pt x="205386" y="1214443"/>
                  <a:pt x="211076" y="1208755"/>
                  <a:pt x="218274" y="1208755"/>
                </a:cubicBezTo>
                <a:close/>
                <a:moveTo>
                  <a:pt x="12034897" y="1195983"/>
                </a:moveTo>
                <a:cubicBezTo>
                  <a:pt x="12049061" y="1195983"/>
                  <a:pt x="12060557" y="1207478"/>
                  <a:pt x="12060557" y="1221641"/>
                </a:cubicBezTo>
                <a:cubicBezTo>
                  <a:pt x="12060557" y="1235807"/>
                  <a:pt x="12049061" y="1247301"/>
                  <a:pt x="12034897" y="1247301"/>
                </a:cubicBezTo>
                <a:cubicBezTo>
                  <a:pt x="12020731" y="1247301"/>
                  <a:pt x="12009237" y="1235807"/>
                  <a:pt x="12009237" y="1221641"/>
                </a:cubicBezTo>
                <a:cubicBezTo>
                  <a:pt x="12009237" y="1207478"/>
                  <a:pt x="12020731" y="1195983"/>
                  <a:pt x="12034897" y="1195983"/>
                </a:cubicBezTo>
                <a:close/>
                <a:moveTo>
                  <a:pt x="11970691" y="1195983"/>
                </a:moveTo>
                <a:cubicBezTo>
                  <a:pt x="11984855" y="1195983"/>
                  <a:pt x="11996349" y="1207478"/>
                  <a:pt x="11996349" y="1221641"/>
                </a:cubicBezTo>
                <a:cubicBezTo>
                  <a:pt x="11996349" y="1235807"/>
                  <a:pt x="11984855" y="1247301"/>
                  <a:pt x="11970691" y="1247301"/>
                </a:cubicBezTo>
                <a:cubicBezTo>
                  <a:pt x="11956525" y="1247301"/>
                  <a:pt x="11945033" y="1235807"/>
                  <a:pt x="11945033" y="1221641"/>
                </a:cubicBezTo>
                <a:cubicBezTo>
                  <a:pt x="11945033" y="1207478"/>
                  <a:pt x="11956525" y="1195983"/>
                  <a:pt x="11970691" y="1195983"/>
                </a:cubicBezTo>
                <a:close/>
                <a:moveTo>
                  <a:pt x="11842279" y="1195983"/>
                </a:moveTo>
                <a:cubicBezTo>
                  <a:pt x="11856445" y="1195983"/>
                  <a:pt x="11867941" y="1207478"/>
                  <a:pt x="11867941" y="1221641"/>
                </a:cubicBezTo>
                <a:cubicBezTo>
                  <a:pt x="11867941" y="1235807"/>
                  <a:pt x="11856445" y="1247301"/>
                  <a:pt x="11842279" y="1247301"/>
                </a:cubicBezTo>
                <a:cubicBezTo>
                  <a:pt x="11828117" y="1247301"/>
                  <a:pt x="11816621" y="1235807"/>
                  <a:pt x="11816621" y="1221641"/>
                </a:cubicBezTo>
                <a:cubicBezTo>
                  <a:pt x="11816621" y="1207478"/>
                  <a:pt x="11828117" y="1195983"/>
                  <a:pt x="11842279" y="1195983"/>
                </a:cubicBezTo>
                <a:close/>
                <a:moveTo>
                  <a:pt x="11775107" y="1195983"/>
                </a:moveTo>
                <a:cubicBezTo>
                  <a:pt x="11789271" y="1195983"/>
                  <a:pt x="11800767" y="1207478"/>
                  <a:pt x="11800767" y="1221641"/>
                </a:cubicBezTo>
                <a:cubicBezTo>
                  <a:pt x="11800767" y="1235807"/>
                  <a:pt x="11789271" y="1247301"/>
                  <a:pt x="11775107" y="1247301"/>
                </a:cubicBezTo>
                <a:cubicBezTo>
                  <a:pt x="11760941" y="1247301"/>
                  <a:pt x="11749449" y="1235807"/>
                  <a:pt x="11749449" y="1221641"/>
                </a:cubicBezTo>
                <a:cubicBezTo>
                  <a:pt x="11749449" y="1207478"/>
                  <a:pt x="11760941" y="1195983"/>
                  <a:pt x="11775107" y="1195983"/>
                </a:cubicBezTo>
                <a:close/>
                <a:moveTo>
                  <a:pt x="11454081" y="1195983"/>
                </a:moveTo>
                <a:cubicBezTo>
                  <a:pt x="11468253" y="1195983"/>
                  <a:pt x="11479739" y="1207471"/>
                  <a:pt x="11479739" y="1221641"/>
                </a:cubicBezTo>
                <a:cubicBezTo>
                  <a:pt x="11479739" y="1235813"/>
                  <a:pt x="11468253" y="1247301"/>
                  <a:pt x="11454081" y="1247301"/>
                </a:cubicBezTo>
                <a:cubicBezTo>
                  <a:pt x="11439909" y="1247301"/>
                  <a:pt x="11428421" y="1235813"/>
                  <a:pt x="11428421" y="1221641"/>
                </a:cubicBezTo>
                <a:cubicBezTo>
                  <a:pt x="11428421" y="1207471"/>
                  <a:pt x="11439909" y="1195983"/>
                  <a:pt x="11454081" y="1195983"/>
                </a:cubicBezTo>
                <a:close/>
                <a:moveTo>
                  <a:pt x="11325670" y="1195983"/>
                </a:moveTo>
                <a:cubicBezTo>
                  <a:pt x="11339835" y="1195983"/>
                  <a:pt x="11351329" y="1207478"/>
                  <a:pt x="11351329" y="1221641"/>
                </a:cubicBezTo>
                <a:cubicBezTo>
                  <a:pt x="11351329" y="1235807"/>
                  <a:pt x="11339835" y="1247301"/>
                  <a:pt x="11325670" y="1247301"/>
                </a:cubicBezTo>
                <a:cubicBezTo>
                  <a:pt x="11311505" y="1247301"/>
                  <a:pt x="11300012" y="1235807"/>
                  <a:pt x="11300012" y="1221641"/>
                </a:cubicBezTo>
                <a:cubicBezTo>
                  <a:pt x="11300012" y="1207478"/>
                  <a:pt x="11311505" y="1195983"/>
                  <a:pt x="11325670" y="1195983"/>
                </a:cubicBezTo>
                <a:close/>
                <a:moveTo>
                  <a:pt x="11197259" y="1195983"/>
                </a:moveTo>
                <a:cubicBezTo>
                  <a:pt x="11211424" y="1195983"/>
                  <a:pt x="11222917" y="1207478"/>
                  <a:pt x="11222917" y="1221641"/>
                </a:cubicBezTo>
                <a:cubicBezTo>
                  <a:pt x="11222917" y="1235807"/>
                  <a:pt x="11211424" y="1247301"/>
                  <a:pt x="11197259" y="1247301"/>
                </a:cubicBezTo>
                <a:cubicBezTo>
                  <a:pt x="11183094" y="1247301"/>
                  <a:pt x="11171601" y="1235807"/>
                  <a:pt x="11171601" y="1221641"/>
                </a:cubicBezTo>
                <a:cubicBezTo>
                  <a:pt x="11171601" y="1207478"/>
                  <a:pt x="11183094" y="1195983"/>
                  <a:pt x="11197259" y="1195983"/>
                </a:cubicBezTo>
                <a:close/>
                <a:moveTo>
                  <a:pt x="11133055" y="1195983"/>
                </a:moveTo>
                <a:cubicBezTo>
                  <a:pt x="11147225" y="1195983"/>
                  <a:pt x="11158713" y="1207471"/>
                  <a:pt x="11158713" y="1221641"/>
                </a:cubicBezTo>
                <a:cubicBezTo>
                  <a:pt x="11158713" y="1235813"/>
                  <a:pt x="11147225" y="1247301"/>
                  <a:pt x="11133055" y="1247301"/>
                </a:cubicBezTo>
                <a:cubicBezTo>
                  <a:pt x="11118884" y="1247301"/>
                  <a:pt x="11107396" y="1235813"/>
                  <a:pt x="11107396" y="1221641"/>
                </a:cubicBezTo>
                <a:cubicBezTo>
                  <a:pt x="11107396" y="1207471"/>
                  <a:pt x="11118884" y="1195983"/>
                  <a:pt x="11133055" y="1195983"/>
                </a:cubicBezTo>
                <a:close/>
                <a:moveTo>
                  <a:pt x="10940321" y="1195983"/>
                </a:moveTo>
                <a:cubicBezTo>
                  <a:pt x="10954604" y="1195983"/>
                  <a:pt x="10965982" y="1207478"/>
                  <a:pt x="10965982" y="1221641"/>
                </a:cubicBezTo>
                <a:cubicBezTo>
                  <a:pt x="10965982" y="1235807"/>
                  <a:pt x="10954486" y="1247301"/>
                  <a:pt x="10940321" y="1247301"/>
                </a:cubicBezTo>
                <a:cubicBezTo>
                  <a:pt x="10926156" y="1247301"/>
                  <a:pt x="10914663" y="1235807"/>
                  <a:pt x="10914663" y="1221641"/>
                </a:cubicBezTo>
                <a:cubicBezTo>
                  <a:pt x="10914663" y="1207478"/>
                  <a:pt x="10926156" y="1195983"/>
                  <a:pt x="10940321" y="1195983"/>
                </a:cubicBezTo>
                <a:close/>
                <a:moveTo>
                  <a:pt x="10683501" y="1195983"/>
                </a:moveTo>
                <a:cubicBezTo>
                  <a:pt x="10697666" y="1195983"/>
                  <a:pt x="10709159" y="1207478"/>
                  <a:pt x="10709159" y="1221641"/>
                </a:cubicBezTo>
                <a:cubicBezTo>
                  <a:pt x="10709159" y="1235807"/>
                  <a:pt x="10697666" y="1247301"/>
                  <a:pt x="10683501" y="1247301"/>
                </a:cubicBezTo>
                <a:cubicBezTo>
                  <a:pt x="10669336" y="1247301"/>
                  <a:pt x="10657843" y="1235807"/>
                  <a:pt x="10657843" y="1221641"/>
                </a:cubicBezTo>
                <a:cubicBezTo>
                  <a:pt x="10657843" y="1207478"/>
                  <a:pt x="10669336" y="1195983"/>
                  <a:pt x="10683501" y="1195983"/>
                </a:cubicBezTo>
                <a:close/>
                <a:moveTo>
                  <a:pt x="10619297" y="1195983"/>
                </a:moveTo>
                <a:cubicBezTo>
                  <a:pt x="10633462" y="1195983"/>
                  <a:pt x="10644955" y="1207478"/>
                  <a:pt x="10644955" y="1221641"/>
                </a:cubicBezTo>
                <a:cubicBezTo>
                  <a:pt x="10644955" y="1235807"/>
                  <a:pt x="10633462" y="1247301"/>
                  <a:pt x="10619297" y="1247301"/>
                </a:cubicBezTo>
                <a:cubicBezTo>
                  <a:pt x="10605132" y="1247301"/>
                  <a:pt x="10593639" y="1235807"/>
                  <a:pt x="10593639" y="1221641"/>
                </a:cubicBezTo>
                <a:cubicBezTo>
                  <a:pt x="10593639" y="1207478"/>
                  <a:pt x="10605132" y="1195983"/>
                  <a:pt x="10619297" y="1195983"/>
                </a:cubicBezTo>
                <a:close/>
                <a:moveTo>
                  <a:pt x="10555092" y="1195983"/>
                </a:moveTo>
                <a:cubicBezTo>
                  <a:pt x="10569255" y="1195983"/>
                  <a:pt x="10580751" y="1207478"/>
                  <a:pt x="10580751" y="1221641"/>
                </a:cubicBezTo>
                <a:cubicBezTo>
                  <a:pt x="10580751" y="1235807"/>
                  <a:pt x="10569255" y="1247301"/>
                  <a:pt x="10555092" y="1247301"/>
                </a:cubicBezTo>
                <a:cubicBezTo>
                  <a:pt x="10540927" y="1247301"/>
                  <a:pt x="10529432" y="1235807"/>
                  <a:pt x="10529432" y="1221641"/>
                </a:cubicBezTo>
                <a:cubicBezTo>
                  <a:pt x="10529432" y="1207478"/>
                  <a:pt x="10540927" y="1195983"/>
                  <a:pt x="10555092" y="1195983"/>
                </a:cubicBezTo>
                <a:close/>
                <a:moveTo>
                  <a:pt x="10362474" y="1195983"/>
                </a:moveTo>
                <a:cubicBezTo>
                  <a:pt x="10376647" y="1195983"/>
                  <a:pt x="10388135" y="1207471"/>
                  <a:pt x="10388135" y="1221641"/>
                </a:cubicBezTo>
                <a:cubicBezTo>
                  <a:pt x="10388135" y="1235813"/>
                  <a:pt x="10376647" y="1247301"/>
                  <a:pt x="10362474" y="1247301"/>
                </a:cubicBezTo>
                <a:cubicBezTo>
                  <a:pt x="10348304" y="1247301"/>
                  <a:pt x="10336816" y="1235813"/>
                  <a:pt x="10336816" y="1221641"/>
                </a:cubicBezTo>
                <a:cubicBezTo>
                  <a:pt x="10336816" y="1207471"/>
                  <a:pt x="10348304" y="1195983"/>
                  <a:pt x="10362474" y="1195983"/>
                </a:cubicBezTo>
                <a:close/>
                <a:moveTo>
                  <a:pt x="10298270" y="1195983"/>
                </a:moveTo>
                <a:cubicBezTo>
                  <a:pt x="10312435" y="1195983"/>
                  <a:pt x="10323928" y="1207478"/>
                  <a:pt x="10323928" y="1221641"/>
                </a:cubicBezTo>
                <a:cubicBezTo>
                  <a:pt x="10323928" y="1235807"/>
                  <a:pt x="10312435" y="1247301"/>
                  <a:pt x="10298270" y="1247301"/>
                </a:cubicBezTo>
                <a:cubicBezTo>
                  <a:pt x="10284105" y="1247301"/>
                  <a:pt x="10272611" y="1235807"/>
                  <a:pt x="10272611" y="1221641"/>
                </a:cubicBezTo>
                <a:cubicBezTo>
                  <a:pt x="10272611" y="1207478"/>
                  <a:pt x="10284105" y="1195983"/>
                  <a:pt x="10298270" y="1195983"/>
                </a:cubicBezTo>
                <a:close/>
                <a:moveTo>
                  <a:pt x="10234065" y="1195983"/>
                </a:moveTo>
                <a:cubicBezTo>
                  <a:pt x="10248228" y="1195983"/>
                  <a:pt x="10259723" y="1207478"/>
                  <a:pt x="10259723" y="1221641"/>
                </a:cubicBezTo>
                <a:cubicBezTo>
                  <a:pt x="10259723" y="1235807"/>
                  <a:pt x="10248228" y="1247301"/>
                  <a:pt x="10234065" y="1247301"/>
                </a:cubicBezTo>
                <a:cubicBezTo>
                  <a:pt x="10219900" y="1247301"/>
                  <a:pt x="10208404" y="1235807"/>
                  <a:pt x="10208404" y="1221641"/>
                </a:cubicBezTo>
                <a:cubicBezTo>
                  <a:pt x="10208404" y="1207478"/>
                  <a:pt x="10219900" y="1195983"/>
                  <a:pt x="10234065" y="1195983"/>
                </a:cubicBezTo>
                <a:close/>
                <a:moveTo>
                  <a:pt x="10105654" y="1195983"/>
                </a:moveTo>
                <a:cubicBezTo>
                  <a:pt x="10119819" y="1195983"/>
                  <a:pt x="10131312" y="1207478"/>
                  <a:pt x="10131312" y="1221641"/>
                </a:cubicBezTo>
                <a:cubicBezTo>
                  <a:pt x="10131312" y="1235807"/>
                  <a:pt x="10119819" y="1247301"/>
                  <a:pt x="10105654" y="1247301"/>
                </a:cubicBezTo>
                <a:cubicBezTo>
                  <a:pt x="10091489" y="1247301"/>
                  <a:pt x="10079996" y="1235807"/>
                  <a:pt x="10079996" y="1221641"/>
                </a:cubicBezTo>
                <a:cubicBezTo>
                  <a:pt x="10079996" y="1207478"/>
                  <a:pt x="10091489" y="1195983"/>
                  <a:pt x="10105654" y="1195983"/>
                </a:cubicBezTo>
                <a:close/>
                <a:moveTo>
                  <a:pt x="9720307" y="1195983"/>
                </a:moveTo>
                <a:cubicBezTo>
                  <a:pt x="9734470" y="1195983"/>
                  <a:pt x="9745965" y="1207478"/>
                  <a:pt x="9745965" y="1221641"/>
                </a:cubicBezTo>
                <a:cubicBezTo>
                  <a:pt x="9745965" y="1235807"/>
                  <a:pt x="9734470" y="1247301"/>
                  <a:pt x="9720307" y="1247301"/>
                </a:cubicBezTo>
                <a:cubicBezTo>
                  <a:pt x="9706142" y="1247301"/>
                  <a:pt x="9694646" y="1235807"/>
                  <a:pt x="9694646" y="1221641"/>
                </a:cubicBezTo>
                <a:cubicBezTo>
                  <a:pt x="9694646" y="1207478"/>
                  <a:pt x="9706142" y="1195983"/>
                  <a:pt x="9720307" y="1195983"/>
                </a:cubicBezTo>
                <a:close/>
                <a:moveTo>
                  <a:pt x="9591896" y="1195983"/>
                </a:moveTo>
                <a:cubicBezTo>
                  <a:pt x="9606061" y="1195983"/>
                  <a:pt x="9617554" y="1207478"/>
                  <a:pt x="9617554" y="1221641"/>
                </a:cubicBezTo>
                <a:cubicBezTo>
                  <a:pt x="9617554" y="1235807"/>
                  <a:pt x="9606061" y="1247301"/>
                  <a:pt x="9591896" y="1247301"/>
                </a:cubicBezTo>
                <a:cubicBezTo>
                  <a:pt x="9577731" y="1247301"/>
                  <a:pt x="9566238" y="1235807"/>
                  <a:pt x="9566238" y="1221641"/>
                </a:cubicBezTo>
                <a:cubicBezTo>
                  <a:pt x="9566238" y="1207478"/>
                  <a:pt x="9577731" y="1195983"/>
                  <a:pt x="9591896" y="1195983"/>
                </a:cubicBezTo>
                <a:close/>
                <a:moveTo>
                  <a:pt x="9527689" y="1195983"/>
                </a:moveTo>
                <a:cubicBezTo>
                  <a:pt x="9541854" y="1195983"/>
                  <a:pt x="9553350" y="1207478"/>
                  <a:pt x="9553350" y="1221641"/>
                </a:cubicBezTo>
                <a:cubicBezTo>
                  <a:pt x="9553350" y="1235807"/>
                  <a:pt x="9541854" y="1247301"/>
                  <a:pt x="9527689" y="1247301"/>
                </a:cubicBezTo>
                <a:cubicBezTo>
                  <a:pt x="9513524" y="1247301"/>
                  <a:pt x="9502031" y="1235807"/>
                  <a:pt x="9502031" y="1221641"/>
                </a:cubicBezTo>
                <a:cubicBezTo>
                  <a:pt x="9502031" y="1207478"/>
                  <a:pt x="9513524" y="1195983"/>
                  <a:pt x="9527689" y="1195983"/>
                </a:cubicBezTo>
                <a:close/>
                <a:moveTo>
                  <a:pt x="9463485" y="1195983"/>
                </a:moveTo>
                <a:cubicBezTo>
                  <a:pt x="9477650" y="1195983"/>
                  <a:pt x="9489143" y="1207478"/>
                  <a:pt x="9489143" y="1221641"/>
                </a:cubicBezTo>
                <a:cubicBezTo>
                  <a:pt x="9489143" y="1235807"/>
                  <a:pt x="9477650" y="1247301"/>
                  <a:pt x="9463485" y="1247301"/>
                </a:cubicBezTo>
                <a:cubicBezTo>
                  <a:pt x="9449320" y="1247301"/>
                  <a:pt x="9437826" y="1235807"/>
                  <a:pt x="9437826" y="1221641"/>
                </a:cubicBezTo>
                <a:cubicBezTo>
                  <a:pt x="9437826" y="1207478"/>
                  <a:pt x="9449320" y="1195983"/>
                  <a:pt x="9463485" y="1195983"/>
                </a:cubicBezTo>
                <a:close/>
                <a:moveTo>
                  <a:pt x="9335073" y="1195983"/>
                </a:moveTo>
                <a:cubicBezTo>
                  <a:pt x="9349246" y="1195983"/>
                  <a:pt x="9360734" y="1207471"/>
                  <a:pt x="9360734" y="1221641"/>
                </a:cubicBezTo>
                <a:cubicBezTo>
                  <a:pt x="9360734" y="1235813"/>
                  <a:pt x="9349246" y="1247301"/>
                  <a:pt x="9335073" y="1247301"/>
                </a:cubicBezTo>
                <a:cubicBezTo>
                  <a:pt x="9320903" y="1247301"/>
                  <a:pt x="9309415" y="1235813"/>
                  <a:pt x="9309415" y="1221641"/>
                </a:cubicBezTo>
                <a:cubicBezTo>
                  <a:pt x="9309415" y="1207471"/>
                  <a:pt x="9320903" y="1195983"/>
                  <a:pt x="9335073" y="1195983"/>
                </a:cubicBezTo>
                <a:close/>
                <a:moveTo>
                  <a:pt x="9078253" y="1195983"/>
                </a:moveTo>
                <a:cubicBezTo>
                  <a:pt x="9092418" y="1195983"/>
                  <a:pt x="9103911" y="1207478"/>
                  <a:pt x="9103911" y="1221641"/>
                </a:cubicBezTo>
                <a:cubicBezTo>
                  <a:pt x="9103911" y="1235807"/>
                  <a:pt x="9092418" y="1247301"/>
                  <a:pt x="9078253" y="1247301"/>
                </a:cubicBezTo>
                <a:cubicBezTo>
                  <a:pt x="9064088" y="1247301"/>
                  <a:pt x="9052595" y="1235807"/>
                  <a:pt x="9052595" y="1221641"/>
                </a:cubicBezTo>
                <a:cubicBezTo>
                  <a:pt x="9052595" y="1207478"/>
                  <a:pt x="9064088" y="1195983"/>
                  <a:pt x="9078253" y="1195983"/>
                </a:cubicBezTo>
                <a:close/>
                <a:moveTo>
                  <a:pt x="9014049" y="1195983"/>
                </a:moveTo>
                <a:cubicBezTo>
                  <a:pt x="9028214" y="1195983"/>
                  <a:pt x="9039707" y="1207478"/>
                  <a:pt x="9039707" y="1221641"/>
                </a:cubicBezTo>
                <a:cubicBezTo>
                  <a:pt x="9039707" y="1235807"/>
                  <a:pt x="9028214" y="1247301"/>
                  <a:pt x="9014049" y="1247301"/>
                </a:cubicBezTo>
                <a:cubicBezTo>
                  <a:pt x="8999884" y="1247301"/>
                  <a:pt x="8988388" y="1235807"/>
                  <a:pt x="8988388" y="1221641"/>
                </a:cubicBezTo>
                <a:cubicBezTo>
                  <a:pt x="8988388" y="1207478"/>
                  <a:pt x="8999884" y="1195983"/>
                  <a:pt x="9014049" y="1195983"/>
                </a:cubicBezTo>
                <a:close/>
                <a:moveTo>
                  <a:pt x="8564495" y="1195983"/>
                </a:moveTo>
                <a:cubicBezTo>
                  <a:pt x="8578665" y="1195983"/>
                  <a:pt x="8590153" y="1207471"/>
                  <a:pt x="8590153" y="1221641"/>
                </a:cubicBezTo>
                <a:cubicBezTo>
                  <a:pt x="8590153" y="1235813"/>
                  <a:pt x="8578665" y="1247301"/>
                  <a:pt x="8564495" y="1247301"/>
                </a:cubicBezTo>
                <a:cubicBezTo>
                  <a:pt x="8550325" y="1247301"/>
                  <a:pt x="8538837" y="1235813"/>
                  <a:pt x="8538837" y="1221641"/>
                </a:cubicBezTo>
                <a:cubicBezTo>
                  <a:pt x="8538837" y="1207471"/>
                  <a:pt x="8550325" y="1195983"/>
                  <a:pt x="8564495" y="1195983"/>
                </a:cubicBezTo>
                <a:close/>
                <a:moveTo>
                  <a:pt x="8500288" y="1195983"/>
                </a:moveTo>
                <a:cubicBezTo>
                  <a:pt x="8514453" y="1195983"/>
                  <a:pt x="8525949" y="1207478"/>
                  <a:pt x="8525949" y="1221641"/>
                </a:cubicBezTo>
                <a:cubicBezTo>
                  <a:pt x="8525949" y="1235807"/>
                  <a:pt x="8514453" y="1247301"/>
                  <a:pt x="8500288" y="1247301"/>
                </a:cubicBezTo>
                <a:cubicBezTo>
                  <a:pt x="8486126" y="1247301"/>
                  <a:pt x="8474630" y="1235807"/>
                  <a:pt x="8474630" y="1221641"/>
                </a:cubicBezTo>
                <a:cubicBezTo>
                  <a:pt x="8474630" y="1207478"/>
                  <a:pt x="8486126" y="1195983"/>
                  <a:pt x="8500288" y="1195983"/>
                </a:cubicBezTo>
                <a:close/>
                <a:moveTo>
                  <a:pt x="8115057" y="1195983"/>
                </a:moveTo>
                <a:cubicBezTo>
                  <a:pt x="8129222" y="1195983"/>
                  <a:pt x="8140717" y="1207478"/>
                  <a:pt x="8140717" y="1221641"/>
                </a:cubicBezTo>
                <a:cubicBezTo>
                  <a:pt x="8140717" y="1235807"/>
                  <a:pt x="8129222" y="1247301"/>
                  <a:pt x="8115057" y="1247301"/>
                </a:cubicBezTo>
                <a:cubicBezTo>
                  <a:pt x="8100894" y="1247301"/>
                  <a:pt x="8089398" y="1235807"/>
                  <a:pt x="8089398" y="1221641"/>
                </a:cubicBezTo>
                <a:cubicBezTo>
                  <a:pt x="8089398" y="1207478"/>
                  <a:pt x="8100894" y="1195983"/>
                  <a:pt x="8115057" y="1195983"/>
                </a:cubicBezTo>
                <a:close/>
                <a:moveTo>
                  <a:pt x="8050852" y="1195983"/>
                </a:moveTo>
                <a:cubicBezTo>
                  <a:pt x="8065017" y="1195983"/>
                  <a:pt x="8076510" y="1207478"/>
                  <a:pt x="8076510" y="1221641"/>
                </a:cubicBezTo>
                <a:cubicBezTo>
                  <a:pt x="8076510" y="1235807"/>
                  <a:pt x="8065017" y="1247301"/>
                  <a:pt x="8050852" y="1247301"/>
                </a:cubicBezTo>
                <a:cubicBezTo>
                  <a:pt x="8036687" y="1247301"/>
                  <a:pt x="8025194" y="1235807"/>
                  <a:pt x="8025194" y="1221641"/>
                </a:cubicBezTo>
                <a:cubicBezTo>
                  <a:pt x="8025194" y="1207478"/>
                  <a:pt x="8036687" y="1195983"/>
                  <a:pt x="8050852" y="1195983"/>
                </a:cubicBezTo>
                <a:close/>
                <a:moveTo>
                  <a:pt x="7986648" y="1195983"/>
                </a:moveTo>
                <a:cubicBezTo>
                  <a:pt x="8000813" y="1195983"/>
                  <a:pt x="8012306" y="1207478"/>
                  <a:pt x="8012306" y="1221641"/>
                </a:cubicBezTo>
                <a:cubicBezTo>
                  <a:pt x="8012306" y="1235807"/>
                  <a:pt x="8000813" y="1247301"/>
                  <a:pt x="7986648" y="1247301"/>
                </a:cubicBezTo>
                <a:cubicBezTo>
                  <a:pt x="7972483" y="1247301"/>
                  <a:pt x="7960990" y="1235807"/>
                  <a:pt x="7960990" y="1221641"/>
                </a:cubicBezTo>
                <a:cubicBezTo>
                  <a:pt x="7960990" y="1207478"/>
                  <a:pt x="7972483" y="1195983"/>
                  <a:pt x="7986648" y="1195983"/>
                </a:cubicBezTo>
                <a:close/>
                <a:moveTo>
                  <a:pt x="7922444" y="1195983"/>
                </a:moveTo>
                <a:cubicBezTo>
                  <a:pt x="7936606" y="1195983"/>
                  <a:pt x="7948102" y="1207478"/>
                  <a:pt x="7948102" y="1221641"/>
                </a:cubicBezTo>
                <a:cubicBezTo>
                  <a:pt x="7948102" y="1235807"/>
                  <a:pt x="7936606" y="1247301"/>
                  <a:pt x="7922444" y="1247301"/>
                </a:cubicBezTo>
                <a:cubicBezTo>
                  <a:pt x="7908279" y="1247301"/>
                  <a:pt x="7896783" y="1235807"/>
                  <a:pt x="7896783" y="1221641"/>
                </a:cubicBezTo>
                <a:cubicBezTo>
                  <a:pt x="7896783" y="1207478"/>
                  <a:pt x="7908279" y="1195983"/>
                  <a:pt x="7922444" y="1195983"/>
                </a:cubicBezTo>
                <a:close/>
                <a:moveTo>
                  <a:pt x="7858237" y="1195983"/>
                </a:moveTo>
                <a:cubicBezTo>
                  <a:pt x="7872407" y="1195983"/>
                  <a:pt x="7883895" y="1207471"/>
                  <a:pt x="7883895" y="1221641"/>
                </a:cubicBezTo>
                <a:cubicBezTo>
                  <a:pt x="7883895" y="1235813"/>
                  <a:pt x="7872407" y="1247301"/>
                  <a:pt x="7858237" y="1247301"/>
                </a:cubicBezTo>
                <a:cubicBezTo>
                  <a:pt x="7844066" y="1247301"/>
                  <a:pt x="7832578" y="1235813"/>
                  <a:pt x="7832578" y="1221641"/>
                </a:cubicBezTo>
                <a:cubicBezTo>
                  <a:pt x="7832578" y="1207471"/>
                  <a:pt x="7844066" y="1195983"/>
                  <a:pt x="7858237" y="1195983"/>
                </a:cubicBezTo>
                <a:close/>
                <a:moveTo>
                  <a:pt x="7794032" y="1195983"/>
                </a:moveTo>
                <a:cubicBezTo>
                  <a:pt x="7808203" y="1195983"/>
                  <a:pt x="7819690" y="1207471"/>
                  <a:pt x="7819690" y="1221641"/>
                </a:cubicBezTo>
                <a:cubicBezTo>
                  <a:pt x="7819690" y="1235813"/>
                  <a:pt x="7808203" y="1247301"/>
                  <a:pt x="7794032" y="1247301"/>
                </a:cubicBezTo>
                <a:cubicBezTo>
                  <a:pt x="7779862" y="1247301"/>
                  <a:pt x="7768371" y="1235813"/>
                  <a:pt x="7768371" y="1221641"/>
                </a:cubicBezTo>
                <a:cubicBezTo>
                  <a:pt x="7768371" y="1207471"/>
                  <a:pt x="7779862" y="1195983"/>
                  <a:pt x="7794032" y="1195983"/>
                </a:cubicBezTo>
                <a:close/>
                <a:moveTo>
                  <a:pt x="7729825" y="1195983"/>
                </a:moveTo>
                <a:cubicBezTo>
                  <a:pt x="7743990" y="1195983"/>
                  <a:pt x="7755486" y="1207478"/>
                  <a:pt x="7755486" y="1221641"/>
                </a:cubicBezTo>
                <a:cubicBezTo>
                  <a:pt x="7755486" y="1235807"/>
                  <a:pt x="7743990" y="1247301"/>
                  <a:pt x="7729825" y="1247301"/>
                </a:cubicBezTo>
                <a:cubicBezTo>
                  <a:pt x="7715660" y="1247301"/>
                  <a:pt x="7704167" y="1235807"/>
                  <a:pt x="7704167" y="1221641"/>
                </a:cubicBezTo>
                <a:cubicBezTo>
                  <a:pt x="7704167" y="1207478"/>
                  <a:pt x="7715660" y="1195983"/>
                  <a:pt x="7729825" y="1195983"/>
                </a:cubicBezTo>
                <a:close/>
                <a:moveTo>
                  <a:pt x="7665621" y="1195983"/>
                </a:moveTo>
                <a:cubicBezTo>
                  <a:pt x="7679786" y="1195983"/>
                  <a:pt x="7691279" y="1207478"/>
                  <a:pt x="7691279" y="1221641"/>
                </a:cubicBezTo>
                <a:cubicBezTo>
                  <a:pt x="7691279" y="1235807"/>
                  <a:pt x="7679786" y="1247301"/>
                  <a:pt x="7665621" y="1247301"/>
                </a:cubicBezTo>
                <a:cubicBezTo>
                  <a:pt x="7651456" y="1247301"/>
                  <a:pt x="7639963" y="1235807"/>
                  <a:pt x="7639963" y="1221641"/>
                </a:cubicBezTo>
                <a:cubicBezTo>
                  <a:pt x="7639963" y="1207478"/>
                  <a:pt x="7651456" y="1195983"/>
                  <a:pt x="7665621" y="1195983"/>
                </a:cubicBezTo>
                <a:close/>
                <a:moveTo>
                  <a:pt x="7601299" y="1195983"/>
                </a:moveTo>
                <a:cubicBezTo>
                  <a:pt x="7615464" y="1195983"/>
                  <a:pt x="7626959" y="1207478"/>
                  <a:pt x="7626959" y="1221641"/>
                </a:cubicBezTo>
                <a:cubicBezTo>
                  <a:pt x="7626959" y="1235807"/>
                  <a:pt x="7615464" y="1247301"/>
                  <a:pt x="7601299" y="1247301"/>
                </a:cubicBezTo>
                <a:cubicBezTo>
                  <a:pt x="7587134" y="1247301"/>
                  <a:pt x="7575640" y="1235807"/>
                  <a:pt x="7575640" y="1221641"/>
                </a:cubicBezTo>
                <a:cubicBezTo>
                  <a:pt x="7575640" y="1207478"/>
                  <a:pt x="7587134" y="1195983"/>
                  <a:pt x="7601299" y="1195983"/>
                </a:cubicBezTo>
                <a:close/>
                <a:moveTo>
                  <a:pt x="7537094" y="1195983"/>
                </a:moveTo>
                <a:cubicBezTo>
                  <a:pt x="7551259" y="1195983"/>
                  <a:pt x="7562752" y="1207478"/>
                  <a:pt x="7562752" y="1221641"/>
                </a:cubicBezTo>
                <a:cubicBezTo>
                  <a:pt x="7562752" y="1235807"/>
                  <a:pt x="7551259" y="1247301"/>
                  <a:pt x="7537094" y="1247301"/>
                </a:cubicBezTo>
                <a:cubicBezTo>
                  <a:pt x="7522929" y="1247301"/>
                  <a:pt x="7511436" y="1235807"/>
                  <a:pt x="7511436" y="1221641"/>
                </a:cubicBezTo>
                <a:cubicBezTo>
                  <a:pt x="7511436" y="1207478"/>
                  <a:pt x="7522929" y="1195983"/>
                  <a:pt x="7537094" y="1195983"/>
                </a:cubicBezTo>
                <a:close/>
                <a:moveTo>
                  <a:pt x="7472890" y="1195983"/>
                </a:moveTo>
                <a:cubicBezTo>
                  <a:pt x="7487060" y="1195983"/>
                  <a:pt x="7498548" y="1207471"/>
                  <a:pt x="7498548" y="1221641"/>
                </a:cubicBezTo>
                <a:cubicBezTo>
                  <a:pt x="7498548" y="1235813"/>
                  <a:pt x="7487060" y="1247301"/>
                  <a:pt x="7472890" y="1247301"/>
                </a:cubicBezTo>
                <a:cubicBezTo>
                  <a:pt x="7458717" y="1247301"/>
                  <a:pt x="7447229" y="1235813"/>
                  <a:pt x="7447229" y="1221641"/>
                </a:cubicBezTo>
                <a:cubicBezTo>
                  <a:pt x="7447229" y="1207471"/>
                  <a:pt x="7458717" y="1195983"/>
                  <a:pt x="7472890" y="1195983"/>
                </a:cubicBezTo>
                <a:close/>
                <a:moveTo>
                  <a:pt x="7216067" y="1195983"/>
                </a:moveTo>
                <a:cubicBezTo>
                  <a:pt x="7230232" y="1195983"/>
                  <a:pt x="7241725" y="1207478"/>
                  <a:pt x="7241725" y="1221641"/>
                </a:cubicBezTo>
                <a:cubicBezTo>
                  <a:pt x="7241725" y="1235807"/>
                  <a:pt x="7230232" y="1247301"/>
                  <a:pt x="7216067" y="1247301"/>
                </a:cubicBezTo>
                <a:cubicBezTo>
                  <a:pt x="7201902" y="1247301"/>
                  <a:pt x="7190409" y="1235807"/>
                  <a:pt x="7190409" y="1221641"/>
                </a:cubicBezTo>
                <a:cubicBezTo>
                  <a:pt x="7190409" y="1207478"/>
                  <a:pt x="7201902" y="1195983"/>
                  <a:pt x="7216067" y="1195983"/>
                </a:cubicBezTo>
                <a:close/>
                <a:moveTo>
                  <a:pt x="7151863" y="1195983"/>
                </a:moveTo>
                <a:cubicBezTo>
                  <a:pt x="7166033" y="1195983"/>
                  <a:pt x="7177521" y="1207471"/>
                  <a:pt x="7177521" y="1221641"/>
                </a:cubicBezTo>
                <a:cubicBezTo>
                  <a:pt x="7177521" y="1235813"/>
                  <a:pt x="7166033" y="1247301"/>
                  <a:pt x="7151863" y="1247301"/>
                </a:cubicBezTo>
                <a:cubicBezTo>
                  <a:pt x="7137692" y="1247301"/>
                  <a:pt x="7126205" y="1235813"/>
                  <a:pt x="7126205" y="1221641"/>
                </a:cubicBezTo>
                <a:cubicBezTo>
                  <a:pt x="7126205" y="1207471"/>
                  <a:pt x="7137692" y="1195983"/>
                  <a:pt x="7151863" y="1195983"/>
                </a:cubicBezTo>
                <a:close/>
                <a:moveTo>
                  <a:pt x="7087658" y="1195983"/>
                </a:moveTo>
                <a:cubicBezTo>
                  <a:pt x="7101829" y="1195983"/>
                  <a:pt x="7113317" y="1207471"/>
                  <a:pt x="7113317" y="1221641"/>
                </a:cubicBezTo>
                <a:cubicBezTo>
                  <a:pt x="7113317" y="1235813"/>
                  <a:pt x="7101829" y="1247301"/>
                  <a:pt x="7087658" y="1247301"/>
                </a:cubicBezTo>
                <a:cubicBezTo>
                  <a:pt x="7073485" y="1247301"/>
                  <a:pt x="7061998" y="1235813"/>
                  <a:pt x="7061998" y="1221641"/>
                </a:cubicBezTo>
                <a:cubicBezTo>
                  <a:pt x="7061998" y="1207471"/>
                  <a:pt x="7073485" y="1195983"/>
                  <a:pt x="7087658" y="1195983"/>
                </a:cubicBezTo>
                <a:close/>
                <a:moveTo>
                  <a:pt x="6895043" y="1195983"/>
                </a:moveTo>
                <a:cubicBezTo>
                  <a:pt x="6909208" y="1195983"/>
                  <a:pt x="6920701" y="1207478"/>
                  <a:pt x="6920701" y="1221641"/>
                </a:cubicBezTo>
                <a:cubicBezTo>
                  <a:pt x="6920701" y="1235807"/>
                  <a:pt x="6909208" y="1247301"/>
                  <a:pt x="6895043" y="1247301"/>
                </a:cubicBezTo>
                <a:cubicBezTo>
                  <a:pt x="6880878" y="1247301"/>
                  <a:pt x="6869382" y="1235807"/>
                  <a:pt x="6869382" y="1221641"/>
                </a:cubicBezTo>
                <a:cubicBezTo>
                  <a:pt x="6869382" y="1207478"/>
                  <a:pt x="6880878" y="1195983"/>
                  <a:pt x="6895043" y="1195983"/>
                </a:cubicBezTo>
                <a:close/>
                <a:moveTo>
                  <a:pt x="6638220" y="1195983"/>
                </a:moveTo>
                <a:cubicBezTo>
                  <a:pt x="6652385" y="1195983"/>
                  <a:pt x="6663881" y="1207478"/>
                  <a:pt x="6663881" y="1221641"/>
                </a:cubicBezTo>
                <a:cubicBezTo>
                  <a:pt x="6663881" y="1235807"/>
                  <a:pt x="6652385" y="1247301"/>
                  <a:pt x="6638220" y="1247301"/>
                </a:cubicBezTo>
                <a:cubicBezTo>
                  <a:pt x="6624055" y="1247301"/>
                  <a:pt x="6612562" y="1235807"/>
                  <a:pt x="6612562" y="1221641"/>
                </a:cubicBezTo>
                <a:cubicBezTo>
                  <a:pt x="6612562" y="1207478"/>
                  <a:pt x="6624055" y="1195983"/>
                  <a:pt x="6638220" y="1195983"/>
                </a:cubicBezTo>
                <a:close/>
                <a:moveTo>
                  <a:pt x="6317078" y="1195983"/>
                </a:moveTo>
                <a:cubicBezTo>
                  <a:pt x="6331243" y="1195983"/>
                  <a:pt x="6342736" y="1207478"/>
                  <a:pt x="6342736" y="1221641"/>
                </a:cubicBezTo>
                <a:cubicBezTo>
                  <a:pt x="6342736" y="1235807"/>
                  <a:pt x="6331243" y="1247301"/>
                  <a:pt x="6317078" y="1247301"/>
                </a:cubicBezTo>
                <a:cubicBezTo>
                  <a:pt x="6302913" y="1247301"/>
                  <a:pt x="6291420" y="1235807"/>
                  <a:pt x="6291420" y="1221641"/>
                </a:cubicBezTo>
                <a:cubicBezTo>
                  <a:pt x="6291420" y="1207478"/>
                  <a:pt x="6302913" y="1195983"/>
                  <a:pt x="6317078" y="1195983"/>
                </a:cubicBezTo>
                <a:close/>
                <a:moveTo>
                  <a:pt x="6252873" y="1195983"/>
                </a:moveTo>
                <a:cubicBezTo>
                  <a:pt x="6267036" y="1195983"/>
                  <a:pt x="6278532" y="1207478"/>
                  <a:pt x="6278532" y="1221641"/>
                </a:cubicBezTo>
                <a:cubicBezTo>
                  <a:pt x="6278532" y="1235807"/>
                  <a:pt x="6267036" y="1247301"/>
                  <a:pt x="6252873" y="1247301"/>
                </a:cubicBezTo>
                <a:cubicBezTo>
                  <a:pt x="6238708" y="1247301"/>
                  <a:pt x="6227213" y="1235807"/>
                  <a:pt x="6227213" y="1221641"/>
                </a:cubicBezTo>
                <a:cubicBezTo>
                  <a:pt x="6227213" y="1207478"/>
                  <a:pt x="6238708" y="1195983"/>
                  <a:pt x="6252873" y="1195983"/>
                </a:cubicBezTo>
                <a:close/>
                <a:moveTo>
                  <a:pt x="6124462" y="1195983"/>
                </a:moveTo>
                <a:cubicBezTo>
                  <a:pt x="6138627" y="1195983"/>
                  <a:pt x="6150123" y="1207478"/>
                  <a:pt x="6150123" y="1221641"/>
                </a:cubicBezTo>
                <a:cubicBezTo>
                  <a:pt x="6150123" y="1235807"/>
                  <a:pt x="6138627" y="1247301"/>
                  <a:pt x="6124462" y="1247301"/>
                </a:cubicBezTo>
                <a:cubicBezTo>
                  <a:pt x="6110297" y="1247301"/>
                  <a:pt x="6098804" y="1235807"/>
                  <a:pt x="6098804" y="1221641"/>
                </a:cubicBezTo>
                <a:cubicBezTo>
                  <a:pt x="6098804" y="1207478"/>
                  <a:pt x="6110297" y="1195983"/>
                  <a:pt x="6124462" y="1195983"/>
                </a:cubicBezTo>
                <a:close/>
                <a:moveTo>
                  <a:pt x="6064505" y="1195983"/>
                </a:moveTo>
                <a:cubicBezTo>
                  <a:pt x="6078666" y="1195983"/>
                  <a:pt x="6090163" y="1207478"/>
                  <a:pt x="6090163" y="1221641"/>
                </a:cubicBezTo>
                <a:cubicBezTo>
                  <a:pt x="6090163" y="1235807"/>
                  <a:pt x="6078666" y="1247301"/>
                  <a:pt x="6064505" y="1247301"/>
                </a:cubicBezTo>
                <a:cubicBezTo>
                  <a:pt x="6050336" y="1247301"/>
                  <a:pt x="6038844" y="1235807"/>
                  <a:pt x="6038844" y="1221641"/>
                </a:cubicBezTo>
                <a:cubicBezTo>
                  <a:pt x="6038844" y="1207478"/>
                  <a:pt x="6050336" y="1195983"/>
                  <a:pt x="6064505" y="1195983"/>
                </a:cubicBezTo>
                <a:close/>
                <a:moveTo>
                  <a:pt x="5743477" y="1195983"/>
                </a:moveTo>
                <a:cubicBezTo>
                  <a:pt x="5757648" y="1195983"/>
                  <a:pt x="5769136" y="1207471"/>
                  <a:pt x="5769136" y="1221641"/>
                </a:cubicBezTo>
                <a:cubicBezTo>
                  <a:pt x="5769136" y="1235813"/>
                  <a:pt x="5757648" y="1247301"/>
                  <a:pt x="5743477" y="1247301"/>
                </a:cubicBezTo>
                <a:cubicBezTo>
                  <a:pt x="5729307" y="1247301"/>
                  <a:pt x="5717818" y="1235813"/>
                  <a:pt x="5717818" y="1221641"/>
                </a:cubicBezTo>
                <a:cubicBezTo>
                  <a:pt x="5717818" y="1207471"/>
                  <a:pt x="5729307" y="1195983"/>
                  <a:pt x="5743477" y="1195983"/>
                </a:cubicBezTo>
                <a:close/>
                <a:moveTo>
                  <a:pt x="5615066" y="1195983"/>
                </a:moveTo>
                <a:cubicBezTo>
                  <a:pt x="5629231" y="1195983"/>
                  <a:pt x="5640726" y="1207478"/>
                  <a:pt x="5640726" y="1221641"/>
                </a:cubicBezTo>
                <a:cubicBezTo>
                  <a:pt x="5640726" y="1235807"/>
                  <a:pt x="5629231" y="1247301"/>
                  <a:pt x="5615066" y="1247301"/>
                </a:cubicBezTo>
                <a:cubicBezTo>
                  <a:pt x="5600901" y="1247301"/>
                  <a:pt x="5589407" y="1235807"/>
                  <a:pt x="5589407" y="1221641"/>
                </a:cubicBezTo>
                <a:cubicBezTo>
                  <a:pt x="5589407" y="1207478"/>
                  <a:pt x="5600901" y="1195983"/>
                  <a:pt x="5615066" y="1195983"/>
                </a:cubicBezTo>
                <a:close/>
                <a:moveTo>
                  <a:pt x="5486655" y="1195983"/>
                </a:moveTo>
                <a:cubicBezTo>
                  <a:pt x="5500819" y="1195983"/>
                  <a:pt x="5512316" y="1207478"/>
                  <a:pt x="5512316" y="1221641"/>
                </a:cubicBezTo>
                <a:cubicBezTo>
                  <a:pt x="5512316" y="1235807"/>
                  <a:pt x="5500819" y="1247301"/>
                  <a:pt x="5486655" y="1247301"/>
                </a:cubicBezTo>
                <a:cubicBezTo>
                  <a:pt x="5472491" y="1247301"/>
                  <a:pt x="5460997" y="1235807"/>
                  <a:pt x="5460997" y="1221641"/>
                </a:cubicBezTo>
                <a:cubicBezTo>
                  <a:pt x="5460997" y="1207478"/>
                  <a:pt x="5472491" y="1195983"/>
                  <a:pt x="5486655" y="1195983"/>
                </a:cubicBezTo>
                <a:close/>
                <a:moveTo>
                  <a:pt x="5422451" y="1195983"/>
                </a:moveTo>
                <a:cubicBezTo>
                  <a:pt x="5436621" y="1195983"/>
                  <a:pt x="5448109" y="1207471"/>
                  <a:pt x="5448109" y="1221641"/>
                </a:cubicBezTo>
                <a:cubicBezTo>
                  <a:pt x="5448109" y="1235813"/>
                  <a:pt x="5436621" y="1247301"/>
                  <a:pt x="5422451" y="1247301"/>
                </a:cubicBezTo>
                <a:cubicBezTo>
                  <a:pt x="5408280" y="1247301"/>
                  <a:pt x="5396791" y="1235813"/>
                  <a:pt x="5396791" y="1221641"/>
                </a:cubicBezTo>
                <a:cubicBezTo>
                  <a:pt x="5396791" y="1207471"/>
                  <a:pt x="5408280" y="1195983"/>
                  <a:pt x="5422451" y="1195983"/>
                </a:cubicBezTo>
                <a:close/>
                <a:moveTo>
                  <a:pt x="5229719" y="1195983"/>
                </a:moveTo>
                <a:cubicBezTo>
                  <a:pt x="5243999" y="1195983"/>
                  <a:pt x="5255377" y="1207478"/>
                  <a:pt x="5255377" y="1221641"/>
                </a:cubicBezTo>
                <a:cubicBezTo>
                  <a:pt x="5255377" y="1235807"/>
                  <a:pt x="5243883" y="1247301"/>
                  <a:pt x="5229719" y="1247301"/>
                </a:cubicBezTo>
                <a:cubicBezTo>
                  <a:pt x="5215554" y="1247301"/>
                  <a:pt x="5204058" y="1235807"/>
                  <a:pt x="5204058" y="1221641"/>
                </a:cubicBezTo>
                <a:cubicBezTo>
                  <a:pt x="5204058" y="1207478"/>
                  <a:pt x="5215554" y="1195983"/>
                  <a:pt x="5229719" y="1195983"/>
                </a:cubicBezTo>
                <a:close/>
                <a:moveTo>
                  <a:pt x="4972896" y="1195983"/>
                </a:moveTo>
                <a:cubicBezTo>
                  <a:pt x="4987063" y="1195983"/>
                  <a:pt x="4998557" y="1207478"/>
                  <a:pt x="4998557" y="1221641"/>
                </a:cubicBezTo>
                <a:cubicBezTo>
                  <a:pt x="4998557" y="1235807"/>
                  <a:pt x="4987063" y="1247301"/>
                  <a:pt x="4972896" y="1247301"/>
                </a:cubicBezTo>
                <a:cubicBezTo>
                  <a:pt x="4958732" y="1247301"/>
                  <a:pt x="4947240" y="1235807"/>
                  <a:pt x="4947240" y="1221641"/>
                </a:cubicBezTo>
                <a:cubicBezTo>
                  <a:pt x="4947240" y="1207478"/>
                  <a:pt x="4958732" y="1195983"/>
                  <a:pt x="4972896" y="1195983"/>
                </a:cubicBezTo>
                <a:close/>
                <a:moveTo>
                  <a:pt x="4908693" y="1195983"/>
                </a:moveTo>
                <a:cubicBezTo>
                  <a:pt x="4922857" y="1195983"/>
                  <a:pt x="4934352" y="1207478"/>
                  <a:pt x="4934352" y="1221641"/>
                </a:cubicBezTo>
                <a:cubicBezTo>
                  <a:pt x="4934352" y="1235807"/>
                  <a:pt x="4922857" y="1247301"/>
                  <a:pt x="4908693" y="1247301"/>
                </a:cubicBezTo>
                <a:cubicBezTo>
                  <a:pt x="4894527" y="1247301"/>
                  <a:pt x="4883033" y="1235807"/>
                  <a:pt x="4883033" y="1221641"/>
                </a:cubicBezTo>
                <a:cubicBezTo>
                  <a:pt x="4883033" y="1207478"/>
                  <a:pt x="4894527" y="1195983"/>
                  <a:pt x="4908693" y="1195983"/>
                </a:cubicBezTo>
                <a:close/>
                <a:moveTo>
                  <a:pt x="4844487" y="1195983"/>
                </a:moveTo>
                <a:cubicBezTo>
                  <a:pt x="4858650" y="1195983"/>
                  <a:pt x="4870146" y="1207478"/>
                  <a:pt x="4870146" y="1221641"/>
                </a:cubicBezTo>
                <a:cubicBezTo>
                  <a:pt x="4870146" y="1235807"/>
                  <a:pt x="4858650" y="1247301"/>
                  <a:pt x="4844487" y="1247301"/>
                </a:cubicBezTo>
                <a:cubicBezTo>
                  <a:pt x="4830322" y="1247301"/>
                  <a:pt x="4818828" y="1235807"/>
                  <a:pt x="4818828" y="1221641"/>
                </a:cubicBezTo>
                <a:cubicBezTo>
                  <a:pt x="4818828" y="1207478"/>
                  <a:pt x="4830322" y="1195983"/>
                  <a:pt x="4844487" y="1195983"/>
                </a:cubicBezTo>
                <a:close/>
                <a:moveTo>
                  <a:pt x="4651872" y="1195983"/>
                </a:moveTo>
                <a:cubicBezTo>
                  <a:pt x="4666042" y="1195983"/>
                  <a:pt x="4677531" y="1207471"/>
                  <a:pt x="4677531" y="1221641"/>
                </a:cubicBezTo>
                <a:cubicBezTo>
                  <a:pt x="4677531" y="1235813"/>
                  <a:pt x="4666042" y="1247301"/>
                  <a:pt x="4651872" y="1247301"/>
                </a:cubicBezTo>
                <a:cubicBezTo>
                  <a:pt x="4637700" y="1247301"/>
                  <a:pt x="4626213" y="1235813"/>
                  <a:pt x="4626213" y="1221641"/>
                </a:cubicBezTo>
                <a:cubicBezTo>
                  <a:pt x="4626213" y="1207471"/>
                  <a:pt x="4637700" y="1195983"/>
                  <a:pt x="4651872" y="1195983"/>
                </a:cubicBezTo>
                <a:close/>
                <a:moveTo>
                  <a:pt x="4587666" y="1195983"/>
                </a:moveTo>
                <a:cubicBezTo>
                  <a:pt x="4601830" y="1195983"/>
                  <a:pt x="4613324" y="1207478"/>
                  <a:pt x="4613324" y="1221641"/>
                </a:cubicBezTo>
                <a:cubicBezTo>
                  <a:pt x="4613324" y="1235807"/>
                  <a:pt x="4601830" y="1247301"/>
                  <a:pt x="4587666" y="1247301"/>
                </a:cubicBezTo>
                <a:cubicBezTo>
                  <a:pt x="4573501" y="1247301"/>
                  <a:pt x="4562007" y="1235807"/>
                  <a:pt x="4562007" y="1221641"/>
                </a:cubicBezTo>
                <a:cubicBezTo>
                  <a:pt x="4562007" y="1207478"/>
                  <a:pt x="4573501" y="1195983"/>
                  <a:pt x="4587666" y="1195983"/>
                </a:cubicBezTo>
                <a:close/>
                <a:moveTo>
                  <a:pt x="4523461" y="1195983"/>
                </a:moveTo>
                <a:cubicBezTo>
                  <a:pt x="4537626" y="1195983"/>
                  <a:pt x="4549121" y="1207478"/>
                  <a:pt x="4549121" y="1221641"/>
                </a:cubicBezTo>
                <a:cubicBezTo>
                  <a:pt x="4549121" y="1235807"/>
                  <a:pt x="4537626" y="1247301"/>
                  <a:pt x="4523461" y="1247301"/>
                </a:cubicBezTo>
                <a:cubicBezTo>
                  <a:pt x="4509296" y="1247301"/>
                  <a:pt x="4497802" y="1235807"/>
                  <a:pt x="4497802" y="1221641"/>
                </a:cubicBezTo>
                <a:cubicBezTo>
                  <a:pt x="4497802" y="1207478"/>
                  <a:pt x="4509296" y="1195983"/>
                  <a:pt x="4523461" y="1195983"/>
                </a:cubicBezTo>
                <a:close/>
                <a:moveTo>
                  <a:pt x="4395050" y="1195983"/>
                </a:moveTo>
                <a:cubicBezTo>
                  <a:pt x="4409214" y="1195983"/>
                  <a:pt x="4420710" y="1207478"/>
                  <a:pt x="4420710" y="1221641"/>
                </a:cubicBezTo>
                <a:cubicBezTo>
                  <a:pt x="4420710" y="1235807"/>
                  <a:pt x="4409214" y="1247301"/>
                  <a:pt x="4395050" y="1247301"/>
                </a:cubicBezTo>
                <a:cubicBezTo>
                  <a:pt x="4380886" y="1247301"/>
                  <a:pt x="4369391" y="1235807"/>
                  <a:pt x="4369391" y="1221641"/>
                </a:cubicBezTo>
                <a:cubicBezTo>
                  <a:pt x="4369391" y="1207478"/>
                  <a:pt x="4380886" y="1195983"/>
                  <a:pt x="4395050" y="1195983"/>
                </a:cubicBezTo>
                <a:close/>
                <a:moveTo>
                  <a:pt x="4009702" y="1195983"/>
                </a:moveTo>
                <a:cubicBezTo>
                  <a:pt x="4023866" y="1195983"/>
                  <a:pt x="4035362" y="1207478"/>
                  <a:pt x="4035362" y="1221641"/>
                </a:cubicBezTo>
                <a:cubicBezTo>
                  <a:pt x="4035362" y="1235807"/>
                  <a:pt x="4023866" y="1247301"/>
                  <a:pt x="4009702" y="1247301"/>
                </a:cubicBezTo>
                <a:cubicBezTo>
                  <a:pt x="3995538" y="1247301"/>
                  <a:pt x="3984043" y="1235807"/>
                  <a:pt x="3984043" y="1221641"/>
                </a:cubicBezTo>
                <a:cubicBezTo>
                  <a:pt x="3984043" y="1207478"/>
                  <a:pt x="3995538" y="1195983"/>
                  <a:pt x="4009702" y="1195983"/>
                </a:cubicBezTo>
                <a:close/>
                <a:moveTo>
                  <a:pt x="3881291" y="1195983"/>
                </a:moveTo>
                <a:cubicBezTo>
                  <a:pt x="3895456" y="1195983"/>
                  <a:pt x="3906950" y="1207478"/>
                  <a:pt x="3906950" y="1221641"/>
                </a:cubicBezTo>
                <a:cubicBezTo>
                  <a:pt x="3906950" y="1235807"/>
                  <a:pt x="3895456" y="1247301"/>
                  <a:pt x="3881291" y="1247301"/>
                </a:cubicBezTo>
                <a:cubicBezTo>
                  <a:pt x="3867127" y="1247301"/>
                  <a:pt x="3855633" y="1235807"/>
                  <a:pt x="3855633" y="1221641"/>
                </a:cubicBezTo>
                <a:cubicBezTo>
                  <a:pt x="3855633" y="1207478"/>
                  <a:pt x="3867127" y="1195983"/>
                  <a:pt x="3881291" y="1195983"/>
                </a:cubicBezTo>
                <a:close/>
                <a:moveTo>
                  <a:pt x="3817085" y="1195983"/>
                </a:moveTo>
                <a:cubicBezTo>
                  <a:pt x="3831252" y="1195983"/>
                  <a:pt x="3842745" y="1207478"/>
                  <a:pt x="3842745" y="1221641"/>
                </a:cubicBezTo>
                <a:cubicBezTo>
                  <a:pt x="3842745" y="1235807"/>
                  <a:pt x="3831252" y="1247301"/>
                  <a:pt x="3817085" y="1247301"/>
                </a:cubicBezTo>
                <a:cubicBezTo>
                  <a:pt x="3802921" y="1247301"/>
                  <a:pt x="3791427" y="1235807"/>
                  <a:pt x="3791427" y="1221641"/>
                </a:cubicBezTo>
                <a:cubicBezTo>
                  <a:pt x="3791427" y="1207478"/>
                  <a:pt x="3802921" y="1195983"/>
                  <a:pt x="3817085" y="1195983"/>
                </a:cubicBezTo>
                <a:close/>
                <a:moveTo>
                  <a:pt x="3752882" y="1195983"/>
                </a:moveTo>
                <a:cubicBezTo>
                  <a:pt x="3767045" y="1195983"/>
                  <a:pt x="3778539" y="1207478"/>
                  <a:pt x="3778539" y="1221641"/>
                </a:cubicBezTo>
                <a:cubicBezTo>
                  <a:pt x="3778539" y="1235807"/>
                  <a:pt x="3767045" y="1247301"/>
                  <a:pt x="3752882" y="1247301"/>
                </a:cubicBezTo>
                <a:cubicBezTo>
                  <a:pt x="3738717" y="1247301"/>
                  <a:pt x="3727221" y="1235807"/>
                  <a:pt x="3727221" y="1221641"/>
                </a:cubicBezTo>
                <a:cubicBezTo>
                  <a:pt x="3727221" y="1207478"/>
                  <a:pt x="3738717" y="1195983"/>
                  <a:pt x="3752882" y="1195983"/>
                </a:cubicBezTo>
                <a:close/>
                <a:moveTo>
                  <a:pt x="3624472" y="1195983"/>
                </a:moveTo>
                <a:cubicBezTo>
                  <a:pt x="3638640" y="1195983"/>
                  <a:pt x="3650129" y="1207471"/>
                  <a:pt x="3650129" y="1221641"/>
                </a:cubicBezTo>
                <a:cubicBezTo>
                  <a:pt x="3650129" y="1235813"/>
                  <a:pt x="3638640" y="1247301"/>
                  <a:pt x="3624472" y="1247301"/>
                </a:cubicBezTo>
                <a:cubicBezTo>
                  <a:pt x="3610300" y="1247301"/>
                  <a:pt x="3598810" y="1235813"/>
                  <a:pt x="3598810" y="1221641"/>
                </a:cubicBezTo>
                <a:cubicBezTo>
                  <a:pt x="3598810" y="1207471"/>
                  <a:pt x="3610300" y="1195983"/>
                  <a:pt x="3624472" y="1195983"/>
                </a:cubicBezTo>
                <a:close/>
                <a:moveTo>
                  <a:pt x="3367649" y="1195983"/>
                </a:moveTo>
                <a:cubicBezTo>
                  <a:pt x="3381813" y="1195983"/>
                  <a:pt x="3393308" y="1207478"/>
                  <a:pt x="3393308" y="1221641"/>
                </a:cubicBezTo>
                <a:cubicBezTo>
                  <a:pt x="3393308" y="1235807"/>
                  <a:pt x="3381813" y="1247301"/>
                  <a:pt x="3367649" y="1247301"/>
                </a:cubicBezTo>
                <a:cubicBezTo>
                  <a:pt x="3353484" y="1247301"/>
                  <a:pt x="3341990" y="1235807"/>
                  <a:pt x="3341990" y="1221641"/>
                </a:cubicBezTo>
                <a:cubicBezTo>
                  <a:pt x="3341990" y="1207478"/>
                  <a:pt x="3353484" y="1195983"/>
                  <a:pt x="3367649" y="1195983"/>
                </a:cubicBezTo>
                <a:close/>
                <a:moveTo>
                  <a:pt x="3303444" y="1195983"/>
                </a:moveTo>
                <a:cubicBezTo>
                  <a:pt x="3317609" y="1195983"/>
                  <a:pt x="3329102" y="1207478"/>
                  <a:pt x="3329102" y="1221641"/>
                </a:cubicBezTo>
                <a:cubicBezTo>
                  <a:pt x="3329102" y="1235807"/>
                  <a:pt x="3317609" y="1247301"/>
                  <a:pt x="3303444" y="1247301"/>
                </a:cubicBezTo>
                <a:cubicBezTo>
                  <a:pt x="3289279" y="1247301"/>
                  <a:pt x="3277785" y="1235807"/>
                  <a:pt x="3277785" y="1221641"/>
                </a:cubicBezTo>
                <a:cubicBezTo>
                  <a:pt x="3277785" y="1207478"/>
                  <a:pt x="3289279" y="1195983"/>
                  <a:pt x="3303444" y="1195983"/>
                </a:cubicBezTo>
                <a:close/>
                <a:moveTo>
                  <a:pt x="2853890" y="1195983"/>
                </a:moveTo>
                <a:cubicBezTo>
                  <a:pt x="2868062" y="1195983"/>
                  <a:pt x="2879550" y="1207471"/>
                  <a:pt x="2879550" y="1221641"/>
                </a:cubicBezTo>
                <a:cubicBezTo>
                  <a:pt x="2879550" y="1235813"/>
                  <a:pt x="2868062" y="1247301"/>
                  <a:pt x="2853890" y="1247301"/>
                </a:cubicBezTo>
                <a:cubicBezTo>
                  <a:pt x="2839720" y="1247301"/>
                  <a:pt x="2828231" y="1235813"/>
                  <a:pt x="2828231" y="1221641"/>
                </a:cubicBezTo>
                <a:cubicBezTo>
                  <a:pt x="2828231" y="1207471"/>
                  <a:pt x="2839720" y="1195983"/>
                  <a:pt x="2853890" y="1195983"/>
                </a:cubicBezTo>
                <a:close/>
                <a:moveTo>
                  <a:pt x="2789686" y="1195983"/>
                </a:moveTo>
                <a:cubicBezTo>
                  <a:pt x="2803850" y="1195983"/>
                  <a:pt x="2815344" y="1207478"/>
                  <a:pt x="2815344" y="1221641"/>
                </a:cubicBezTo>
                <a:cubicBezTo>
                  <a:pt x="2815344" y="1235807"/>
                  <a:pt x="2803850" y="1247301"/>
                  <a:pt x="2789686" y="1247301"/>
                </a:cubicBezTo>
                <a:cubicBezTo>
                  <a:pt x="2775521" y="1247301"/>
                  <a:pt x="2764027" y="1235807"/>
                  <a:pt x="2764027" y="1221641"/>
                </a:cubicBezTo>
                <a:cubicBezTo>
                  <a:pt x="2764027" y="1207478"/>
                  <a:pt x="2775521" y="1195983"/>
                  <a:pt x="2789686" y="1195983"/>
                </a:cubicBezTo>
                <a:close/>
                <a:moveTo>
                  <a:pt x="2404454" y="1195983"/>
                </a:moveTo>
                <a:cubicBezTo>
                  <a:pt x="2418619" y="1195983"/>
                  <a:pt x="2430112" y="1207478"/>
                  <a:pt x="2430112" y="1221641"/>
                </a:cubicBezTo>
                <a:cubicBezTo>
                  <a:pt x="2430112" y="1235807"/>
                  <a:pt x="2418619" y="1247301"/>
                  <a:pt x="2404454" y="1247301"/>
                </a:cubicBezTo>
                <a:cubicBezTo>
                  <a:pt x="2390289" y="1247301"/>
                  <a:pt x="2378795" y="1235807"/>
                  <a:pt x="2378795" y="1221641"/>
                </a:cubicBezTo>
                <a:cubicBezTo>
                  <a:pt x="2378795" y="1207478"/>
                  <a:pt x="2390289" y="1195983"/>
                  <a:pt x="2404454" y="1195983"/>
                </a:cubicBezTo>
                <a:close/>
                <a:moveTo>
                  <a:pt x="2340249" y="1195983"/>
                </a:moveTo>
                <a:cubicBezTo>
                  <a:pt x="2354413" y="1195983"/>
                  <a:pt x="2365908" y="1207478"/>
                  <a:pt x="2365908" y="1221641"/>
                </a:cubicBezTo>
                <a:cubicBezTo>
                  <a:pt x="2365908" y="1235807"/>
                  <a:pt x="2354413" y="1247301"/>
                  <a:pt x="2340249" y="1247301"/>
                </a:cubicBezTo>
                <a:cubicBezTo>
                  <a:pt x="2326084" y="1247301"/>
                  <a:pt x="2314590" y="1235807"/>
                  <a:pt x="2314590" y="1221641"/>
                </a:cubicBezTo>
                <a:cubicBezTo>
                  <a:pt x="2314590" y="1207478"/>
                  <a:pt x="2326084" y="1195983"/>
                  <a:pt x="2340249" y="1195983"/>
                </a:cubicBezTo>
                <a:close/>
                <a:moveTo>
                  <a:pt x="2276044" y="1195983"/>
                </a:moveTo>
                <a:cubicBezTo>
                  <a:pt x="2290208" y="1195983"/>
                  <a:pt x="2301702" y="1207478"/>
                  <a:pt x="2301702" y="1221641"/>
                </a:cubicBezTo>
                <a:cubicBezTo>
                  <a:pt x="2301702" y="1235807"/>
                  <a:pt x="2290208" y="1247301"/>
                  <a:pt x="2276044" y="1247301"/>
                </a:cubicBezTo>
                <a:cubicBezTo>
                  <a:pt x="2261879" y="1247301"/>
                  <a:pt x="2250385" y="1235807"/>
                  <a:pt x="2250385" y="1221641"/>
                </a:cubicBezTo>
                <a:cubicBezTo>
                  <a:pt x="2250385" y="1207478"/>
                  <a:pt x="2261879" y="1195983"/>
                  <a:pt x="2276044" y="1195983"/>
                </a:cubicBezTo>
                <a:close/>
                <a:moveTo>
                  <a:pt x="2211838" y="1195983"/>
                </a:moveTo>
                <a:cubicBezTo>
                  <a:pt x="2226003" y="1195983"/>
                  <a:pt x="2237497" y="1207478"/>
                  <a:pt x="2237497" y="1221641"/>
                </a:cubicBezTo>
                <a:cubicBezTo>
                  <a:pt x="2237497" y="1235807"/>
                  <a:pt x="2226003" y="1247301"/>
                  <a:pt x="2211838" y="1247301"/>
                </a:cubicBezTo>
                <a:cubicBezTo>
                  <a:pt x="2197673" y="1247301"/>
                  <a:pt x="2186178" y="1235807"/>
                  <a:pt x="2186178" y="1221641"/>
                </a:cubicBezTo>
                <a:cubicBezTo>
                  <a:pt x="2186178" y="1207478"/>
                  <a:pt x="2197673" y="1195983"/>
                  <a:pt x="2211838" y="1195983"/>
                </a:cubicBezTo>
                <a:close/>
                <a:moveTo>
                  <a:pt x="2147633" y="1195983"/>
                </a:moveTo>
                <a:cubicBezTo>
                  <a:pt x="2161804" y="1195983"/>
                  <a:pt x="2173293" y="1207471"/>
                  <a:pt x="2173293" y="1221641"/>
                </a:cubicBezTo>
                <a:cubicBezTo>
                  <a:pt x="2173293" y="1235813"/>
                  <a:pt x="2161804" y="1247301"/>
                  <a:pt x="2147633" y="1247301"/>
                </a:cubicBezTo>
                <a:cubicBezTo>
                  <a:pt x="2133462" y="1247301"/>
                  <a:pt x="2121975" y="1235813"/>
                  <a:pt x="2121975" y="1221641"/>
                </a:cubicBezTo>
                <a:cubicBezTo>
                  <a:pt x="2121975" y="1207471"/>
                  <a:pt x="2133462" y="1195983"/>
                  <a:pt x="2147633" y="1195983"/>
                </a:cubicBezTo>
                <a:close/>
                <a:moveTo>
                  <a:pt x="2083427" y="1195983"/>
                </a:moveTo>
                <a:cubicBezTo>
                  <a:pt x="2097599" y="1195983"/>
                  <a:pt x="2109087" y="1207471"/>
                  <a:pt x="2109087" y="1221641"/>
                </a:cubicBezTo>
                <a:cubicBezTo>
                  <a:pt x="2109087" y="1235813"/>
                  <a:pt x="2097599" y="1247301"/>
                  <a:pt x="2083427" y="1247301"/>
                </a:cubicBezTo>
                <a:cubicBezTo>
                  <a:pt x="2069257" y="1247301"/>
                  <a:pt x="2057768" y="1235813"/>
                  <a:pt x="2057768" y="1221641"/>
                </a:cubicBezTo>
                <a:cubicBezTo>
                  <a:pt x="2057768" y="1207471"/>
                  <a:pt x="2069257" y="1195983"/>
                  <a:pt x="2083427" y="1195983"/>
                </a:cubicBezTo>
                <a:close/>
                <a:moveTo>
                  <a:pt x="2019222" y="1195983"/>
                </a:moveTo>
                <a:cubicBezTo>
                  <a:pt x="2033387" y="1195983"/>
                  <a:pt x="2044880" y="1207478"/>
                  <a:pt x="2044880" y="1221641"/>
                </a:cubicBezTo>
                <a:cubicBezTo>
                  <a:pt x="2044880" y="1235807"/>
                  <a:pt x="2033387" y="1247301"/>
                  <a:pt x="2019222" y="1247301"/>
                </a:cubicBezTo>
                <a:cubicBezTo>
                  <a:pt x="2005058" y="1247301"/>
                  <a:pt x="1993563" y="1235807"/>
                  <a:pt x="1993563" y="1221641"/>
                </a:cubicBezTo>
                <a:cubicBezTo>
                  <a:pt x="1993563" y="1207478"/>
                  <a:pt x="2005058" y="1195983"/>
                  <a:pt x="2019222" y="1195983"/>
                </a:cubicBezTo>
                <a:close/>
                <a:moveTo>
                  <a:pt x="1955016" y="1195983"/>
                </a:moveTo>
                <a:cubicBezTo>
                  <a:pt x="1969181" y="1195983"/>
                  <a:pt x="1980676" y="1207478"/>
                  <a:pt x="1980676" y="1221641"/>
                </a:cubicBezTo>
                <a:cubicBezTo>
                  <a:pt x="1980676" y="1235807"/>
                  <a:pt x="1969181" y="1247301"/>
                  <a:pt x="1955016" y="1247301"/>
                </a:cubicBezTo>
                <a:cubicBezTo>
                  <a:pt x="1940851" y="1247301"/>
                  <a:pt x="1929358" y="1235807"/>
                  <a:pt x="1929358" y="1221641"/>
                </a:cubicBezTo>
                <a:cubicBezTo>
                  <a:pt x="1929358" y="1207478"/>
                  <a:pt x="1940851" y="1195983"/>
                  <a:pt x="1955016" y="1195983"/>
                </a:cubicBezTo>
                <a:close/>
                <a:moveTo>
                  <a:pt x="1890696" y="1195983"/>
                </a:moveTo>
                <a:cubicBezTo>
                  <a:pt x="1904860" y="1195983"/>
                  <a:pt x="1916355" y="1207478"/>
                  <a:pt x="1916355" y="1221641"/>
                </a:cubicBezTo>
                <a:cubicBezTo>
                  <a:pt x="1916355" y="1235807"/>
                  <a:pt x="1904860" y="1247301"/>
                  <a:pt x="1890696" y="1247301"/>
                </a:cubicBezTo>
                <a:cubicBezTo>
                  <a:pt x="1876531" y="1247301"/>
                  <a:pt x="1865037" y="1235807"/>
                  <a:pt x="1865037" y="1221641"/>
                </a:cubicBezTo>
                <a:cubicBezTo>
                  <a:pt x="1865037" y="1207478"/>
                  <a:pt x="1876531" y="1195983"/>
                  <a:pt x="1890696" y="1195983"/>
                </a:cubicBezTo>
                <a:close/>
                <a:moveTo>
                  <a:pt x="1826490" y="1195983"/>
                </a:moveTo>
                <a:cubicBezTo>
                  <a:pt x="1840654" y="1195983"/>
                  <a:pt x="1852149" y="1207478"/>
                  <a:pt x="1852149" y="1221641"/>
                </a:cubicBezTo>
                <a:cubicBezTo>
                  <a:pt x="1852149" y="1235807"/>
                  <a:pt x="1840654" y="1247301"/>
                  <a:pt x="1826490" y="1247301"/>
                </a:cubicBezTo>
                <a:cubicBezTo>
                  <a:pt x="1812325" y="1247301"/>
                  <a:pt x="1800830" y="1235807"/>
                  <a:pt x="1800830" y="1221641"/>
                </a:cubicBezTo>
                <a:cubicBezTo>
                  <a:pt x="1800830" y="1207478"/>
                  <a:pt x="1812325" y="1195983"/>
                  <a:pt x="1826490" y="1195983"/>
                </a:cubicBezTo>
                <a:close/>
                <a:moveTo>
                  <a:pt x="1762285" y="1195983"/>
                </a:moveTo>
                <a:cubicBezTo>
                  <a:pt x="1776456" y="1195983"/>
                  <a:pt x="1787944" y="1207471"/>
                  <a:pt x="1787944" y="1221641"/>
                </a:cubicBezTo>
                <a:cubicBezTo>
                  <a:pt x="1787944" y="1235813"/>
                  <a:pt x="1776456" y="1247301"/>
                  <a:pt x="1762285" y="1247301"/>
                </a:cubicBezTo>
                <a:cubicBezTo>
                  <a:pt x="1748114" y="1247301"/>
                  <a:pt x="1736626" y="1235813"/>
                  <a:pt x="1736626" y="1221641"/>
                </a:cubicBezTo>
                <a:cubicBezTo>
                  <a:pt x="1736626" y="1207471"/>
                  <a:pt x="1748114" y="1195983"/>
                  <a:pt x="1762285" y="1195983"/>
                </a:cubicBezTo>
                <a:close/>
                <a:moveTo>
                  <a:pt x="1505464" y="1195983"/>
                </a:moveTo>
                <a:cubicBezTo>
                  <a:pt x="1519629" y="1195983"/>
                  <a:pt x="1531123" y="1207478"/>
                  <a:pt x="1531123" y="1221641"/>
                </a:cubicBezTo>
                <a:cubicBezTo>
                  <a:pt x="1531123" y="1235807"/>
                  <a:pt x="1519629" y="1247301"/>
                  <a:pt x="1505464" y="1247301"/>
                </a:cubicBezTo>
                <a:cubicBezTo>
                  <a:pt x="1491299" y="1247301"/>
                  <a:pt x="1479806" y="1235807"/>
                  <a:pt x="1479806" y="1221641"/>
                </a:cubicBezTo>
                <a:cubicBezTo>
                  <a:pt x="1479806" y="1207478"/>
                  <a:pt x="1491299" y="1195983"/>
                  <a:pt x="1505464" y="1195983"/>
                </a:cubicBezTo>
                <a:close/>
                <a:moveTo>
                  <a:pt x="1441258" y="1195983"/>
                </a:moveTo>
                <a:cubicBezTo>
                  <a:pt x="1455430" y="1195983"/>
                  <a:pt x="1466917" y="1207471"/>
                  <a:pt x="1466917" y="1221641"/>
                </a:cubicBezTo>
                <a:cubicBezTo>
                  <a:pt x="1466917" y="1235813"/>
                  <a:pt x="1455430" y="1247301"/>
                  <a:pt x="1441258" y="1247301"/>
                </a:cubicBezTo>
                <a:cubicBezTo>
                  <a:pt x="1427087" y="1247301"/>
                  <a:pt x="1415599" y="1235813"/>
                  <a:pt x="1415599" y="1221641"/>
                </a:cubicBezTo>
                <a:cubicBezTo>
                  <a:pt x="1415599" y="1207471"/>
                  <a:pt x="1427087" y="1195983"/>
                  <a:pt x="1441258" y="1195983"/>
                </a:cubicBezTo>
                <a:close/>
                <a:moveTo>
                  <a:pt x="1377053" y="1195983"/>
                </a:moveTo>
                <a:cubicBezTo>
                  <a:pt x="1391224" y="1195983"/>
                  <a:pt x="1402712" y="1207471"/>
                  <a:pt x="1402712" y="1221641"/>
                </a:cubicBezTo>
                <a:cubicBezTo>
                  <a:pt x="1402712" y="1235813"/>
                  <a:pt x="1391224" y="1247301"/>
                  <a:pt x="1377053" y="1247301"/>
                </a:cubicBezTo>
                <a:cubicBezTo>
                  <a:pt x="1362882" y="1247301"/>
                  <a:pt x="1351395" y="1235813"/>
                  <a:pt x="1351395" y="1221641"/>
                </a:cubicBezTo>
                <a:cubicBezTo>
                  <a:pt x="1351395" y="1207471"/>
                  <a:pt x="1362882" y="1195983"/>
                  <a:pt x="1377053" y="1195983"/>
                </a:cubicBezTo>
                <a:close/>
                <a:moveTo>
                  <a:pt x="1184437" y="1195983"/>
                </a:moveTo>
                <a:cubicBezTo>
                  <a:pt x="1198602" y="1195983"/>
                  <a:pt x="1210096" y="1207478"/>
                  <a:pt x="1210096" y="1221641"/>
                </a:cubicBezTo>
                <a:cubicBezTo>
                  <a:pt x="1210096" y="1235807"/>
                  <a:pt x="1198602" y="1247301"/>
                  <a:pt x="1184437" y="1247301"/>
                </a:cubicBezTo>
                <a:cubicBezTo>
                  <a:pt x="1170273" y="1247301"/>
                  <a:pt x="1158780" y="1235807"/>
                  <a:pt x="1158780" y="1221641"/>
                </a:cubicBezTo>
                <a:cubicBezTo>
                  <a:pt x="1158780" y="1207478"/>
                  <a:pt x="1170273" y="1195983"/>
                  <a:pt x="1184437" y="1195983"/>
                </a:cubicBezTo>
                <a:close/>
                <a:moveTo>
                  <a:pt x="927616" y="1195983"/>
                </a:moveTo>
                <a:cubicBezTo>
                  <a:pt x="941781" y="1195983"/>
                  <a:pt x="953275" y="1207478"/>
                  <a:pt x="953275" y="1221641"/>
                </a:cubicBezTo>
                <a:cubicBezTo>
                  <a:pt x="953275" y="1235807"/>
                  <a:pt x="941781" y="1247301"/>
                  <a:pt x="927616" y="1247301"/>
                </a:cubicBezTo>
                <a:cubicBezTo>
                  <a:pt x="913452" y="1247301"/>
                  <a:pt x="901957" y="1235807"/>
                  <a:pt x="901957" y="1221641"/>
                </a:cubicBezTo>
                <a:cubicBezTo>
                  <a:pt x="901957" y="1207478"/>
                  <a:pt x="913452" y="1195983"/>
                  <a:pt x="927616" y="1195983"/>
                </a:cubicBezTo>
                <a:close/>
                <a:moveTo>
                  <a:pt x="606475" y="1195983"/>
                </a:moveTo>
                <a:cubicBezTo>
                  <a:pt x="620639" y="1195983"/>
                  <a:pt x="632134" y="1207478"/>
                  <a:pt x="632134" y="1221641"/>
                </a:cubicBezTo>
                <a:cubicBezTo>
                  <a:pt x="632134" y="1235807"/>
                  <a:pt x="620639" y="1247301"/>
                  <a:pt x="606475" y="1247301"/>
                </a:cubicBezTo>
                <a:cubicBezTo>
                  <a:pt x="592310" y="1247301"/>
                  <a:pt x="580815" y="1235807"/>
                  <a:pt x="580815" y="1221641"/>
                </a:cubicBezTo>
                <a:cubicBezTo>
                  <a:pt x="580815" y="1207478"/>
                  <a:pt x="592310" y="1195983"/>
                  <a:pt x="606475" y="1195983"/>
                </a:cubicBezTo>
                <a:close/>
                <a:moveTo>
                  <a:pt x="542268" y="1195983"/>
                </a:moveTo>
                <a:cubicBezTo>
                  <a:pt x="556433" y="1195983"/>
                  <a:pt x="567927" y="1207478"/>
                  <a:pt x="567927" y="1221641"/>
                </a:cubicBezTo>
                <a:cubicBezTo>
                  <a:pt x="567927" y="1235807"/>
                  <a:pt x="556433" y="1247301"/>
                  <a:pt x="542268" y="1247301"/>
                </a:cubicBezTo>
                <a:cubicBezTo>
                  <a:pt x="528104" y="1247301"/>
                  <a:pt x="516610" y="1235807"/>
                  <a:pt x="516610" y="1221641"/>
                </a:cubicBezTo>
                <a:cubicBezTo>
                  <a:pt x="516610" y="1207478"/>
                  <a:pt x="528104" y="1195983"/>
                  <a:pt x="542268" y="1195983"/>
                </a:cubicBezTo>
                <a:close/>
                <a:moveTo>
                  <a:pt x="413858" y="1195983"/>
                </a:moveTo>
                <a:cubicBezTo>
                  <a:pt x="428023" y="1195983"/>
                  <a:pt x="439517" y="1207478"/>
                  <a:pt x="439517" y="1221641"/>
                </a:cubicBezTo>
                <a:cubicBezTo>
                  <a:pt x="439517" y="1235807"/>
                  <a:pt x="428023" y="1247301"/>
                  <a:pt x="413858" y="1247301"/>
                </a:cubicBezTo>
                <a:cubicBezTo>
                  <a:pt x="399694" y="1247301"/>
                  <a:pt x="388200" y="1235807"/>
                  <a:pt x="388200" y="1221641"/>
                </a:cubicBezTo>
                <a:cubicBezTo>
                  <a:pt x="388200" y="1207478"/>
                  <a:pt x="399694" y="1195983"/>
                  <a:pt x="413858" y="1195983"/>
                </a:cubicBezTo>
                <a:close/>
                <a:moveTo>
                  <a:pt x="346686" y="1195983"/>
                </a:moveTo>
                <a:cubicBezTo>
                  <a:pt x="360849" y="1195983"/>
                  <a:pt x="372344" y="1207478"/>
                  <a:pt x="372344" y="1221641"/>
                </a:cubicBezTo>
                <a:cubicBezTo>
                  <a:pt x="372344" y="1235807"/>
                  <a:pt x="360849" y="1247301"/>
                  <a:pt x="346686" y="1247301"/>
                </a:cubicBezTo>
                <a:cubicBezTo>
                  <a:pt x="332520" y="1247301"/>
                  <a:pt x="321027" y="1235807"/>
                  <a:pt x="321027" y="1221641"/>
                </a:cubicBezTo>
                <a:cubicBezTo>
                  <a:pt x="321027" y="1207478"/>
                  <a:pt x="332520" y="1195983"/>
                  <a:pt x="346686" y="1195983"/>
                </a:cubicBezTo>
                <a:close/>
                <a:moveTo>
                  <a:pt x="25659" y="1195983"/>
                </a:moveTo>
                <a:cubicBezTo>
                  <a:pt x="39829" y="1195983"/>
                  <a:pt x="51317" y="1207471"/>
                  <a:pt x="51317" y="1221641"/>
                </a:cubicBezTo>
                <a:cubicBezTo>
                  <a:pt x="51317" y="1235813"/>
                  <a:pt x="39829" y="1247301"/>
                  <a:pt x="25659" y="1247301"/>
                </a:cubicBezTo>
                <a:cubicBezTo>
                  <a:pt x="11488" y="1247301"/>
                  <a:pt x="0" y="1235813"/>
                  <a:pt x="0" y="1221641"/>
                </a:cubicBezTo>
                <a:cubicBezTo>
                  <a:pt x="0" y="1207471"/>
                  <a:pt x="11488" y="1195983"/>
                  <a:pt x="25659" y="1195983"/>
                </a:cubicBezTo>
                <a:close/>
                <a:moveTo>
                  <a:pt x="11775107" y="1141531"/>
                </a:moveTo>
                <a:cubicBezTo>
                  <a:pt x="11782225" y="1141531"/>
                  <a:pt x="11787995" y="1147300"/>
                  <a:pt x="11787995" y="1154418"/>
                </a:cubicBezTo>
                <a:cubicBezTo>
                  <a:pt x="11787995" y="1161536"/>
                  <a:pt x="11782225" y="1167305"/>
                  <a:pt x="11775107" y="1167305"/>
                </a:cubicBezTo>
                <a:cubicBezTo>
                  <a:pt x="11767991" y="1167305"/>
                  <a:pt x="11762221" y="1161536"/>
                  <a:pt x="11762221" y="1154418"/>
                </a:cubicBezTo>
                <a:cubicBezTo>
                  <a:pt x="11762221" y="1147300"/>
                  <a:pt x="11767991" y="1141531"/>
                  <a:pt x="11775107" y="1141531"/>
                </a:cubicBezTo>
                <a:close/>
                <a:moveTo>
                  <a:pt x="11646697" y="1141531"/>
                </a:moveTo>
                <a:cubicBezTo>
                  <a:pt x="11653779" y="1141646"/>
                  <a:pt x="11659583" y="1147336"/>
                  <a:pt x="11659583" y="1154418"/>
                </a:cubicBezTo>
                <a:cubicBezTo>
                  <a:pt x="11659583" y="1161500"/>
                  <a:pt x="11653893" y="1167305"/>
                  <a:pt x="11646697" y="1167305"/>
                </a:cubicBezTo>
                <a:cubicBezTo>
                  <a:pt x="11639613" y="1167305"/>
                  <a:pt x="11633809" y="1161617"/>
                  <a:pt x="11633809" y="1154418"/>
                </a:cubicBezTo>
                <a:cubicBezTo>
                  <a:pt x="11633809" y="1147336"/>
                  <a:pt x="11639499" y="1141531"/>
                  <a:pt x="11646697" y="1141531"/>
                </a:cubicBezTo>
                <a:close/>
                <a:moveTo>
                  <a:pt x="11389875" y="1141531"/>
                </a:moveTo>
                <a:cubicBezTo>
                  <a:pt x="11396993" y="1141531"/>
                  <a:pt x="11402763" y="1147300"/>
                  <a:pt x="11402763" y="1154418"/>
                </a:cubicBezTo>
                <a:cubicBezTo>
                  <a:pt x="11402763" y="1161536"/>
                  <a:pt x="11396993" y="1167305"/>
                  <a:pt x="11389875" y="1167305"/>
                </a:cubicBezTo>
                <a:cubicBezTo>
                  <a:pt x="11382759" y="1167305"/>
                  <a:pt x="11376989" y="1161536"/>
                  <a:pt x="11376989" y="1154418"/>
                </a:cubicBezTo>
                <a:cubicBezTo>
                  <a:pt x="11376989" y="1147300"/>
                  <a:pt x="11382759" y="1141531"/>
                  <a:pt x="11389875" y="1141531"/>
                </a:cubicBezTo>
                <a:close/>
                <a:moveTo>
                  <a:pt x="11068848" y="1141531"/>
                </a:moveTo>
                <a:cubicBezTo>
                  <a:pt x="11075966" y="1141531"/>
                  <a:pt x="11081736" y="1147300"/>
                  <a:pt x="11081736" y="1154418"/>
                </a:cubicBezTo>
                <a:cubicBezTo>
                  <a:pt x="11081736" y="1161536"/>
                  <a:pt x="11075966" y="1167305"/>
                  <a:pt x="11068848" y="1167305"/>
                </a:cubicBezTo>
                <a:cubicBezTo>
                  <a:pt x="11061732" y="1167305"/>
                  <a:pt x="11055962" y="1161536"/>
                  <a:pt x="11055962" y="1154418"/>
                </a:cubicBezTo>
                <a:cubicBezTo>
                  <a:pt x="11055962" y="1147300"/>
                  <a:pt x="11061732" y="1141531"/>
                  <a:pt x="11068848" y="1141531"/>
                </a:cubicBezTo>
                <a:close/>
                <a:moveTo>
                  <a:pt x="10811912" y="1141531"/>
                </a:moveTo>
                <a:cubicBezTo>
                  <a:pt x="10819028" y="1141531"/>
                  <a:pt x="10824798" y="1147300"/>
                  <a:pt x="10824798" y="1154418"/>
                </a:cubicBezTo>
                <a:cubicBezTo>
                  <a:pt x="10824798" y="1161536"/>
                  <a:pt x="10819028" y="1167305"/>
                  <a:pt x="10811912" y="1167305"/>
                </a:cubicBezTo>
                <a:cubicBezTo>
                  <a:pt x="10804794" y="1167305"/>
                  <a:pt x="10799024" y="1161536"/>
                  <a:pt x="10799024" y="1154418"/>
                </a:cubicBezTo>
                <a:cubicBezTo>
                  <a:pt x="10799024" y="1147300"/>
                  <a:pt x="10804794" y="1141531"/>
                  <a:pt x="10811912" y="1141531"/>
                </a:cubicBezTo>
                <a:close/>
                <a:moveTo>
                  <a:pt x="10747708" y="1141531"/>
                </a:moveTo>
                <a:cubicBezTo>
                  <a:pt x="10754824" y="1141531"/>
                  <a:pt x="10760593" y="1147300"/>
                  <a:pt x="10760593" y="1154418"/>
                </a:cubicBezTo>
                <a:cubicBezTo>
                  <a:pt x="10760593" y="1161536"/>
                  <a:pt x="10754824" y="1167305"/>
                  <a:pt x="10747708" y="1167305"/>
                </a:cubicBezTo>
                <a:cubicBezTo>
                  <a:pt x="10740589" y="1167305"/>
                  <a:pt x="10734820" y="1161536"/>
                  <a:pt x="10734820" y="1154418"/>
                </a:cubicBezTo>
                <a:cubicBezTo>
                  <a:pt x="10734820" y="1147300"/>
                  <a:pt x="10740589" y="1141531"/>
                  <a:pt x="10747708" y="1141531"/>
                </a:cubicBezTo>
                <a:close/>
                <a:moveTo>
                  <a:pt x="10490885" y="1141531"/>
                </a:moveTo>
                <a:cubicBezTo>
                  <a:pt x="10498004" y="1141531"/>
                  <a:pt x="10503773" y="1147300"/>
                  <a:pt x="10503773" y="1154418"/>
                </a:cubicBezTo>
                <a:cubicBezTo>
                  <a:pt x="10503773" y="1161536"/>
                  <a:pt x="10498004" y="1167305"/>
                  <a:pt x="10490885" y="1167305"/>
                </a:cubicBezTo>
                <a:cubicBezTo>
                  <a:pt x="10483769" y="1167305"/>
                  <a:pt x="10477997" y="1161536"/>
                  <a:pt x="10477997" y="1154418"/>
                </a:cubicBezTo>
                <a:cubicBezTo>
                  <a:pt x="10477997" y="1147300"/>
                  <a:pt x="10483769" y="1141531"/>
                  <a:pt x="10490885" y="1141531"/>
                </a:cubicBezTo>
                <a:close/>
                <a:moveTo>
                  <a:pt x="9912920" y="1141531"/>
                </a:moveTo>
                <a:cubicBezTo>
                  <a:pt x="9920039" y="1141531"/>
                  <a:pt x="9925808" y="1147300"/>
                  <a:pt x="9925808" y="1154418"/>
                </a:cubicBezTo>
                <a:cubicBezTo>
                  <a:pt x="9925808" y="1161536"/>
                  <a:pt x="9920039" y="1167305"/>
                  <a:pt x="9912920" y="1167305"/>
                </a:cubicBezTo>
                <a:cubicBezTo>
                  <a:pt x="9905804" y="1167305"/>
                  <a:pt x="9900035" y="1161536"/>
                  <a:pt x="9900035" y="1154418"/>
                </a:cubicBezTo>
                <a:cubicBezTo>
                  <a:pt x="9900035" y="1147300"/>
                  <a:pt x="9905804" y="1141531"/>
                  <a:pt x="9912920" y="1141531"/>
                </a:cubicBezTo>
                <a:close/>
                <a:moveTo>
                  <a:pt x="9527689" y="1141531"/>
                </a:moveTo>
                <a:cubicBezTo>
                  <a:pt x="9534773" y="1141646"/>
                  <a:pt x="9540577" y="1147336"/>
                  <a:pt x="9540577" y="1154418"/>
                </a:cubicBezTo>
                <a:cubicBezTo>
                  <a:pt x="9540577" y="1161500"/>
                  <a:pt x="9534888" y="1167305"/>
                  <a:pt x="9527689" y="1167305"/>
                </a:cubicBezTo>
                <a:cubicBezTo>
                  <a:pt x="9520608" y="1167305"/>
                  <a:pt x="9514804" y="1161617"/>
                  <a:pt x="9514804" y="1154418"/>
                </a:cubicBezTo>
                <a:cubicBezTo>
                  <a:pt x="9514804" y="1147336"/>
                  <a:pt x="9520493" y="1141531"/>
                  <a:pt x="9527689" y="1141531"/>
                </a:cubicBezTo>
                <a:close/>
                <a:moveTo>
                  <a:pt x="8821315" y="1141531"/>
                </a:moveTo>
                <a:cubicBezTo>
                  <a:pt x="8828434" y="1141531"/>
                  <a:pt x="8834203" y="1147300"/>
                  <a:pt x="8834203" y="1154418"/>
                </a:cubicBezTo>
                <a:cubicBezTo>
                  <a:pt x="8834203" y="1161536"/>
                  <a:pt x="8828434" y="1167305"/>
                  <a:pt x="8821315" y="1167305"/>
                </a:cubicBezTo>
                <a:cubicBezTo>
                  <a:pt x="8814199" y="1167305"/>
                  <a:pt x="8808427" y="1161536"/>
                  <a:pt x="8808427" y="1154418"/>
                </a:cubicBezTo>
                <a:cubicBezTo>
                  <a:pt x="8808427" y="1147300"/>
                  <a:pt x="8814199" y="1141531"/>
                  <a:pt x="8821315" y="1141531"/>
                </a:cubicBezTo>
                <a:close/>
                <a:moveTo>
                  <a:pt x="8692906" y="1141531"/>
                </a:moveTo>
                <a:cubicBezTo>
                  <a:pt x="8699988" y="1141646"/>
                  <a:pt x="8705792" y="1147336"/>
                  <a:pt x="8705792" y="1154418"/>
                </a:cubicBezTo>
                <a:cubicBezTo>
                  <a:pt x="8705792" y="1161500"/>
                  <a:pt x="8700103" y="1167305"/>
                  <a:pt x="8692906" y="1167305"/>
                </a:cubicBezTo>
                <a:cubicBezTo>
                  <a:pt x="8685823" y="1167305"/>
                  <a:pt x="8680018" y="1161617"/>
                  <a:pt x="8680018" y="1154418"/>
                </a:cubicBezTo>
                <a:cubicBezTo>
                  <a:pt x="8680018" y="1147336"/>
                  <a:pt x="8685708" y="1141531"/>
                  <a:pt x="8692906" y="1141531"/>
                </a:cubicBezTo>
                <a:close/>
                <a:moveTo>
                  <a:pt x="8307675" y="1141531"/>
                </a:moveTo>
                <a:cubicBezTo>
                  <a:pt x="8314791" y="1141531"/>
                  <a:pt x="8320560" y="1147300"/>
                  <a:pt x="8320560" y="1154418"/>
                </a:cubicBezTo>
                <a:cubicBezTo>
                  <a:pt x="8320560" y="1161536"/>
                  <a:pt x="8314791" y="1167305"/>
                  <a:pt x="8307675" y="1167305"/>
                </a:cubicBezTo>
                <a:cubicBezTo>
                  <a:pt x="8300556" y="1167305"/>
                  <a:pt x="8294787" y="1161536"/>
                  <a:pt x="8294787" y="1154418"/>
                </a:cubicBezTo>
                <a:cubicBezTo>
                  <a:pt x="8294787" y="1147300"/>
                  <a:pt x="8300556" y="1141531"/>
                  <a:pt x="8307675" y="1141531"/>
                </a:cubicBezTo>
                <a:close/>
                <a:moveTo>
                  <a:pt x="7280274" y="1141531"/>
                </a:moveTo>
                <a:cubicBezTo>
                  <a:pt x="7287355" y="1141646"/>
                  <a:pt x="7293160" y="1147336"/>
                  <a:pt x="7293160" y="1154418"/>
                </a:cubicBezTo>
                <a:cubicBezTo>
                  <a:pt x="7293160" y="1161500"/>
                  <a:pt x="7287470" y="1167305"/>
                  <a:pt x="7280274" y="1167305"/>
                </a:cubicBezTo>
                <a:cubicBezTo>
                  <a:pt x="7273190" y="1167305"/>
                  <a:pt x="7267386" y="1161617"/>
                  <a:pt x="7267386" y="1154418"/>
                </a:cubicBezTo>
                <a:cubicBezTo>
                  <a:pt x="7267386" y="1147336"/>
                  <a:pt x="7273075" y="1141531"/>
                  <a:pt x="7280274" y="1141531"/>
                </a:cubicBezTo>
                <a:close/>
                <a:moveTo>
                  <a:pt x="7087658" y="1141531"/>
                </a:moveTo>
                <a:cubicBezTo>
                  <a:pt x="7094777" y="1141531"/>
                  <a:pt x="7100544" y="1147300"/>
                  <a:pt x="7100544" y="1154418"/>
                </a:cubicBezTo>
                <a:cubicBezTo>
                  <a:pt x="7100544" y="1161536"/>
                  <a:pt x="7094777" y="1167305"/>
                  <a:pt x="7087658" y="1167305"/>
                </a:cubicBezTo>
                <a:cubicBezTo>
                  <a:pt x="7080540" y="1167305"/>
                  <a:pt x="7074770" y="1161536"/>
                  <a:pt x="7074770" y="1154418"/>
                </a:cubicBezTo>
                <a:cubicBezTo>
                  <a:pt x="7074770" y="1147300"/>
                  <a:pt x="7080540" y="1141531"/>
                  <a:pt x="7087658" y="1141531"/>
                </a:cubicBezTo>
                <a:close/>
                <a:moveTo>
                  <a:pt x="6766631" y="1141531"/>
                </a:moveTo>
                <a:cubicBezTo>
                  <a:pt x="6773750" y="1141531"/>
                  <a:pt x="6779519" y="1147300"/>
                  <a:pt x="6779519" y="1154418"/>
                </a:cubicBezTo>
                <a:cubicBezTo>
                  <a:pt x="6779519" y="1161536"/>
                  <a:pt x="6773750" y="1167305"/>
                  <a:pt x="6766631" y="1167305"/>
                </a:cubicBezTo>
                <a:cubicBezTo>
                  <a:pt x="6759513" y="1167305"/>
                  <a:pt x="6753743" y="1161536"/>
                  <a:pt x="6753743" y="1154418"/>
                </a:cubicBezTo>
                <a:cubicBezTo>
                  <a:pt x="6753743" y="1147300"/>
                  <a:pt x="6759513" y="1141531"/>
                  <a:pt x="6766631" y="1141531"/>
                </a:cubicBezTo>
                <a:close/>
                <a:moveTo>
                  <a:pt x="6702427" y="1141531"/>
                </a:moveTo>
                <a:cubicBezTo>
                  <a:pt x="6709543" y="1141531"/>
                  <a:pt x="6715312" y="1147300"/>
                  <a:pt x="6715312" y="1154418"/>
                </a:cubicBezTo>
                <a:cubicBezTo>
                  <a:pt x="6715312" y="1161536"/>
                  <a:pt x="6709543" y="1167305"/>
                  <a:pt x="6702427" y="1167305"/>
                </a:cubicBezTo>
                <a:cubicBezTo>
                  <a:pt x="6695308" y="1167305"/>
                  <a:pt x="6689539" y="1161536"/>
                  <a:pt x="6689539" y="1154418"/>
                </a:cubicBezTo>
                <a:cubicBezTo>
                  <a:pt x="6689539" y="1147300"/>
                  <a:pt x="6695308" y="1141531"/>
                  <a:pt x="6702427" y="1141531"/>
                </a:cubicBezTo>
                <a:close/>
                <a:moveTo>
                  <a:pt x="6573900" y="1141531"/>
                </a:moveTo>
                <a:cubicBezTo>
                  <a:pt x="6581099" y="1141646"/>
                  <a:pt x="6586788" y="1147336"/>
                  <a:pt x="6586788" y="1154418"/>
                </a:cubicBezTo>
                <a:cubicBezTo>
                  <a:pt x="6586788" y="1161500"/>
                  <a:pt x="6581099" y="1167305"/>
                  <a:pt x="6573900" y="1167305"/>
                </a:cubicBezTo>
                <a:cubicBezTo>
                  <a:pt x="6566819" y="1167305"/>
                  <a:pt x="6561013" y="1161617"/>
                  <a:pt x="6561013" y="1154418"/>
                </a:cubicBezTo>
                <a:cubicBezTo>
                  <a:pt x="6561013" y="1147336"/>
                  <a:pt x="6566702" y="1141531"/>
                  <a:pt x="6573900" y="1141531"/>
                </a:cubicBezTo>
                <a:close/>
                <a:moveTo>
                  <a:pt x="6064505" y="1141531"/>
                </a:moveTo>
                <a:cubicBezTo>
                  <a:pt x="6071623" y="1141531"/>
                  <a:pt x="6077390" y="1147300"/>
                  <a:pt x="6077390" y="1154418"/>
                </a:cubicBezTo>
                <a:cubicBezTo>
                  <a:pt x="6077390" y="1161536"/>
                  <a:pt x="6071621" y="1167305"/>
                  <a:pt x="6064505" y="1167305"/>
                </a:cubicBezTo>
                <a:cubicBezTo>
                  <a:pt x="6057386" y="1167305"/>
                  <a:pt x="6051617" y="1161536"/>
                  <a:pt x="6051617" y="1154418"/>
                </a:cubicBezTo>
                <a:cubicBezTo>
                  <a:pt x="6051617" y="1147300"/>
                  <a:pt x="6057386" y="1141531"/>
                  <a:pt x="6064505" y="1141531"/>
                </a:cubicBezTo>
                <a:close/>
                <a:moveTo>
                  <a:pt x="5936092" y="1141531"/>
                </a:moveTo>
                <a:cubicBezTo>
                  <a:pt x="5943173" y="1141646"/>
                  <a:pt x="5948981" y="1147336"/>
                  <a:pt x="5948981" y="1154418"/>
                </a:cubicBezTo>
                <a:cubicBezTo>
                  <a:pt x="5948981" y="1161500"/>
                  <a:pt x="5943292" y="1167305"/>
                  <a:pt x="5936092" y="1167305"/>
                </a:cubicBezTo>
                <a:cubicBezTo>
                  <a:pt x="5929009" y="1167305"/>
                  <a:pt x="5923204" y="1161617"/>
                  <a:pt x="5923204" y="1154418"/>
                </a:cubicBezTo>
                <a:cubicBezTo>
                  <a:pt x="5923204" y="1147336"/>
                  <a:pt x="5928894" y="1141531"/>
                  <a:pt x="5936092" y="1141531"/>
                </a:cubicBezTo>
                <a:close/>
                <a:moveTo>
                  <a:pt x="5679272" y="1141531"/>
                </a:moveTo>
                <a:cubicBezTo>
                  <a:pt x="5686389" y="1141531"/>
                  <a:pt x="5692160" y="1147300"/>
                  <a:pt x="5692160" y="1154418"/>
                </a:cubicBezTo>
                <a:cubicBezTo>
                  <a:pt x="5692160" y="1161536"/>
                  <a:pt x="5686389" y="1167305"/>
                  <a:pt x="5679272" y="1167305"/>
                </a:cubicBezTo>
                <a:cubicBezTo>
                  <a:pt x="5672154" y="1167305"/>
                  <a:pt x="5666385" y="1161536"/>
                  <a:pt x="5666385" y="1154418"/>
                </a:cubicBezTo>
                <a:cubicBezTo>
                  <a:pt x="5666385" y="1147300"/>
                  <a:pt x="5672154" y="1141531"/>
                  <a:pt x="5679272" y="1141531"/>
                </a:cubicBezTo>
                <a:close/>
                <a:moveTo>
                  <a:pt x="5358245" y="1141531"/>
                </a:moveTo>
                <a:cubicBezTo>
                  <a:pt x="5365362" y="1141531"/>
                  <a:pt x="5371133" y="1147300"/>
                  <a:pt x="5371133" y="1154418"/>
                </a:cubicBezTo>
                <a:cubicBezTo>
                  <a:pt x="5371133" y="1161536"/>
                  <a:pt x="5365362" y="1167305"/>
                  <a:pt x="5358245" y="1167305"/>
                </a:cubicBezTo>
                <a:cubicBezTo>
                  <a:pt x="5351129" y="1167305"/>
                  <a:pt x="5345357" y="1161536"/>
                  <a:pt x="5345357" y="1154418"/>
                </a:cubicBezTo>
                <a:cubicBezTo>
                  <a:pt x="5345357" y="1147300"/>
                  <a:pt x="5351129" y="1141531"/>
                  <a:pt x="5358245" y="1141531"/>
                </a:cubicBezTo>
                <a:close/>
                <a:moveTo>
                  <a:pt x="5101308" y="1141531"/>
                </a:moveTo>
                <a:cubicBezTo>
                  <a:pt x="5108427" y="1141531"/>
                  <a:pt x="5114194" y="1147300"/>
                  <a:pt x="5114194" y="1154418"/>
                </a:cubicBezTo>
                <a:cubicBezTo>
                  <a:pt x="5114194" y="1161536"/>
                  <a:pt x="5108426" y="1167305"/>
                  <a:pt x="5101308" y="1167305"/>
                </a:cubicBezTo>
                <a:cubicBezTo>
                  <a:pt x="5094190" y="1167305"/>
                  <a:pt x="5088421" y="1161536"/>
                  <a:pt x="5088421" y="1154418"/>
                </a:cubicBezTo>
                <a:cubicBezTo>
                  <a:pt x="5088421" y="1147300"/>
                  <a:pt x="5094191" y="1141531"/>
                  <a:pt x="5101308" y="1141531"/>
                </a:cubicBezTo>
                <a:close/>
                <a:moveTo>
                  <a:pt x="5037104" y="1141531"/>
                </a:moveTo>
                <a:cubicBezTo>
                  <a:pt x="5044220" y="1141531"/>
                  <a:pt x="5049991" y="1147300"/>
                  <a:pt x="5049991" y="1154418"/>
                </a:cubicBezTo>
                <a:cubicBezTo>
                  <a:pt x="5049991" y="1161536"/>
                  <a:pt x="5044220" y="1167305"/>
                  <a:pt x="5037104" y="1167305"/>
                </a:cubicBezTo>
                <a:cubicBezTo>
                  <a:pt x="5029986" y="1167305"/>
                  <a:pt x="5024216" y="1161536"/>
                  <a:pt x="5024216" y="1154418"/>
                </a:cubicBezTo>
                <a:cubicBezTo>
                  <a:pt x="5024216" y="1147300"/>
                  <a:pt x="5029986" y="1141531"/>
                  <a:pt x="5037104" y="1141531"/>
                </a:cubicBezTo>
                <a:close/>
                <a:moveTo>
                  <a:pt x="4780282" y="1141531"/>
                </a:moveTo>
                <a:cubicBezTo>
                  <a:pt x="4787399" y="1141531"/>
                  <a:pt x="4793170" y="1147300"/>
                  <a:pt x="4793170" y="1154418"/>
                </a:cubicBezTo>
                <a:cubicBezTo>
                  <a:pt x="4793170" y="1161536"/>
                  <a:pt x="4787399" y="1167305"/>
                  <a:pt x="4780282" y="1167305"/>
                </a:cubicBezTo>
                <a:cubicBezTo>
                  <a:pt x="4773164" y="1167305"/>
                  <a:pt x="4767394" y="1161536"/>
                  <a:pt x="4767394" y="1154418"/>
                </a:cubicBezTo>
                <a:cubicBezTo>
                  <a:pt x="4767394" y="1147300"/>
                  <a:pt x="4773164" y="1141531"/>
                  <a:pt x="4780282" y="1141531"/>
                </a:cubicBezTo>
                <a:close/>
                <a:moveTo>
                  <a:pt x="4202317" y="1141531"/>
                </a:moveTo>
                <a:cubicBezTo>
                  <a:pt x="4209435" y="1141531"/>
                  <a:pt x="4215205" y="1147300"/>
                  <a:pt x="4215205" y="1154418"/>
                </a:cubicBezTo>
                <a:cubicBezTo>
                  <a:pt x="4215205" y="1161536"/>
                  <a:pt x="4209435" y="1167305"/>
                  <a:pt x="4202317" y="1167305"/>
                </a:cubicBezTo>
                <a:cubicBezTo>
                  <a:pt x="4195200" y="1167305"/>
                  <a:pt x="4189431" y="1161536"/>
                  <a:pt x="4189431" y="1154418"/>
                </a:cubicBezTo>
                <a:cubicBezTo>
                  <a:pt x="4189431" y="1147300"/>
                  <a:pt x="4195201" y="1141531"/>
                  <a:pt x="4202317" y="1141531"/>
                </a:cubicBezTo>
                <a:close/>
                <a:moveTo>
                  <a:pt x="3817086" y="1141531"/>
                </a:moveTo>
                <a:cubicBezTo>
                  <a:pt x="3824168" y="1141646"/>
                  <a:pt x="3829973" y="1147336"/>
                  <a:pt x="3829973" y="1154418"/>
                </a:cubicBezTo>
                <a:cubicBezTo>
                  <a:pt x="3829973" y="1161500"/>
                  <a:pt x="3824286" y="1167305"/>
                  <a:pt x="3817086" y="1167305"/>
                </a:cubicBezTo>
                <a:cubicBezTo>
                  <a:pt x="3810004" y="1167305"/>
                  <a:pt x="3804199" y="1161617"/>
                  <a:pt x="3804199" y="1154418"/>
                </a:cubicBezTo>
                <a:cubicBezTo>
                  <a:pt x="3804199" y="1147336"/>
                  <a:pt x="3809887" y="1141531"/>
                  <a:pt x="3817086" y="1141531"/>
                </a:cubicBezTo>
                <a:close/>
                <a:moveTo>
                  <a:pt x="3110712" y="1141531"/>
                </a:moveTo>
                <a:cubicBezTo>
                  <a:pt x="3117829" y="1141531"/>
                  <a:pt x="3123600" y="1147300"/>
                  <a:pt x="3123600" y="1154418"/>
                </a:cubicBezTo>
                <a:cubicBezTo>
                  <a:pt x="3123600" y="1161536"/>
                  <a:pt x="3117829" y="1167305"/>
                  <a:pt x="3110712" y="1167305"/>
                </a:cubicBezTo>
                <a:cubicBezTo>
                  <a:pt x="3103595" y="1167305"/>
                  <a:pt x="3097824" y="1161536"/>
                  <a:pt x="3097824" y="1154418"/>
                </a:cubicBezTo>
                <a:cubicBezTo>
                  <a:pt x="3097824" y="1147300"/>
                  <a:pt x="3103595" y="1141531"/>
                  <a:pt x="3110712" y="1141531"/>
                </a:cubicBezTo>
                <a:close/>
                <a:moveTo>
                  <a:pt x="2982301" y="1141531"/>
                </a:moveTo>
                <a:cubicBezTo>
                  <a:pt x="2989384" y="1141646"/>
                  <a:pt x="2995190" y="1147336"/>
                  <a:pt x="2995190" y="1154418"/>
                </a:cubicBezTo>
                <a:cubicBezTo>
                  <a:pt x="2995190" y="1161500"/>
                  <a:pt x="2989500" y="1167305"/>
                  <a:pt x="2982301" y="1167305"/>
                </a:cubicBezTo>
                <a:cubicBezTo>
                  <a:pt x="2975219" y="1167305"/>
                  <a:pt x="2969414" y="1161617"/>
                  <a:pt x="2969414" y="1154418"/>
                </a:cubicBezTo>
                <a:cubicBezTo>
                  <a:pt x="2969414" y="1147336"/>
                  <a:pt x="2975103" y="1141531"/>
                  <a:pt x="2982301" y="1141531"/>
                </a:cubicBezTo>
                <a:close/>
                <a:moveTo>
                  <a:pt x="2597069" y="1141531"/>
                </a:moveTo>
                <a:cubicBezTo>
                  <a:pt x="2604187" y="1141531"/>
                  <a:pt x="2609957" y="1147300"/>
                  <a:pt x="2609957" y="1154418"/>
                </a:cubicBezTo>
                <a:cubicBezTo>
                  <a:pt x="2609957" y="1161536"/>
                  <a:pt x="2604187" y="1167305"/>
                  <a:pt x="2597069" y="1167305"/>
                </a:cubicBezTo>
                <a:cubicBezTo>
                  <a:pt x="2589952" y="1167305"/>
                  <a:pt x="2584182" y="1161536"/>
                  <a:pt x="2584182" y="1154418"/>
                </a:cubicBezTo>
                <a:cubicBezTo>
                  <a:pt x="2584182" y="1147300"/>
                  <a:pt x="2589952" y="1141531"/>
                  <a:pt x="2597069" y="1141531"/>
                </a:cubicBezTo>
                <a:close/>
                <a:moveTo>
                  <a:pt x="1569669" y="1141531"/>
                </a:moveTo>
                <a:cubicBezTo>
                  <a:pt x="1576752" y="1141646"/>
                  <a:pt x="1582557" y="1147336"/>
                  <a:pt x="1582557" y="1154418"/>
                </a:cubicBezTo>
                <a:cubicBezTo>
                  <a:pt x="1582557" y="1161500"/>
                  <a:pt x="1576867" y="1167305"/>
                  <a:pt x="1569669" y="1167305"/>
                </a:cubicBezTo>
                <a:cubicBezTo>
                  <a:pt x="1562587" y="1167305"/>
                  <a:pt x="1556782" y="1161617"/>
                  <a:pt x="1556782" y="1154418"/>
                </a:cubicBezTo>
                <a:cubicBezTo>
                  <a:pt x="1556782" y="1147336"/>
                  <a:pt x="1562471" y="1141531"/>
                  <a:pt x="1569669" y="1141531"/>
                </a:cubicBezTo>
                <a:close/>
                <a:moveTo>
                  <a:pt x="1377055" y="1141531"/>
                </a:moveTo>
                <a:cubicBezTo>
                  <a:pt x="1384171" y="1141531"/>
                  <a:pt x="1389941" y="1147300"/>
                  <a:pt x="1389941" y="1154418"/>
                </a:cubicBezTo>
                <a:cubicBezTo>
                  <a:pt x="1389941" y="1161536"/>
                  <a:pt x="1384171" y="1167305"/>
                  <a:pt x="1377055" y="1167305"/>
                </a:cubicBezTo>
                <a:cubicBezTo>
                  <a:pt x="1369937" y="1167305"/>
                  <a:pt x="1364167" y="1161536"/>
                  <a:pt x="1364167" y="1154418"/>
                </a:cubicBezTo>
                <a:cubicBezTo>
                  <a:pt x="1364167" y="1147300"/>
                  <a:pt x="1369937" y="1141531"/>
                  <a:pt x="1377055" y="1141531"/>
                </a:cubicBezTo>
                <a:close/>
                <a:moveTo>
                  <a:pt x="1056027" y="1141531"/>
                </a:moveTo>
                <a:cubicBezTo>
                  <a:pt x="1063146" y="1141531"/>
                  <a:pt x="1068914" y="1147300"/>
                  <a:pt x="1068914" y="1154418"/>
                </a:cubicBezTo>
                <a:cubicBezTo>
                  <a:pt x="1068914" y="1161536"/>
                  <a:pt x="1063146" y="1167305"/>
                  <a:pt x="1056027" y="1167305"/>
                </a:cubicBezTo>
                <a:cubicBezTo>
                  <a:pt x="1048910" y="1167305"/>
                  <a:pt x="1043139" y="1161536"/>
                  <a:pt x="1043139" y="1154418"/>
                </a:cubicBezTo>
                <a:cubicBezTo>
                  <a:pt x="1043139" y="1147300"/>
                  <a:pt x="1048910" y="1141531"/>
                  <a:pt x="1056027" y="1141531"/>
                </a:cubicBezTo>
                <a:close/>
                <a:moveTo>
                  <a:pt x="991824" y="1141531"/>
                </a:moveTo>
                <a:cubicBezTo>
                  <a:pt x="998940" y="1141531"/>
                  <a:pt x="1004709" y="1147300"/>
                  <a:pt x="1004709" y="1154418"/>
                </a:cubicBezTo>
                <a:cubicBezTo>
                  <a:pt x="1004709" y="1161536"/>
                  <a:pt x="998940" y="1167305"/>
                  <a:pt x="991824" y="1167305"/>
                </a:cubicBezTo>
                <a:cubicBezTo>
                  <a:pt x="984705" y="1167305"/>
                  <a:pt x="978935" y="1161536"/>
                  <a:pt x="978935" y="1154418"/>
                </a:cubicBezTo>
                <a:cubicBezTo>
                  <a:pt x="978935" y="1147300"/>
                  <a:pt x="984705" y="1141531"/>
                  <a:pt x="991824" y="1141531"/>
                </a:cubicBezTo>
                <a:close/>
                <a:moveTo>
                  <a:pt x="863296" y="1141531"/>
                </a:moveTo>
                <a:cubicBezTo>
                  <a:pt x="870496" y="1141646"/>
                  <a:pt x="876184" y="1147336"/>
                  <a:pt x="876184" y="1154418"/>
                </a:cubicBezTo>
                <a:cubicBezTo>
                  <a:pt x="876184" y="1161500"/>
                  <a:pt x="870496" y="1167305"/>
                  <a:pt x="863296" y="1167305"/>
                </a:cubicBezTo>
                <a:cubicBezTo>
                  <a:pt x="856215" y="1167305"/>
                  <a:pt x="850407" y="1161617"/>
                  <a:pt x="850407" y="1154418"/>
                </a:cubicBezTo>
                <a:cubicBezTo>
                  <a:pt x="850407" y="1147336"/>
                  <a:pt x="856098" y="1141531"/>
                  <a:pt x="863296" y="1141531"/>
                </a:cubicBezTo>
                <a:close/>
                <a:moveTo>
                  <a:pt x="346686" y="1141531"/>
                </a:moveTo>
                <a:cubicBezTo>
                  <a:pt x="353804" y="1141531"/>
                  <a:pt x="359572" y="1147300"/>
                  <a:pt x="359572" y="1154418"/>
                </a:cubicBezTo>
                <a:cubicBezTo>
                  <a:pt x="359572" y="1161536"/>
                  <a:pt x="353802" y="1167305"/>
                  <a:pt x="346686" y="1167305"/>
                </a:cubicBezTo>
                <a:cubicBezTo>
                  <a:pt x="339567" y="1167305"/>
                  <a:pt x="333799" y="1161536"/>
                  <a:pt x="333799" y="1154418"/>
                </a:cubicBezTo>
                <a:cubicBezTo>
                  <a:pt x="333799" y="1147300"/>
                  <a:pt x="339567" y="1141531"/>
                  <a:pt x="346686" y="1141531"/>
                </a:cubicBezTo>
                <a:close/>
                <a:moveTo>
                  <a:pt x="218274" y="1141531"/>
                </a:moveTo>
                <a:cubicBezTo>
                  <a:pt x="225357" y="1141646"/>
                  <a:pt x="231162" y="1147336"/>
                  <a:pt x="231162" y="1154418"/>
                </a:cubicBezTo>
                <a:cubicBezTo>
                  <a:pt x="231162" y="1161500"/>
                  <a:pt x="225473" y="1167305"/>
                  <a:pt x="218274" y="1167305"/>
                </a:cubicBezTo>
                <a:cubicBezTo>
                  <a:pt x="211191" y="1167305"/>
                  <a:pt x="205386" y="1161617"/>
                  <a:pt x="205386" y="1154418"/>
                </a:cubicBezTo>
                <a:cubicBezTo>
                  <a:pt x="205386" y="1147336"/>
                  <a:pt x="211076" y="1141531"/>
                  <a:pt x="218274" y="1141531"/>
                </a:cubicBezTo>
                <a:close/>
                <a:moveTo>
                  <a:pt x="12034897" y="1128760"/>
                </a:moveTo>
                <a:cubicBezTo>
                  <a:pt x="12049061" y="1128760"/>
                  <a:pt x="12060557" y="1140253"/>
                  <a:pt x="12060557" y="1154418"/>
                </a:cubicBezTo>
                <a:cubicBezTo>
                  <a:pt x="12060557" y="1168583"/>
                  <a:pt x="12049061" y="1180077"/>
                  <a:pt x="12034897" y="1180077"/>
                </a:cubicBezTo>
                <a:cubicBezTo>
                  <a:pt x="12020731" y="1180077"/>
                  <a:pt x="12009237" y="1168583"/>
                  <a:pt x="12009237" y="1154418"/>
                </a:cubicBezTo>
                <a:cubicBezTo>
                  <a:pt x="12009237" y="1140253"/>
                  <a:pt x="12020731" y="1128760"/>
                  <a:pt x="12034897" y="1128760"/>
                </a:cubicBezTo>
                <a:close/>
                <a:moveTo>
                  <a:pt x="11970691" y="1128760"/>
                </a:moveTo>
                <a:cubicBezTo>
                  <a:pt x="11984855" y="1128760"/>
                  <a:pt x="11996349" y="1140253"/>
                  <a:pt x="11996349" y="1154418"/>
                </a:cubicBezTo>
                <a:cubicBezTo>
                  <a:pt x="11996349" y="1168583"/>
                  <a:pt x="11984855" y="1180077"/>
                  <a:pt x="11970691" y="1180077"/>
                </a:cubicBezTo>
                <a:cubicBezTo>
                  <a:pt x="11956525" y="1180077"/>
                  <a:pt x="11945033" y="1168583"/>
                  <a:pt x="11945033" y="1154418"/>
                </a:cubicBezTo>
                <a:cubicBezTo>
                  <a:pt x="11945033" y="1140253"/>
                  <a:pt x="11956525" y="1128760"/>
                  <a:pt x="11970691" y="1128760"/>
                </a:cubicBezTo>
                <a:close/>
                <a:moveTo>
                  <a:pt x="11842279" y="1128760"/>
                </a:moveTo>
                <a:cubicBezTo>
                  <a:pt x="11856445" y="1128760"/>
                  <a:pt x="11867941" y="1140253"/>
                  <a:pt x="11867941" y="1154418"/>
                </a:cubicBezTo>
                <a:cubicBezTo>
                  <a:pt x="11867941" y="1168583"/>
                  <a:pt x="11856445" y="1180077"/>
                  <a:pt x="11842279" y="1180077"/>
                </a:cubicBezTo>
                <a:cubicBezTo>
                  <a:pt x="11828117" y="1180077"/>
                  <a:pt x="11816621" y="1168583"/>
                  <a:pt x="11816621" y="1154418"/>
                </a:cubicBezTo>
                <a:cubicBezTo>
                  <a:pt x="11816621" y="1140253"/>
                  <a:pt x="11828117" y="1128760"/>
                  <a:pt x="11842279" y="1128760"/>
                </a:cubicBezTo>
                <a:close/>
                <a:moveTo>
                  <a:pt x="11454081" y="1128760"/>
                </a:moveTo>
                <a:cubicBezTo>
                  <a:pt x="11468253" y="1128760"/>
                  <a:pt x="11479739" y="1140247"/>
                  <a:pt x="11479739" y="1154418"/>
                </a:cubicBezTo>
                <a:cubicBezTo>
                  <a:pt x="11479739" y="1168589"/>
                  <a:pt x="11468253" y="1180077"/>
                  <a:pt x="11454081" y="1180077"/>
                </a:cubicBezTo>
                <a:cubicBezTo>
                  <a:pt x="11439909" y="1180077"/>
                  <a:pt x="11428421" y="1168589"/>
                  <a:pt x="11428421" y="1154418"/>
                </a:cubicBezTo>
                <a:cubicBezTo>
                  <a:pt x="11428421" y="1140247"/>
                  <a:pt x="11439909" y="1128760"/>
                  <a:pt x="11454081" y="1128760"/>
                </a:cubicBezTo>
                <a:close/>
                <a:moveTo>
                  <a:pt x="11325670" y="1128760"/>
                </a:moveTo>
                <a:cubicBezTo>
                  <a:pt x="11339835" y="1128760"/>
                  <a:pt x="11351329" y="1140253"/>
                  <a:pt x="11351329" y="1154418"/>
                </a:cubicBezTo>
                <a:cubicBezTo>
                  <a:pt x="11351329" y="1168583"/>
                  <a:pt x="11339835" y="1180077"/>
                  <a:pt x="11325670" y="1180077"/>
                </a:cubicBezTo>
                <a:cubicBezTo>
                  <a:pt x="11311505" y="1180077"/>
                  <a:pt x="11300012" y="1168583"/>
                  <a:pt x="11300012" y="1154418"/>
                </a:cubicBezTo>
                <a:cubicBezTo>
                  <a:pt x="11300012" y="1140253"/>
                  <a:pt x="11311505" y="1128760"/>
                  <a:pt x="11325670" y="1128760"/>
                </a:cubicBezTo>
                <a:close/>
                <a:moveTo>
                  <a:pt x="11197259" y="1128760"/>
                </a:moveTo>
                <a:cubicBezTo>
                  <a:pt x="11211424" y="1128760"/>
                  <a:pt x="11222917" y="1140253"/>
                  <a:pt x="11222917" y="1154418"/>
                </a:cubicBezTo>
                <a:cubicBezTo>
                  <a:pt x="11222917" y="1168583"/>
                  <a:pt x="11211424" y="1180077"/>
                  <a:pt x="11197259" y="1180077"/>
                </a:cubicBezTo>
                <a:cubicBezTo>
                  <a:pt x="11183094" y="1180077"/>
                  <a:pt x="11171601" y="1168583"/>
                  <a:pt x="11171601" y="1154418"/>
                </a:cubicBezTo>
                <a:cubicBezTo>
                  <a:pt x="11171601" y="1140253"/>
                  <a:pt x="11183094" y="1128760"/>
                  <a:pt x="11197259" y="1128760"/>
                </a:cubicBezTo>
                <a:close/>
                <a:moveTo>
                  <a:pt x="11133055" y="1128760"/>
                </a:moveTo>
                <a:cubicBezTo>
                  <a:pt x="11147225" y="1128760"/>
                  <a:pt x="11158713" y="1140247"/>
                  <a:pt x="11158713" y="1154418"/>
                </a:cubicBezTo>
                <a:cubicBezTo>
                  <a:pt x="11158713" y="1168589"/>
                  <a:pt x="11147225" y="1180077"/>
                  <a:pt x="11133055" y="1180077"/>
                </a:cubicBezTo>
                <a:cubicBezTo>
                  <a:pt x="11118884" y="1180077"/>
                  <a:pt x="11107396" y="1168589"/>
                  <a:pt x="11107396" y="1154418"/>
                </a:cubicBezTo>
                <a:cubicBezTo>
                  <a:pt x="11107396" y="1140247"/>
                  <a:pt x="11118884" y="1128760"/>
                  <a:pt x="11133055" y="1128760"/>
                </a:cubicBezTo>
                <a:close/>
                <a:moveTo>
                  <a:pt x="10940321" y="1128760"/>
                </a:moveTo>
                <a:cubicBezTo>
                  <a:pt x="10954604" y="1128760"/>
                  <a:pt x="10965982" y="1140253"/>
                  <a:pt x="10965982" y="1154418"/>
                </a:cubicBezTo>
                <a:cubicBezTo>
                  <a:pt x="10965982" y="1168583"/>
                  <a:pt x="10954486" y="1180077"/>
                  <a:pt x="10940321" y="1180077"/>
                </a:cubicBezTo>
                <a:cubicBezTo>
                  <a:pt x="10926156" y="1180077"/>
                  <a:pt x="10914663" y="1168583"/>
                  <a:pt x="10914663" y="1154418"/>
                </a:cubicBezTo>
                <a:cubicBezTo>
                  <a:pt x="10914663" y="1140253"/>
                  <a:pt x="10926156" y="1128760"/>
                  <a:pt x="10940321" y="1128760"/>
                </a:cubicBezTo>
                <a:close/>
                <a:moveTo>
                  <a:pt x="10683501" y="1128760"/>
                </a:moveTo>
                <a:cubicBezTo>
                  <a:pt x="10697666" y="1128760"/>
                  <a:pt x="10709159" y="1140253"/>
                  <a:pt x="10709159" y="1154418"/>
                </a:cubicBezTo>
                <a:cubicBezTo>
                  <a:pt x="10709159" y="1168583"/>
                  <a:pt x="10697666" y="1180077"/>
                  <a:pt x="10683501" y="1180077"/>
                </a:cubicBezTo>
                <a:cubicBezTo>
                  <a:pt x="10669336" y="1180077"/>
                  <a:pt x="10657843" y="1168583"/>
                  <a:pt x="10657843" y="1154418"/>
                </a:cubicBezTo>
                <a:cubicBezTo>
                  <a:pt x="10657843" y="1140253"/>
                  <a:pt x="10669336" y="1128760"/>
                  <a:pt x="10683501" y="1128760"/>
                </a:cubicBezTo>
                <a:close/>
                <a:moveTo>
                  <a:pt x="10619297" y="1128760"/>
                </a:moveTo>
                <a:cubicBezTo>
                  <a:pt x="10633462" y="1128760"/>
                  <a:pt x="10644955" y="1140253"/>
                  <a:pt x="10644955" y="1154418"/>
                </a:cubicBezTo>
                <a:cubicBezTo>
                  <a:pt x="10644955" y="1168583"/>
                  <a:pt x="10633462" y="1180077"/>
                  <a:pt x="10619297" y="1180077"/>
                </a:cubicBezTo>
                <a:cubicBezTo>
                  <a:pt x="10605132" y="1180077"/>
                  <a:pt x="10593639" y="1168583"/>
                  <a:pt x="10593639" y="1154418"/>
                </a:cubicBezTo>
                <a:cubicBezTo>
                  <a:pt x="10593639" y="1140253"/>
                  <a:pt x="10605132" y="1128760"/>
                  <a:pt x="10619297" y="1128760"/>
                </a:cubicBezTo>
                <a:close/>
                <a:moveTo>
                  <a:pt x="10555092" y="1128760"/>
                </a:moveTo>
                <a:cubicBezTo>
                  <a:pt x="10569255" y="1128760"/>
                  <a:pt x="10580751" y="1140253"/>
                  <a:pt x="10580751" y="1154418"/>
                </a:cubicBezTo>
                <a:cubicBezTo>
                  <a:pt x="10580751" y="1168583"/>
                  <a:pt x="10569255" y="1180077"/>
                  <a:pt x="10555092" y="1180077"/>
                </a:cubicBezTo>
                <a:cubicBezTo>
                  <a:pt x="10540927" y="1180077"/>
                  <a:pt x="10529432" y="1168583"/>
                  <a:pt x="10529432" y="1154418"/>
                </a:cubicBezTo>
                <a:cubicBezTo>
                  <a:pt x="10529432" y="1140253"/>
                  <a:pt x="10540927" y="1128760"/>
                  <a:pt x="10555092" y="1128760"/>
                </a:cubicBezTo>
                <a:close/>
                <a:moveTo>
                  <a:pt x="10362474" y="1128760"/>
                </a:moveTo>
                <a:cubicBezTo>
                  <a:pt x="10376647" y="1128760"/>
                  <a:pt x="10388135" y="1140247"/>
                  <a:pt x="10388135" y="1154418"/>
                </a:cubicBezTo>
                <a:cubicBezTo>
                  <a:pt x="10388135" y="1168589"/>
                  <a:pt x="10376647" y="1180077"/>
                  <a:pt x="10362474" y="1180077"/>
                </a:cubicBezTo>
                <a:cubicBezTo>
                  <a:pt x="10348304" y="1180077"/>
                  <a:pt x="10336816" y="1168589"/>
                  <a:pt x="10336816" y="1154418"/>
                </a:cubicBezTo>
                <a:cubicBezTo>
                  <a:pt x="10336816" y="1140247"/>
                  <a:pt x="10348304" y="1128760"/>
                  <a:pt x="10362474" y="1128760"/>
                </a:cubicBezTo>
                <a:close/>
                <a:moveTo>
                  <a:pt x="10298270" y="1128760"/>
                </a:moveTo>
                <a:cubicBezTo>
                  <a:pt x="10312435" y="1128760"/>
                  <a:pt x="10323928" y="1140253"/>
                  <a:pt x="10323928" y="1154418"/>
                </a:cubicBezTo>
                <a:cubicBezTo>
                  <a:pt x="10323928" y="1168583"/>
                  <a:pt x="10312435" y="1180077"/>
                  <a:pt x="10298270" y="1180077"/>
                </a:cubicBezTo>
                <a:cubicBezTo>
                  <a:pt x="10284105" y="1180077"/>
                  <a:pt x="10272611" y="1168583"/>
                  <a:pt x="10272611" y="1154418"/>
                </a:cubicBezTo>
                <a:cubicBezTo>
                  <a:pt x="10272611" y="1140253"/>
                  <a:pt x="10284105" y="1128760"/>
                  <a:pt x="10298270" y="1128760"/>
                </a:cubicBezTo>
                <a:close/>
                <a:moveTo>
                  <a:pt x="10234065" y="1128760"/>
                </a:moveTo>
                <a:cubicBezTo>
                  <a:pt x="10248228" y="1128760"/>
                  <a:pt x="10259723" y="1140253"/>
                  <a:pt x="10259723" y="1154418"/>
                </a:cubicBezTo>
                <a:cubicBezTo>
                  <a:pt x="10259723" y="1168583"/>
                  <a:pt x="10248228" y="1180077"/>
                  <a:pt x="10234065" y="1180077"/>
                </a:cubicBezTo>
                <a:cubicBezTo>
                  <a:pt x="10219900" y="1180077"/>
                  <a:pt x="10208404" y="1168583"/>
                  <a:pt x="10208404" y="1154418"/>
                </a:cubicBezTo>
                <a:cubicBezTo>
                  <a:pt x="10208404" y="1140253"/>
                  <a:pt x="10219900" y="1128760"/>
                  <a:pt x="10234065" y="1128760"/>
                </a:cubicBezTo>
                <a:close/>
                <a:moveTo>
                  <a:pt x="10105654" y="1128760"/>
                </a:moveTo>
                <a:cubicBezTo>
                  <a:pt x="10119819" y="1128760"/>
                  <a:pt x="10131312" y="1140253"/>
                  <a:pt x="10131312" y="1154418"/>
                </a:cubicBezTo>
                <a:cubicBezTo>
                  <a:pt x="10131312" y="1168583"/>
                  <a:pt x="10119819" y="1180077"/>
                  <a:pt x="10105654" y="1180077"/>
                </a:cubicBezTo>
                <a:cubicBezTo>
                  <a:pt x="10091489" y="1180077"/>
                  <a:pt x="10079996" y="1168583"/>
                  <a:pt x="10079996" y="1154418"/>
                </a:cubicBezTo>
                <a:cubicBezTo>
                  <a:pt x="10079996" y="1140253"/>
                  <a:pt x="10091489" y="1128760"/>
                  <a:pt x="10105654" y="1128760"/>
                </a:cubicBezTo>
                <a:close/>
                <a:moveTo>
                  <a:pt x="9720307" y="1128760"/>
                </a:moveTo>
                <a:cubicBezTo>
                  <a:pt x="9734470" y="1128760"/>
                  <a:pt x="9745965" y="1140253"/>
                  <a:pt x="9745965" y="1154418"/>
                </a:cubicBezTo>
                <a:cubicBezTo>
                  <a:pt x="9745965" y="1168583"/>
                  <a:pt x="9734470" y="1180077"/>
                  <a:pt x="9720307" y="1180077"/>
                </a:cubicBezTo>
                <a:cubicBezTo>
                  <a:pt x="9706142" y="1180077"/>
                  <a:pt x="9694646" y="1168583"/>
                  <a:pt x="9694646" y="1154418"/>
                </a:cubicBezTo>
                <a:cubicBezTo>
                  <a:pt x="9694646" y="1140253"/>
                  <a:pt x="9706142" y="1128760"/>
                  <a:pt x="9720307" y="1128760"/>
                </a:cubicBezTo>
                <a:close/>
                <a:moveTo>
                  <a:pt x="9463485" y="1128760"/>
                </a:moveTo>
                <a:cubicBezTo>
                  <a:pt x="9477650" y="1128760"/>
                  <a:pt x="9489143" y="1140253"/>
                  <a:pt x="9489143" y="1154418"/>
                </a:cubicBezTo>
                <a:cubicBezTo>
                  <a:pt x="9489143" y="1168583"/>
                  <a:pt x="9477650" y="1180077"/>
                  <a:pt x="9463485" y="1180077"/>
                </a:cubicBezTo>
                <a:cubicBezTo>
                  <a:pt x="9449320" y="1180077"/>
                  <a:pt x="9437826" y="1168583"/>
                  <a:pt x="9437826" y="1154418"/>
                </a:cubicBezTo>
                <a:cubicBezTo>
                  <a:pt x="9437826" y="1140253"/>
                  <a:pt x="9449320" y="1128760"/>
                  <a:pt x="9463485" y="1128760"/>
                </a:cubicBezTo>
                <a:close/>
                <a:moveTo>
                  <a:pt x="9335073" y="1128760"/>
                </a:moveTo>
                <a:cubicBezTo>
                  <a:pt x="9349246" y="1128760"/>
                  <a:pt x="9360734" y="1140247"/>
                  <a:pt x="9360734" y="1154418"/>
                </a:cubicBezTo>
                <a:cubicBezTo>
                  <a:pt x="9360734" y="1168589"/>
                  <a:pt x="9349246" y="1180077"/>
                  <a:pt x="9335073" y="1180077"/>
                </a:cubicBezTo>
                <a:cubicBezTo>
                  <a:pt x="9320903" y="1180077"/>
                  <a:pt x="9309415" y="1168589"/>
                  <a:pt x="9309415" y="1154418"/>
                </a:cubicBezTo>
                <a:cubicBezTo>
                  <a:pt x="9309415" y="1140247"/>
                  <a:pt x="9320903" y="1128760"/>
                  <a:pt x="9335073" y="1128760"/>
                </a:cubicBezTo>
                <a:close/>
                <a:moveTo>
                  <a:pt x="9078253" y="1128760"/>
                </a:moveTo>
                <a:cubicBezTo>
                  <a:pt x="9092418" y="1128760"/>
                  <a:pt x="9103911" y="1140253"/>
                  <a:pt x="9103911" y="1154418"/>
                </a:cubicBezTo>
                <a:cubicBezTo>
                  <a:pt x="9103911" y="1168583"/>
                  <a:pt x="9092418" y="1180077"/>
                  <a:pt x="9078253" y="1180077"/>
                </a:cubicBezTo>
                <a:cubicBezTo>
                  <a:pt x="9064088" y="1180077"/>
                  <a:pt x="9052595" y="1168583"/>
                  <a:pt x="9052595" y="1154418"/>
                </a:cubicBezTo>
                <a:cubicBezTo>
                  <a:pt x="9052595" y="1140253"/>
                  <a:pt x="9064088" y="1128760"/>
                  <a:pt x="9078253" y="1128760"/>
                </a:cubicBezTo>
                <a:close/>
                <a:moveTo>
                  <a:pt x="9014049" y="1128760"/>
                </a:moveTo>
                <a:cubicBezTo>
                  <a:pt x="9028214" y="1128760"/>
                  <a:pt x="9039707" y="1140253"/>
                  <a:pt x="9039707" y="1154418"/>
                </a:cubicBezTo>
                <a:cubicBezTo>
                  <a:pt x="9039707" y="1168583"/>
                  <a:pt x="9028214" y="1180077"/>
                  <a:pt x="9014049" y="1180077"/>
                </a:cubicBezTo>
                <a:cubicBezTo>
                  <a:pt x="8999884" y="1180077"/>
                  <a:pt x="8988388" y="1168583"/>
                  <a:pt x="8988388" y="1154418"/>
                </a:cubicBezTo>
                <a:cubicBezTo>
                  <a:pt x="8988388" y="1140253"/>
                  <a:pt x="8999884" y="1128760"/>
                  <a:pt x="9014049" y="1128760"/>
                </a:cubicBezTo>
                <a:close/>
                <a:moveTo>
                  <a:pt x="8564495" y="1128760"/>
                </a:moveTo>
                <a:cubicBezTo>
                  <a:pt x="8578665" y="1128760"/>
                  <a:pt x="8590153" y="1140247"/>
                  <a:pt x="8590153" y="1154418"/>
                </a:cubicBezTo>
                <a:cubicBezTo>
                  <a:pt x="8590153" y="1168589"/>
                  <a:pt x="8578665" y="1180077"/>
                  <a:pt x="8564495" y="1180077"/>
                </a:cubicBezTo>
                <a:cubicBezTo>
                  <a:pt x="8550325" y="1180077"/>
                  <a:pt x="8538837" y="1168589"/>
                  <a:pt x="8538837" y="1154418"/>
                </a:cubicBezTo>
                <a:cubicBezTo>
                  <a:pt x="8538837" y="1140247"/>
                  <a:pt x="8550325" y="1128760"/>
                  <a:pt x="8564495" y="1128760"/>
                </a:cubicBezTo>
                <a:close/>
                <a:moveTo>
                  <a:pt x="8500288" y="1128760"/>
                </a:moveTo>
                <a:cubicBezTo>
                  <a:pt x="8514453" y="1128760"/>
                  <a:pt x="8525949" y="1140253"/>
                  <a:pt x="8525949" y="1154418"/>
                </a:cubicBezTo>
                <a:cubicBezTo>
                  <a:pt x="8525949" y="1168583"/>
                  <a:pt x="8514453" y="1180077"/>
                  <a:pt x="8500288" y="1180077"/>
                </a:cubicBezTo>
                <a:cubicBezTo>
                  <a:pt x="8486126" y="1180077"/>
                  <a:pt x="8474630" y="1168583"/>
                  <a:pt x="8474630" y="1154418"/>
                </a:cubicBezTo>
                <a:cubicBezTo>
                  <a:pt x="8474630" y="1140253"/>
                  <a:pt x="8486126" y="1128760"/>
                  <a:pt x="8500288" y="1128760"/>
                </a:cubicBezTo>
                <a:close/>
                <a:moveTo>
                  <a:pt x="8050852" y="1128760"/>
                </a:moveTo>
                <a:cubicBezTo>
                  <a:pt x="8065017" y="1128760"/>
                  <a:pt x="8076510" y="1140253"/>
                  <a:pt x="8076510" y="1154418"/>
                </a:cubicBezTo>
                <a:cubicBezTo>
                  <a:pt x="8076510" y="1168583"/>
                  <a:pt x="8065017" y="1180077"/>
                  <a:pt x="8050852" y="1180077"/>
                </a:cubicBezTo>
                <a:cubicBezTo>
                  <a:pt x="8036687" y="1180077"/>
                  <a:pt x="8025194" y="1168583"/>
                  <a:pt x="8025194" y="1154418"/>
                </a:cubicBezTo>
                <a:cubicBezTo>
                  <a:pt x="8025194" y="1140253"/>
                  <a:pt x="8036687" y="1128760"/>
                  <a:pt x="8050852" y="1128760"/>
                </a:cubicBezTo>
                <a:close/>
                <a:moveTo>
                  <a:pt x="7986648" y="1128760"/>
                </a:moveTo>
                <a:cubicBezTo>
                  <a:pt x="8000813" y="1128760"/>
                  <a:pt x="8012306" y="1140253"/>
                  <a:pt x="8012306" y="1154418"/>
                </a:cubicBezTo>
                <a:cubicBezTo>
                  <a:pt x="8012306" y="1168583"/>
                  <a:pt x="8000813" y="1180077"/>
                  <a:pt x="7986648" y="1180077"/>
                </a:cubicBezTo>
                <a:cubicBezTo>
                  <a:pt x="7972483" y="1180077"/>
                  <a:pt x="7960990" y="1168583"/>
                  <a:pt x="7960990" y="1154418"/>
                </a:cubicBezTo>
                <a:cubicBezTo>
                  <a:pt x="7960990" y="1140253"/>
                  <a:pt x="7972483" y="1128760"/>
                  <a:pt x="7986648" y="1128760"/>
                </a:cubicBezTo>
                <a:close/>
                <a:moveTo>
                  <a:pt x="7858237" y="1128760"/>
                </a:moveTo>
                <a:cubicBezTo>
                  <a:pt x="7872407" y="1128760"/>
                  <a:pt x="7883895" y="1140247"/>
                  <a:pt x="7883895" y="1154418"/>
                </a:cubicBezTo>
                <a:cubicBezTo>
                  <a:pt x="7883895" y="1168589"/>
                  <a:pt x="7872407" y="1180077"/>
                  <a:pt x="7858237" y="1180077"/>
                </a:cubicBezTo>
                <a:cubicBezTo>
                  <a:pt x="7844066" y="1180077"/>
                  <a:pt x="7832578" y="1168589"/>
                  <a:pt x="7832578" y="1154418"/>
                </a:cubicBezTo>
                <a:cubicBezTo>
                  <a:pt x="7832578" y="1140247"/>
                  <a:pt x="7844066" y="1128760"/>
                  <a:pt x="7858237" y="1128760"/>
                </a:cubicBezTo>
                <a:close/>
                <a:moveTo>
                  <a:pt x="7794032" y="1128760"/>
                </a:moveTo>
                <a:cubicBezTo>
                  <a:pt x="7808203" y="1128760"/>
                  <a:pt x="7819690" y="1140247"/>
                  <a:pt x="7819690" y="1154418"/>
                </a:cubicBezTo>
                <a:cubicBezTo>
                  <a:pt x="7819690" y="1168589"/>
                  <a:pt x="7808203" y="1180077"/>
                  <a:pt x="7794032" y="1180077"/>
                </a:cubicBezTo>
                <a:cubicBezTo>
                  <a:pt x="7779862" y="1180077"/>
                  <a:pt x="7768371" y="1168589"/>
                  <a:pt x="7768371" y="1154418"/>
                </a:cubicBezTo>
                <a:cubicBezTo>
                  <a:pt x="7768371" y="1140247"/>
                  <a:pt x="7779862" y="1128760"/>
                  <a:pt x="7794032" y="1128760"/>
                </a:cubicBezTo>
                <a:close/>
                <a:moveTo>
                  <a:pt x="7729825" y="1128760"/>
                </a:moveTo>
                <a:cubicBezTo>
                  <a:pt x="7743990" y="1128760"/>
                  <a:pt x="7755486" y="1140253"/>
                  <a:pt x="7755486" y="1154418"/>
                </a:cubicBezTo>
                <a:cubicBezTo>
                  <a:pt x="7755486" y="1168583"/>
                  <a:pt x="7743990" y="1180077"/>
                  <a:pt x="7729825" y="1180077"/>
                </a:cubicBezTo>
                <a:cubicBezTo>
                  <a:pt x="7715660" y="1180077"/>
                  <a:pt x="7704167" y="1168583"/>
                  <a:pt x="7704167" y="1154418"/>
                </a:cubicBezTo>
                <a:cubicBezTo>
                  <a:pt x="7704167" y="1140253"/>
                  <a:pt x="7715660" y="1128760"/>
                  <a:pt x="7729825" y="1128760"/>
                </a:cubicBezTo>
                <a:close/>
                <a:moveTo>
                  <a:pt x="7665621" y="1128760"/>
                </a:moveTo>
                <a:cubicBezTo>
                  <a:pt x="7679786" y="1128760"/>
                  <a:pt x="7691279" y="1140253"/>
                  <a:pt x="7691279" y="1154418"/>
                </a:cubicBezTo>
                <a:cubicBezTo>
                  <a:pt x="7691279" y="1168583"/>
                  <a:pt x="7679786" y="1180077"/>
                  <a:pt x="7665621" y="1180077"/>
                </a:cubicBezTo>
                <a:cubicBezTo>
                  <a:pt x="7651456" y="1180077"/>
                  <a:pt x="7639963" y="1168583"/>
                  <a:pt x="7639963" y="1154418"/>
                </a:cubicBezTo>
                <a:cubicBezTo>
                  <a:pt x="7639963" y="1140253"/>
                  <a:pt x="7651456" y="1128760"/>
                  <a:pt x="7665621" y="1128760"/>
                </a:cubicBezTo>
                <a:close/>
                <a:moveTo>
                  <a:pt x="7601299" y="1128760"/>
                </a:moveTo>
                <a:cubicBezTo>
                  <a:pt x="7615464" y="1128760"/>
                  <a:pt x="7626959" y="1140253"/>
                  <a:pt x="7626959" y="1154418"/>
                </a:cubicBezTo>
                <a:cubicBezTo>
                  <a:pt x="7626959" y="1168583"/>
                  <a:pt x="7615464" y="1180077"/>
                  <a:pt x="7601299" y="1180077"/>
                </a:cubicBezTo>
                <a:cubicBezTo>
                  <a:pt x="7587134" y="1180077"/>
                  <a:pt x="7575640" y="1168583"/>
                  <a:pt x="7575640" y="1154418"/>
                </a:cubicBezTo>
                <a:cubicBezTo>
                  <a:pt x="7575640" y="1140253"/>
                  <a:pt x="7587134" y="1128760"/>
                  <a:pt x="7601299" y="1128760"/>
                </a:cubicBezTo>
                <a:close/>
                <a:moveTo>
                  <a:pt x="7537094" y="1128760"/>
                </a:moveTo>
                <a:cubicBezTo>
                  <a:pt x="7551259" y="1128760"/>
                  <a:pt x="7562752" y="1140253"/>
                  <a:pt x="7562752" y="1154418"/>
                </a:cubicBezTo>
                <a:cubicBezTo>
                  <a:pt x="7562752" y="1168583"/>
                  <a:pt x="7551259" y="1180077"/>
                  <a:pt x="7537094" y="1180077"/>
                </a:cubicBezTo>
                <a:cubicBezTo>
                  <a:pt x="7522929" y="1180077"/>
                  <a:pt x="7511436" y="1168583"/>
                  <a:pt x="7511436" y="1154418"/>
                </a:cubicBezTo>
                <a:cubicBezTo>
                  <a:pt x="7511436" y="1140253"/>
                  <a:pt x="7522929" y="1128760"/>
                  <a:pt x="7537094" y="1128760"/>
                </a:cubicBezTo>
                <a:close/>
                <a:moveTo>
                  <a:pt x="7472890" y="1128760"/>
                </a:moveTo>
                <a:cubicBezTo>
                  <a:pt x="7487060" y="1128760"/>
                  <a:pt x="7498548" y="1140247"/>
                  <a:pt x="7498548" y="1154418"/>
                </a:cubicBezTo>
                <a:cubicBezTo>
                  <a:pt x="7498548" y="1168589"/>
                  <a:pt x="7487060" y="1180077"/>
                  <a:pt x="7472890" y="1180077"/>
                </a:cubicBezTo>
                <a:cubicBezTo>
                  <a:pt x="7458717" y="1180077"/>
                  <a:pt x="7447229" y="1168589"/>
                  <a:pt x="7447229" y="1154418"/>
                </a:cubicBezTo>
                <a:cubicBezTo>
                  <a:pt x="7447229" y="1140247"/>
                  <a:pt x="7458717" y="1128760"/>
                  <a:pt x="7472890" y="1128760"/>
                </a:cubicBezTo>
                <a:close/>
                <a:moveTo>
                  <a:pt x="7216067" y="1128760"/>
                </a:moveTo>
                <a:cubicBezTo>
                  <a:pt x="7230232" y="1128760"/>
                  <a:pt x="7241725" y="1140253"/>
                  <a:pt x="7241725" y="1154418"/>
                </a:cubicBezTo>
                <a:cubicBezTo>
                  <a:pt x="7241725" y="1168583"/>
                  <a:pt x="7230232" y="1180077"/>
                  <a:pt x="7216067" y="1180077"/>
                </a:cubicBezTo>
                <a:cubicBezTo>
                  <a:pt x="7201902" y="1180077"/>
                  <a:pt x="7190409" y="1168583"/>
                  <a:pt x="7190409" y="1154418"/>
                </a:cubicBezTo>
                <a:cubicBezTo>
                  <a:pt x="7190409" y="1140253"/>
                  <a:pt x="7201902" y="1128760"/>
                  <a:pt x="7216067" y="1128760"/>
                </a:cubicBezTo>
                <a:close/>
                <a:moveTo>
                  <a:pt x="7151863" y="1128760"/>
                </a:moveTo>
                <a:cubicBezTo>
                  <a:pt x="7166033" y="1128760"/>
                  <a:pt x="7177521" y="1140247"/>
                  <a:pt x="7177521" y="1154418"/>
                </a:cubicBezTo>
                <a:cubicBezTo>
                  <a:pt x="7177521" y="1168589"/>
                  <a:pt x="7166033" y="1180077"/>
                  <a:pt x="7151863" y="1180077"/>
                </a:cubicBezTo>
                <a:cubicBezTo>
                  <a:pt x="7137692" y="1180077"/>
                  <a:pt x="7126205" y="1168589"/>
                  <a:pt x="7126205" y="1154418"/>
                </a:cubicBezTo>
                <a:cubicBezTo>
                  <a:pt x="7126205" y="1140247"/>
                  <a:pt x="7137692" y="1128760"/>
                  <a:pt x="7151863" y="1128760"/>
                </a:cubicBezTo>
                <a:close/>
                <a:moveTo>
                  <a:pt x="6895043" y="1128760"/>
                </a:moveTo>
                <a:cubicBezTo>
                  <a:pt x="6909208" y="1128760"/>
                  <a:pt x="6920701" y="1140253"/>
                  <a:pt x="6920701" y="1154418"/>
                </a:cubicBezTo>
                <a:cubicBezTo>
                  <a:pt x="6920701" y="1168583"/>
                  <a:pt x="6909208" y="1180077"/>
                  <a:pt x="6895043" y="1180077"/>
                </a:cubicBezTo>
                <a:cubicBezTo>
                  <a:pt x="6880878" y="1180077"/>
                  <a:pt x="6869382" y="1168583"/>
                  <a:pt x="6869382" y="1154418"/>
                </a:cubicBezTo>
                <a:cubicBezTo>
                  <a:pt x="6869382" y="1140253"/>
                  <a:pt x="6880878" y="1128760"/>
                  <a:pt x="6895043" y="1128760"/>
                </a:cubicBezTo>
                <a:close/>
                <a:moveTo>
                  <a:pt x="6638220" y="1128760"/>
                </a:moveTo>
                <a:cubicBezTo>
                  <a:pt x="6652385" y="1128760"/>
                  <a:pt x="6663881" y="1140253"/>
                  <a:pt x="6663881" y="1154418"/>
                </a:cubicBezTo>
                <a:cubicBezTo>
                  <a:pt x="6663881" y="1168583"/>
                  <a:pt x="6652385" y="1180077"/>
                  <a:pt x="6638220" y="1180077"/>
                </a:cubicBezTo>
                <a:cubicBezTo>
                  <a:pt x="6624055" y="1180077"/>
                  <a:pt x="6612562" y="1168583"/>
                  <a:pt x="6612562" y="1154418"/>
                </a:cubicBezTo>
                <a:cubicBezTo>
                  <a:pt x="6612562" y="1140253"/>
                  <a:pt x="6624055" y="1128760"/>
                  <a:pt x="6638220" y="1128760"/>
                </a:cubicBezTo>
                <a:close/>
                <a:moveTo>
                  <a:pt x="6317078" y="1128760"/>
                </a:moveTo>
                <a:cubicBezTo>
                  <a:pt x="6331243" y="1128760"/>
                  <a:pt x="6342736" y="1140253"/>
                  <a:pt x="6342736" y="1154418"/>
                </a:cubicBezTo>
                <a:cubicBezTo>
                  <a:pt x="6342736" y="1168583"/>
                  <a:pt x="6331243" y="1180077"/>
                  <a:pt x="6317078" y="1180077"/>
                </a:cubicBezTo>
                <a:cubicBezTo>
                  <a:pt x="6302913" y="1180077"/>
                  <a:pt x="6291420" y="1168583"/>
                  <a:pt x="6291420" y="1154418"/>
                </a:cubicBezTo>
                <a:cubicBezTo>
                  <a:pt x="6291420" y="1140253"/>
                  <a:pt x="6302913" y="1128760"/>
                  <a:pt x="6317078" y="1128760"/>
                </a:cubicBezTo>
                <a:close/>
                <a:moveTo>
                  <a:pt x="6252873" y="1128760"/>
                </a:moveTo>
                <a:cubicBezTo>
                  <a:pt x="6267036" y="1128760"/>
                  <a:pt x="6278532" y="1140253"/>
                  <a:pt x="6278532" y="1154418"/>
                </a:cubicBezTo>
                <a:cubicBezTo>
                  <a:pt x="6278532" y="1168583"/>
                  <a:pt x="6267036" y="1180077"/>
                  <a:pt x="6252873" y="1180077"/>
                </a:cubicBezTo>
                <a:cubicBezTo>
                  <a:pt x="6238708" y="1180077"/>
                  <a:pt x="6227213" y="1168583"/>
                  <a:pt x="6227213" y="1154418"/>
                </a:cubicBezTo>
                <a:cubicBezTo>
                  <a:pt x="6227213" y="1140253"/>
                  <a:pt x="6238708" y="1128760"/>
                  <a:pt x="6252873" y="1128760"/>
                </a:cubicBezTo>
                <a:close/>
                <a:moveTo>
                  <a:pt x="6124462" y="1128760"/>
                </a:moveTo>
                <a:cubicBezTo>
                  <a:pt x="6138627" y="1128760"/>
                  <a:pt x="6150123" y="1140253"/>
                  <a:pt x="6150123" y="1154418"/>
                </a:cubicBezTo>
                <a:cubicBezTo>
                  <a:pt x="6150123" y="1168583"/>
                  <a:pt x="6138627" y="1180077"/>
                  <a:pt x="6124462" y="1180077"/>
                </a:cubicBezTo>
                <a:cubicBezTo>
                  <a:pt x="6110297" y="1180077"/>
                  <a:pt x="6098804" y="1168583"/>
                  <a:pt x="6098804" y="1154418"/>
                </a:cubicBezTo>
                <a:cubicBezTo>
                  <a:pt x="6098804" y="1140253"/>
                  <a:pt x="6110297" y="1128760"/>
                  <a:pt x="6124462" y="1128760"/>
                </a:cubicBezTo>
                <a:close/>
                <a:moveTo>
                  <a:pt x="5743477" y="1128760"/>
                </a:moveTo>
                <a:cubicBezTo>
                  <a:pt x="5757648" y="1128760"/>
                  <a:pt x="5769136" y="1140247"/>
                  <a:pt x="5769136" y="1154418"/>
                </a:cubicBezTo>
                <a:cubicBezTo>
                  <a:pt x="5769136" y="1168589"/>
                  <a:pt x="5757648" y="1180077"/>
                  <a:pt x="5743477" y="1180077"/>
                </a:cubicBezTo>
                <a:cubicBezTo>
                  <a:pt x="5729307" y="1180077"/>
                  <a:pt x="5717818" y="1168589"/>
                  <a:pt x="5717818" y="1154418"/>
                </a:cubicBezTo>
                <a:cubicBezTo>
                  <a:pt x="5717818" y="1140247"/>
                  <a:pt x="5729307" y="1128760"/>
                  <a:pt x="5743477" y="1128760"/>
                </a:cubicBezTo>
                <a:close/>
                <a:moveTo>
                  <a:pt x="5615066" y="1128760"/>
                </a:moveTo>
                <a:cubicBezTo>
                  <a:pt x="5629231" y="1128760"/>
                  <a:pt x="5640726" y="1140253"/>
                  <a:pt x="5640726" y="1154418"/>
                </a:cubicBezTo>
                <a:cubicBezTo>
                  <a:pt x="5640726" y="1168583"/>
                  <a:pt x="5629231" y="1180077"/>
                  <a:pt x="5615066" y="1180077"/>
                </a:cubicBezTo>
                <a:cubicBezTo>
                  <a:pt x="5600901" y="1180077"/>
                  <a:pt x="5589407" y="1168583"/>
                  <a:pt x="5589407" y="1154418"/>
                </a:cubicBezTo>
                <a:cubicBezTo>
                  <a:pt x="5589407" y="1140253"/>
                  <a:pt x="5600901" y="1128760"/>
                  <a:pt x="5615066" y="1128760"/>
                </a:cubicBezTo>
                <a:close/>
                <a:moveTo>
                  <a:pt x="5486655" y="1128760"/>
                </a:moveTo>
                <a:cubicBezTo>
                  <a:pt x="5500819" y="1128760"/>
                  <a:pt x="5512316" y="1140253"/>
                  <a:pt x="5512316" y="1154418"/>
                </a:cubicBezTo>
                <a:cubicBezTo>
                  <a:pt x="5512316" y="1168583"/>
                  <a:pt x="5500819" y="1180077"/>
                  <a:pt x="5486655" y="1180077"/>
                </a:cubicBezTo>
                <a:cubicBezTo>
                  <a:pt x="5472491" y="1180077"/>
                  <a:pt x="5460997" y="1168583"/>
                  <a:pt x="5460997" y="1154418"/>
                </a:cubicBezTo>
                <a:cubicBezTo>
                  <a:pt x="5460997" y="1140253"/>
                  <a:pt x="5472491" y="1128760"/>
                  <a:pt x="5486655" y="1128760"/>
                </a:cubicBezTo>
                <a:close/>
                <a:moveTo>
                  <a:pt x="5422451" y="1128760"/>
                </a:moveTo>
                <a:cubicBezTo>
                  <a:pt x="5436621" y="1128760"/>
                  <a:pt x="5448109" y="1140247"/>
                  <a:pt x="5448109" y="1154418"/>
                </a:cubicBezTo>
                <a:cubicBezTo>
                  <a:pt x="5448109" y="1168589"/>
                  <a:pt x="5436621" y="1180077"/>
                  <a:pt x="5422451" y="1180077"/>
                </a:cubicBezTo>
                <a:cubicBezTo>
                  <a:pt x="5408280" y="1180077"/>
                  <a:pt x="5396791" y="1168589"/>
                  <a:pt x="5396791" y="1154418"/>
                </a:cubicBezTo>
                <a:cubicBezTo>
                  <a:pt x="5396791" y="1140247"/>
                  <a:pt x="5408280" y="1128760"/>
                  <a:pt x="5422451" y="1128760"/>
                </a:cubicBezTo>
                <a:close/>
                <a:moveTo>
                  <a:pt x="5229719" y="1128760"/>
                </a:moveTo>
                <a:cubicBezTo>
                  <a:pt x="5243999" y="1128760"/>
                  <a:pt x="5255377" y="1140253"/>
                  <a:pt x="5255377" y="1154418"/>
                </a:cubicBezTo>
                <a:cubicBezTo>
                  <a:pt x="5255377" y="1168583"/>
                  <a:pt x="5243883" y="1180077"/>
                  <a:pt x="5229719" y="1180077"/>
                </a:cubicBezTo>
                <a:cubicBezTo>
                  <a:pt x="5215554" y="1180077"/>
                  <a:pt x="5204058" y="1168583"/>
                  <a:pt x="5204058" y="1154418"/>
                </a:cubicBezTo>
                <a:cubicBezTo>
                  <a:pt x="5204058" y="1140253"/>
                  <a:pt x="5215554" y="1128760"/>
                  <a:pt x="5229719" y="1128760"/>
                </a:cubicBezTo>
                <a:close/>
                <a:moveTo>
                  <a:pt x="4972896" y="1128760"/>
                </a:moveTo>
                <a:cubicBezTo>
                  <a:pt x="4987063" y="1128760"/>
                  <a:pt x="4998557" y="1140253"/>
                  <a:pt x="4998557" y="1154418"/>
                </a:cubicBezTo>
                <a:cubicBezTo>
                  <a:pt x="4998557" y="1168583"/>
                  <a:pt x="4987063" y="1180077"/>
                  <a:pt x="4972896" y="1180077"/>
                </a:cubicBezTo>
                <a:cubicBezTo>
                  <a:pt x="4958732" y="1180077"/>
                  <a:pt x="4947240" y="1168583"/>
                  <a:pt x="4947240" y="1154418"/>
                </a:cubicBezTo>
                <a:cubicBezTo>
                  <a:pt x="4947240" y="1140253"/>
                  <a:pt x="4958732" y="1128760"/>
                  <a:pt x="4972896" y="1128760"/>
                </a:cubicBezTo>
                <a:close/>
                <a:moveTo>
                  <a:pt x="4908693" y="1128760"/>
                </a:moveTo>
                <a:cubicBezTo>
                  <a:pt x="4922857" y="1128760"/>
                  <a:pt x="4934352" y="1140253"/>
                  <a:pt x="4934352" y="1154418"/>
                </a:cubicBezTo>
                <a:cubicBezTo>
                  <a:pt x="4934352" y="1168583"/>
                  <a:pt x="4922857" y="1180077"/>
                  <a:pt x="4908693" y="1180077"/>
                </a:cubicBezTo>
                <a:cubicBezTo>
                  <a:pt x="4894527" y="1180077"/>
                  <a:pt x="4883033" y="1168583"/>
                  <a:pt x="4883033" y="1154418"/>
                </a:cubicBezTo>
                <a:cubicBezTo>
                  <a:pt x="4883033" y="1140253"/>
                  <a:pt x="4894527" y="1128760"/>
                  <a:pt x="4908693" y="1128760"/>
                </a:cubicBezTo>
                <a:close/>
                <a:moveTo>
                  <a:pt x="4844487" y="1128760"/>
                </a:moveTo>
                <a:cubicBezTo>
                  <a:pt x="4858650" y="1128760"/>
                  <a:pt x="4870146" y="1140253"/>
                  <a:pt x="4870146" y="1154418"/>
                </a:cubicBezTo>
                <a:cubicBezTo>
                  <a:pt x="4870146" y="1168583"/>
                  <a:pt x="4858650" y="1180077"/>
                  <a:pt x="4844487" y="1180077"/>
                </a:cubicBezTo>
                <a:cubicBezTo>
                  <a:pt x="4830322" y="1180077"/>
                  <a:pt x="4818828" y="1168583"/>
                  <a:pt x="4818828" y="1154418"/>
                </a:cubicBezTo>
                <a:cubicBezTo>
                  <a:pt x="4818828" y="1140253"/>
                  <a:pt x="4830322" y="1128760"/>
                  <a:pt x="4844487" y="1128760"/>
                </a:cubicBezTo>
                <a:close/>
                <a:moveTo>
                  <a:pt x="4651872" y="1128760"/>
                </a:moveTo>
                <a:cubicBezTo>
                  <a:pt x="4666042" y="1128760"/>
                  <a:pt x="4677531" y="1140247"/>
                  <a:pt x="4677531" y="1154418"/>
                </a:cubicBezTo>
                <a:cubicBezTo>
                  <a:pt x="4677531" y="1168589"/>
                  <a:pt x="4666042" y="1180077"/>
                  <a:pt x="4651872" y="1180077"/>
                </a:cubicBezTo>
                <a:cubicBezTo>
                  <a:pt x="4637700" y="1180077"/>
                  <a:pt x="4626213" y="1168589"/>
                  <a:pt x="4626213" y="1154418"/>
                </a:cubicBezTo>
                <a:cubicBezTo>
                  <a:pt x="4626213" y="1140247"/>
                  <a:pt x="4637700" y="1128760"/>
                  <a:pt x="4651872" y="1128760"/>
                </a:cubicBezTo>
                <a:close/>
                <a:moveTo>
                  <a:pt x="4587666" y="1128760"/>
                </a:moveTo>
                <a:cubicBezTo>
                  <a:pt x="4601830" y="1128760"/>
                  <a:pt x="4613324" y="1140253"/>
                  <a:pt x="4613324" y="1154418"/>
                </a:cubicBezTo>
                <a:cubicBezTo>
                  <a:pt x="4613324" y="1168583"/>
                  <a:pt x="4601830" y="1180077"/>
                  <a:pt x="4587666" y="1180077"/>
                </a:cubicBezTo>
                <a:cubicBezTo>
                  <a:pt x="4573501" y="1180077"/>
                  <a:pt x="4562007" y="1168583"/>
                  <a:pt x="4562007" y="1154418"/>
                </a:cubicBezTo>
                <a:cubicBezTo>
                  <a:pt x="4562007" y="1140253"/>
                  <a:pt x="4573501" y="1128760"/>
                  <a:pt x="4587666" y="1128760"/>
                </a:cubicBezTo>
                <a:close/>
                <a:moveTo>
                  <a:pt x="4523461" y="1128760"/>
                </a:moveTo>
                <a:cubicBezTo>
                  <a:pt x="4537626" y="1128760"/>
                  <a:pt x="4549121" y="1140253"/>
                  <a:pt x="4549121" y="1154418"/>
                </a:cubicBezTo>
                <a:cubicBezTo>
                  <a:pt x="4549121" y="1168583"/>
                  <a:pt x="4537626" y="1180077"/>
                  <a:pt x="4523461" y="1180077"/>
                </a:cubicBezTo>
                <a:cubicBezTo>
                  <a:pt x="4509296" y="1180077"/>
                  <a:pt x="4497802" y="1168583"/>
                  <a:pt x="4497802" y="1154418"/>
                </a:cubicBezTo>
                <a:cubicBezTo>
                  <a:pt x="4497802" y="1140253"/>
                  <a:pt x="4509296" y="1128760"/>
                  <a:pt x="4523461" y="1128760"/>
                </a:cubicBezTo>
                <a:close/>
                <a:moveTo>
                  <a:pt x="4395050" y="1128760"/>
                </a:moveTo>
                <a:cubicBezTo>
                  <a:pt x="4409214" y="1128760"/>
                  <a:pt x="4420710" y="1140253"/>
                  <a:pt x="4420710" y="1154418"/>
                </a:cubicBezTo>
                <a:cubicBezTo>
                  <a:pt x="4420710" y="1168583"/>
                  <a:pt x="4409214" y="1180077"/>
                  <a:pt x="4395050" y="1180077"/>
                </a:cubicBezTo>
                <a:cubicBezTo>
                  <a:pt x="4380886" y="1180077"/>
                  <a:pt x="4369391" y="1168583"/>
                  <a:pt x="4369391" y="1154418"/>
                </a:cubicBezTo>
                <a:cubicBezTo>
                  <a:pt x="4369391" y="1140253"/>
                  <a:pt x="4380886" y="1128760"/>
                  <a:pt x="4395050" y="1128760"/>
                </a:cubicBezTo>
                <a:close/>
                <a:moveTo>
                  <a:pt x="4009702" y="1128760"/>
                </a:moveTo>
                <a:cubicBezTo>
                  <a:pt x="4023866" y="1128760"/>
                  <a:pt x="4035362" y="1140253"/>
                  <a:pt x="4035362" y="1154418"/>
                </a:cubicBezTo>
                <a:cubicBezTo>
                  <a:pt x="4035362" y="1168583"/>
                  <a:pt x="4023866" y="1180077"/>
                  <a:pt x="4009702" y="1180077"/>
                </a:cubicBezTo>
                <a:cubicBezTo>
                  <a:pt x="3995538" y="1180077"/>
                  <a:pt x="3984043" y="1168583"/>
                  <a:pt x="3984043" y="1154418"/>
                </a:cubicBezTo>
                <a:cubicBezTo>
                  <a:pt x="3984043" y="1140253"/>
                  <a:pt x="3995538" y="1128760"/>
                  <a:pt x="4009702" y="1128760"/>
                </a:cubicBezTo>
                <a:close/>
                <a:moveTo>
                  <a:pt x="3752882" y="1128760"/>
                </a:moveTo>
                <a:cubicBezTo>
                  <a:pt x="3767045" y="1128760"/>
                  <a:pt x="3778539" y="1140253"/>
                  <a:pt x="3778539" y="1154418"/>
                </a:cubicBezTo>
                <a:cubicBezTo>
                  <a:pt x="3778539" y="1168583"/>
                  <a:pt x="3767045" y="1180077"/>
                  <a:pt x="3752882" y="1180077"/>
                </a:cubicBezTo>
                <a:cubicBezTo>
                  <a:pt x="3738717" y="1180077"/>
                  <a:pt x="3727221" y="1168583"/>
                  <a:pt x="3727221" y="1154418"/>
                </a:cubicBezTo>
                <a:cubicBezTo>
                  <a:pt x="3727221" y="1140253"/>
                  <a:pt x="3738717" y="1128760"/>
                  <a:pt x="3752882" y="1128760"/>
                </a:cubicBezTo>
                <a:close/>
                <a:moveTo>
                  <a:pt x="3624472" y="1128760"/>
                </a:moveTo>
                <a:cubicBezTo>
                  <a:pt x="3638640" y="1128760"/>
                  <a:pt x="3650129" y="1140247"/>
                  <a:pt x="3650129" y="1154418"/>
                </a:cubicBezTo>
                <a:cubicBezTo>
                  <a:pt x="3650129" y="1168589"/>
                  <a:pt x="3638640" y="1180077"/>
                  <a:pt x="3624472" y="1180077"/>
                </a:cubicBezTo>
                <a:cubicBezTo>
                  <a:pt x="3610300" y="1180077"/>
                  <a:pt x="3598810" y="1168589"/>
                  <a:pt x="3598810" y="1154418"/>
                </a:cubicBezTo>
                <a:cubicBezTo>
                  <a:pt x="3598810" y="1140247"/>
                  <a:pt x="3610300" y="1128760"/>
                  <a:pt x="3624472" y="1128760"/>
                </a:cubicBezTo>
                <a:close/>
                <a:moveTo>
                  <a:pt x="3367649" y="1128760"/>
                </a:moveTo>
                <a:cubicBezTo>
                  <a:pt x="3381813" y="1128760"/>
                  <a:pt x="3393308" y="1140253"/>
                  <a:pt x="3393308" y="1154418"/>
                </a:cubicBezTo>
                <a:cubicBezTo>
                  <a:pt x="3393308" y="1168583"/>
                  <a:pt x="3381813" y="1180077"/>
                  <a:pt x="3367649" y="1180077"/>
                </a:cubicBezTo>
                <a:cubicBezTo>
                  <a:pt x="3353484" y="1180077"/>
                  <a:pt x="3341990" y="1168583"/>
                  <a:pt x="3341990" y="1154418"/>
                </a:cubicBezTo>
                <a:cubicBezTo>
                  <a:pt x="3341990" y="1140253"/>
                  <a:pt x="3353484" y="1128760"/>
                  <a:pt x="3367649" y="1128760"/>
                </a:cubicBezTo>
                <a:close/>
                <a:moveTo>
                  <a:pt x="3303444" y="1128760"/>
                </a:moveTo>
                <a:cubicBezTo>
                  <a:pt x="3317609" y="1128760"/>
                  <a:pt x="3329102" y="1140253"/>
                  <a:pt x="3329102" y="1154418"/>
                </a:cubicBezTo>
                <a:cubicBezTo>
                  <a:pt x="3329102" y="1168583"/>
                  <a:pt x="3317609" y="1180077"/>
                  <a:pt x="3303444" y="1180077"/>
                </a:cubicBezTo>
                <a:cubicBezTo>
                  <a:pt x="3289279" y="1180077"/>
                  <a:pt x="3277785" y="1168583"/>
                  <a:pt x="3277785" y="1154418"/>
                </a:cubicBezTo>
                <a:cubicBezTo>
                  <a:pt x="3277785" y="1140253"/>
                  <a:pt x="3289279" y="1128760"/>
                  <a:pt x="3303444" y="1128760"/>
                </a:cubicBezTo>
                <a:close/>
                <a:moveTo>
                  <a:pt x="2853890" y="1128760"/>
                </a:moveTo>
                <a:cubicBezTo>
                  <a:pt x="2868062" y="1128760"/>
                  <a:pt x="2879550" y="1140247"/>
                  <a:pt x="2879550" y="1154418"/>
                </a:cubicBezTo>
                <a:cubicBezTo>
                  <a:pt x="2879550" y="1168589"/>
                  <a:pt x="2868062" y="1180077"/>
                  <a:pt x="2853890" y="1180077"/>
                </a:cubicBezTo>
                <a:cubicBezTo>
                  <a:pt x="2839720" y="1180077"/>
                  <a:pt x="2828231" y="1168589"/>
                  <a:pt x="2828231" y="1154418"/>
                </a:cubicBezTo>
                <a:cubicBezTo>
                  <a:pt x="2828231" y="1140247"/>
                  <a:pt x="2839720" y="1128760"/>
                  <a:pt x="2853890" y="1128760"/>
                </a:cubicBezTo>
                <a:close/>
                <a:moveTo>
                  <a:pt x="2789686" y="1128760"/>
                </a:moveTo>
                <a:cubicBezTo>
                  <a:pt x="2803850" y="1128760"/>
                  <a:pt x="2815344" y="1140253"/>
                  <a:pt x="2815344" y="1154418"/>
                </a:cubicBezTo>
                <a:cubicBezTo>
                  <a:pt x="2815344" y="1168583"/>
                  <a:pt x="2803850" y="1180077"/>
                  <a:pt x="2789686" y="1180077"/>
                </a:cubicBezTo>
                <a:cubicBezTo>
                  <a:pt x="2775521" y="1180077"/>
                  <a:pt x="2764027" y="1168583"/>
                  <a:pt x="2764027" y="1154418"/>
                </a:cubicBezTo>
                <a:cubicBezTo>
                  <a:pt x="2764027" y="1140253"/>
                  <a:pt x="2775521" y="1128760"/>
                  <a:pt x="2789686" y="1128760"/>
                </a:cubicBezTo>
                <a:close/>
                <a:moveTo>
                  <a:pt x="2340249" y="1128760"/>
                </a:moveTo>
                <a:cubicBezTo>
                  <a:pt x="2354413" y="1128760"/>
                  <a:pt x="2365908" y="1140253"/>
                  <a:pt x="2365908" y="1154418"/>
                </a:cubicBezTo>
                <a:cubicBezTo>
                  <a:pt x="2365908" y="1168583"/>
                  <a:pt x="2354413" y="1180077"/>
                  <a:pt x="2340249" y="1180077"/>
                </a:cubicBezTo>
                <a:cubicBezTo>
                  <a:pt x="2326084" y="1180077"/>
                  <a:pt x="2314590" y="1168583"/>
                  <a:pt x="2314590" y="1154418"/>
                </a:cubicBezTo>
                <a:cubicBezTo>
                  <a:pt x="2314590" y="1140253"/>
                  <a:pt x="2326084" y="1128760"/>
                  <a:pt x="2340249" y="1128760"/>
                </a:cubicBezTo>
                <a:close/>
                <a:moveTo>
                  <a:pt x="2276044" y="1128760"/>
                </a:moveTo>
                <a:cubicBezTo>
                  <a:pt x="2290208" y="1128760"/>
                  <a:pt x="2301702" y="1140253"/>
                  <a:pt x="2301702" y="1154418"/>
                </a:cubicBezTo>
                <a:cubicBezTo>
                  <a:pt x="2301702" y="1168583"/>
                  <a:pt x="2290208" y="1180077"/>
                  <a:pt x="2276044" y="1180077"/>
                </a:cubicBezTo>
                <a:cubicBezTo>
                  <a:pt x="2261879" y="1180077"/>
                  <a:pt x="2250385" y="1168583"/>
                  <a:pt x="2250385" y="1154418"/>
                </a:cubicBezTo>
                <a:cubicBezTo>
                  <a:pt x="2250385" y="1140253"/>
                  <a:pt x="2261879" y="1128760"/>
                  <a:pt x="2276044" y="1128760"/>
                </a:cubicBezTo>
                <a:close/>
                <a:moveTo>
                  <a:pt x="2147633" y="1128760"/>
                </a:moveTo>
                <a:cubicBezTo>
                  <a:pt x="2161804" y="1128760"/>
                  <a:pt x="2173293" y="1140247"/>
                  <a:pt x="2173293" y="1154418"/>
                </a:cubicBezTo>
                <a:cubicBezTo>
                  <a:pt x="2173293" y="1168589"/>
                  <a:pt x="2161804" y="1180077"/>
                  <a:pt x="2147633" y="1180077"/>
                </a:cubicBezTo>
                <a:cubicBezTo>
                  <a:pt x="2133462" y="1180077"/>
                  <a:pt x="2121975" y="1168589"/>
                  <a:pt x="2121975" y="1154418"/>
                </a:cubicBezTo>
                <a:cubicBezTo>
                  <a:pt x="2121975" y="1140247"/>
                  <a:pt x="2133462" y="1128760"/>
                  <a:pt x="2147633" y="1128760"/>
                </a:cubicBezTo>
                <a:close/>
                <a:moveTo>
                  <a:pt x="2083427" y="1128760"/>
                </a:moveTo>
                <a:cubicBezTo>
                  <a:pt x="2097599" y="1128760"/>
                  <a:pt x="2109087" y="1140247"/>
                  <a:pt x="2109087" y="1154418"/>
                </a:cubicBezTo>
                <a:cubicBezTo>
                  <a:pt x="2109087" y="1168589"/>
                  <a:pt x="2097599" y="1180077"/>
                  <a:pt x="2083427" y="1180077"/>
                </a:cubicBezTo>
                <a:cubicBezTo>
                  <a:pt x="2069257" y="1180077"/>
                  <a:pt x="2057768" y="1168589"/>
                  <a:pt x="2057768" y="1154418"/>
                </a:cubicBezTo>
                <a:cubicBezTo>
                  <a:pt x="2057768" y="1140247"/>
                  <a:pt x="2069257" y="1128760"/>
                  <a:pt x="2083427" y="1128760"/>
                </a:cubicBezTo>
                <a:close/>
                <a:moveTo>
                  <a:pt x="2019222" y="1128760"/>
                </a:moveTo>
                <a:cubicBezTo>
                  <a:pt x="2033387" y="1128760"/>
                  <a:pt x="2044880" y="1140253"/>
                  <a:pt x="2044880" y="1154418"/>
                </a:cubicBezTo>
                <a:cubicBezTo>
                  <a:pt x="2044880" y="1168583"/>
                  <a:pt x="2033387" y="1180077"/>
                  <a:pt x="2019222" y="1180077"/>
                </a:cubicBezTo>
                <a:cubicBezTo>
                  <a:pt x="2005058" y="1180077"/>
                  <a:pt x="1993563" y="1168583"/>
                  <a:pt x="1993563" y="1154418"/>
                </a:cubicBezTo>
                <a:cubicBezTo>
                  <a:pt x="1993563" y="1140253"/>
                  <a:pt x="2005058" y="1128760"/>
                  <a:pt x="2019222" y="1128760"/>
                </a:cubicBezTo>
                <a:close/>
                <a:moveTo>
                  <a:pt x="1955016" y="1128760"/>
                </a:moveTo>
                <a:cubicBezTo>
                  <a:pt x="1969181" y="1128760"/>
                  <a:pt x="1980676" y="1140253"/>
                  <a:pt x="1980676" y="1154418"/>
                </a:cubicBezTo>
                <a:cubicBezTo>
                  <a:pt x="1980676" y="1168583"/>
                  <a:pt x="1969181" y="1180077"/>
                  <a:pt x="1955016" y="1180077"/>
                </a:cubicBezTo>
                <a:cubicBezTo>
                  <a:pt x="1940851" y="1180077"/>
                  <a:pt x="1929358" y="1168583"/>
                  <a:pt x="1929358" y="1154418"/>
                </a:cubicBezTo>
                <a:cubicBezTo>
                  <a:pt x="1929358" y="1140253"/>
                  <a:pt x="1940851" y="1128760"/>
                  <a:pt x="1955016" y="1128760"/>
                </a:cubicBezTo>
                <a:close/>
                <a:moveTo>
                  <a:pt x="1890696" y="1128760"/>
                </a:moveTo>
                <a:cubicBezTo>
                  <a:pt x="1904860" y="1128760"/>
                  <a:pt x="1916355" y="1140253"/>
                  <a:pt x="1916355" y="1154418"/>
                </a:cubicBezTo>
                <a:cubicBezTo>
                  <a:pt x="1916355" y="1168583"/>
                  <a:pt x="1904860" y="1180077"/>
                  <a:pt x="1890696" y="1180077"/>
                </a:cubicBezTo>
                <a:cubicBezTo>
                  <a:pt x="1876531" y="1180077"/>
                  <a:pt x="1865037" y="1168583"/>
                  <a:pt x="1865037" y="1154418"/>
                </a:cubicBezTo>
                <a:cubicBezTo>
                  <a:pt x="1865037" y="1140253"/>
                  <a:pt x="1876531" y="1128760"/>
                  <a:pt x="1890696" y="1128760"/>
                </a:cubicBezTo>
                <a:close/>
                <a:moveTo>
                  <a:pt x="1826490" y="1128760"/>
                </a:moveTo>
                <a:cubicBezTo>
                  <a:pt x="1840654" y="1128760"/>
                  <a:pt x="1852149" y="1140253"/>
                  <a:pt x="1852149" y="1154418"/>
                </a:cubicBezTo>
                <a:cubicBezTo>
                  <a:pt x="1852149" y="1168583"/>
                  <a:pt x="1840654" y="1180077"/>
                  <a:pt x="1826490" y="1180077"/>
                </a:cubicBezTo>
                <a:cubicBezTo>
                  <a:pt x="1812325" y="1180077"/>
                  <a:pt x="1800830" y="1168583"/>
                  <a:pt x="1800830" y="1154418"/>
                </a:cubicBezTo>
                <a:cubicBezTo>
                  <a:pt x="1800830" y="1140253"/>
                  <a:pt x="1812325" y="1128760"/>
                  <a:pt x="1826490" y="1128760"/>
                </a:cubicBezTo>
                <a:close/>
                <a:moveTo>
                  <a:pt x="1762285" y="1128760"/>
                </a:moveTo>
                <a:cubicBezTo>
                  <a:pt x="1776456" y="1128760"/>
                  <a:pt x="1787944" y="1140247"/>
                  <a:pt x="1787944" y="1154418"/>
                </a:cubicBezTo>
                <a:cubicBezTo>
                  <a:pt x="1787944" y="1168589"/>
                  <a:pt x="1776456" y="1180077"/>
                  <a:pt x="1762285" y="1180077"/>
                </a:cubicBezTo>
                <a:cubicBezTo>
                  <a:pt x="1748114" y="1180077"/>
                  <a:pt x="1736626" y="1168589"/>
                  <a:pt x="1736626" y="1154418"/>
                </a:cubicBezTo>
                <a:cubicBezTo>
                  <a:pt x="1736626" y="1140247"/>
                  <a:pt x="1748114" y="1128760"/>
                  <a:pt x="1762285" y="1128760"/>
                </a:cubicBezTo>
                <a:close/>
                <a:moveTo>
                  <a:pt x="1505464" y="1128760"/>
                </a:moveTo>
                <a:cubicBezTo>
                  <a:pt x="1519629" y="1128760"/>
                  <a:pt x="1531123" y="1140253"/>
                  <a:pt x="1531123" y="1154418"/>
                </a:cubicBezTo>
                <a:cubicBezTo>
                  <a:pt x="1531123" y="1168583"/>
                  <a:pt x="1519629" y="1180077"/>
                  <a:pt x="1505464" y="1180077"/>
                </a:cubicBezTo>
                <a:cubicBezTo>
                  <a:pt x="1491299" y="1180077"/>
                  <a:pt x="1479806" y="1168583"/>
                  <a:pt x="1479806" y="1154418"/>
                </a:cubicBezTo>
                <a:cubicBezTo>
                  <a:pt x="1479806" y="1140253"/>
                  <a:pt x="1491299" y="1128760"/>
                  <a:pt x="1505464" y="1128760"/>
                </a:cubicBezTo>
                <a:close/>
                <a:moveTo>
                  <a:pt x="1441258" y="1128760"/>
                </a:moveTo>
                <a:cubicBezTo>
                  <a:pt x="1455430" y="1128760"/>
                  <a:pt x="1466917" y="1140247"/>
                  <a:pt x="1466917" y="1154418"/>
                </a:cubicBezTo>
                <a:cubicBezTo>
                  <a:pt x="1466917" y="1168589"/>
                  <a:pt x="1455430" y="1180077"/>
                  <a:pt x="1441258" y="1180077"/>
                </a:cubicBezTo>
                <a:cubicBezTo>
                  <a:pt x="1427087" y="1180077"/>
                  <a:pt x="1415599" y="1168589"/>
                  <a:pt x="1415599" y="1154418"/>
                </a:cubicBezTo>
                <a:cubicBezTo>
                  <a:pt x="1415599" y="1140247"/>
                  <a:pt x="1427087" y="1128760"/>
                  <a:pt x="1441258" y="1128760"/>
                </a:cubicBezTo>
                <a:close/>
                <a:moveTo>
                  <a:pt x="1184437" y="1128760"/>
                </a:moveTo>
                <a:cubicBezTo>
                  <a:pt x="1198602" y="1128760"/>
                  <a:pt x="1210096" y="1140253"/>
                  <a:pt x="1210096" y="1154418"/>
                </a:cubicBezTo>
                <a:cubicBezTo>
                  <a:pt x="1210096" y="1168583"/>
                  <a:pt x="1198602" y="1180077"/>
                  <a:pt x="1184437" y="1180077"/>
                </a:cubicBezTo>
                <a:cubicBezTo>
                  <a:pt x="1170273" y="1180077"/>
                  <a:pt x="1158780" y="1168583"/>
                  <a:pt x="1158780" y="1154418"/>
                </a:cubicBezTo>
                <a:cubicBezTo>
                  <a:pt x="1158780" y="1140253"/>
                  <a:pt x="1170273" y="1128760"/>
                  <a:pt x="1184437" y="1128760"/>
                </a:cubicBezTo>
                <a:close/>
                <a:moveTo>
                  <a:pt x="927616" y="1128760"/>
                </a:moveTo>
                <a:cubicBezTo>
                  <a:pt x="941781" y="1128760"/>
                  <a:pt x="953275" y="1140253"/>
                  <a:pt x="953275" y="1154418"/>
                </a:cubicBezTo>
                <a:cubicBezTo>
                  <a:pt x="953275" y="1168583"/>
                  <a:pt x="941781" y="1180077"/>
                  <a:pt x="927616" y="1180077"/>
                </a:cubicBezTo>
                <a:cubicBezTo>
                  <a:pt x="913452" y="1180077"/>
                  <a:pt x="901957" y="1168583"/>
                  <a:pt x="901957" y="1154418"/>
                </a:cubicBezTo>
                <a:cubicBezTo>
                  <a:pt x="901957" y="1140253"/>
                  <a:pt x="913452" y="1128760"/>
                  <a:pt x="927616" y="1128760"/>
                </a:cubicBezTo>
                <a:close/>
                <a:moveTo>
                  <a:pt x="606475" y="1128760"/>
                </a:moveTo>
                <a:cubicBezTo>
                  <a:pt x="620639" y="1128760"/>
                  <a:pt x="632134" y="1140253"/>
                  <a:pt x="632134" y="1154418"/>
                </a:cubicBezTo>
                <a:cubicBezTo>
                  <a:pt x="632134" y="1168583"/>
                  <a:pt x="620639" y="1180077"/>
                  <a:pt x="606475" y="1180077"/>
                </a:cubicBezTo>
                <a:cubicBezTo>
                  <a:pt x="592310" y="1180077"/>
                  <a:pt x="580815" y="1168583"/>
                  <a:pt x="580815" y="1154418"/>
                </a:cubicBezTo>
                <a:cubicBezTo>
                  <a:pt x="580815" y="1140253"/>
                  <a:pt x="592310" y="1128760"/>
                  <a:pt x="606475" y="1128760"/>
                </a:cubicBezTo>
                <a:close/>
                <a:moveTo>
                  <a:pt x="542268" y="1128760"/>
                </a:moveTo>
                <a:cubicBezTo>
                  <a:pt x="556433" y="1128760"/>
                  <a:pt x="567927" y="1140253"/>
                  <a:pt x="567927" y="1154418"/>
                </a:cubicBezTo>
                <a:cubicBezTo>
                  <a:pt x="567927" y="1168583"/>
                  <a:pt x="556433" y="1180077"/>
                  <a:pt x="542268" y="1180077"/>
                </a:cubicBezTo>
                <a:cubicBezTo>
                  <a:pt x="528104" y="1180077"/>
                  <a:pt x="516610" y="1168583"/>
                  <a:pt x="516610" y="1154418"/>
                </a:cubicBezTo>
                <a:cubicBezTo>
                  <a:pt x="516610" y="1140253"/>
                  <a:pt x="528104" y="1128760"/>
                  <a:pt x="542268" y="1128760"/>
                </a:cubicBezTo>
                <a:close/>
                <a:moveTo>
                  <a:pt x="413858" y="1128760"/>
                </a:moveTo>
                <a:cubicBezTo>
                  <a:pt x="428023" y="1128760"/>
                  <a:pt x="439517" y="1140253"/>
                  <a:pt x="439517" y="1154418"/>
                </a:cubicBezTo>
                <a:cubicBezTo>
                  <a:pt x="439517" y="1168583"/>
                  <a:pt x="428023" y="1180077"/>
                  <a:pt x="413858" y="1180077"/>
                </a:cubicBezTo>
                <a:cubicBezTo>
                  <a:pt x="399694" y="1180077"/>
                  <a:pt x="388200" y="1168583"/>
                  <a:pt x="388200" y="1154418"/>
                </a:cubicBezTo>
                <a:cubicBezTo>
                  <a:pt x="388200" y="1140253"/>
                  <a:pt x="399694" y="1128760"/>
                  <a:pt x="413858" y="1128760"/>
                </a:cubicBezTo>
                <a:close/>
                <a:moveTo>
                  <a:pt x="25659" y="1128760"/>
                </a:moveTo>
                <a:cubicBezTo>
                  <a:pt x="39829" y="1128760"/>
                  <a:pt x="51317" y="1140247"/>
                  <a:pt x="51317" y="1154418"/>
                </a:cubicBezTo>
                <a:cubicBezTo>
                  <a:pt x="51317" y="1168589"/>
                  <a:pt x="39829" y="1180077"/>
                  <a:pt x="25659" y="1180077"/>
                </a:cubicBezTo>
                <a:cubicBezTo>
                  <a:pt x="11488" y="1180077"/>
                  <a:pt x="0" y="1168589"/>
                  <a:pt x="0" y="1154418"/>
                </a:cubicBezTo>
                <a:cubicBezTo>
                  <a:pt x="0" y="1140247"/>
                  <a:pt x="11488" y="1128760"/>
                  <a:pt x="25659" y="1128760"/>
                </a:cubicBezTo>
                <a:close/>
                <a:moveTo>
                  <a:pt x="11775107" y="1074423"/>
                </a:moveTo>
                <a:cubicBezTo>
                  <a:pt x="11782225" y="1074423"/>
                  <a:pt x="11787995" y="1080193"/>
                  <a:pt x="11787995" y="1087310"/>
                </a:cubicBezTo>
                <a:cubicBezTo>
                  <a:pt x="11787995" y="1094428"/>
                  <a:pt x="11782225" y="1100198"/>
                  <a:pt x="11775107" y="1100198"/>
                </a:cubicBezTo>
                <a:cubicBezTo>
                  <a:pt x="11767991" y="1100198"/>
                  <a:pt x="11762221" y="1094428"/>
                  <a:pt x="11762221" y="1087310"/>
                </a:cubicBezTo>
                <a:cubicBezTo>
                  <a:pt x="11762221" y="1080193"/>
                  <a:pt x="11767991" y="1074423"/>
                  <a:pt x="11775107" y="1074423"/>
                </a:cubicBezTo>
                <a:close/>
                <a:moveTo>
                  <a:pt x="11646697" y="1074423"/>
                </a:moveTo>
                <a:cubicBezTo>
                  <a:pt x="11653779" y="1074539"/>
                  <a:pt x="11659583" y="1080227"/>
                  <a:pt x="11659583" y="1087310"/>
                </a:cubicBezTo>
                <a:cubicBezTo>
                  <a:pt x="11659583" y="1094393"/>
                  <a:pt x="11653893" y="1100198"/>
                  <a:pt x="11646697" y="1100198"/>
                </a:cubicBezTo>
                <a:cubicBezTo>
                  <a:pt x="11639613" y="1100198"/>
                  <a:pt x="11633809" y="1094508"/>
                  <a:pt x="11633809" y="1087310"/>
                </a:cubicBezTo>
                <a:cubicBezTo>
                  <a:pt x="11633809" y="1080227"/>
                  <a:pt x="11639499" y="1074423"/>
                  <a:pt x="11646697" y="1074423"/>
                </a:cubicBezTo>
                <a:close/>
                <a:moveTo>
                  <a:pt x="11389875" y="1074423"/>
                </a:moveTo>
                <a:cubicBezTo>
                  <a:pt x="11396993" y="1074423"/>
                  <a:pt x="11402763" y="1080193"/>
                  <a:pt x="11402763" y="1087310"/>
                </a:cubicBezTo>
                <a:cubicBezTo>
                  <a:pt x="11402763" y="1094428"/>
                  <a:pt x="11396993" y="1100198"/>
                  <a:pt x="11389875" y="1100198"/>
                </a:cubicBezTo>
                <a:cubicBezTo>
                  <a:pt x="11382759" y="1100198"/>
                  <a:pt x="11376989" y="1094428"/>
                  <a:pt x="11376989" y="1087310"/>
                </a:cubicBezTo>
                <a:cubicBezTo>
                  <a:pt x="11376989" y="1080193"/>
                  <a:pt x="11382759" y="1074423"/>
                  <a:pt x="11389875" y="1074423"/>
                </a:cubicBezTo>
                <a:close/>
                <a:moveTo>
                  <a:pt x="11068848" y="1074423"/>
                </a:moveTo>
                <a:cubicBezTo>
                  <a:pt x="11075966" y="1074423"/>
                  <a:pt x="11081736" y="1080193"/>
                  <a:pt x="11081736" y="1087310"/>
                </a:cubicBezTo>
                <a:cubicBezTo>
                  <a:pt x="11081736" y="1094428"/>
                  <a:pt x="11075966" y="1100198"/>
                  <a:pt x="11068848" y="1100198"/>
                </a:cubicBezTo>
                <a:cubicBezTo>
                  <a:pt x="11061732" y="1100198"/>
                  <a:pt x="11055962" y="1094428"/>
                  <a:pt x="11055962" y="1087310"/>
                </a:cubicBezTo>
                <a:cubicBezTo>
                  <a:pt x="11055962" y="1080193"/>
                  <a:pt x="11061732" y="1074423"/>
                  <a:pt x="11068848" y="1074423"/>
                </a:cubicBezTo>
                <a:close/>
                <a:moveTo>
                  <a:pt x="10811912" y="1074423"/>
                </a:moveTo>
                <a:cubicBezTo>
                  <a:pt x="10819028" y="1074423"/>
                  <a:pt x="10824798" y="1080193"/>
                  <a:pt x="10824798" y="1087310"/>
                </a:cubicBezTo>
                <a:cubicBezTo>
                  <a:pt x="10824798" y="1094428"/>
                  <a:pt x="10819028" y="1100198"/>
                  <a:pt x="10811912" y="1100198"/>
                </a:cubicBezTo>
                <a:cubicBezTo>
                  <a:pt x="10804794" y="1100198"/>
                  <a:pt x="10799024" y="1094428"/>
                  <a:pt x="10799024" y="1087310"/>
                </a:cubicBezTo>
                <a:cubicBezTo>
                  <a:pt x="10799024" y="1080193"/>
                  <a:pt x="10804794" y="1074423"/>
                  <a:pt x="10811912" y="1074423"/>
                </a:cubicBezTo>
                <a:close/>
                <a:moveTo>
                  <a:pt x="10747708" y="1074423"/>
                </a:moveTo>
                <a:cubicBezTo>
                  <a:pt x="10754824" y="1074423"/>
                  <a:pt x="10760593" y="1080193"/>
                  <a:pt x="10760593" y="1087310"/>
                </a:cubicBezTo>
                <a:cubicBezTo>
                  <a:pt x="10760593" y="1094428"/>
                  <a:pt x="10754824" y="1100198"/>
                  <a:pt x="10747708" y="1100198"/>
                </a:cubicBezTo>
                <a:cubicBezTo>
                  <a:pt x="10740589" y="1100198"/>
                  <a:pt x="10734820" y="1094428"/>
                  <a:pt x="10734820" y="1087310"/>
                </a:cubicBezTo>
                <a:cubicBezTo>
                  <a:pt x="10734820" y="1080193"/>
                  <a:pt x="10740589" y="1074423"/>
                  <a:pt x="10747708" y="1074423"/>
                </a:cubicBezTo>
                <a:close/>
                <a:moveTo>
                  <a:pt x="10490885" y="1074423"/>
                </a:moveTo>
                <a:cubicBezTo>
                  <a:pt x="10498004" y="1074423"/>
                  <a:pt x="10503773" y="1080193"/>
                  <a:pt x="10503773" y="1087310"/>
                </a:cubicBezTo>
                <a:cubicBezTo>
                  <a:pt x="10503773" y="1094428"/>
                  <a:pt x="10498004" y="1100198"/>
                  <a:pt x="10490885" y="1100198"/>
                </a:cubicBezTo>
                <a:cubicBezTo>
                  <a:pt x="10483769" y="1100198"/>
                  <a:pt x="10477997" y="1094428"/>
                  <a:pt x="10477997" y="1087310"/>
                </a:cubicBezTo>
                <a:cubicBezTo>
                  <a:pt x="10477997" y="1080193"/>
                  <a:pt x="10483769" y="1074423"/>
                  <a:pt x="10490885" y="1074423"/>
                </a:cubicBezTo>
                <a:close/>
                <a:moveTo>
                  <a:pt x="9527689" y="1074423"/>
                </a:moveTo>
                <a:cubicBezTo>
                  <a:pt x="9534773" y="1074539"/>
                  <a:pt x="9540577" y="1080227"/>
                  <a:pt x="9540577" y="1087310"/>
                </a:cubicBezTo>
                <a:cubicBezTo>
                  <a:pt x="9540577" y="1094393"/>
                  <a:pt x="9534888" y="1100198"/>
                  <a:pt x="9527689" y="1100198"/>
                </a:cubicBezTo>
                <a:cubicBezTo>
                  <a:pt x="9520608" y="1100198"/>
                  <a:pt x="9514804" y="1094508"/>
                  <a:pt x="9514804" y="1087310"/>
                </a:cubicBezTo>
                <a:cubicBezTo>
                  <a:pt x="9514804" y="1080227"/>
                  <a:pt x="9520493" y="1074423"/>
                  <a:pt x="9527689" y="1074423"/>
                </a:cubicBezTo>
                <a:close/>
                <a:moveTo>
                  <a:pt x="8821315" y="1074423"/>
                </a:moveTo>
                <a:cubicBezTo>
                  <a:pt x="8828434" y="1074423"/>
                  <a:pt x="8834203" y="1080193"/>
                  <a:pt x="8834203" y="1087310"/>
                </a:cubicBezTo>
                <a:cubicBezTo>
                  <a:pt x="8834203" y="1094428"/>
                  <a:pt x="8828434" y="1100198"/>
                  <a:pt x="8821315" y="1100198"/>
                </a:cubicBezTo>
                <a:cubicBezTo>
                  <a:pt x="8814199" y="1100198"/>
                  <a:pt x="8808427" y="1094428"/>
                  <a:pt x="8808427" y="1087310"/>
                </a:cubicBezTo>
                <a:cubicBezTo>
                  <a:pt x="8808427" y="1080193"/>
                  <a:pt x="8814199" y="1074423"/>
                  <a:pt x="8821315" y="1074423"/>
                </a:cubicBezTo>
                <a:close/>
                <a:moveTo>
                  <a:pt x="8692906" y="1074423"/>
                </a:moveTo>
                <a:cubicBezTo>
                  <a:pt x="8699988" y="1074539"/>
                  <a:pt x="8705792" y="1080227"/>
                  <a:pt x="8705792" y="1087310"/>
                </a:cubicBezTo>
                <a:cubicBezTo>
                  <a:pt x="8705792" y="1094393"/>
                  <a:pt x="8700103" y="1100198"/>
                  <a:pt x="8692906" y="1100198"/>
                </a:cubicBezTo>
                <a:cubicBezTo>
                  <a:pt x="8685823" y="1100198"/>
                  <a:pt x="8680018" y="1094508"/>
                  <a:pt x="8680018" y="1087310"/>
                </a:cubicBezTo>
                <a:cubicBezTo>
                  <a:pt x="8680018" y="1080227"/>
                  <a:pt x="8685708" y="1074423"/>
                  <a:pt x="8692906" y="1074423"/>
                </a:cubicBezTo>
                <a:close/>
                <a:moveTo>
                  <a:pt x="7087658" y="1074423"/>
                </a:moveTo>
                <a:cubicBezTo>
                  <a:pt x="7094777" y="1074423"/>
                  <a:pt x="7100544" y="1080193"/>
                  <a:pt x="7100544" y="1087310"/>
                </a:cubicBezTo>
                <a:cubicBezTo>
                  <a:pt x="7100544" y="1094428"/>
                  <a:pt x="7094777" y="1100198"/>
                  <a:pt x="7087658" y="1100198"/>
                </a:cubicBezTo>
                <a:cubicBezTo>
                  <a:pt x="7080540" y="1100198"/>
                  <a:pt x="7074770" y="1094428"/>
                  <a:pt x="7074770" y="1087310"/>
                </a:cubicBezTo>
                <a:cubicBezTo>
                  <a:pt x="7074770" y="1080193"/>
                  <a:pt x="7080540" y="1074423"/>
                  <a:pt x="7087658" y="1074423"/>
                </a:cubicBezTo>
                <a:close/>
                <a:moveTo>
                  <a:pt x="6766631" y="1074423"/>
                </a:moveTo>
                <a:cubicBezTo>
                  <a:pt x="6773750" y="1074423"/>
                  <a:pt x="6779519" y="1080193"/>
                  <a:pt x="6779519" y="1087310"/>
                </a:cubicBezTo>
                <a:cubicBezTo>
                  <a:pt x="6779519" y="1094428"/>
                  <a:pt x="6773750" y="1100198"/>
                  <a:pt x="6766631" y="1100198"/>
                </a:cubicBezTo>
                <a:cubicBezTo>
                  <a:pt x="6759513" y="1100198"/>
                  <a:pt x="6753743" y="1094428"/>
                  <a:pt x="6753743" y="1087310"/>
                </a:cubicBezTo>
                <a:cubicBezTo>
                  <a:pt x="6753743" y="1080193"/>
                  <a:pt x="6759513" y="1074423"/>
                  <a:pt x="6766631" y="1074423"/>
                </a:cubicBezTo>
                <a:close/>
                <a:moveTo>
                  <a:pt x="6702427" y="1074423"/>
                </a:moveTo>
                <a:cubicBezTo>
                  <a:pt x="6709543" y="1074423"/>
                  <a:pt x="6715312" y="1080193"/>
                  <a:pt x="6715312" y="1087310"/>
                </a:cubicBezTo>
                <a:cubicBezTo>
                  <a:pt x="6715312" y="1094428"/>
                  <a:pt x="6709543" y="1100198"/>
                  <a:pt x="6702427" y="1100198"/>
                </a:cubicBezTo>
                <a:cubicBezTo>
                  <a:pt x="6695308" y="1100198"/>
                  <a:pt x="6689539" y="1094428"/>
                  <a:pt x="6689539" y="1087310"/>
                </a:cubicBezTo>
                <a:cubicBezTo>
                  <a:pt x="6689539" y="1080193"/>
                  <a:pt x="6695308" y="1074423"/>
                  <a:pt x="6702427" y="1074423"/>
                </a:cubicBezTo>
                <a:close/>
                <a:moveTo>
                  <a:pt x="6573900" y="1074423"/>
                </a:moveTo>
                <a:cubicBezTo>
                  <a:pt x="6581099" y="1074539"/>
                  <a:pt x="6586788" y="1080227"/>
                  <a:pt x="6586788" y="1087310"/>
                </a:cubicBezTo>
                <a:cubicBezTo>
                  <a:pt x="6586788" y="1094393"/>
                  <a:pt x="6581099" y="1100198"/>
                  <a:pt x="6573900" y="1100198"/>
                </a:cubicBezTo>
                <a:cubicBezTo>
                  <a:pt x="6566819" y="1100198"/>
                  <a:pt x="6561013" y="1094508"/>
                  <a:pt x="6561013" y="1087310"/>
                </a:cubicBezTo>
                <a:cubicBezTo>
                  <a:pt x="6561013" y="1080227"/>
                  <a:pt x="6566702" y="1074423"/>
                  <a:pt x="6573900" y="1074423"/>
                </a:cubicBezTo>
                <a:close/>
                <a:moveTo>
                  <a:pt x="6064505" y="1074423"/>
                </a:moveTo>
                <a:cubicBezTo>
                  <a:pt x="6071623" y="1074423"/>
                  <a:pt x="6077390" y="1080193"/>
                  <a:pt x="6077390" y="1087310"/>
                </a:cubicBezTo>
                <a:cubicBezTo>
                  <a:pt x="6077390" y="1094428"/>
                  <a:pt x="6071621" y="1100198"/>
                  <a:pt x="6064505" y="1100198"/>
                </a:cubicBezTo>
                <a:cubicBezTo>
                  <a:pt x="6057386" y="1100198"/>
                  <a:pt x="6051617" y="1094428"/>
                  <a:pt x="6051617" y="1087310"/>
                </a:cubicBezTo>
                <a:cubicBezTo>
                  <a:pt x="6051617" y="1080193"/>
                  <a:pt x="6057386" y="1074423"/>
                  <a:pt x="6064505" y="1074423"/>
                </a:cubicBezTo>
                <a:close/>
                <a:moveTo>
                  <a:pt x="5936092" y="1074423"/>
                </a:moveTo>
                <a:cubicBezTo>
                  <a:pt x="5943173" y="1074539"/>
                  <a:pt x="5948981" y="1080227"/>
                  <a:pt x="5948981" y="1087310"/>
                </a:cubicBezTo>
                <a:cubicBezTo>
                  <a:pt x="5948981" y="1094393"/>
                  <a:pt x="5943292" y="1100198"/>
                  <a:pt x="5936092" y="1100198"/>
                </a:cubicBezTo>
                <a:cubicBezTo>
                  <a:pt x="5929009" y="1100198"/>
                  <a:pt x="5923204" y="1094508"/>
                  <a:pt x="5923204" y="1087310"/>
                </a:cubicBezTo>
                <a:cubicBezTo>
                  <a:pt x="5923204" y="1080227"/>
                  <a:pt x="5928894" y="1074423"/>
                  <a:pt x="5936092" y="1074423"/>
                </a:cubicBezTo>
                <a:close/>
                <a:moveTo>
                  <a:pt x="5679272" y="1074423"/>
                </a:moveTo>
                <a:cubicBezTo>
                  <a:pt x="5686389" y="1074423"/>
                  <a:pt x="5692160" y="1080193"/>
                  <a:pt x="5692160" y="1087310"/>
                </a:cubicBezTo>
                <a:cubicBezTo>
                  <a:pt x="5692160" y="1094428"/>
                  <a:pt x="5686389" y="1100198"/>
                  <a:pt x="5679272" y="1100198"/>
                </a:cubicBezTo>
                <a:cubicBezTo>
                  <a:pt x="5672154" y="1100198"/>
                  <a:pt x="5666385" y="1094428"/>
                  <a:pt x="5666385" y="1087310"/>
                </a:cubicBezTo>
                <a:cubicBezTo>
                  <a:pt x="5666385" y="1080193"/>
                  <a:pt x="5672154" y="1074423"/>
                  <a:pt x="5679272" y="1074423"/>
                </a:cubicBezTo>
                <a:close/>
                <a:moveTo>
                  <a:pt x="5358245" y="1074423"/>
                </a:moveTo>
                <a:cubicBezTo>
                  <a:pt x="5365362" y="1074423"/>
                  <a:pt x="5371133" y="1080193"/>
                  <a:pt x="5371133" y="1087310"/>
                </a:cubicBezTo>
                <a:cubicBezTo>
                  <a:pt x="5371133" y="1094428"/>
                  <a:pt x="5365362" y="1100198"/>
                  <a:pt x="5358245" y="1100198"/>
                </a:cubicBezTo>
                <a:cubicBezTo>
                  <a:pt x="5351129" y="1100198"/>
                  <a:pt x="5345357" y="1094428"/>
                  <a:pt x="5345357" y="1087310"/>
                </a:cubicBezTo>
                <a:cubicBezTo>
                  <a:pt x="5345357" y="1080193"/>
                  <a:pt x="5351129" y="1074423"/>
                  <a:pt x="5358245" y="1074423"/>
                </a:cubicBezTo>
                <a:close/>
                <a:moveTo>
                  <a:pt x="5101308" y="1074423"/>
                </a:moveTo>
                <a:cubicBezTo>
                  <a:pt x="5108427" y="1074423"/>
                  <a:pt x="5114194" y="1080193"/>
                  <a:pt x="5114194" y="1087310"/>
                </a:cubicBezTo>
                <a:cubicBezTo>
                  <a:pt x="5114194" y="1094428"/>
                  <a:pt x="5108426" y="1100198"/>
                  <a:pt x="5101308" y="1100198"/>
                </a:cubicBezTo>
                <a:cubicBezTo>
                  <a:pt x="5094190" y="1100198"/>
                  <a:pt x="5088421" y="1094428"/>
                  <a:pt x="5088421" y="1087310"/>
                </a:cubicBezTo>
                <a:cubicBezTo>
                  <a:pt x="5088421" y="1080193"/>
                  <a:pt x="5094191" y="1074423"/>
                  <a:pt x="5101308" y="1074423"/>
                </a:cubicBezTo>
                <a:close/>
                <a:moveTo>
                  <a:pt x="5037104" y="1074423"/>
                </a:moveTo>
                <a:cubicBezTo>
                  <a:pt x="5044220" y="1074423"/>
                  <a:pt x="5049991" y="1080193"/>
                  <a:pt x="5049991" y="1087310"/>
                </a:cubicBezTo>
                <a:cubicBezTo>
                  <a:pt x="5049991" y="1094428"/>
                  <a:pt x="5044220" y="1100198"/>
                  <a:pt x="5037104" y="1100198"/>
                </a:cubicBezTo>
                <a:cubicBezTo>
                  <a:pt x="5029986" y="1100198"/>
                  <a:pt x="5024216" y="1094428"/>
                  <a:pt x="5024216" y="1087310"/>
                </a:cubicBezTo>
                <a:cubicBezTo>
                  <a:pt x="5024216" y="1080193"/>
                  <a:pt x="5029986" y="1074423"/>
                  <a:pt x="5037104" y="1074423"/>
                </a:cubicBezTo>
                <a:close/>
                <a:moveTo>
                  <a:pt x="4780282" y="1074423"/>
                </a:moveTo>
                <a:cubicBezTo>
                  <a:pt x="4787399" y="1074423"/>
                  <a:pt x="4793170" y="1080193"/>
                  <a:pt x="4793170" y="1087310"/>
                </a:cubicBezTo>
                <a:cubicBezTo>
                  <a:pt x="4793170" y="1094428"/>
                  <a:pt x="4787399" y="1100198"/>
                  <a:pt x="4780282" y="1100198"/>
                </a:cubicBezTo>
                <a:cubicBezTo>
                  <a:pt x="4773164" y="1100198"/>
                  <a:pt x="4767394" y="1094428"/>
                  <a:pt x="4767394" y="1087310"/>
                </a:cubicBezTo>
                <a:cubicBezTo>
                  <a:pt x="4767394" y="1080193"/>
                  <a:pt x="4773164" y="1074423"/>
                  <a:pt x="4780282" y="1074423"/>
                </a:cubicBezTo>
                <a:close/>
                <a:moveTo>
                  <a:pt x="3817086" y="1074423"/>
                </a:moveTo>
                <a:cubicBezTo>
                  <a:pt x="3824168" y="1074539"/>
                  <a:pt x="3829973" y="1080227"/>
                  <a:pt x="3829973" y="1087310"/>
                </a:cubicBezTo>
                <a:cubicBezTo>
                  <a:pt x="3829973" y="1094393"/>
                  <a:pt x="3824286" y="1100198"/>
                  <a:pt x="3817086" y="1100198"/>
                </a:cubicBezTo>
                <a:cubicBezTo>
                  <a:pt x="3810004" y="1100198"/>
                  <a:pt x="3804199" y="1094508"/>
                  <a:pt x="3804199" y="1087310"/>
                </a:cubicBezTo>
                <a:cubicBezTo>
                  <a:pt x="3804199" y="1080227"/>
                  <a:pt x="3809887" y="1074423"/>
                  <a:pt x="3817086" y="1074423"/>
                </a:cubicBezTo>
                <a:close/>
                <a:moveTo>
                  <a:pt x="3110712" y="1074423"/>
                </a:moveTo>
                <a:cubicBezTo>
                  <a:pt x="3117829" y="1074423"/>
                  <a:pt x="3123600" y="1080193"/>
                  <a:pt x="3123600" y="1087310"/>
                </a:cubicBezTo>
                <a:cubicBezTo>
                  <a:pt x="3123600" y="1094428"/>
                  <a:pt x="3117829" y="1100198"/>
                  <a:pt x="3110712" y="1100198"/>
                </a:cubicBezTo>
                <a:cubicBezTo>
                  <a:pt x="3103595" y="1100198"/>
                  <a:pt x="3097824" y="1094428"/>
                  <a:pt x="3097824" y="1087310"/>
                </a:cubicBezTo>
                <a:cubicBezTo>
                  <a:pt x="3097824" y="1080193"/>
                  <a:pt x="3103595" y="1074423"/>
                  <a:pt x="3110712" y="1074423"/>
                </a:cubicBezTo>
                <a:close/>
                <a:moveTo>
                  <a:pt x="2982301" y="1074423"/>
                </a:moveTo>
                <a:cubicBezTo>
                  <a:pt x="2989384" y="1074539"/>
                  <a:pt x="2995190" y="1080227"/>
                  <a:pt x="2995190" y="1087310"/>
                </a:cubicBezTo>
                <a:cubicBezTo>
                  <a:pt x="2995190" y="1094393"/>
                  <a:pt x="2989500" y="1100198"/>
                  <a:pt x="2982301" y="1100198"/>
                </a:cubicBezTo>
                <a:cubicBezTo>
                  <a:pt x="2975219" y="1100198"/>
                  <a:pt x="2969414" y="1094508"/>
                  <a:pt x="2969414" y="1087310"/>
                </a:cubicBezTo>
                <a:cubicBezTo>
                  <a:pt x="2969414" y="1080227"/>
                  <a:pt x="2975103" y="1074423"/>
                  <a:pt x="2982301" y="1074423"/>
                </a:cubicBezTo>
                <a:close/>
                <a:moveTo>
                  <a:pt x="1377055" y="1074423"/>
                </a:moveTo>
                <a:cubicBezTo>
                  <a:pt x="1384171" y="1074423"/>
                  <a:pt x="1389941" y="1080193"/>
                  <a:pt x="1389941" y="1087310"/>
                </a:cubicBezTo>
                <a:cubicBezTo>
                  <a:pt x="1389941" y="1094428"/>
                  <a:pt x="1384171" y="1100198"/>
                  <a:pt x="1377055" y="1100198"/>
                </a:cubicBezTo>
                <a:cubicBezTo>
                  <a:pt x="1369937" y="1100198"/>
                  <a:pt x="1364167" y="1094428"/>
                  <a:pt x="1364167" y="1087310"/>
                </a:cubicBezTo>
                <a:cubicBezTo>
                  <a:pt x="1364167" y="1080193"/>
                  <a:pt x="1369937" y="1074423"/>
                  <a:pt x="1377055" y="1074423"/>
                </a:cubicBezTo>
                <a:close/>
                <a:moveTo>
                  <a:pt x="1056027" y="1074423"/>
                </a:moveTo>
                <a:cubicBezTo>
                  <a:pt x="1063146" y="1074423"/>
                  <a:pt x="1068914" y="1080193"/>
                  <a:pt x="1068914" y="1087310"/>
                </a:cubicBezTo>
                <a:cubicBezTo>
                  <a:pt x="1068914" y="1094428"/>
                  <a:pt x="1063146" y="1100198"/>
                  <a:pt x="1056027" y="1100198"/>
                </a:cubicBezTo>
                <a:cubicBezTo>
                  <a:pt x="1048910" y="1100198"/>
                  <a:pt x="1043139" y="1094428"/>
                  <a:pt x="1043139" y="1087310"/>
                </a:cubicBezTo>
                <a:cubicBezTo>
                  <a:pt x="1043139" y="1080193"/>
                  <a:pt x="1048910" y="1074423"/>
                  <a:pt x="1056027" y="1074423"/>
                </a:cubicBezTo>
                <a:close/>
                <a:moveTo>
                  <a:pt x="991824" y="1074423"/>
                </a:moveTo>
                <a:cubicBezTo>
                  <a:pt x="998940" y="1074423"/>
                  <a:pt x="1004709" y="1080193"/>
                  <a:pt x="1004709" y="1087310"/>
                </a:cubicBezTo>
                <a:cubicBezTo>
                  <a:pt x="1004709" y="1094428"/>
                  <a:pt x="998940" y="1100198"/>
                  <a:pt x="991824" y="1100198"/>
                </a:cubicBezTo>
                <a:cubicBezTo>
                  <a:pt x="984705" y="1100198"/>
                  <a:pt x="978935" y="1094428"/>
                  <a:pt x="978935" y="1087310"/>
                </a:cubicBezTo>
                <a:cubicBezTo>
                  <a:pt x="978935" y="1080193"/>
                  <a:pt x="984705" y="1074423"/>
                  <a:pt x="991824" y="1074423"/>
                </a:cubicBezTo>
                <a:close/>
                <a:moveTo>
                  <a:pt x="863296" y="1074423"/>
                </a:moveTo>
                <a:cubicBezTo>
                  <a:pt x="870496" y="1074539"/>
                  <a:pt x="876184" y="1080227"/>
                  <a:pt x="876184" y="1087310"/>
                </a:cubicBezTo>
                <a:cubicBezTo>
                  <a:pt x="876184" y="1094393"/>
                  <a:pt x="870496" y="1100198"/>
                  <a:pt x="863296" y="1100198"/>
                </a:cubicBezTo>
                <a:cubicBezTo>
                  <a:pt x="856215" y="1100198"/>
                  <a:pt x="850407" y="1094508"/>
                  <a:pt x="850407" y="1087310"/>
                </a:cubicBezTo>
                <a:cubicBezTo>
                  <a:pt x="850407" y="1080227"/>
                  <a:pt x="856098" y="1074423"/>
                  <a:pt x="863296" y="1074423"/>
                </a:cubicBezTo>
                <a:close/>
                <a:moveTo>
                  <a:pt x="346686" y="1074423"/>
                </a:moveTo>
                <a:cubicBezTo>
                  <a:pt x="353804" y="1074423"/>
                  <a:pt x="359572" y="1080193"/>
                  <a:pt x="359572" y="1087310"/>
                </a:cubicBezTo>
                <a:cubicBezTo>
                  <a:pt x="359572" y="1094428"/>
                  <a:pt x="353802" y="1100198"/>
                  <a:pt x="346686" y="1100198"/>
                </a:cubicBezTo>
                <a:cubicBezTo>
                  <a:pt x="339567" y="1100198"/>
                  <a:pt x="333799" y="1094428"/>
                  <a:pt x="333799" y="1087310"/>
                </a:cubicBezTo>
                <a:cubicBezTo>
                  <a:pt x="333799" y="1080193"/>
                  <a:pt x="339567" y="1074423"/>
                  <a:pt x="346686" y="1074423"/>
                </a:cubicBezTo>
                <a:close/>
                <a:moveTo>
                  <a:pt x="218274" y="1074423"/>
                </a:moveTo>
                <a:cubicBezTo>
                  <a:pt x="225357" y="1074539"/>
                  <a:pt x="231162" y="1080227"/>
                  <a:pt x="231162" y="1087310"/>
                </a:cubicBezTo>
                <a:cubicBezTo>
                  <a:pt x="231162" y="1094393"/>
                  <a:pt x="225473" y="1100198"/>
                  <a:pt x="218274" y="1100198"/>
                </a:cubicBezTo>
                <a:cubicBezTo>
                  <a:pt x="211191" y="1100198"/>
                  <a:pt x="205386" y="1094508"/>
                  <a:pt x="205386" y="1087310"/>
                </a:cubicBezTo>
                <a:cubicBezTo>
                  <a:pt x="205386" y="1080227"/>
                  <a:pt x="211076" y="1074423"/>
                  <a:pt x="218274" y="1074423"/>
                </a:cubicBezTo>
                <a:close/>
                <a:moveTo>
                  <a:pt x="12034897" y="1061651"/>
                </a:moveTo>
                <a:cubicBezTo>
                  <a:pt x="12049061" y="1061651"/>
                  <a:pt x="12060557" y="1073146"/>
                  <a:pt x="12060557" y="1087310"/>
                </a:cubicBezTo>
                <a:cubicBezTo>
                  <a:pt x="12060557" y="1101475"/>
                  <a:pt x="12049061" y="1112969"/>
                  <a:pt x="12034897" y="1112969"/>
                </a:cubicBezTo>
                <a:cubicBezTo>
                  <a:pt x="12020731" y="1112969"/>
                  <a:pt x="12009237" y="1101475"/>
                  <a:pt x="12009237" y="1087310"/>
                </a:cubicBezTo>
                <a:cubicBezTo>
                  <a:pt x="12009237" y="1073146"/>
                  <a:pt x="12020731" y="1061651"/>
                  <a:pt x="12034897" y="1061651"/>
                </a:cubicBezTo>
                <a:close/>
                <a:moveTo>
                  <a:pt x="11970691" y="1061651"/>
                </a:moveTo>
                <a:cubicBezTo>
                  <a:pt x="11984855" y="1061651"/>
                  <a:pt x="11996349" y="1073146"/>
                  <a:pt x="11996349" y="1087310"/>
                </a:cubicBezTo>
                <a:cubicBezTo>
                  <a:pt x="11996349" y="1101475"/>
                  <a:pt x="11984855" y="1112969"/>
                  <a:pt x="11970691" y="1112969"/>
                </a:cubicBezTo>
                <a:cubicBezTo>
                  <a:pt x="11956525" y="1112969"/>
                  <a:pt x="11945033" y="1101475"/>
                  <a:pt x="11945033" y="1087310"/>
                </a:cubicBezTo>
                <a:cubicBezTo>
                  <a:pt x="11945033" y="1073146"/>
                  <a:pt x="11956525" y="1061651"/>
                  <a:pt x="11970691" y="1061651"/>
                </a:cubicBezTo>
                <a:close/>
                <a:moveTo>
                  <a:pt x="11842279" y="1061651"/>
                </a:moveTo>
                <a:cubicBezTo>
                  <a:pt x="11856445" y="1061651"/>
                  <a:pt x="11867941" y="1073146"/>
                  <a:pt x="11867941" y="1087310"/>
                </a:cubicBezTo>
                <a:cubicBezTo>
                  <a:pt x="11867941" y="1101475"/>
                  <a:pt x="11856445" y="1112969"/>
                  <a:pt x="11842279" y="1112969"/>
                </a:cubicBezTo>
                <a:cubicBezTo>
                  <a:pt x="11828117" y="1112969"/>
                  <a:pt x="11816621" y="1101475"/>
                  <a:pt x="11816621" y="1087310"/>
                </a:cubicBezTo>
                <a:cubicBezTo>
                  <a:pt x="11816621" y="1073146"/>
                  <a:pt x="11828117" y="1061651"/>
                  <a:pt x="11842279" y="1061651"/>
                </a:cubicBezTo>
                <a:close/>
                <a:moveTo>
                  <a:pt x="11454081" y="1061651"/>
                </a:moveTo>
                <a:cubicBezTo>
                  <a:pt x="11468253" y="1061651"/>
                  <a:pt x="11479739" y="1073140"/>
                  <a:pt x="11479739" y="1087310"/>
                </a:cubicBezTo>
                <a:cubicBezTo>
                  <a:pt x="11479739" y="1101482"/>
                  <a:pt x="11468253" y="1112969"/>
                  <a:pt x="11454081" y="1112969"/>
                </a:cubicBezTo>
                <a:cubicBezTo>
                  <a:pt x="11439909" y="1112969"/>
                  <a:pt x="11428421" y="1101482"/>
                  <a:pt x="11428421" y="1087310"/>
                </a:cubicBezTo>
                <a:cubicBezTo>
                  <a:pt x="11428421" y="1073140"/>
                  <a:pt x="11439909" y="1061651"/>
                  <a:pt x="11454081" y="1061651"/>
                </a:cubicBezTo>
                <a:close/>
                <a:moveTo>
                  <a:pt x="11325670" y="1061651"/>
                </a:moveTo>
                <a:cubicBezTo>
                  <a:pt x="11339835" y="1061651"/>
                  <a:pt x="11351329" y="1073146"/>
                  <a:pt x="11351329" y="1087310"/>
                </a:cubicBezTo>
                <a:cubicBezTo>
                  <a:pt x="11351329" y="1101475"/>
                  <a:pt x="11339835" y="1112969"/>
                  <a:pt x="11325670" y="1112969"/>
                </a:cubicBezTo>
                <a:cubicBezTo>
                  <a:pt x="11311505" y="1112969"/>
                  <a:pt x="11300012" y="1101475"/>
                  <a:pt x="11300012" y="1087310"/>
                </a:cubicBezTo>
                <a:cubicBezTo>
                  <a:pt x="11300012" y="1073146"/>
                  <a:pt x="11311505" y="1061651"/>
                  <a:pt x="11325670" y="1061651"/>
                </a:cubicBezTo>
                <a:close/>
                <a:moveTo>
                  <a:pt x="11197259" y="1061651"/>
                </a:moveTo>
                <a:cubicBezTo>
                  <a:pt x="11211424" y="1061651"/>
                  <a:pt x="11222917" y="1073146"/>
                  <a:pt x="11222917" y="1087310"/>
                </a:cubicBezTo>
                <a:cubicBezTo>
                  <a:pt x="11222917" y="1101475"/>
                  <a:pt x="11211424" y="1112969"/>
                  <a:pt x="11197259" y="1112969"/>
                </a:cubicBezTo>
                <a:cubicBezTo>
                  <a:pt x="11183094" y="1112969"/>
                  <a:pt x="11171601" y="1101475"/>
                  <a:pt x="11171601" y="1087310"/>
                </a:cubicBezTo>
                <a:cubicBezTo>
                  <a:pt x="11171601" y="1073146"/>
                  <a:pt x="11183094" y="1061651"/>
                  <a:pt x="11197259" y="1061651"/>
                </a:cubicBezTo>
                <a:close/>
                <a:moveTo>
                  <a:pt x="11133055" y="1061651"/>
                </a:moveTo>
                <a:cubicBezTo>
                  <a:pt x="11147225" y="1061651"/>
                  <a:pt x="11158713" y="1073140"/>
                  <a:pt x="11158713" y="1087310"/>
                </a:cubicBezTo>
                <a:cubicBezTo>
                  <a:pt x="11158713" y="1101482"/>
                  <a:pt x="11147225" y="1112969"/>
                  <a:pt x="11133055" y="1112969"/>
                </a:cubicBezTo>
                <a:cubicBezTo>
                  <a:pt x="11118884" y="1112969"/>
                  <a:pt x="11107396" y="1101482"/>
                  <a:pt x="11107396" y="1087310"/>
                </a:cubicBezTo>
                <a:cubicBezTo>
                  <a:pt x="11107396" y="1073140"/>
                  <a:pt x="11118884" y="1061651"/>
                  <a:pt x="11133055" y="1061651"/>
                </a:cubicBezTo>
                <a:close/>
                <a:moveTo>
                  <a:pt x="10940321" y="1061651"/>
                </a:moveTo>
                <a:cubicBezTo>
                  <a:pt x="10954604" y="1061651"/>
                  <a:pt x="10965982" y="1073146"/>
                  <a:pt x="10965982" y="1087310"/>
                </a:cubicBezTo>
                <a:cubicBezTo>
                  <a:pt x="10965982" y="1101475"/>
                  <a:pt x="10954486" y="1112969"/>
                  <a:pt x="10940321" y="1112969"/>
                </a:cubicBezTo>
                <a:cubicBezTo>
                  <a:pt x="10926156" y="1112969"/>
                  <a:pt x="10914663" y="1101475"/>
                  <a:pt x="10914663" y="1087310"/>
                </a:cubicBezTo>
                <a:cubicBezTo>
                  <a:pt x="10914663" y="1073146"/>
                  <a:pt x="10926156" y="1061651"/>
                  <a:pt x="10940321" y="1061651"/>
                </a:cubicBezTo>
                <a:close/>
                <a:moveTo>
                  <a:pt x="10683501" y="1061651"/>
                </a:moveTo>
                <a:cubicBezTo>
                  <a:pt x="10697666" y="1061651"/>
                  <a:pt x="10709159" y="1073146"/>
                  <a:pt x="10709159" y="1087310"/>
                </a:cubicBezTo>
                <a:cubicBezTo>
                  <a:pt x="10709159" y="1101475"/>
                  <a:pt x="10697666" y="1112969"/>
                  <a:pt x="10683501" y="1112969"/>
                </a:cubicBezTo>
                <a:cubicBezTo>
                  <a:pt x="10669336" y="1112969"/>
                  <a:pt x="10657843" y="1101475"/>
                  <a:pt x="10657843" y="1087310"/>
                </a:cubicBezTo>
                <a:cubicBezTo>
                  <a:pt x="10657843" y="1073146"/>
                  <a:pt x="10669336" y="1061651"/>
                  <a:pt x="10683501" y="1061651"/>
                </a:cubicBezTo>
                <a:close/>
                <a:moveTo>
                  <a:pt x="10619297" y="1061651"/>
                </a:moveTo>
                <a:cubicBezTo>
                  <a:pt x="10633462" y="1061651"/>
                  <a:pt x="10644955" y="1073146"/>
                  <a:pt x="10644955" y="1087310"/>
                </a:cubicBezTo>
                <a:cubicBezTo>
                  <a:pt x="10644955" y="1101475"/>
                  <a:pt x="10633462" y="1112969"/>
                  <a:pt x="10619297" y="1112969"/>
                </a:cubicBezTo>
                <a:cubicBezTo>
                  <a:pt x="10605132" y="1112969"/>
                  <a:pt x="10593639" y="1101475"/>
                  <a:pt x="10593639" y="1087310"/>
                </a:cubicBezTo>
                <a:cubicBezTo>
                  <a:pt x="10593639" y="1073146"/>
                  <a:pt x="10605132" y="1061651"/>
                  <a:pt x="10619297" y="1061651"/>
                </a:cubicBezTo>
                <a:close/>
                <a:moveTo>
                  <a:pt x="10555092" y="1061651"/>
                </a:moveTo>
                <a:cubicBezTo>
                  <a:pt x="10569255" y="1061651"/>
                  <a:pt x="10580751" y="1073146"/>
                  <a:pt x="10580751" y="1087310"/>
                </a:cubicBezTo>
                <a:cubicBezTo>
                  <a:pt x="10580751" y="1101475"/>
                  <a:pt x="10569255" y="1112969"/>
                  <a:pt x="10555092" y="1112969"/>
                </a:cubicBezTo>
                <a:cubicBezTo>
                  <a:pt x="10540927" y="1112969"/>
                  <a:pt x="10529432" y="1101475"/>
                  <a:pt x="10529432" y="1087310"/>
                </a:cubicBezTo>
                <a:cubicBezTo>
                  <a:pt x="10529432" y="1073146"/>
                  <a:pt x="10540927" y="1061651"/>
                  <a:pt x="10555092" y="1061651"/>
                </a:cubicBezTo>
                <a:close/>
                <a:moveTo>
                  <a:pt x="10362474" y="1061651"/>
                </a:moveTo>
                <a:cubicBezTo>
                  <a:pt x="10376647" y="1061651"/>
                  <a:pt x="10388135" y="1073140"/>
                  <a:pt x="10388135" y="1087310"/>
                </a:cubicBezTo>
                <a:cubicBezTo>
                  <a:pt x="10388135" y="1101482"/>
                  <a:pt x="10376647" y="1112969"/>
                  <a:pt x="10362474" y="1112969"/>
                </a:cubicBezTo>
                <a:cubicBezTo>
                  <a:pt x="10348304" y="1112969"/>
                  <a:pt x="10336816" y="1101482"/>
                  <a:pt x="10336816" y="1087310"/>
                </a:cubicBezTo>
                <a:cubicBezTo>
                  <a:pt x="10336816" y="1073140"/>
                  <a:pt x="10348304" y="1061651"/>
                  <a:pt x="10362474" y="1061651"/>
                </a:cubicBezTo>
                <a:close/>
                <a:moveTo>
                  <a:pt x="10298270" y="1061651"/>
                </a:moveTo>
                <a:cubicBezTo>
                  <a:pt x="10312435" y="1061651"/>
                  <a:pt x="10323928" y="1073146"/>
                  <a:pt x="10323928" y="1087310"/>
                </a:cubicBezTo>
                <a:cubicBezTo>
                  <a:pt x="10323928" y="1101475"/>
                  <a:pt x="10312435" y="1112969"/>
                  <a:pt x="10298270" y="1112969"/>
                </a:cubicBezTo>
                <a:cubicBezTo>
                  <a:pt x="10284105" y="1112969"/>
                  <a:pt x="10272611" y="1101475"/>
                  <a:pt x="10272611" y="1087310"/>
                </a:cubicBezTo>
                <a:cubicBezTo>
                  <a:pt x="10272611" y="1073146"/>
                  <a:pt x="10284105" y="1061651"/>
                  <a:pt x="10298270" y="1061651"/>
                </a:cubicBezTo>
                <a:close/>
                <a:moveTo>
                  <a:pt x="10234065" y="1061651"/>
                </a:moveTo>
                <a:cubicBezTo>
                  <a:pt x="10248228" y="1061651"/>
                  <a:pt x="10259723" y="1073146"/>
                  <a:pt x="10259723" y="1087310"/>
                </a:cubicBezTo>
                <a:cubicBezTo>
                  <a:pt x="10259723" y="1101475"/>
                  <a:pt x="10248228" y="1112969"/>
                  <a:pt x="10234065" y="1112969"/>
                </a:cubicBezTo>
                <a:cubicBezTo>
                  <a:pt x="10219900" y="1112969"/>
                  <a:pt x="10208404" y="1101475"/>
                  <a:pt x="10208404" y="1087310"/>
                </a:cubicBezTo>
                <a:cubicBezTo>
                  <a:pt x="10208404" y="1073146"/>
                  <a:pt x="10219900" y="1061651"/>
                  <a:pt x="10234065" y="1061651"/>
                </a:cubicBezTo>
                <a:close/>
                <a:moveTo>
                  <a:pt x="10105654" y="1061651"/>
                </a:moveTo>
                <a:cubicBezTo>
                  <a:pt x="10119819" y="1061651"/>
                  <a:pt x="10131312" y="1073146"/>
                  <a:pt x="10131312" y="1087310"/>
                </a:cubicBezTo>
                <a:cubicBezTo>
                  <a:pt x="10131312" y="1101475"/>
                  <a:pt x="10119819" y="1112969"/>
                  <a:pt x="10105654" y="1112969"/>
                </a:cubicBezTo>
                <a:cubicBezTo>
                  <a:pt x="10091489" y="1112969"/>
                  <a:pt x="10079996" y="1101475"/>
                  <a:pt x="10079996" y="1087310"/>
                </a:cubicBezTo>
                <a:cubicBezTo>
                  <a:pt x="10079996" y="1073146"/>
                  <a:pt x="10091489" y="1061651"/>
                  <a:pt x="10105654" y="1061651"/>
                </a:cubicBezTo>
                <a:close/>
                <a:moveTo>
                  <a:pt x="9720307" y="1061651"/>
                </a:moveTo>
                <a:cubicBezTo>
                  <a:pt x="9734470" y="1061651"/>
                  <a:pt x="9745965" y="1073146"/>
                  <a:pt x="9745965" y="1087310"/>
                </a:cubicBezTo>
                <a:cubicBezTo>
                  <a:pt x="9745965" y="1101475"/>
                  <a:pt x="9734470" y="1112969"/>
                  <a:pt x="9720307" y="1112969"/>
                </a:cubicBezTo>
                <a:cubicBezTo>
                  <a:pt x="9706142" y="1112969"/>
                  <a:pt x="9694646" y="1101475"/>
                  <a:pt x="9694646" y="1087310"/>
                </a:cubicBezTo>
                <a:cubicBezTo>
                  <a:pt x="9694646" y="1073146"/>
                  <a:pt x="9706142" y="1061651"/>
                  <a:pt x="9720307" y="1061651"/>
                </a:cubicBezTo>
                <a:close/>
                <a:moveTo>
                  <a:pt x="9463485" y="1061651"/>
                </a:moveTo>
                <a:cubicBezTo>
                  <a:pt x="9477650" y="1061651"/>
                  <a:pt x="9489143" y="1073146"/>
                  <a:pt x="9489143" y="1087310"/>
                </a:cubicBezTo>
                <a:cubicBezTo>
                  <a:pt x="9489143" y="1101475"/>
                  <a:pt x="9477650" y="1112969"/>
                  <a:pt x="9463485" y="1112969"/>
                </a:cubicBezTo>
                <a:cubicBezTo>
                  <a:pt x="9449320" y="1112969"/>
                  <a:pt x="9437826" y="1101475"/>
                  <a:pt x="9437826" y="1087310"/>
                </a:cubicBezTo>
                <a:cubicBezTo>
                  <a:pt x="9437826" y="1073146"/>
                  <a:pt x="9449320" y="1061651"/>
                  <a:pt x="9463485" y="1061651"/>
                </a:cubicBezTo>
                <a:close/>
                <a:moveTo>
                  <a:pt x="9078253" y="1061651"/>
                </a:moveTo>
                <a:cubicBezTo>
                  <a:pt x="9092418" y="1061651"/>
                  <a:pt x="9103911" y="1073146"/>
                  <a:pt x="9103911" y="1087310"/>
                </a:cubicBezTo>
                <a:cubicBezTo>
                  <a:pt x="9103911" y="1101475"/>
                  <a:pt x="9092418" y="1112969"/>
                  <a:pt x="9078253" y="1112969"/>
                </a:cubicBezTo>
                <a:cubicBezTo>
                  <a:pt x="9064088" y="1112969"/>
                  <a:pt x="9052595" y="1101475"/>
                  <a:pt x="9052595" y="1087310"/>
                </a:cubicBezTo>
                <a:cubicBezTo>
                  <a:pt x="9052595" y="1073146"/>
                  <a:pt x="9064088" y="1061651"/>
                  <a:pt x="9078253" y="1061651"/>
                </a:cubicBezTo>
                <a:close/>
                <a:moveTo>
                  <a:pt x="8564495" y="1061651"/>
                </a:moveTo>
                <a:cubicBezTo>
                  <a:pt x="8578665" y="1061651"/>
                  <a:pt x="8590153" y="1073140"/>
                  <a:pt x="8590153" y="1087310"/>
                </a:cubicBezTo>
                <a:cubicBezTo>
                  <a:pt x="8590153" y="1101482"/>
                  <a:pt x="8578665" y="1112969"/>
                  <a:pt x="8564495" y="1112969"/>
                </a:cubicBezTo>
                <a:cubicBezTo>
                  <a:pt x="8550325" y="1112969"/>
                  <a:pt x="8538837" y="1101482"/>
                  <a:pt x="8538837" y="1087310"/>
                </a:cubicBezTo>
                <a:cubicBezTo>
                  <a:pt x="8538837" y="1073140"/>
                  <a:pt x="8550325" y="1061651"/>
                  <a:pt x="8564495" y="1061651"/>
                </a:cubicBezTo>
                <a:close/>
                <a:moveTo>
                  <a:pt x="8050852" y="1061651"/>
                </a:moveTo>
                <a:cubicBezTo>
                  <a:pt x="8065017" y="1061651"/>
                  <a:pt x="8076510" y="1073146"/>
                  <a:pt x="8076510" y="1087310"/>
                </a:cubicBezTo>
                <a:cubicBezTo>
                  <a:pt x="8076510" y="1101475"/>
                  <a:pt x="8065017" y="1112969"/>
                  <a:pt x="8050852" y="1112969"/>
                </a:cubicBezTo>
                <a:cubicBezTo>
                  <a:pt x="8036687" y="1112969"/>
                  <a:pt x="8025194" y="1101475"/>
                  <a:pt x="8025194" y="1087310"/>
                </a:cubicBezTo>
                <a:cubicBezTo>
                  <a:pt x="8025194" y="1073146"/>
                  <a:pt x="8036687" y="1061651"/>
                  <a:pt x="8050852" y="1061651"/>
                </a:cubicBezTo>
                <a:close/>
                <a:moveTo>
                  <a:pt x="7986648" y="1061651"/>
                </a:moveTo>
                <a:cubicBezTo>
                  <a:pt x="8000813" y="1061651"/>
                  <a:pt x="8012306" y="1073146"/>
                  <a:pt x="8012306" y="1087310"/>
                </a:cubicBezTo>
                <a:cubicBezTo>
                  <a:pt x="8012306" y="1101475"/>
                  <a:pt x="8000813" y="1112969"/>
                  <a:pt x="7986648" y="1112969"/>
                </a:cubicBezTo>
                <a:cubicBezTo>
                  <a:pt x="7972483" y="1112969"/>
                  <a:pt x="7960990" y="1101475"/>
                  <a:pt x="7960990" y="1087310"/>
                </a:cubicBezTo>
                <a:cubicBezTo>
                  <a:pt x="7960990" y="1073146"/>
                  <a:pt x="7972483" y="1061651"/>
                  <a:pt x="7986648" y="1061651"/>
                </a:cubicBezTo>
                <a:close/>
                <a:moveTo>
                  <a:pt x="7858237" y="1061651"/>
                </a:moveTo>
                <a:cubicBezTo>
                  <a:pt x="7872407" y="1061651"/>
                  <a:pt x="7883895" y="1073140"/>
                  <a:pt x="7883895" y="1087310"/>
                </a:cubicBezTo>
                <a:cubicBezTo>
                  <a:pt x="7883895" y="1101482"/>
                  <a:pt x="7872407" y="1112969"/>
                  <a:pt x="7858237" y="1112969"/>
                </a:cubicBezTo>
                <a:cubicBezTo>
                  <a:pt x="7844066" y="1112969"/>
                  <a:pt x="7832578" y="1101482"/>
                  <a:pt x="7832578" y="1087310"/>
                </a:cubicBezTo>
                <a:cubicBezTo>
                  <a:pt x="7832578" y="1073140"/>
                  <a:pt x="7844066" y="1061651"/>
                  <a:pt x="7858237" y="1061651"/>
                </a:cubicBezTo>
                <a:close/>
                <a:moveTo>
                  <a:pt x="7794032" y="1061651"/>
                </a:moveTo>
                <a:cubicBezTo>
                  <a:pt x="7808203" y="1061651"/>
                  <a:pt x="7819690" y="1073140"/>
                  <a:pt x="7819690" y="1087310"/>
                </a:cubicBezTo>
                <a:cubicBezTo>
                  <a:pt x="7819690" y="1101482"/>
                  <a:pt x="7808203" y="1112969"/>
                  <a:pt x="7794032" y="1112969"/>
                </a:cubicBezTo>
                <a:cubicBezTo>
                  <a:pt x="7779862" y="1112969"/>
                  <a:pt x="7768371" y="1101482"/>
                  <a:pt x="7768371" y="1087310"/>
                </a:cubicBezTo>
                <a:cubicBezTo>
                  <a:pt x="7768371" y="1073140"/>
                  <a:pt x="7779862" y="1061651"/>
                  <a:pt x="7794032" y="1061651"/>
                </a:cubicBezTo>
                <a:close/>
                <a:moveTo>
                  <a:pt x="7729825" y="1061651"/>
                </a:moveTo>
                <a:cubicBezTo>
                  <a:pt x="7743990" y="1061651"/>
                  <a:pt x="7755486" y="1073146"/>
                  <a:pt x="7755486" y="1087310"/>
                </a:cubicBezTo>
                <a:cubicBezTo>
                  <a:pt x="7755486" y="1101475"/>
                  <a:pt x="7743990" y="1112969"/>
                  <a:pt x="7729825" y="1112969"/>
                </a:cubicBezTo>
                <a:cubicBezTo>
                  <a:pt x="7715660" y="1112969"/>
                  <a:pt x="7704167" y="1101475"/>
                  <a:pt x="7704167" y="1087310"/>
                </a:cubicBezTo>
                <a:cubicBezTo>
                  <a:pt x="7704167" y="1073146"/>
                  <a:pt x="7715660" y="1061651"/>
                  <a:pt x="7729825" y="1061651"/>
                </a:cubicBezTo>
                <a:close/>
                <a:moveTo>
                  <a:pt x="7665621" y="1061651"/>
                </a:moveTo>
                <a:cubicBezTo>
                  <a:pt x="7679786" y="1061651"/>
                  <a:pt x="7691279" y="1073146"/>
                  <a:pt x="7691279" y="1087310"/>
                </a:cubicBezTo>
                <a:cubicBezTo>
                  <a:pt x="7691279" y="1101475"/>
                  <a:pt x="7679786" y="1112969"/>
                  <a:pt x="7665621" y="1112969"/>
                </a:cubicBezTo>
                <a:cubicBezTo>
                  <a:pt x="7651456" y="1112969"/>
                  <a:pt x="7639963" y="1101475"/>
                  <a:pt x="7639963" y="1087310"/>
                </a:cubicBezTo>
                <a:cubicBezTo>
                  <a:pt x="7639963" y="1073146"/>
                  <a:pt x="7651456" y="1061651"/>
                  <a:pt x="7665621" y="1061651"/>
                </a:cubicBezTo>
                <a:close/>
                <a:moveTo>
                  <a:pt x="7601299" y="1061651"/>
                </a:moveTo>
                <a:cubicBezTo>
                  <a:pt x="7615464" y="1061651"/>
                  <a:pt x="7626959" y="1073146"/>
                  <a:pt x="7626959" y="1087310"/>
                </a:cubicBezTo>
                <a:cubicBezTo>
                  <a:pt x="7626959" y="1101475"/>
                  <a:pt x="7615464" y="1112969"/>
                  <a:pt x="7601299" y="1112969"/>
                </a:cubicBezTo>
                <a:cubicBezTo>
                  <a:pt x="7587134" y="1112969"/>
                  <a:pt x="7575640" y="1101475"/>
                  <a:pt x="7575640" y="1087310"/>
                </a:cubicBezTo>
                <a:cubicBezTo>
                  <a:pt x="7575640" y="1073146"/>
                  <a:pt x="7587134" y="1061651"/>
                  <a:pt x="7601299" y="1061651"/>
                </a:cubicBezTo>
                <a:close/>
                <a:moveTo>
                  <a:pt x="7537094" y="1061651"/>
                </a:moveTo>
                <a:cubicBezTo>
                  <a:pt x="7551259" y="1061651"/>
                  <a:pt x="7562752" y="1073146"/>
                  <a:pt x="7562752" y="1087310"/>
                </a:cubicBezTo>
                <a:cubicBezTo>
                  <a:pt x="7562752" y="1101475"/>
                  <a:pt x="7551259" y="1112969"/>
                  <a:pt x="7537094" y="1112969"/>
                </a:cubicBezTo>
                <a:cubicBezTo>
                  <a:pt x="7522929" y="1112969"/>
                  <a:pt x="7511436" y="1101475"/>
                  <a:pt x="7511436" y="1087310"/>
                </a:cubicBezTo>
                <a:cubicBezTo>
                  <a:pt x="7511436" y="1073146"/>
                  <a:pt x="7522929" y="1061651"/>
                  <a:pt x="7537094" y="1061651"/>
                </a:cubicBezTo>
                <a:close/>
                <a:moveTo>
                  <a:pt x="7472890" y="1061651"/>
                </a:moveTo>
                <a:cubicBezTo>
                  <a:pt x="7487060" y="1061651"/>
                  <a:pt x="7498548" y="1073140"/>
                  <a:pt x="7498548" y="1087310"/>
                </a:cubicBezTo>
                <a:cubicBezTo>
                  <a:pt x="7498548" y="1101482"/>
                  <a:pt x="7487060" y="1112969"/>
                  <a:pt x="7472890" y="1112969"/>
                </a:cubicBezTo>
                <a:cubicBezTo>
                  <a:pt x="7458717" y="1112969"/>
                  <a:pt x="7447229" y="1101482"/>
                  <a:pt x="7447229" y="1087310"/>
                </a:cubicBezTo>
                <a:cubicBezTo>
                  <a:pt x="7447229" y="1073140"/>
                  <a:pt x="7458717" y="1061651"/>
                  <a:pt x="7472890" y="1061651"/>
                </a:cubicBezTo>
                <a:close/>
                <a:moveTo>
                  <a:pt x="7216067" y="1061651"/>
                </a:moveTo>
                <a:cubicBezTo>
                  <a:pt x="7230232" y="1061651"/>
                  <a:pt x="7241725" y="1073146"/>
                  <a:pt x="7241725" y="1087310"/>
                </a:cubicBezTo>
                <a:cubicBezTo>
                  <a:pt x="7241725" y="1101475"/>
                  <a:pt x="7230232" y="1112969"/>
                  <a:pt x="7216067" y="1112969"/>
                </a:cubicBezTo>
                <a:cubicBezTo>
                  <a:pt x="7201902" y="1112969"/>
                  <a:pt x="7190409" y="1101475"/>
                  <a:pt x="7190409" y="1087310"/>
                </a:cubicBezTo>
                <a:cubicBezTo>
                  <a:pt x="7190409" y="1073146"/>
                  <a:pt x="7201902" y="1061651"/>
                  <a:pt x="7216067" y="1061651"/>
                </a:cubicBezTo>
                <a:close/>
                <a:moveTo>
                  <a:pt x="7151863" y="1061651"/>
                </a:moveTo>
                <a:cubicBezTo>
                  <a:pt x="7166033" y="1061651"/>
                  <a:pt x="7177521" y="1073140"/>
                  <a:pt x="7177521" y="1087310"/>
                </a:cubicBezTo>
                <a:cubicBezTo>
                  <a:pt x="7177521" y="1101482"/>
                  <a:pt x="7166033" y="1112969"/>
                  <a:pt x="7151863" y="1112969"/>
                </a:cubicBezTo>
                <a:cubicBezTo>
                  <a:pt x="7137692" y="1112969"/>
                  <a:pt x="7126205" y="1101482"/>
                  <a:pt x="7126205" y="1087310"/>
                </a:cubicBezTo>
                <a:cubicBezTo>
                  <a:pt x="7126205" y="1073140"/>
                  <a:pt x="7137692" y="1061651"/>
                  <a:pt x="7151863" y="1061651"/>
                </a:cubicBezTo>
                <a:close/>
                <a:moveTo>
                  <a:pt x="6895043" y="1061651"/>
                </a:moveTo>
                <a:cubicBezTo>
                  <a:pt x="6909208" y="1061651"/>
                  <a:pt x="6920701" y="1073146"/>
                  <a:pt x="6920701" y="1087310"/>
                </a:cubicBezTo>
                <a:cubicBezTo>
                  <a:pt x="6920701" y="1101475"/>
                  <a:pt x="6909208" y="1112969"/>
                  <a:pt x="6895043" y="1112969"/>
                </a:cubicBezTo>
                <a:cubicBezTo>
                  <a:pt x="6880878" y="1112969"/>
                  <a:pt x="6869382" y="1101475"/>
                  <a:pt x="6869382" y="1087310"/>
                </a:cubicBezTo>
                <a:cubicBezTo>
                  <a:pt x="6869382" y="1073146"/>
                  <a:pt x="6880878" y="1061651"/>
                  <a:pt x="6895043" y="1061651"/>
                </a:cubicBezTo>
                <a:close/>
                <a:moveTo>
                  <a:pt x="6638220" y="1061651"/>
                </a:moveTo>
                <a:cubicBezTo>
                  <a:pt x="6652385" y="1061651"/>
                  <a:pt x="6663881" y="1073146"/>
                  <a:pt x="6663881" y="1087310"/>
                </a:cubicBezTo>
                <a:cubicBezTo>
                  <a:pt x="6663881" y="1101475"/>
                  <a:pt x="6652385" y="1112969"/>
                  <a:pt x="6638220" y="1112969"/>
                </a:cubicBezTo>
                <a:cubicBezTo>
                  <a:pt x="6624055" y="1112969"/>
                  <a:pt x="6612562" y="1101475"/>
                  <a:pt x="6612562" y="1087310"/>
                </a:cubicBezTo>
                <a:cubicBezTo>
                  <a:pt x="6612562" y="1073146"/>
                  <a:pt x="6624055" y="1061651"/>
                  <a:pt x="6638220" y="1061651"/>
                </a:cubicBezTo>
                <a:close/>
                <a:moveTo>
                  <a:pt x="6317078" y="1061651"/>
                </a:moveTo>
                <a:cubicBezTo>
                  <a:pt x="6331243" y="1061651"/>
                  <a:pt x="6342736" y="1073146"/>
                  <a:pt x="6342736" y="1087310"/>
                </a:cubicBezTo>
                <a:cubicBezTo>
                  <a:pt x="6342736" y="1101475"/>
                  <a:pt x="6331243" y="1112969"/>
                  <a:pt x="6317078" y="1112969"/>
                </a:cubicBezTo>
                <a:cubicBezTo>
                  <a:pt x="6302913" y="1112969"/>
                  <a:pt x="6291420" y="1101475"/>
                  <a:pt x="6291420" y="1087310"/>
                </a:cubicBezTo>
                <a:cubicBezTo>
                  <a:pt x="6291420" y="1073146"/>
                  <a:pt x="6302913" y="1061651"/>
                  <a:pt x="6317078" y="1061651"/>
                </a:cubicBezTo>
                <a:close/>
                <a:moveTo>
                  <a:pt x="6252873" y="1061651"/>
                </a:moveTo>
                <a:cubicBezTo>
                  <a:pt x="6267036" y="1061651"/>
                  <a:pt x="6278532" y="1073146"/>
                  <a:pt x="6278532" y="1087310"/>
                </a:cubicBezTo>
                <a:cubicBezTo>
                  <a:pt x="6278532" y="1101475"/>
                  <a:pt x="6267036" y="1112969"/>
                  <a:pt x="6252873" y="1112969"/>
                </a:cubicBezTo>
                <a:cubicBezTo>
                  <a:pt x="6238708" y="1112969"/>
                  <a:pt x="6227213" y="1101475"/>
                  <a:pt x="6227213" y="1087310"/>
                </a:cubicBezTo>
                <a:cubicBezTo>
                  <a:pt x="6227213" y="1073146"/>
                  <a:pt x="6238708" y="1061651"/>
                  <a:pt x="6252873" y="1061651"/>
                </a:cubicBezTo>
                <a:close/>
                <a:moveTo>
                  <a:pt x="6124462" y="1061651"/>
                </a:moveTo>
                <a:cubicBezTo>
                  <a:pt x="6138627" y="1061651"/>
                  <a:pt x="6150123" y="1073146"/>
                  <a:pt x="6150123" y="1087310"/>
                </a:cubicBezTo>
                <a:cubicBezTo>
                  <a:pt x="6150123" y="1101475"/>
                  <a:pt x="6138627" y="1112969"/>
                  <a:pt x="6124462" y="1112969"/>
                </a:cubicBezTo>
                <a:cubicBezTo>
                  <a:pt x="6110297" y="1112969"/>
                  <a:pt x="6098804" y="1101475"/>
                  <a:pt x="6098804" y="1087310"/>
                </a:cubicBezTo>
                <a:cubicBezTo>
                  <a:pt x="6098804" y="1073146"/>
                  <a:pt x="6110297" y="1061651"/>
                  <a:pt x="6124462" y="1061651"/>
                </a:cubicBezTo>
                <a:close/>
                <a:moveTo>
                  <a:pt x="5743477" y="1061651"/>
                </a:moveTo>
                <a:cubicBezTo>
                  <a:pt x="5757648" y="1061651"/>
                  <a:pt x="5769136" y="1073140"/>
                  <a:pt x="5769136" y="1087310"/>
                </a:cubicBezTo>
                <a:cubicBezTo>
                  <a:pt x="5769136" y="1101482"/>
                  <a:pt x="5757648" y="1112969"/>
                  <a:pt x="5743477" y="1112969"/>
                </a:cubicBezTo>
                <a:cubicBezTo>
                  <a:pt x="5729307" y="1112969"/>
                  <a:pt x="5717818" y="1101482"/>
                  <a:pt x="5717818" y="1087310"/>
                </a:cubicBezTo>
                <a:cubicBezTo>
                  <a:pt x="5717818" y="1073140"/>
                  <a:pt x="5729307" y="1061651"/>
                  <a:pt x="5743477" y="1061651"/>
                </a:cubicBezTo>
                <a:close/>
                <a:moveTo>
                  <a:pt x="5615066" y="1061651"/>
                </a:moveTo>
                <a:cubicBezTo>
                  <a:pt x="5629231" y="1061651"/>
                  <a:pt x="5640726" y="1073146"/>
                  <a:pt x="5640726" y="1087310"/>
                </a:cubicBezTo>
                <a:cubicBezTo>
                  <a:pt x="5640726" y="1101475"/>
                  <a:pt x="5629231" y="1112969"/>
                  <a:pt x="5615066" y="1112969"/>
                </a:cubicBezTo>
                <a:cubicBezTo>
                  <a:pt x="5600901" y="1112969"/>
                  <a:pt x="5589407" y="1101475"/>
                  <a:pt x="5589407" y="1087310"/>
                </a:cubicBezTo>
                <a:cubicBezTo>
                  <a:pt x="5589407" y="1073146"/>
                  <a:pt x="5600901" y="1061651"/>
                  <a:pt x="5615066" y="1061651"/>
                </a:cubicBezTo>
                <a:close/>
                <a:moveTo>
                  <a:pt x="5486655" y="1061651"/>
                </a:moveTo>
                <a:cubicBezTo>
                  <a:pt x="5500819" y="1061651"/>
                  <a:pt x="5512316" y="1073146"/>
                  <a:pt x="5512316" y="1087310"/>
                </a:cubicBezTo>
                <a:cubicBezTo>
                  <a:pt x="5512316" y="1101475"/>
                  <a:pt x="5500819" y="1112969"/>
                  <a:pt x="5486655" y="1112969"/>
                </a:cubicBezTo>
                <a:cubicBezTo>
                  <a:pt x="5472491" y="1112969"/>
                  <a:pt x="5460997" y="1101475"/>
                  <a:pt x="5460997" y="1087310"/>
                </a:cubicBezTo>
                <a:cubicBezTo>
                  <a:pt x="5460997" y="1073146"/>
                  <a:pt x="5472491" y="1061651"/>
                  <a:pt x="5486655" y="1061651"/>
                </a:cubicBezTo>
                <a:close/>
                <a:moveTo>
                  <a:pt x="5422451" y="1061651"/>
                </a:moveTo>
                <a:cubicBezTo>
                  <a:pt x="5436621" y="1061651"/>
                  <a:pt x="5448109" y="1073140"/>
                  <a:pt x="5448109" y="1087310"/>
                </a:cubicBezTo>
                <a:cubicBezTo>
                  <a:pt x="5448109" y="1101482"/>
                  <a:pt x="5436621" y="1112969"/>
                  <a:pt x="5422451" y="1112969"/>
                </a:cubicBezTo>
                <a:cubicBezTo>
                  <a:pt x="5408280" y="1112969"/>
                  <a:pt x="5396791" y="1101482"/>
                  <a:pt x="5396791" y="1087310"/>
                </a:cubicBezTo>
                <a:cubicBezTo>
                  <a:pt x="5396791" y="1073140"/>
                  <a:pt x="5408280" y="1061651"/>
                  <a:pt x="5422451" y="1061651"/>
                </a:cubicBezTo>
                <a:close/>
                <a:moveTo>
                  <a:pt x="5229719" y="1061651"/>
                </a:moveTo>
                <a:cubicBezTo>
                  <a:pt x="5243999" y="1061651"/>
                  <a:pt x="5255377" y="1073146"/>
                  <a:pt x="5255377" y="1087310"/>
                </a:cubicBezTo>
                <a:cubicBezTo>
                  <a:pt x="5255377" y="1101475"/>
                  <a:pt x="5243883" y="1112969"/>
                  <a:pt x="5229719" y="1112969"/>
                </a:cubicBezTo>
                <a:cubicBezTo>
                  <a:pt x="5215554" y="1112969"/>
                  <a:pt x="5204058" y="1101475"/>
                  <a:pt x="5204058" y="1087310"/>
                </a:cubicBezTo>
                <a:cubicBezTo>
                  <a:pt x="5204058" y="1073146"/>
                  <a:pt x="5215554" y="1061651"/>
                  <a:pt x="5229719" y="1061651"/>
                </a:cubicBezTo>
                <a:close/>
                <a:moveTo>
                  <a:pt x="4972896" y="1061651"/>
                </a:moveTo>
                <a:cubicBezTo>
                  <a:pt x="4987063" y="1061651"/>
                  <a:pt x="4998557" y="1073146"/>
                  <a:pt x="4998557" y="1087310"/>
                </a:cubicBezTo>
                <a:cubicBezTo>
                  <a:pt x="4998557" y="1101475"/>
                  <a:pt x="4987063" y="1112969"/>
                  <a:pt x="4972896" y="1112969"/>
                </a:cubicBezTo>
                <a:cubicBezTo>
                  <a:pt x="4958732" y="1112969"/>
                  <a:pt x="4947240" y="1101475"/>
                  <a:pt x="4947240" y="1087310"/>
                </a:cubicBezTo>
                <a:cubicBezTo>
                  <a:pt x="4947240" y="1073146"/>
                  <a:pt x="4958732" y="1061651"/>
                  <a:pt x="4972896" y="1061651"/>
                </a:cubicBezTo>
                <a:close/>
                <a:moveTo>
                  <a:pt x="4908693" y="1061651"/>
                </a:moveTo>
                <a:cubicBezTo>
                  <a:pt x="4922857" y="1061651"/>
                  <a:pt x="4934352" y="1073146"/>
                  <a:pt x="4934352" y="1087310"/>
                </a:cubicBezTo>
                <a:cubicBezTo>
                  <a:pt x="4934352" y="1101475"/>
                  <a:pt x="4922857" y="1112969"/>
                  <a:pt x="4908693" y="1112969"/>
                </a:cubicBezTo>
                <a:cubicBezTo>
                  <a:pt x="4894527" y="1112969"/>
                  <a:pt x="4883033" y="1101475"/>
                  <a:pt x="4883033" y="1087310"/>
                </a:cubicBezTo>
                <a:cubicBezTo>
                  <a:pt x="4883033" y="1073146"/>
                  <a:pt x="4894527" y="1061651"/>
                  <a:pt x="4908693" y="1061651"/>
                </a:cubicBezTo>
                <a:close/>
                <a:moveTo>
                  <a:pt x="4844487" y="1061651"/>
                </a:moveTo>
                <a:cubicBezTo>
                  <a:pt x="4858650" y="1061651"/>
                  <a:pt x="4870146" y="1073146"/>
                  <a:pt x="4870146" y="1087310"/>
                </a:cubicBezTo>
                <a:cubicBezTo>
                  <a:pt x="4870146" y="1101475"/>
                  <a:pt x="4858650" y="1112969"/>
                  <a:pt x="4844487" y="1112969"/>
                </a:cubicBezTo>
                <a:cubicBezTo>
                  <a:pt x="4830322" y="1112969"/>
                  <a:pt x="4818828" y="1101475"/>
                  <a:pt x="4818828" y="1087310"/>
                </a:cubicBezTo>
                <a:cubicBezTo>
                  <a:pt x="4818828" y="1073146"/>
                  <a:pt x="4830322" y="1061651"/>
                  <a:pt x="4844487" y="1061651"/>
                </a:cubicBezTo>
                <a:close/>
                <a:moveTo>
                  <a:pt x="4651872" y="1061651"/>
                </a:moveTo>
                <a:cubicBezTo>
                  <a:pt x="4666042" y="1061651"/>
                  <a:pt x="4677531" y="1073140"/>
                  <a:pt x="4677531" y="1087310"/>
                </a:cubicBezTo>
                <a:cubicBezTo>
                  <a:pt x="4677531" y="1101482"/>
                  <a:pt x="4666042" y="1112969"/>
                  <a:pt x="4651872" y="1112969"/>
                </a:cubicBezTo>
                <a:cubicBezTo>
                  <a:pt x="4637700" y="1112969"/>
                  <a:pt x="4626213" y="1101482"/>
                  <a:pt x="4626213" y="1087310"/>
                </a:cubicBezTo>
                <a:cubicBezTo>
                  <a:pt x="4626213" y="1073140"/>
                  <a:pt x="4637700" y="1061651"/>
                  <a:pt x="4651872" y="1061651"/>
                </a:cubicBezTo>
                <a:close/>
                <a:moveTo>
                  <a:pt x="4587666" y="1061651"/>
                </a:moveTo>
                <a:cubicBezTo>
                  <a:pt x="4601830" y="1061651"/>
                  <a:pt x="4613324" y="1073146"/>
                  <a:pt x="4613324" y="1087310"/>
                </a:cubicBezTo>
                <a:cubicBezTo>
                  <a:pt x="4613324" y="1101475"/>
                  <a:pt x="4601830" y="1112969"/>
                  <a:pt x="4587666" y="1112969"/>
                </a:cubicBezTo>
                <a:cubicBezTo>
                  <a:pt x="4573501" y="1112969"/>
                  <a:pt x="4562007" y="1101475"/>
                  <a:pt x="4562007" y="1087310"/>
                </a:cubicBezTo>
                <a:cubicBezTo>
                  <a:pt x="4562007" y="1073146"/>
                  <a:pt x="4573501" y="1061651"/>
                  <a:pt x="4587666" y="1061651"/>
                </a:cubicBezTo>
                <a:close/>
                <a:moveTo>
                  <a:pt x="4523461" y="1061651"/>
                </a:moveTo>
                <a:cubicBezTo>
                  <a:pt x="4537626" y="1061651"/>
                  <a:pt x="4549121" y="1073146"/>
                  <a:pt x="4549121" y="1087310"/>
                </a:cubicBezTo>
                <a:cubicBezTo>
                  <a:pt x="4549121" y="1101475"/>
                  <a:pt x="4537626" y="1112969"/>
                  <a:pt x="4523461" y="1112969"/>
                </a:cubicBezTo>
                <a:cubicBezTo>
                  <a:pt x="4509296" y="1112969"/>
                  <a:pt x="4497802" y="1101475"/>
                  <a:pt x="4497802" y="1087310"/>
                </a:cubicBezTo>
                <a:cubicBezTo>
                  <a:pt x="4497802" y="1073146"/>
                  <a:pt x="4509296" y="1061651"/>
                  <a:pt x="4523461" y="1061651"/>
                </a:cubicBezTo>
                <a:close/>
                <a:moveTo>
                  <a:pt x="4395050" y="1061651"/>
                </a:moveTo>
                <a:cubicBezTo>
                  <a:pt x="4409214" y="1061651"/>
                  <a:pt x="4420710" y="1073146"/>
                  <a:pt x="4420710" y="1087310"/>
                </a:cubicBezTo>
                <a:cubicBezTo>
                  <a:pt x="4420710" y="1101475"/>
                  <a:pt x="4409214" y="1112969"/>
                  <a:pt x="4395050" y="1112969"/>
                </a:cubicBezTo>
                <a:cubicBezTo>
                  <a:pt x="4380886" y="1112969"/>
                  <a:pt x="4369391" y="1101475"/>
                  <a:pt x="4369391" y="1087310"/>
                </a:cubicBezTo>
                <a:cubicBezTo>
                  <a:pt x="4369391" y="1073146"/>
                  <a:pt x="4380886" y="1061651"/>
                  <a:pt x="4395050" y="1061651"/>
                </a:cubicBezTo>
                <a:close/>
                <a:moveTo>
                  <a:pt x="4009702" y="1061651"/>
                </a:moveTo>
                <a:cubicBezTo>
                  <a:pt x="4023866" y="1061651"/>
                  <a:pt x="4035362" y="1073146"/>
                  <a:pt x="4035362" y="1087310"/>
                </a:cubicBezTo>
                <a:cubicBezTo>
                  <a:pt x="4035362" y="1101475"/>
                  <a:pt x="4023866" y="1112969"/>
                  <a:pt x="4009702" y="1112969"/>
                </a:cubicBezTo>
                <a:cubicBezTo>
                  <a:pt x="3995538" y="1112969"/>
                  <a:pt x="3984043" y="1101475"/>
                  <a:pt x="3984043" y="1087310"/>
                </a:cubicBezTo>
                <a:cubicBezTo>
                  <a:pt x="3984043" y="1073146"/>
                  <a:pt x="3995538" y="1061651"/>
                  <a:pt x="4009702" y="1061651"/>
                </a:cubicBezTo>
                <a:close/>
                <a:moveTo>
                  <a:pt x="3752882" y="1061651"/>
                </a:moveTo>
                <a:cubicBezTo>
                  <a:pt x="3767045" y="1061651"/>
                  <a:pt x="3778539" y="1073146"/>
                  <a:pt x="3778539" y="1087310"/>
                </a:cubicBezTo>
                <a:cubicBezTo>
                  <a:pt x="3778539" y="1101475"/>
                  <a:pt x="3767045" y="1112969"/>
                  <a:pt x="3752882" y="1112969"/>
                </a:cubicBezTo>
                <a:cubicBezTo>
                  <a:pt x="3738717" y="1112969"/>
                  <a:pt x="3727221" y="1101475"/>
                  <a:pt x="3727221" y="1087310"/>
                </a:cubicBezTo>
                <a:cubicBezTo>
                  <a:pt x="3727221" y="1073146"/>
                  <a:pt x="3738717" y="1061651"/>
                  <a:pt x="3752882" y="1061651"/>
                </a:cubicBezTo>
                <a:close/>
                <a:moveTo>
                  <a:pt x="3367649" y="1061651"/>
                </a:moveTo>
                <a:cubicBezTo>
                  <a:pt x="3381813" y="1061651"/>
                  <a:pt x="3393308" y="1073146"/>
                  <a:pt x="3393308" y="1087310"/>
                </a:cubicBezTo>
                <a:cubicBezTo>
                  <a:pt x="3393308" y="1101475"/>
                  <a:pt x="3381813" y="1112969"/>
                  <a:pt x="3367649" y="1112969"/>
                </a:cubicBezTo>
                <a:cubicBezTo>
                  <a:pt x="3353484" y="1112969"/>
                  <a:pt x="3341990" y="1101475"/>
                  <a:pt x="3341990" y="1087310"/>
                </a:cubicBezTo>
                <a:cubicBezTo>
                  <a:pt x="3341990" y="1073146"/>
                  <a:pt x="3353484" y="1061651"/>
                  <a:pt x="3367649" y="1061651"/>
                </a:cubicBezTo>
                <a:close/>
                <a:moveTo>
                  <a:pt x="2853890" y="1061651"/>
                </a:moveTo>
                <a:cubicBezTo>
                  <a:pt x="2868062" y="1061651"/>
                  <a:pt x="2879550" y="1073140"/>
                  <a:pt x="2879550" y="1087310"/>
                </a:cubicBezTo>
                <a:cubicBezTo>
                  <a:pt x="2879550" y="1101482"/>
                  <a:pt x="2868062" y="1112969"/>
                  <a:pt x="2853890" y="1112969"/>
                </a:cubicBezTo>
                <a:cubicBezTo>
                  <a:pt x="2839720" y="1112969"/>
                  <a:pt x="2828231" y="1101482"/>
                  <a:pt x="2828231" y="1087310"/>
                </a:cubicBezTo>
                <a:cubicBezTo>
                  <a:pt x="2828231" y="1073140"/>
                  <a:pt x="2839720" y="1061651"/>
                  <a:pt x="2853890" y="1061651"/>
                </a:cubicBezTo>
                <a:close/>
                <a:moveTo>
                  <a:pt x="2340249" y="1061651"/>
                </a:moveTo>
                <a:cubicBezTo>
                  <a:pt x="2354413" y="1061651"/>
                  <a:pt x="2365908" y="1073146"/>
                  <a:pt x="2365908" y="1087310"/>
                </a:cubicBezTo>
                <a:cubicBezTo>
                  <a:pt x="2365908" y="1101475"/>
                  <a:pt x="2354413" y="1112969"/>
                  <a:pt x="2340249" y="1112969"/>
                </a:cubicBezTo>
                <a:cubicBezTo>
                  <a:pt x="2326084" y="1112969"/>
                  <a:pt x="2314590" y="1101475"/>
                  <a:pt x="2314590" y="1087310"/>
                </a:cubicBezTo>
                <a:cubicBezTo>
                  <a:pt x="2314590" y="1073146"/>
                  <a:pt x="2326084" y="1061651"/>
                  <a:pt x="2340249" y="1061651"/>
                </a:cubicBezTo>
                <a:close/>
                <a:moveTo>
                  <a:pt x="2276044" y="1061651"/>
                </a:moveTo>
                <a:cubicBezTo>
                  <a:pt x="2290208" y="1061651"/>
                  <a:pt x="2301702" y="1073146"/>
                  <a:pt x="2301702" y="1087310"/>
                </a:cubicBezTo>
                <a:cubicBezTo>
                  <a:pt x="2301702" y="1101475"/>
                  <a:pt x="2290208" y="1112969"/>
                  <a:pt x="2276044" y="1112969"/>
                </a:cubicBezTo>
                <a:cubicBezTo>
                  <a:pt x="2261879" y="1112969"/>
                  <a:pt x="2250385" y="1101475"/>
                  <a:pt x="2250385" y="1087310"/>
                </a:cubicBezTo>
                <a:cubicBezTo>
                  <a:pt x="2250385" y="1073146"/>
                  <a:pt x="2261879" y="1061651"/>
                  <a:pt x="2276044" y="1061651"/>
                </a:cubicBezTo>
                <a:close/>
                <a:moveTo>
                  <a:pt x="2147633" y="1061651"/>
                </a:moveTo>
                <a:cubicBezTo>
                  <a:pt x="2161804" y="1061651"/>
                  <a:pt x="2173293" y="1073140"/>
                  <a:pt x="2173293" y="1087310"/>
                </a:cubicBezTo>
                <a:cubicBezTo>
                  <a:pt x="2173293" y="1101482"/>
                  <a:pt x="2161804" y="1112969"/>
                  <a:pt x="2147633" y="1112969"/>
                </a:cubicBezTo>
                <a:cubicBezTo>
                  <a:pt x="2133462" y="1112969"/>
                  <a:pt x="2121975" y="1101482"/>
                  <a:pt x="2121975" y="1087310"/>
                </a:cubicBezTo>
                <a:cubicBezTo>
                  <a:pt x="2121975" y="1073140"/>
                  <a:pt x="2133462" y="1061651"/>
                  <a:pt x="2147633" y="1061651"/>
                </a:cubicBezTo>
                <a:close/>
                <a:moveTo>
                  <a:pt x="2083427" y="1061651"/>
                </a:moveTo>
                <a:cubicBezTo>
                  <a:pt x="2097599" y="1061651"/>
                  <a:pt x="2109087" y="1073140"/>
                  <a:pt x="2109087" y="1087310"/>
                </a:cubicBezTo>
                <a:cubicBezTo>
                  <a:pt x="2109087" y="1101482"/>
                  <a:pt x="2097599" y="1112969"/>
                  <a:pt x="2083427" y="1112969"/>
                </a:cubicBezTo>
                <a:cubicBezTo>
                  <a:pt x="2069257" y="1112969"/>
                  <a:pt x="2057768" y="1101482"/>
                  <a:pt x="2057768" y="1087310"/>
                </a:cubicBezTo>
                <a:cubicBezTo>
                  <a:pt x="2057768" y="1073140"/>
                  <a:pt x="2069257" y="1061651"/>
                  <a:pt x="2083427" y="1061651"/>
                </a:cubicBezTo>
                <a:close/>
                <a:moveTo>
                  <a:pt x="2019222" y="1061651"/>
                </a:moveTo>
                <a:cubicBezTo>
                  <a:pt x="2033387" y="1061651"/>
                  <a:pt x="2044880" y="1073146"/>
                  <a:pt x="2044880" y="1087310"/>
                </a:cubicBezTo>
                <a:cubicBezTo>
                  <a:pt x="2044880" y="1101475"/>
                  <a:pt x="2033387" y="1112969"/>
                  <a:pt x="2019222" y="1112969"/>
                </a:cubicBezTo>
                <a:cubicBezTo>
                  <a:pt x="2005058" y="1112969"/>
                  <a:pt x="1993563" y="1101475"/>
                  <a:pt x="1993563" y="1087310"/>
                </a:cubicBezTo>
                <a:cubicBezTo>
                  <a:pt x="1993563" y="1073146"/>
                  <a:pt x="2005058" y="1061651"/>
                  <a:pt x="2019222" y="1061651"/>
                </a:cubicBezTo>
                <a:close/>
                <a:moveTo>
                  <a:pt x="1955016" y="1061651"/>
                </a:moveTo>
                <a:cubicBezTo>
                  <a:pt x="1969181" y="1061651"/>
                  <a:pt x="1980676" y="1073146"/>
                  <a:pt x="1980676" y="1087310"/>
                </a:cubicBezTo>
                <a:cubicBezTo>
                  <a:pt x="1980676" y="1101475"/>
                  <a:pt x="1969181" y="1112969"/>
                  <a:pt x="1955016" y="1112969"/>
                </a:cubicBezTo>
                <a:cubicBezTo>
                  <a:pt x="1940851" y="1112969"/>
                  <a:pt x="1929358" y="1101475"/>
                  <a:pt x="1929358" y="1087310"/>
                </a:cubicBezTo>
                <a:cubicBezTo>
                  <a:pt x="1929358" y="1073146"/>
                  <a:pt x="1940851" y="1061651"/>
                  <a:pt x="1955016" y="1061651"/>
                </a:cubicBezTo>
                <a:close/>
                <a:moveTo>
                  <a:pt x="1890696" y="1061651"/>
                </a:moveTo>
                <a:cubicBezTo>
                  <a:pt x="1904860" y="1061651"/>
                  <a:pt x="1916355" y="1073146"/>
                  <a:pt x="1916355" y="1087310"/>
                </a:cubicBezTo>
                <a:cubicBezTo>
                  <a:pt x="1916355" y="1101475"/>
                  <a:pt x="1904860" y="1112969"/>
                  <a:pt x="1890696" y="1112969"/>
                </a:cubicBezTo>
                <a:cubicBezTo>
                  <a:pt x="1876531" y="1112969"/>
                  <a:pt x="1865037" y="1101475"/>
                  <a:pt x="1865037" y="1087310"/>
                </a:cubicBezTo>
                <a:cubicBezTo>
                  <a:pt x="1865037" y="1073146"/>
                  <a:pt x="1876531" y="1061651"/>
                  <a:pt x="1890696" y="1061651"/>
                </a:cubicBezTo>
                <a:close/>
                <a:moveTo>
                  <a:pt x="1826490" y="1061651"/>
                </a:moveTo>
                <a:cubicBezTo>
                  <a:pt x="1840654" y="1061651"/>
                  <a:pt x="1852149" y="1073146"/>
                  <a:pt x="1852149" y="1087310"/>
                </a:cubicBezTo>
                <a:cubicBezTo>
                  <a:pt x="1852149" y="1101475"/>
                  <a:pt x="1840654" y="1112969"/>
                  <a:pt x="1826490" y="1112969"/>
                </a:cubicBezTo>
                <a:cubicBezTo>
                  <a:pt x="1812325" y="1112969"/>
                  <a:pt x="1800830" y="1101475"/>
                  <a:pt x="1800830" y="1087310"/>
                </a:cubicBezTo>
                <a:cubicBezTo>
                  <a:pt x="1800830" y="1073146"/>
                  <a:pt x="1812325" y="1061651"/>
                  <a:pt x="1826490" y="1061651"/>
                </a:cubicBezTo>
                <a:close/>
                <a:moveTo>
                  <a:pt x="1762285" y="1061651"/>
                </a:moveTo>
                <a:cubicBezTo>
                  <a:pt x="1776456" y="1061651"/>
                  <a:pt x="1787944" y="1073140"/>
                  <a:pt x="1787944" y="1087310"/>
                </a:cubicBezTo>
                <a:cubicBezTo>
                  <a:pt x="1787944" y="1101482"/>
                  <a:pt x="1776456" y="1112969"/>
                  <a:pt x="1762285" y="1112969"/>
                </a:cubicBezTo>
                <a:cubicBezTo>
                  <a:pt x="1748114" y="1112969"/>
                  <a:pt x="1736626" y="1101482"/>
                  <a:pt x="1736626" y="1087310"/>
                </a:cubicBezTo>
                <a:cubicBezTo>
                  <a:pt x="1736626" y="1073140"/>
                  <a:pt x="1748114" y="1061651"/>
                  <a:pt x="1762285" y="1061651"/>
                </a:cubicBezTo>
                <a:close/>
                <a:moveTo>
                  <a:pt x="1505464" y="1061651"/>
                </a:moveTo>
                <a:cubicBezTo>
                  <a:pt x="1519629" y="1061651"/>
                  <a:pt x="1531123" y="1073146"/>
                  <a:pt x="1531123" y="1087310"/>
                </a:cubicBezTo>
                <a:cubicBezTo>
                  <a:pt x="1531123" y="1101475"/>
                  <a:pt x="1519629" y="1112969"/>
                  <a:pt x="1505464" y="1112969"/>
                </a:cubicBezTo>
                <a:cubicBezTo>
                  <a:pt x="1491299" y="1112969"/>
                  <a:pt x="1479806" y="1101475"/>
                  <a:pt x="1479806" y="1087310"/>
                </a:cubicBezTo>
                <a:cubicBezTo>
                  <a:pt x="1479806" y="1073146"/>
                  <a:pt x="1491299" y="1061651"/>
                  <a:pt x="1505464" y="1061651"/>
                </a:cubicBezTo>
                <a:close/>
                <a:moveTo>
                  <a:pt x="1441258" y="1061651"/>
                </a:moveTo>
                <a:cubicBezTo>
                  <a:pt x="1455430" y="1061651"/>
                  <a:pt x="1466917" y="1073140"/>
                  <a:pt x="1466917" y="1087310"/>
                </a:cubicBezTo>
                <a:cubicBezTo>
                  <a:pt x="1466917" y="1101482"/>
                  <a:pt x="1455430" y="1112969"/>
                  <a:pt x="1441258" y="1112969"/>
                </a:cubicBezTo>
                <a:cubicBezTo>
                  <a:pt x="1427087" y="1112969"/>
                  <a:pt x="1415599" y="1101482"/>
                  <a:pt x="1415599" y="1087310"/>
                </a:cubicBezTo>
                <a:cubicBezTo>
                  <a:pt x="1415599" y="1073140"/>
                  <a:pt x="1427087" y="1061651"/>
                  <a:pt x="1441258" y="1061651"/>
                </a:cubicBezTo>
                <a:close/>
                <a:moveTo>
                  <a:pt x="1184437" y="1061651"/>
                </a:moveTo>
                <a:cubicBezTo>
                  <a:pt x="1198602" y="1061651"/>
                  <a:pt x="1210096" y="1073146"/>
                  <a:pt x="1210096" y="1087310"/>
                </a:cubicBezTo>
                <a:cubicBezTo>
                  <a:pt x="1210096" y="1101475"/>
                  <a:pt x="1198602" y="1112969"/>
                  <a:pt x="1184437" y="1112969"/>
                </a:cubicBezTo>
                <a:cubicBezTo>
                  <a:pt x="1170273" y="1112969"/>
                  <a:pt x="1158780" y="1101475"/>
                  <a:pt x="1158780" y="1087310"/>
                </a:cubicBezTo>
                <a:cubicBezTo>
                  <a:pt x="1158780" y="1073146"/>
                  <a:pt x="1170273" y="1061651"/>
                  <a:pt x="1184437" y="1061651"/>
                </a:cubicBezTo>
                <a:close/>
                <a:moveTo>
                  <a:pt x="927616" y="1061651"/>
                </a:moveTo>
                <a:cubicBezTo>
                  <a:pt x="941781" y="1061651"/>
                  <a:pt x="953275" y="1073146"/>
                  <a:pt x="953275" y="1087310"/>
                </a:cubicBezTo>
                <a:cubicBezTo>
                  <a:pt x="953275" y="1101475"/>
                  <a:pt x="941781" y="1112969"/>
                  <a:pt x="927616" y="1112969"/>
                </a:cubicBezTo>
                <a:cubicBezTo>
                  <a:pt x="913452" y="1112969"/>
                  <a:pt x="901957" y="1101475"/>
                  <a:pt x="901957" y="1087310"/>
                </a:cubicBezTo>
                <a:cubicBezTo>
                  <a:pt x="901957" y="1073146"/>
                  <a:pt x="913452" y="1061651"/>
                  <a:pt x="927616" y="1061651"/>
                </a:cubicBezTo>
                <a:close/>
                <a:moveTo>
                  <a:pt x="606475" y="1061651"/>
                </a:moveTo>
                <a:cubicBezTo>
                  <a:pt x="620639" y="1061651"/>
                  <a:pt x="632134" y="1073146"/>
                  <a:pt x="632134" y="1087310"/>
                </a:cubicBezTo>
                <a:cubicBezTo>
                  <a:pt x="632134" y="1101475"/>
                  <a:pt x="620639" y="1112969"/>
                  <a:pt x="606475" y="1112969"/>
                </a:cubicBezTo>
                <a:cubicBezTo>
                  <a:pt x="592310" y="1112969"/>
                  <a:pt x="580815" y="1101475"/>
                  <a:pt x="580815" y="1087310"/>
                </a:cubicBezTo>
                <a:cubicBezTo>
                  <a:pt x="580815" y="1073146"/>
                  <a:pt x="592310" y="1061651"/>
                  <a:pt x="606475" y="1061651"/>
                </a:cubicBezTo>
                <a:close/>
                <a:moveTo>
                  <a:pt x="542268" y="1061651"/>
                </a:moveTo>
                <a:cubicBezTo>
                  <a:pt x="556433" y="1061651"/>
                  <a:pt x="567927" y="1073146"/>
                  <a:pt x="567927" y="1087310"/>
                </a:cubicBezTo>
                <a:cubicBezTo>
                  <a:pt x="567927" y="1101475"/>
                  <a:pt x="556433" y="1112969"/>
                  <a:pt x="542268" y="1112969"/>
                </a:cubicBezTo>
                <a:cubicBezTo>
                  <a:pt x="528104" y="1112969"/>
                  <a:pt x="516610" y="1101475"/>
                  <a:pt x="516610" y="1087310"/>
                </a:cubicBezTo>
                <a:cubicBezTo>
                  <a:pt x="516610" y="1073146"/>
                  <a:pt x="528104" y="1061651"/>
                  <a:pt x="542268" y="1061651"/>
                </a:cubicBezTo>
                <a:close/>
                <a:moveTo>
                  <a:pt x="413858" y="1061651"/>
                </a:moveTo>
                <a:cubicBezTo>
                  <a:pt x="428023" y="1061651"/>
                  <a:pt x="439517" y="1073146"/>
                  <a:pt x="439517" y="1087310"/>
                </a:cubicBezTo>
                <a:cubicBezTo>
                  <a:pt x="439517" y="1101475"/>
                  <a:pt x="428023" y="1112969"/>
                  <a:pt x="413858" y="1112969"/>
                </a:cubicBezTo>
                <a:cubicBezTo>
                  <a:pt x="399694" y="1112969"/>
                  <a:pt x="388200" y="1101475"/>
                  <a:pt x="388200" y="1087310"/>
                </a:cubicBezTo>
                <a:cubicBezTo>
                  <a:pt x="388200" y="1073146"/>
                  <a:pt x="399694" y="1061651"/>
                  <a:pt x="413858" y="1061651"/>
                </a:cubicBezTo>
                <a:close/>
                <a:moveTo>
                  <a:pt x="25659" y="1061651"/>
                </a:moveTo>
                <a:cubicBezTo>
                  <a:pt x="39829" y="1061651"/>
                  <a:pt x="51317" y="1073140"/>
                  <a:pt x="51317" y="1087310"/>
                </a:cubicBezTo>
                <a:cubicBezTo>
                  <a:pt x="51317" y="1101482"/>
                  <a:pt x="39829" y="1112969"/>
                  <a:pt x="25659" y="1112969"/>
                </a:cubicBezTo>
                <a:cubicBezTo>
                  <a:pt x="11488" y="1112969"/>
                  <a:pt x="0" y="1101482"/>
                  <a:pt x="0" y="1087310"/>
                </a:cubicBezTo>
                <a:cubicBezTo>
                  <a:pt x="0" y="1073140"/>
                  <a:pt x="11488" y="1061651"/>
                  <a:pt x="25659" y="1061651"/>
                </a:cubicBezTo>
                <a:close/>
                <a:moveTo>
                  <a:pt x="11775107" y="1007315"/>
                </a:moveTo>
                <a:cubicBezTo>
                  <a:pt x="11782225" y="1007315"/>
                  <a:pt x="11787995" y="1013085"/>
                  <a:pt x="11787995" y="1020202"/>
                </a:cubicBezTo>
                <a:cubicBezTo>
                  <a:pt x="11787995" y="1027320"/>
                  <a:pt x="11782225" y="1033089"/>
                  <a:pt x="11775107" y="1033089"/>
                </a:cubicBezTo>
                <a:cubicBezTo>
                  <a:pt x="11767991" y="1033089"/>
                  <a:pt x="11762221" y="1027320"/>
                  <a:pt x="11762221" y="1020202"/>
                </a:cubicBezTo>
                <a:cubicBezTo>
                  <a:pt x="11762221" y="1013085"/>
                  <a:pt x="11767991" y="1007315"/>
                  <a:pt x="11775107" y="1007315"/>
                </a:cubicBezTo>
                <a:close/>
                <a:moveTo>
                  <a:pt x="11646697" y="1007315"/>
                </a:moveTo>
                <a:cubicBezTo>
                  <a:pt x="11653779" y="1007315"/>
                  <a:pt x="11659583" y="1013120"/>
                  <a:pt x="11659583" y="1020202"/>
                </a:cubicBezTo>
                <a:cubicBezTo>
                  <a:pt x="11659583" y="1027285"/>
                  <a:pt x="11653893" y="1033089"/>
                  <a:pt x="11646697" y="1033089"/>
                </a:cubicBezTo>
                <a:cubicBezTo>
                  <a:pt x="11639613" y="1033089"/>
                  <a:pt x="11633809" y="1027400"/>
                  <a:pt x="11633809" y="1020202"/>
                </a:cubicBezTo>
                <a:cubicBezTo>
                  <a:pt x="11633809" y="1013120"/>
                  <a:pt x="11639499" y="1007315"/>
                  <a:pt x="11646697" y="1007315"/>
                </a:cubicBezTo>
                <a:close/>
                <a:moveTo>
                  <a:pt x="11454081" y="1007315"/>
                </a:moveTo>
                <a:cubicBezTo>
                  <a:pt x="11461197" y="1007315"/>
                  <a:pt x="11466969" y="1013085"/>
                  <a:pt x="11466969" y="1020202"/>
                </a:cubicBezTo>
                <a:cubicBezTo>
                  <a:pt x="11466969" y="1027320"/>
                  <a:pt x="11461197" y="1033089"/>
                  <a:pt x="11454081" y="1033089"/>
                </a:cubicBezTo>
                <a:cubicBezTo>
                  <a:pt x="11446963" y="1033089"/>
                  <a:pt x="11441194" y="1027320"/>
                  <a:pt x="11441194" y="1020202"/>
                </a:cubicBezTo>
                <a:cubicBezTo>
                  <a:pt x="11441194" y="1013085"/>
                  <a:pt x="11446963" y="1007315"/>
                  <a:pt x="11454081" y="1007315"/>
                </a:cubicBezTo>
                <a:close/>
                <a:moveTo>
                  <a:pt x="11389875" y="1007315"/>
                </a:moveTo>
                <a:cubicBezTo>
                  <a:pt x="11396993" y="1007315"/>
                  <a:pt x="11402763" y="1013085"/>
                  <a:pt x="11402763" y="1020202"/>
                </a:cubicBezTo>
                <a:cubicBezTo>
                  <a:pt x="11402763" y="1027320"/>
                  <a:pt x="11396993" y="1033089"/>
                  <a:pt x="11389875" y="1033089"/>
                </a:cubicBezTo>
                <a:cubicBezTo>
                  <a:pt x="11382759" y="1033089"/>
                  <a:pt x="11376989" y="1027320"/>
                  <a:pt x="11376989" y="1020202"/>
                </a:cubicBezTo>
                <a:cubicBezTo>
                  <a:pt x="11376989" y="1013085"/>
                  <a:pt x="11382759" y="1007315"/>
                  <a:pt x="11389875" y="1007315"/>
                </a:cubicBezTo>
                <a:close/>
                <a:moveTo>
                  <a:pt x="10747708" y="1007315"/>
                </a:moveTo>
                <a:cubicBezTo>
                  <a:pt x="10754824" y="1007315"/>
                  <a:pt x="10760593" y="1013085"/>
                  <a:pt x="10760593" y="1020202"/>
                </a:cubicBezTo>
                <a:cubicBezTo>
                  <a:pt x="10760593" y="1027320"/>
                  <a:pt x="10754824" y="1033089"/>
                  <a:pt x="10747708" y="1033089"/>
                </a:cubicBezTo>
                <a:cubicBezTo>
                  <a:pt x="10740589" y="1033089"/>
                  <a:pt x="10734820" y="1027320"/>
                  <a:pt x="10734820" y="1020202"/>
                </a:cubicBezTo>
                <a:cubicBezTo>
                  <a:pt x="10734820" y="1013085"/>
                  <a:pt x="10740589" y="1007315"/>
                  <a:pt x="10747708" y="1007315"/>
                </a:cubicBezTo>
                <a:close/>
                <a:moveTo>
                  <a:pt x="10490885" y="1007315"/>
                </a:moveTo>
                <a:cubicBezTo>
                  <a:pt x="10498004" y="1007315"/>
                  <a:pt x="10503773" y="1013085"/>
                  <a:pt x="10503773" y="1020202"/>
                </a:cubicBezTo>
                <a:cubicBezTo>
                  <a:pt x="10503773" y="1027320"/>
                  <a:pt x="10498004" y="1033089"/>
                  <a:pt x="10490885" y="1033089"/>
                </a:cubicBezTo>
                <a:cubicBezTo>
                  <a:pt x="10483769" y="1033089"/>
                  <a:pt x="10477997" y="1027320"/>
                  <a:pt x="10477997" y="1020202"/>
                </a:cubicBezTo>
                <a:cubicBezTo>
                  <a:pt x="10477997" y="1013085"/>
                  <a:pt x="10483769" y="1007315"/>
                  <a:pt x="10490885" y="1007315"/>
                </a:cubicBezTo>
                <a:close/>
                <a:moveTo>
                  <a:pt x="10298270" y="1007315"/>
                </a:moveTo>
                <a:cubicBezTo>
                  <a:pt x="10305388" y="1007315"/>
                  <a:pt x="10311158" y="1013085"/>
                  <a:pt x="10311158" y="1020202"/>
                </a:cubicBezTo>
                <a:cubicBezTo>
                  <a:pt x="10311158" y="1027320"/>
                  <a:pt x="10305388" y="1033089"/>
                  <a:pt x="10298270" y="1033089"/>
                </a:cubicBezTo>
                <a:cubicBezTo>
                  <a:pt x="10291154" y="1033089"/>
                  <a:pt x="10285382" y="1027320"/>
                  <a:pt x="10285382" y="1020202"/>
                </a:cubicBezTo>
                <a:cubicBezTo>
                  <a:pt x="10285382" y="1013085"/>
                  <a:pt x="10291154" y="1007315"/>
                  <a:pt x="10298270" y="1007315"/>
                </a:cubicBezTo>
                <a:close/>
                <a:moveTo>
                  <a:pt x="9527689" y="1007315"/>
                </a:moveTo>
                <a:cubicBezTo>
                  <a:pt x="9534773" y="1007315"/>
                  <a:pt x="9540577" y="1013120"/>
                  <a:pt x="9540577" y="1020202"/>
                </a:cubicBezTo>
                <a:cubicBezTo>
                  <a:pt x="9540577" y="1027285"/>
                  <a:pt x="9534888" y="1033089"/>
                  <a:pt x="9527689" y="1033089"/>
                </a:cubicBezTo>
                <a:cubicBezTo>
                  <a:pt x="9520608" y="1033089"/>
                  <a:pt x="9514804" y="1027400"/>
                  <a:pt x="9514804" y="1020202"/>
                </a:cubicBezTo>
                <a:cubicBezTo>
                  <a:pt x="9514804" y="1013120"/>
                  <a:pt x="9520493" y="1007315"/>
                  <a:pt x="9527689" y="1007315"/>
                </a:cubicBezTo>
                <a:close/>
                <a:moveTo>
                  <a:pt x="8692906" y="1007315"/>
                </a:moveTo>
                <a:cubicBezTo>
                  <a:pt x="8699988" y="1007315"/>
                  <a:pt x="8705792" y="1013120"/>
                  <a:pt x="8705792" y="1020202"/>
                </a:cubicBezTo>
                <a:cubicBezTo>
                  <a:pt x="8705792" y="1027285"/>
                  <a:pt x="8700103" y="1033089"/>
                  <a:pt x="8692906" y="1033089"/>
                </a:cubicBezTo>
                <a:cubicBezTo>
                  <a:pt x="8685823" y="1033089"/>
                  <a:pt x="8680018" y="1027400"/>
                  <a:pt x="8680018" y="1020202"/>
                </a:cubicBezTo>
                <a:cubicBezTo>
                  <a:pt x="8680018" y="1013120"/>
                  <a:pt x="8685708" y="1007315"/>
                  <a:pt x="8692906" y="1007315"/>
                </a:cubicBezTo>
                <a:close/>
                <a:moveTo>
                  <a:pt x="7087658" y="1007315"/>
                </a:moveTo>
                <a:cubicBezTo>
                  <a:pt x="7094777" y="1007315"/>
                  <a:pt x="7100544" y="1013085"/>
                  <a:pt x="7100544" y="1020202"/>
                </a:cubicBezTo>
                <a:cubicBezTo>
                  <a:pt x="7100544" y="1027320"/>
                  <a:pt x="7094777" y="1033089"/>
                  <a:pt x="7087658" y="1033089"/>
                </a:cubicBezTo>
                <a:cubicBezTo>
                  <a:pt x="7080540" y="1033089"/>
                  <a:pt x="7074770" y="1027320"/>
                  <a:pt x="7074770" y="1020202"/>
                </a:cubicBezTo>
                <a:cubicBezTo>
                  <a:pt x="7074770" y="1013085"/>
                  <a:pt x="7080540" y="1007315"/>
                  <a:pt x="7087658" y="1007315"/>
                </a:cubicBezTo>
                <a:close/>
                <a:moveTo>
                  <a:pt x="6702427" y="1007315"/>
                </a:moveTo>
                <a:cubicBezTo>
                  <a:pt x="6709543" y="1007315"/>
                  <a:pt x="6715312" y="1013085"/>
                  <a:pt x="6715312" y="1020202"/>
                </a:cubicBezTo>
                <a:cubicBezTo>
                  <a:pt x="6715312" y="1027320"/>
                  <a:pt x="6709543" y="1033089"/>
                  <a:pt x="6702427" y="1033089"/>
                </a:cubicBezTo>
                <a:cubicBezTo>
                  <a:pt x="6695308" y="1033089"/>
                  <a:pt x="6689539" y="1027320"/>
                  <a:pt x="6689539" y="1020202"/>
                </a:cubicBezTo>
                <a:cubicBezTo>
                  <a:pt x="6689539" y="1013085"/>
                  <a:pt x="6695308" y="1007315"/>
                  <a:pt x="6702427" y="1007315"/>
                </a:cubicBezTo>
                <a:close/>
                <a:moveTo>
                  <a:pt x="6638220" y="1007315"/>
                </a:moveTo>
                <a:cubicBezTo>
                  <a:pt x="6645339" y="1007315"/>
                  <a:pt x="6651108" y="1013085"/>
                  <a:pt x="6651108" y="1020202"/>
                </a:cubicBezTo>
                <a:cubicBezTo>
                  <a:pt x="6651108" y="1027320"/>
                  <a:pt x="6645339" y="1033089"/>
                  <a:pt x="6638220" y="1033089"/>
                </a:cubicBezTo>
                <a:cubicBezTo>
                  <a:pt x="6631104" y="1033089"/>
                  <a:pt x="6625335" y="1027320"/>
                  <a:pt x="6625335" y="1020202"/>
                </a:cubicBezTo>
                <a:cubicBezTo>
                  <a:pt x="6625335" y="1013085"/>
                  <a:pt x="6631104" y="1007315"/>
                  <a:pt x="6638220" y="1007315"/>
                </a:cubicBezTo>
                <a:close/>
                <a:moveTo>
                  <a:pt x="6064505" y="1007315"/>
                </a:moveTo>
                <a:cubicBezTo>
                  <a:pt x="6071623" y="1007315"/>
                  <a:pt x="6077390" y="1013085"/>
                  <a:pt x="6077390" y="1020202"/>
                </a:cubicBezTo>
                <a:cubicBezTo>
                  <a:pt x="6077390" y="1027320"/>
                  <a:pt x="6071621" y="1033089"/>
                  <a:pt x="6064505" y="1033089"/>
                </a:cubicBezTo>
                <a:cubicBezTo>
                  <a:pt x="6057386" y="1033089"/>
                  <a:pt x="6051617" y="1027320"/>
                  <a:pt x="6051617" y="1020202"/>
                </a:cubicBezTo>
                <a:cubicBezTo>
                  <a:pt x="6051617" y="1013085"/>
                  <a:pt x="6057386" y="1007315"/>
                  <a:pt x="6064505" y="1007315"/>
                </a:cubicBezTo>
                <a:close/>
                <a:moveTo>
                  <a:pt x="5936092" y="1007315"/>
                </a:moveTo>
                <a:cubicBezTo>
                  <a:pt x="5943173" y="1007315"/>
                  <a:pt x="5948981" y="1013120"/>
                  <a:pt x="5948981" y="1020202"/>
                </a:cubicBezTo>
                <a:cubicBezTo>
                  <a:pt x="5948981" y="1027285"/>
                  <a:pt x="5943292" y="1033089"/>
                  <a:pt x="5936092" y="1033089"/>
                </a:cubicBezTo>
                <a:cubicBezTo>
                  <a:pt x="5929009" y="1033089"/>
                  <a:pt x="5923204" y="1027400"/>
                  <a:pt x="5923204" y="1020202"/>
                </a:cubicBezTo>
                <a:cubicBezTo>
                  <a:pt x="5923204" y="1013120"/>
                  <a:pt x="5928894" y="1007315"/>
                  <a:pt x="5936092" y="1007315"/>
                </a:cubicBezTo>
                <a:close/>
                <a:moveTo>
                  <a:pt x="5743477" y="1007315"/>
                </a:moveTo>
                <a:cubicBezTo>
                  <a:pt x="5750594" y="1007315"/>
                  <a:pt x="5756364" y="1013085"/>
                  <a:pt x="5756364" y="1020202"/>
                </a:cubicBezTo>
                <a:cubicBezTo>
                  <a:pt x="5756364" y="1027320"/>
                  <a:pt x="5750594" y="1033089"/>
                  <a:pt x="5743477" y="1033089"/>
                </a:cubicBezTo>
                <a:cubicBezTo>
                  <a:pt x="5736359" y="1033089"/>
                  <a:pt x="5730590" y="1027320"/>
                  <a:pt x="5730590" y="1020202"/>
                </a:cubicBezTo>
                <a:cubicBezTo>
                  <a:pt x="5730590" y="1013085"/>
                  <a:pt x="5736359" y="1007315"/>
                  <a:pt x="5743477" y="1007315"/>
                </a:cubicBezTo>
                <a:close/>
                <a:moveTo>
                  <a:pt x="5679272" y="1007315"/>
                </a:moveTo>
                <a:cubicBezTo>
                  <a:pt x="5686389" y="1007315"/>
                  <a:pt x="5692160" y="1013085"/>
                  <a:pt x="5692160" y="1020202"/>
                </a:cubicBezTo>
                <a:cubicBezTo>
                  <a:pt x="5692160" y="1027320"/>
                  <a:pt x="5686389" y="1033089"/>
                  <a:pt x="5679272" y="1033089"/>
                </a:cubicBezTo>
                <a:cubicBezTo>
                  <a:pt x="5672154" y="1033089"/>
                  <a:pt x="5666385" y="1027320"/>
                  <a:pt x="5666385" y="1020202"/>
                </a:cubicBezTo>
                <a:cubicBezTo>
                  <a:pt x="5666385" y="1013085"/>
                  <a:pt x="5672154" y="1007315"/>
                  <a:pt x="5679272" y="1007315"/>
                </a:cubicBezTo>
                <a:close/>
                <a:moveTo>
                  <a:pt x="5037104" y="1007315"/>
                </a:moveTo>
                <a:cubicBezTo>
                  <a:pt x="5044220" y="1007315"/>
                  <a:pt x="5049991" y="1013085"/>
                  <a:pt x="5049991" y="1020202"/>
                </a:cubicBezTo>
                <a:cubicBezTo>
                  <a:pt x="5049991" y="1027320"/>
                  <a:pt x="5044220" y="1033089"/>
                  <a:pt x="5037104" y="1033089"/>
                </a:cubicBezTo>
                <a:cubicBezTo>
                  <a:pt x="5029986" y="1033089"/>
                  <a:pt x="5024216" y="1027320"/>
                  <a:pt x="5024216" y="1020202"/>
                </a:cubicBezTo>
                <a:cubicBezTo>
                  <a:pt x="5024216" y="1013085"/>
                  <a:pt x="5029986" y="1007315"/>
                  <a:pt x="5037104" y="1007315"/>
                </a:cubicBezTo>
                <a:close/>
                <a:moveTo>
                  <a:pt x="4780282" y="1007315"/>
                </a:moveTo>
                <a:cubicBezTo>
                  <a:pt x="4787399" y="1007315"/>
                  <a:pt x="4793170" y="1013085"/>
                  <a:pt x="4793170" y="1020202"/>
                </a:cubicBezTo>
                <a:cubicBezTo>
                  <a:pt x="4793170" y="1027320"/>
                  <a:pt x="4787399" y="1033089"/>
                  <a:pt x="4780282" y="1033089"/>
                </a:cubicBezTo>
                <a:cubicBezTo>
                  <a:pt x="4773164" y="1033089"/>
                  <a:pt x="4767394" y="1027320"/>
                  <a:pt x="4767394" y="1020202"/>
                </a:cubicBezTo>
                <a:cubicBezTo>
                  <a:pt x="4767394" y="1013085"/>
                  <a:pt x="4773164" y="1007315"/>
                  <a:pt x="4780282" y="1007315"/>
                </a:cubicBezTo>
                <a:close/>
                <a:moveTo>
                  <a:pt x="4587666" y="1007315"/>
                </a:moveTo>
                <a:cubicBezTo>
                  <a:pt x="4594784" y="1007315"/>
                  <a:pt x="4600553" y="1013085"/>
                  <a:pt x="4600553" y="1020202"/>
                </a:cubicBezTo>
                <a:cubicBezTo>
                  <a:pt x="4600553" y="1027320"/>
                  <a:pt x="4594784" y="1033089"/>
                  <a:pt x="4587666" y="1033089"/>
                </a:cubicBezTo>
                <a:cubicBezTo>
                  <a:pt x="4580549" y="1033089"/>
                  <a:pt x="4574778" y="1027320"/>
                  <a:pt x="4574778" y="1020202"/>
                </a:cubicBezTo>
                <a:cubicBezTo>
                  <a:pt x="4574778" y="1013085"/>
                  <a:pt x="4580549" y="1007315"/>
                  <a:pt x="4587666" y="1007315"/>
                </a:cubicBezTo>
                <a:close/>
                <a:moveTo>
                  <a:pt x="3817086" y="1007315"/>
                </a:moveTo>
                <a:cubicBezTo>
                  <a:pt x="3824168" y="1007315"/>
                  <a:pt x="3829973" y="1013120"/>
                  <a:pt x="3829973" y="1020202"/>
                </a:cubicBezTo>
                <a:cubicBezTo>
                  <a:pt x="3829973" y="1027285"/>
                  <a:pt x="3824286" y="1033089"/>
                  <a:pt x="3817086" y="1033089"/>
                </a:cubicBezTo>
                <a:cubicBezTo>
                  <a:pt x="3810004" y="1033089"/>
                  <a:pt x="3804199" y="1027400"/>
                  <a:pt x="3804199" y="1020202"/>
                </a:cubicBezTo>
                <a:cubicBezTo>
                  <a:pt x="3804199" y="1013120"/>
                  <a:pt x="3809887" y="1007315"/>
                  <a:pt x="3817086" y="1007315"/>
                </a:cubicBezTo>
                <a:close/>
                <a:moveTo>
                  <a:pt x="2982301" y="1007315"/>
                </a:moveTo>
                <a:cubicBezTo>
                  <a:pt x="2989384" y="1007315"/>
                  <a:pt x="2995190" y="1013120"/>
                  <a:pt x="2995190" y="1020202"/>
                </a:cubicBezTo>
                <a:cubicBezTo>
                  <a:pt x="2995190" y="1027285"/>
                  <a:pt x="2989500" y="1033089"/>
                  <a:pt x="2982301" y="1033089"/>
                </a:cubicBezTo>
                <a:cubicBezTo>
                  <a:pt x="2975219" y="1033089"/>
                  <a:pt x="2969414" y="1027400"/>
                  <a:pt x="2969414" y="1020202"/>
                </a:cubicBezTo>
                <a:cubicBezTo>
                  <a:pt x="2969414" y="1013120"/>
                  <a:pt x="2975103" y="1007315"/>
                  <a:pt x="2982301" y="1007315"/>
                </a:cubicBezTo>
                <a:close/>
                <a:moveTo>
                  <a:pt x="1377055" y="1007315"/>
                </a:moveTo>
                <a:cubicBezTo>
                  <a:pt x="1384171" y="1007315"/>
                  <a:pt x="1389941" y="1013085"/>
                  <a:pt x="1389941" y="1020202"/>
                </a:cubicBezTo>
                <a:cubicBezTo>
                  <a:pt x="1389941" y="1027320"/>
                  <a:pt x="1384171" y="1033089"/>
                  <a:pt x="1377055" y="1033089"/>
                </a:cubicBezTo>
                <a:cubicBezTo>
                  <a:pt x="1369937" y="1033089"/>
                  <a:pt x="1364167" y="1027320"/>
                  <a:pt x="1364167" y="1020202"/>
                </a:cubicBezTo>
                <a:cubicBezTo>
                  <a:pt x="1364167" y="1013085"/>
                  <a:pt x="1369937" y="1007315"/>
                  <a:pt x="1377055" y="1007315"/>
                </a:cubicBezTo>
                <a:close/>
                <a:moveTo>
                  <a:pt x="991824" y="1007315"/>
                </a:moveTo>
                <a:cubicBezTo>
                  <a:pt x="998940" y="1007315"/>
                  <a:pt x="1004709" y="1013085"/>
                  <a:pt x="1004709" y="1020202"/>
                </a:cubicBezTo>
                <a:cubicBezTo>
                  <a:pt x="1004709" y="1027320"/>
                  <a:pt x="998940" y="1033089"/>
                  <a:pt x="991824" y="1033089"/>
                </a:cubicBezTo>
                <a:cubicBezTo>
                  <a:pt x="984705" y="1033089"/>
                  <a:pt x="978935" y="1027320"/>
                  <a:pt x="978935" y="1020202"/>
                </a:cubicBezTo>
                <a:cubicBezTo>
                  <a:pt x="978935" y="1013085"/>
                  <a:pt x="984705" y="1007315"/>
                  <a:pt x="991824" y="1007315"/>
                </a:cubicBezTo>
                <a:close/>
                <a:moveTo>
                  <a:pt x="927616" y="1007315"/>
                </a:moveTo>
                <a:cubicBezTo>
                  <a:pt x="934736" y="1007315"/>
                  <a:pt x="940503" y="1013085"/>
                  <a:pt x="940503" y="1020202"/>
                </a:cubicBezTo>
                <a:cubicBezTo>
                  <a:pt x="940503" y="1027320"/>
                  <a:pt x="934736" y="1033089"/>
                  <a:pt x="927616" y="1033089"/>
                </a:cubicBezTo>
                <a:cubicBezTo>
                  <a:pt x="920499" y="1033089"/>
                  <a:pt x="914731" y="1027320"/>
                  <a:pt x="914731" y="1020202"/>
                </a:cubicBezTo>
                <a:cubicBezTo>
                  <a:pt x="914731" y="1013085"/>
                  <a:pt x="920499" y="1007315"/>
                  <a:pt x="927616" y="1007315"/>
                </a:cubicBezTo>
                <a:close/>
                <a:moveTo>
                  <a:pt x="346686" y="1007315"/>
                </a:moveTo>
                <a:cubicBezTo>
                  <a:pt x="353804" y="1007315"/>
                  <a:pt x="359572" y="1013085"/>
                  <a:pt x="359572" y="1020202"/>
                </a:cubicBezTo>
                <a:cubicBezTo>
                  <a:pt x="359572" y="1027320"/>
                  <a:pt x="353802" y="1033089"/>
                  <a:pt x="346686" y="1033089"/>
                </a:cubicBezTo>
                <a:cubicBezTo>
                  <a:pt x="339567" y="1033089"/>
                  <a:pt x="333799" y="1027320"/>
                  <a:pt x="333799" y="1020202"/>
                </a:cubicBezTo>
                <a:cubicBezTo>
                  <a:pt x="333799" y="1013085"/>
                  <a:pt x="339567" y="1007315"/>
                  <a:pt x="346686" y="1007315"/>
                </a:cubicBezTo>
                <a:close/>
                <a:moveTo>
                  <a:pt x="218274" y="1007315"/>
                </a:moveTo>
                <a:cubicBezTo>
                  <a:pt x="225357" y="1007315"/>
                  <a:pt x="231162" y="1013120"/>
                  <a:pt x="231162" y="1020202"/>
                </a:cubicBezTo>
                <a:cubicBezTo>
                  <a:pt x="231162" y="1027285"/>
                  <a:pt x="225473" y="1033089"/>
                  <a:pt x="218274" y="1033089"/>
                </a:cubicBezTo>
                <a:cubicBezTo>
                  <a:pt x="211191" y="1033089"/>
                  <a:pt x="205386" y="1027400"/>
                  <a:pt x="205386" y="1020202"/>
                </a:cubicBezTo>
                <a:cubicBezTo>
                  <a:pt x="205386" y="1013120"/>
                  <a:pt x="211076" y="1007315"/>
                  <a:pt x="218274" y="1007315"/>
                </a:cubicBezTo>
                <a:close/>
                <a:moveTo>
                  <a:pt x="25659" y="1007315"/>
                </a:moveTo>
                <a:cubicBezTo>
                  <a:pt x="32776" y="1007315"/>
                  <a:pt x="38547" y="1013085"/>
                  <a:pt x="38547" y="1020202"/>
                </a:cubicBezTo>
                <a:cubicBezTo>
                  <a:pt x="38547" y="1027320"/>
                  <a:pt x="32776" y="1033089"/>
                  <a:pt x="25659" y="1033089"/>
                </a:cubicBezTo>
                <a:cubicBezTo>
                  <a:pt x="18542" y="1033089"/>
                  <a:pt x="12771" y="1027320"/>
                  <a:pt x="12771" y="1020202"/>
                </a:cubicBezTo>
                <a:cubicBezTo>
                  <a:pt x="12771" y="1013085"/>
                  <a:pt x="18542" y="1007315"/>
                  <a:pt x="25659" y="1007315"/>
                </a:cubicBezTo>
                <a:close/>
                <a:moveTo>
                  <a:pt x="11970691" y="994543"/>
                </a:moveTo>
                <a:cubicBezTo>
                  <a:pt x="11984855" y="994543"/>
                  <a:pt x="11996349" y="1006038"/>
                  <a:pt x="11996349" y="1020202"/>
                </a:cubicBezTo>
                <a:cubicBezTo>
                  <a:pt x="11996349" y="1034367"/>
                  <a:pt x="11984855" y="1045862"/>
                  <a:pt x="11970691" y="1045862"/>
                </a:cubicBezTo>
                <a:cubicBezTo>
                  <a:pt x="11956525" y="1045862"/>
                  <a:pt x="11945033" y="1034367"/>
                  <a:pt x="11945033" y="1020202"/>
                </a:cubicBezTo>
                <a:cubicBezTo>
                  <a:pt x="11945033" y="1006038"/>
                  <a:pt x="11956525" y="994543"/>
                  <a:pt x="11970691" y="994543"/>
                </a:cubicBezTo>
                <a:close/>
                <a:moveTo>
                  <a:pt x="11842279" y="994543"/>
                </a:moveTo>
                <a:cubicBezTo>
                  <a:pt x="11856445" y="994543"/>
                  <a:pt x="11867941" y="1006038"/>
                  <a:pt x="11867941" y="1020202"/>
                </a:cubicBezTo>
                <a:cubicBezTo>
                  <a:pt x="11867941" y="1034367"/>
                  <a:pt x="11856445" y="1045862"/>
                  <a:pt x="11842279" y="1045862"/>
                </a:cubicBezTo>
                <a:cubicBezTo>
                  <a:pt x="11828117" y="1045862"/>
                  <a:pt x="11816621" y="1034367"/>
                  <a:pt x="11816621" y="1020202"/>
                </a:cubicBezTo>
                <a:cubicBezTo>
                  <a:pt x="11816621" y="1006038"/>
                  <a:pt x="11828117" y="994543"/>
                  <a:pt x="11842279" y="994543"/>
                </a:cubicBezTo>
                <a:close/>
                <a:moveTo>
                  <a:pt x="11325670" y="994543"/>
                </a:moveTo>
                <a:cubicBezTo>
                  <a:pt x="11339835" y="994543"/>
                  <a:pt x="11351329" y="1006038"/>
                  <a:pt x="11351329" y="1020202"/>
                </a:cubicBezTo>
                <a:cubicBezTo>
                  <a:pt x="11351329" y="1034367"/>
                  <a:pt x="11339835" y="1045862"/>
                  <a:pt x="11325670" y="1045862"/>
                </a:cubicBezTo>
                <a:cubicBezTo>
                  <a:pt x="11311505" y="1045862"/>
                  <a:pt x="11300012" y="1034367"/>
                  <a:pt x="11300012" y="1020202"/>
                </a:cubicBezTo>
                <a:cubicBezTo>
                  <a:pt x="11300012" y="1006038"/>
                  <a:pt x="11311505" y="994543"/>
                  <a:pt x="11325670" y="994543"/>
                </a:cubicBezTo>
                <a:close/>
                <a:moveTo>
                  <a:pt x="11197259" y="994543"/>
                </a:moveTo>
                <a:cubicBezTo>
                  <a:pt x="11211424" y="994543"/>
                  <a:pt x="11222917" y="1006038"/>
                  <a:pt x="11222917" y="1020202"/>
                </a:cubicBezTo>
                <a:cubicBezTo>
                  <a:pt x="11222917" y="1034367"/>
                  <a:pt x="11211424" y="1045862"/>
                  <a:pt x="11197259" y="1045862"/>
                </a:cubicBezTo>
                <a:cubicBezTo>
                  <a:pt x="11183094" y="1045862"/>
                  <a:pt x="11171601" y="1034367"/>
                  <a:pt x="11171601" y="1020202"/>
                </a:cubicBezTo>
                <a:cubicBezTo>
                  <a:pt x="11171601" y="1006038"/>
                  <a:pt x="11183094" y="994543"/>
                  <a:pt x="11197259" y="994543"/>
                </a:cubicBezTo>
                <a:close/>
                <a:moveTo>
                  <a:pt x="11133055" y="994543"/>
                </a:moveTo>
                <a:cubicBezTo>
                  <a:pt x="11147225" y="994543"/>
                  <a:pt x="11158713" y="1006031"/>
                  <a:pt x="11158713" y="1020202"/>
                </a:cubicBezTo>
                <a:cubicBezTo>
                  <a:pt x="11158713" y="1034373"/>
                  <a:pt x="11147225" y="1045862"/>
                  <a:pt x="11133055" y="1045862"/>
                </a:cubicBezTo>
                <a:cubicBezTo>
                  <a:pt x="11118884" y="1045862"/>
                  <a:pt x="11107396" y="1034373"/>
                  <a:pt x="11107396" y="1020202"/>
                </a:cubicBezTo>
                <a:cubicBezTo>
                  <a:pt x="11107396" y="1006031"/>
                  <a:pt x="11118884" y="994543"/>
                  <a:pt x="11133055" y="994543"/>
                </a:cubicBezTo>
                <a:close/>
                <a:moveTo>
                  <a:pt x="10940321" y="994543"/>
                </a:moveTo>
                <a:cubicBezTo>
                  <a:pt x="10954604" y="994543"/>
                  <a:pt x="10965982" y="1006038"/>
                  <a:pt x="10965982" y="1020202"/>
                </a:cubicBezTo>
                <a:cubicBezTo>
                  <a:pt x="10965982" y="1034367"/>
                  <a:pt x="10954486" y="1045862"/>
                  <a:pt x="10940321" y="1045862"/>
                </a:cubicBezTo>
                <a:cubicBezTo>
                  <a:pt x="10926156" y="1045862"/>
                  <a:pt x="10914663" y="1034367"/>
                  <a:pt x="10914663" y="1020202"/>
                </a:cubicBezTo>
                <a:cubicBezTo>
                  <a:pt x="10914663" y="1006038"/>
                  <a:pt x="10926156" y="994543"/>
                  <a:pt x="10940321" y="994543"/>
                </a:cubicBezTo>
                <a:close/>
                <a:moveTo>
                  <a:pt x="10683501" y="994543"/>
                </a:moveTo>
                <a:cubicBezTo>
                  <a:pt x="10697666" y="994543"/>
                  <a:pt x="10709159" y="1006038"/>
                  <a:pt x="10709159" y="1020202"/>
                </a:cubicBezTo>
                <a:cubicBezTo>
                  <a:pt x="10709159" y="1034367"/>
                  <a:pt x="10697666" y="1045862"/>
                  <a:pt x="10683501" y="1045862"/>
                </a:cubicBezTo>
                <a:cubicBezTo>
                  <a:pt x="10669336" y="1045862"/>
                  <a:pt x="10657843" y="1034367"/>
                  <a:pt x="10657843" y="1020202"/>
                </a:cubicBezTo>
                <a:cubicBezTo>
                  <a:pt x="10657843" y="1006038"/>
                  <a:pt x="10669336" y="994543"/>
                  <a:pt x="10683501" y="994543"/>
                </a:cubicBezTo>
                <a:close/>
                <a:moveTo>
                  <a:pt x="10619297" y="994543"/>
                </a:moveTo>
                <a:cubicBezTo>
                  <a:pt x="10633462" y="994543"/>
                  <a:pt x="10644955" y="1006038"/>
                  <a:pt x="10644955" y="1020202"/>
                </a:cubicBezTo>
                <a:cubicBezTo>
                  <a:pt x="10644955" y="1034367"/>
                  <a:pt x="10633462" y="1045862"/>
                  <a:pt x="10619297" y="1045862"/>
                </a:cubicBezTo>
                <a:cubicBezTo>
                  <a:pt x="10605132" y="1045862"/>
                  <a:pt x="10593639" y="1034367"/>
                  <a:pt x="10593639" y="1020202"/>
                </a:cubicBezTo>
                <a:cubicBezTo>
                  <a:pt x="10593639" y="1006038"/>
                  <a:pt x="10605132" y="994543"/>
                  <a:pt x="10619297" y="994543"/>
                </a:cubicBezTo>
                <a:close/>
                <a:moveTo>
                  <a:pt x="10555092" y="994543"/>
                </a:moveTo>
                <a:cubicBezTo>
                  <a:pt x="10569255" y="994543"/>
                  <a:pt x="10580751" y="1006038"/>
                  <a:pt x="10580751" y="1020202"/>
                </a:cubicBezTo>
                <a:cubicBezTo>
                  <a:pt x="10580751" y="1034367"/>
                  <a:pt x="10569255" y="1045862"/>
                  <a:pt x="10555092" y="1045862"/>
                </a:cubicBezTo>
                <a:cubicBezTo>
                  <a:pt x="10540927" y="1045862"/>
                  <a:pt x="10529432" y="1034367"/>
                  <a:pt x="10529432" y="1020202"/>
                </a:cubicBezTo>
                <a:cubicBezTo>
                  <a:pt x="10529432" y="1006038"/>
                  <a:pt x="10540927" y="994543"/>
                  <a:pt x="10555092" y="994543"/>
                </a:cubicBezTo>
                <a:close/>
                <a:moveTo>
                  <a:pt x="10362474" y="994543"/>
                </a:moveTo>
                <a:cubicBezTo>
                  <a:pt x="10376647" y="994543"/>
                  <a:pt x="10388135" y="1006031"/>
                  <a:pt x="10388135" y="1020202"/>
                </a:cubicBezTo>
                <a:cubicBezTo>
                  <a:pt x="10388135" y="1034373"/>
                  <a:pt x="10376647" y="1045862"/>
                  <a:pt x="10362474" y="1045862"/>
                </a:cubicBezTo>
                <a:cubicBezTo>
                  <a:pt x="10348304" y="1045862"/>
                  <a:pt x="10336816" y="1034373"/>
                  <a:pt x="10336816" y="1020202"/>
                </a:cubicBezTo>
                <a:cubicBezTo>
                  <a:pt x="10336816" y="1006031"/>
                  <a:pt x="10348304" y="994543"/>
                  <a:pt x="10362474" y="994543"/>
                </a:cubicBezTo>
                <a:close/>
                <a:moveTo>
                  <a:pt x="10234065" y="994543"/>
                </a:moveTo>
                <a:cubicBezTo>
                  <a:pt x="10248228" y="994543"/>
                  <a:pt x="10259723" y="1006038"/>
                  <a:pt x="10259723" y="1020202"/>
                </a:cubicBezTo>
                <a:cubicBezTo>
                  <a:pt x="10259723" y="1034367"/>
                  <a:pt x="10248228" y="1045862"/>
                  <a:pt x="10234065" y="1045862"/>
                </a:cubicBezTo>
                <a:cubicBezTo>
                  <a:pt x="10219900" y="1045862"/>
                  <a:pt x="10208404" y="1034367"/>
                  <a:pt x="10208404" y="1020202"/>
                </a:cubicBezTo>
                <a:cubicBezTo>
                  <a:pt x="10208404" y="1006038"/>
                  <a:pt x="10219900" y="994543"/>
                  <a:pt x="10234065" y="994543"/>
                </a:cubicBezTo>
                <a:close/>
                <a:moveTo>
                  <a:pt x="10105654" y="994543"/>
                </a:moveTo>
                <a:cubicBezTo>
                  <a:pt x="10119819" y="994543"/>
                  <a:pt x="10131312" y="1006038"/>
                  <a:pt x="10131312" y="1020202"/>
                </a:cubicBezTo>
                <a:cubicBezTo>
                  <a:pt x="10131312" y="1034367"/>
                  <a:pt x="10119819" y="1045862"/>
                  <a:pt x="10105654" y="1045862"/>
                </a:cubicBezTo>
                <a:cubicBezTo>
                  <a:pt x="10091489" y="1045862"/>
                  <a:pt x="10079996" y="1034367"/>
                  <a:pt x="10079996" y="1020202"/>
                </a:cubicBezTo>
                <a:cubicBezTo>
                  <a:pt x="10079996" y="1006038"/>
                  <a:pt x="10091489" y="994543"/>
                  <a:pt x="10105654" y="994543"/>
                </a:cubicBezTo>
                <a:close/>
                <a:moveTo>
                  <a:pt x="9720307" y="994543"/>
                </a:moveTo>
                <a:cubicBezTo>
                  <a:pt x="9734470" y="994543"/>
                  <a:pt x="9745965" y="1006038"/>
                  <a:pt x="9745965" y="1020202"/>
                </a:cubicBezTo>
                <a:cubicBezTo>
                  <a:pt x="9745965" y="1034367"/>
                  <a:pt x="9734470" y="1045862"/>
                  <a:pt x="9720307" y="1045862"/>
                </a:cubicBezTo>
                <a:cubicBezTo>
                  <a:pt x="9706142" y="1045862"/>
                  <a:pt x="9694646" y="1034367"/>
                  <a:pt x="9694646" y="1020202"/>
                </a:cubicBezTo>
                <a:cubicBezTo>
                  <a:pt x="9694646" y="1006038"/>
                  <a:pt x="9706142" y="994543"/>
                  <a:pt x="9720307" y="994543"/>
                </a:cubicBezTo>
                <a:close/>
                <a:moveTo>
                  <a:pt x="9463485" y="994543"/>
                </a:moveTo>
                <a:cubicBezTo>
                  <a:pt x="9477650" y="994543"/>
                  <a:pt x="9489143" y="1006038"/>
                  <a:pt x="9489143" y="1020202"/>
                </a:cubicBezTo>
                <a:cubicBezTo>
                  <a:pt x="9489143" y="1034367"/>
                  <a:pt x="9477650" y="1045862"/>
                  <a:pt x="9463485" y="1045862"/>
                </a:cubicBezTo>
                <a:cubicBezTo>
                  <a:pt x="9449320" y="1045862"/>
                  <a:pt x="9437826" y="1034367"/>
                  <a:pt x="9437826" y="1020202"/>
                </a:cubicBezTo>
                <a:cubicBezTo>
                  <a:pt x="9437826" y="1006038"/>
                  <a:pt x="9449320" y="994543"/>
                  <a:pt x="9463485" y="994543"/>
                </a:cubicBezTo>
                <a:close/>
                <a:moveTo>
                  <a:pt x="9078253" y="994543"/>
                </a:moveTo>
                <a:cubicBezTo>
                  <a:pt x="9092418" y="994543"/>
                  <a:pt x="9103911" y="1006038"/>
                  <a:pt x="9103911" y="1020202"/>
                </a:cubicBezTo>
                <a:cubicBezTo>
                  <a:pt x="9103911" y="1034367"/>
                  <a:pt x="9092418" y="1045862"/>
                  <a:pt x="9078253" y="1045862"/>
                </a:cubicBezTo>
                <a:cubicBezTo>
                  <a:pt x="9064088" y="1045862"/>
                  <a:pt x="9052595" y="1034367"/>
                  <a:pt x="9052595" y="1020202"/>
                </a:cubicBezTo>
                <a:cubicBezTo>
                  <a:pt x="9052595" y="1006038"/>
                  <a:pt x="9064088" y="994543"/>
                  <a:pt x="9078253" y="994543"/>
                </a:cubicBezTo>
                <a:close/>
                <a:moveTo>
                  <a:pt x="8564495" y="994543"/>
                </a:moveTo>
                <a:cubicBezTo>
                  <a:pt x="8578665" y="994543"/>
                  <a:pt x="8590153" y="1006031"/>
                  <a:pt x="8590153" y="1020202"/>
                </a:cubicBezTo>
                <a:cubicBezTo>
                  <a:pt x="8590153" y="1034373"/>
                  <a:pt x="8578665" y="1045862"/>
                  <a:pt x="8564495" y="1045862"/>
                </a:cubicBezTo>
                <a:cubicBezTo>
                  <a:pt x="8550325" y="1045862"/>
                  <a:pt x="8538837" y="1034373"/>
                  <a:pt x="8538837" y="1020202"/>
                </a:cubicBezTo>
                <a:cubicBezTo>
                  <a:pt x="8538837" y="1006031"/>
                  <a:pt x="8550325" y="994543"/>
                  <a:pt x="8564495" y="994543"/>
                </a:cubicBezTo>
                <a:close/>
                <a:moveTo>
                  <a:pt x="8050852" y="994543"/>
                </a:moveTo>
                <a:cubicBezTo>
                  <a:pt x="8065017" y="994543"/>
                  <a:pt x="8076510" y="1006038"/>
                  <a:pt x="8076510" y="1020202"/>
                </a:cubicBezTo>
                <a:cubicBezTo>
                  <a:pt x="8076510" y="1034367"/>
                  <a:pt x="8065017" y="1045862"/>
                  <a:pt x="8050852" y="1045862"/>
                </a:cubicBezTo>
                <a:cubicBezTo>
                  <a:pt x="8036687" y="1045862"/>
                  <a:pt x="8025194" y="1034367"/>
                  <a:pt x="8025194" y="1020202"/>
                </a:cubicBezTo>
                <a:cubicBezTo>
                  <a:pt x="8025194" y="1006038"/>
                  <a:pt x="8036687" y="994543"/>
                  <a:pt x="8050852" y="994543"/>
                </a:cubicBezTo>
                <a:close/>
                <a:moveTo>
                  <a:pt x="7986648" y="994543"/>
                </a:moveTo>
                <a:cubicBezTo>
                  <a:pt x="8000813" y="994543"/>
                  <a:pt x="8012306" y="1006038"/>
                  <a:pt x="8012306" y="1020202"/>
                </a:cubicBezTo>
                <a:cubicBezTo>
                  <a:pt x="8012306" y="1034367"/>
                  <a:pt x="8000813" y="1045862"/>
                  <a:pt x="7986648" y="1045862"/>
                </a:cubicBezTo>
                <a:cubicBezTo>
                  <a:pt x="7972483" y="1045862"/>
                  <a:pt x="7960990" y="1034367"/>
                  <a:pt x="7960990" y="1020202"/>
                </a:cubicBezTo>
                <a:cubicBezTo>
                  <a:pt x="7960990" y="1006038"/>
                  <a:pt x="7972483" y="994543"/>
                  <a:pt x="7986648" y="994543"/>
                </a:cubicBezTo>
                <a:close/>
                <a:moveTo>
                  <a:pt x="7858237" y="994543"/>
                </a:moveTo>
                <a:cubicBezTo>
                  <a:pt x="7872407" y="994543"/>
                  <a:pt x="7883895" y="1006031"/>
                  <a:pt x="7883895" y="1020202"/>
                </a:cubicBezTo>
                <a:cubicBezTo>
                  <a:pt x="7883895" y="1034373"/>
                  <a:pt x="7872407" y="1045862"/>
                  <a:pt x="7858237" y="1045862"/>
                </a:cubicBezTo>
                <a:cubicBezTo>
                  <a:pt x="7844066" y="1045862"/>
                  <a:pt x="7832578" y="1034373"/>
                  <a:pt x="7832578" y="1020202"/>
                </a:cubicBezTo>
                <a:cubicBezTo>
                  <a:pt x="7832578" y="1006031"/>
                  <a:pt x="7844066" y="994543"/>
                  <a:pt x="7858237" y="994543"/>
                </a:cubicBezTo>
                <a:close/>
                <a:moveTo>
                  <a:pt x="7794032" y="994543"/>
                </a:moveTo>
                <a:cubicBezTo>
                  <a:pt x="7808203" y="994543"/>
                  <a:pt x="7819690" y="1006031"/>
                  <a:pt x="7819690" y="1020202"/>
                </a:cubicBezTo>
                <a:cubicBezTo>
                  <a:pt x="7819690" y="1034373"/>
                  <a:pt x="7808203" y="1045862"/>
                  <a:pt x="7794032" y="1045862"/>
                </a:cubicBezTo>
                <a:cubicBezTo>
                  <a:pt x="7779862" y="1045862"/>
                  <a:pt x="7768371" y="1034373"/>
                  <a:pt x="7768371" y="1020202"/>
                </a:cubicBezTo>
                <a:cubicBezTo>
                  <a:pt x="7768371" y="1006031"/>
                  <a:pt x="7779862" y="994543"/>
                  <a:pt x="7794032" y="994543"/>
                </a:cubicBezTo>
                <a:close/>
                <a:moveTo>
                  <a:pt x="7729825" y="994543"/>
                </a:moveTo>
                <a:cubicBezTo>
                  <a:pt x="7743990" y="994543"/>
                  <a:pt x="7755486" y="1006038"/>
                  <a:pt x="7755486" y="1020202"/>
                </a:cubicBezTo>
                <a:cubicBezTo>
                  <a:pt x="7755486" y="1034367"/>
                  <a:pt x="7743990" y="1045862"/>
                  <a:pt x="7729825" y="1045862"/>
                </a:cubicBezTo>
                <a:cubicBezTo>
                  <a:pt x="7715660" y="1045862"/>
                  <a:pt x="7704167" y="1034367"/>
                  <a:pt x="7704167" y="1020202"/>
                </a:cubicBezTo>
                <a:cubicBezTo>
                  <a:pt x="7704167" y="1006038"/>
                  <a:pt x="7715660" y="994543"/>
                  <a:pt x="7729825" y="994543"/>
                </a:cubicBezTo>
                <a:close/>
                <a:moveTo>
                  <a:pt x="7665621" y="994543"/>
                </a:moveTo>
                <a:cubicBezTo>
                  <a:pt x="7679786" y="994543"/>
                  <a:pt x="7691279" y="1006038"/>
                  <a:pt x="7691279" y="1020202"/>
                </a:cubicBezTo>
                <a:cubicBezTo>
                  <a:pt x="7691279" y="1034367"/>
                  <a:pt x="7679786" y="1045862"/>
                  <a:pt x="7665621" y="1045862"/>
                </a:cubicBezTo>
                <a:cubicBezTo>
                  <a:pt x="7651456" y="1045862"/>
                  <a:pt x="7639963" y="1034367"/>
                  <a:pt x="7639963" y="1020202"/>
                </a:cubicBezTo>
                <a:cubicBezTo>
                  <a:pt x="7639963" y="1006038"/>
                  <a:pt x="7651456" y="994543"/>
                  <a:pt x="7665621" y="994543"/>
                </a:cubicBezTo>
                <a:close/>
                <a:moveTo>
                  <a:pt x="7601299" y="994543"/>
                </a:moveTo>
                <a:cubicBezTo>
                  <a:pt x="7615464" y="994543"/>
                  <a:pt x="7626959" y="1006038"/>
                  <a:pt x="7626959" y="1020202"/>
                </a:cubicBezTo>
                <a:cubicBezTo>
                  <a:pt x="7626959" y="1034367"/>
                  <a:pt x="7615464" y="1045862"/>
                  <a:pt x="7601299" y="1045862"/>
                </a:cubicBezTo>
                <a:cubicBezTo>
                  <a:pt x="7587134" y="1045862"/>
                  <a:pt x="7575640" y="1034367"/>
                  <a:pt x="7575640" y="1020202"/>
                </a:cubicBezTo>
                <a:cubicBezTo>
                  <a:pt x="7575640" y="1006038"/>
                  <a:pt x="7587134" y="994543"/>
                  <a:pt x="7601299" y="994543"/>
                </a:cubicBezTo>
                <a:close/>
                <a:moveTo>
                  <a:pt x="7537094" y="994543"/>
                </a:moveTo>
                <a:cubicBezTo>
                  <a:pt x="7551259" y="994543"/>
                  <a:pt x="7562752" y="1006038"/>
                  <a:pt x="7562752" y="1020202"/>
                </a:cubicBezTo>
                <a:cubicBezTo>
                  <a:pt x="7562752" y="1034367"/>
                  <a:pt x="7551259" y="1045862"/>
                  <a:pt x="7537094" y="1045862"/>
                </a:cubicBezTo>
                <a:cubicBezTo>
                  <a:pt x="7522929" y="1045862"/>
                  <a:pt x="7511436" y="1034367"/>
                  <a:pt x="7511436" y="1020202"/>
                </a:cubicBezTo>
                <a:cubicBezTo>
                  <a:pt x="7511436" y="1006038"/>
                  <a:pt x="7522929" y="994543"/>
                  <a:pt x="7537094" y="994543"/>
                </a:cubicBezTo>
                <a:close/>
                <a:moveTo>
                  <a:pt x="7472890" y="994543"/>
                </a:moveTo>
                <a:cubicBezTo>
                  <a:pt x="7487060" y="994543"/>
                  <a:pt x="7498548" y="1006031"/>
                  <a:pt x="7498548" y="1020202"/>
                </a:cubicBezTo>
                <a:cubicBezTo>
                  <a:pt x="7498548" y="1034373"/>
                  <a:pt x="7487060" y="1045862"/>
                  <a:pt x="7472890" y="1045862"/>
                </a:cubicBezTo>
                <a:cubicBezTo>
                  <a:pt x="7458717" y="1045862"/>
                  <a:pt x="7447229" y="1034373"/>
                  <a:pt x="7447229" y="1020202"/>
                </a:cubicBezTo>
                <a:cubicBezTo>
                  <a:pt x="7447229" y="1006031"/>
                  <a:pt x="7458717" y="994543"/>
                  <a:pt x="7472890" y="994543"/>
                </a:cubicBezTo>
                <a:close/>
                <a:moveTo>
                  <a:pt x="7216067" y="994543"/>
                </a:moveTo>
                <a:cubicBezTo>
                  <a:pt x="7230232" y="994543"/>
                  <a:pt x="7241725" y="1006038"/>
                  <a:pt x="7241725" y="1020202"/>
                </a:cubicBezTo>
                <a:cubicBezTo>
                  <a:pt x="7241725" y="1034367"/>
                  <a:pt x="7230232" y="1045862"/>
                  <a:pt x="7216067" y="1045862"/>
                </a:cubicBezTo>
                <a:cubicBezTo>
                  <a:pt x="7201902" y="1045862"/>
                  <a:pt x="7190409" y="1034367"/>
                  <a:pt x="7190409" y="1020202"/>
                </a:cubicBezTo>
                <a:cubicBezTo>
                  <a:pt x="7190409" y="1006038"/>
                  <a:pt x="7201902" y="994543"/>
                  <a:pt x="7216067" y="994543"/>
                </a:cubicBezTo>
                <a:close/>
                <a:moveTo>
                  <a:pt x="7151863" y="994543"/>
                </a:moveTo>
                <a:cubicBezTo>
                  <a:pt x="7166033" y="994543"/>
                  <a:pt x="7177521" y="1006031"/>
                  <a:pt x="7177521" y="1020202"/>
                </a:cubicBezTo>
                <a:cubicBezTo>
                  <a:pt x="7177521" y="1034373"/>
                  <a:pt x="7166033" y="1045862"/>
                  <a:pt x="7151863" y="1045862"/>
                </a:cubicBezTo>
                <a:cubicBezTo>
                  <a:pt x="7137692" y="1045862"/>
                  <a:pt x="7126205" y="1034373"/>
                  <a:pt x="7126205" y="1020202"/>
                </a:cubicBezTo>
                <a:cubicBezTo>
                  <a:pt x="7126205" y="1006031"/>
                  <a:pt x="7137692" y="994543"/>
                  <a:pt x="7151863" y="994543"/>
                </a:cubicBezTo>
                <a:close/>
                <a:moveTo>
                  <a:pt x="6895043" y="994543"/>
                </a:moveTo>
                <a:cubicBezTo>
                  <a:pt x="6909208" y="994543"/>
                  <a:pt x="6920701" y="1006038"/>
                  <a:pt x="6920701" y="1020202"/>
                </a:cubicBezTo>
                <a:cubicBezTo>
                  <a:pt x="6920701" y="1034367"/>
                  <a:pt x="6909208" y="1045862"/>
                  <a:pt x="6895043" y="1045862"/>
                </a:cubicBezTo>
                <a:cubicBezTo>
                  <a:pt x="6880878" y="1045862"/>
                  <a:pt x="6869382" y="1034367"/>
                  <a:pt x="6869382" y="1020202"/>
                </a:cubicBezTo>
                <a:cubicBezTo>
                  <a:pt x="6869382" y="1006038"/>
                  <a:pt x="6880878" y="994543"/>
                  <a:pt x="6895043" y="994543"/>
                </a:cubicBezTo>
                <a:close/>
                <a:moveTo>
                  <a:pt x="6252873" y="994543"/>
                </a:moveTo>
                <a:cubicBezTo>
                  <a:pt x="6267036" y="994543"/>
                  <a:pt x="6278532" y="1006038"/>
                  <a:pt x="6278532" y="1020202"/>
                </a:cubicBezTo>
                <a:cubicBezTo>
                  <a:pt x="6278532" y="1034367"/>
                  <a:pt x="6267036" y="1045862"/>
                  <a:pt x="6252873" y="1045862"/>
                </a:cubicBezTo>
                <a:cubicBezTo>
                  <a:pt x="6238708" y="1045862"/>
                  <a:pt x="6227213" y="1034367"/>
                  <a:pt x="6227213" y="1020202"/>
                </a:cubicBezTo>
                <a:cubicBezTo>
                  <a:pt x="6227213" y="1006038"/>
                  <a:pt x="6238708" y="994543"/>
                  <a:pt x="6252873" y="994543"/>
                </a:cubicBezTo>
                <a:close/>
                <a:moveTo>
                  <a:pt x="6124462" y="994543"/>
                </a:moveTo>
                <a:cubicBezTo>
                  <a:pt x="6138627" y="994543"/>
                  <a:pt x="6150123" y="1006038"/>
                  <a:pt x="6150123" y="1020202"/>
                </a:cubicBezTo>
                <a:cubicBezTo>
                  <a:pt x="6150123" y="1034367"/>
                  <a:pt x="6138627" y="1045862"/>
                  <a:pt x="6124462" y="1045862"/>
                </a:cubicBezTo>
                <a:cubicBezTo>
                  <a:pt x="6110297" y="1045862"/>
                  <a:pt x="6098804" y="1034367"/>
                  <a:pt x="6098804" y="1020202"/>
                </a:cubicBezTo>
                <a:cubicBezTo>
                  <a:pt x="6098804" y="1006038"/>
                  <a:pt x="6110297" y="994543"/>
                  <a:pt x="6124462" y="994543"/>
                </a:cubicBezTo>
                <a:close/>
                <a:moveTo>
                  <a:pt x="5615066" y="994543"/>
                </a:moveTo>
                <a:cubicBezTo>
                  <a:pt x="5629231" y="994543"/>
                  <a:pt x="5640726" y="1006038"/>
                  <a:pt x="5640726" y="1020202"/>
                </a:cubicBezTo>
                <a:cubicBezTo>
                  <a:pt x="5640726" y="1034367"/>
                  <a:pt x="5629231" y="1045862"/>
                  <a:pt x="5615066" y="1045862"/>
                </a:cubicBezTo>
                <a:cubicBezTo>
                  <a:pt x="5600901" y="1045862"/>
                  <a:pt x="5589407" y="1034367"/>
                  <a:pt x="5589407" y="1020202"/>
                </a:cubicBezTo>
                <a:cubicBezTo>
                  <a:pt x="5589407" y="1006038"/>
                  <a:pt x="5600901" y="994543"/>
                  <a:pt x="5615066" y="994543"/>
                </a:cubicBezTo>
                <a:close/>
                <a:moveTo>
                  <a:pt x="5486655" y="994543"/>
                </a:moveTo>
                <a:cubicBezTo>
                  <a:pt x="5500819" y="994543"/>
                  <a:pt x="5512316" y="1006038"/>
                  <a:pt x="5512316" y="1020202"/>
                </a:cubicBezTo>
                <a:cubicBezTo>
                  <a:pt x="5512316" y="1034367"/>
                  <a:pt x="5500819" y="1045862"/>
                  <a:pt x="5486655" y="1045862"/>
                </a:cubicBezTo>
                <a:cubicBezTo>
                  <a:pt x="5472491" y="1045862"/>
                  <a:pt x="5460997" y="1034367"/>
                  <a:pt x="5460997" y="1020202"/>
                </a:cubicBezTo>
                <a:cubicBezTo>
                  <a:pt x="5460997" y="1006038"/>
                  <a:pt x="5472491" y="994543"/>
                  <a:pt x="5486655" y="994543"/>
                </a:cubicBezTo>
                <a:close/>
                <a:moveTo>
                  <a:pt x="5422451" y="994543"/>
                </a:moveTo>
                <a:cubicBezTo>
                  <a:pt x="5436621" y="994543"/>
                  <a:pt x="5448109" y="1006031"/>
                  <a:pt x="5448109" y="1020202"/>
                </a:cubicBezTo>
                <a:cubicBezTo>
                  <a:pt x="5448109" y="1034373"/>
                  <a:pt x="5436621" y="1045862"/>
                  <a:pt x="5422451" y="1045862"/>
                </a:cubicBezTo>
                <a:cubicBezTo>
                  <a:pt x="5408280" y="1045862"/>
                  <a:pt x="5396791" y="1034373"/>
                  <a:pt x="5396791" y="1020202"/>
                </a:cubicBezTo>
                <a:cubicBezTo>
                  <a:pt x="5396791" y="1006031"/>
                  <a:pt x="5408280" y="994543"/>
                  <a:pt x="5422451" y="994543"/>
                </a:cubicBezTo>
                <a:close/>
                <a:moveTo>
                  <a:pt x="5229719" y="994543"/>
                </a:moveTo>
                <a:cubicBezTo>
                  <a:pt x="5243999" y="994543"/>
                  <a:pt x="5255377" y="1006038"/>
                  <a:pt x="5255377" y="1020202"/>
                </a:cubicBezTo>
                <a:cubicBezTo>
                  <a:pt x="5255377" y="1034367"/>
                  <a:pt x="5243883" y="1045862"/>
                  <a:pt x="5229719" y="1045862"/>
                </a:cubicBezTo>
                <a:cubicBezTo>
                  <a:pt x="5215554" y="1045862"/>
                  <a:pt x="5204058" y="1034367"/>
                  <a:pt x="5204058" y="1020202"/>
                </a:cubicBezTo>
                <a:cubicBezTo>
                  <a:pt x="5204058" y="1006038"/>
                  <a:pt x="5215554" y="994543"/>
                  <a:pt x="5229719" y="994543"/>
                </a:cubicBezTo>
                <a:close/>
                <a:moveTo>
                  <a:pt x="4972896" y="994543"/>
                </a:moveTo>
                <a:cubicBezTo>
                  <a:pt x="4987063" y="994543"/>
                  <a:pt x="4998557" y="1006038"/>
                  <a:pt x="4998557" y="1020202"/>
                </a:cubicBezTo>
                <a:cubicBezTo>
                  <a:pt x="4998557" y="1034367"/>
                  <a:pt x="4987063" y="1045862"/>
                  <a:pt x="4972896" y="1045862"/>
                </a:cubicBezTo>
                <a:cubicBezTo>
                  <a:pt x="4958732" y="1045862"/>
                  <a:pt x="4947240" y="1034367"/>
                  <a:pt x="4947240" y="1020202"/>
                </a:cubicBezTo>
                <a:cubicBezTo>
                  <a:pt x="4947240" y="1006038"/>
                  <a:pt x="4958732" y="994543"/>
                  <a:pt x="4972896" y="994543"/>
                </a:cubicBezTo>
                <a:close/>
                <a:moveTo>
                  <a:pt x="4908693" y="994543"/>
                </a:moveTo>
                <a:cubicBezTo>
                  <a:pt x="4922857" y="994543"/>
                  <a:pt x="4934352" y="1006038"/>
                  <a:pt x="4934352" y="1020202"/>
                </a:cubicBezTo>
                <a:cubicBezTo>
                  <a:pt x="4934352" y="1034367"/>
                  <a:pt x="4922857" y="1045862"/>
                  <a:pt x="4908693" y="1045862"/>
                </a:cubicBezTo>
                <a:cubicBezTo>
                  <a:pt x="4894527" y="1045862"/>
                  <a:pt x="4883033" y="1034367"/>
                  <a:pt x="4883033" y="1020202"/>
                </a:cubicBezTo>
                <a:cubicBezTo>
                  <a:pt x="4883033" y="1006038"/>
                  <a:pt x="4894527" y="994543"/>
                  <a:pt x="4908693" y="994543"/>
                </a:cubicBezTo>
                <a:close/>
                <a:moveTo>
                  <a:pt x="4844487" y="994543"/>
                </a:moveTo>
                <a:cubicBezTo>
                  <a:pt x="4858650" y="994543"/>
                  <a:pt x="4870146" y="1006038"/>
                  <a:pt x="4870146" y="1020202"/>
                </a:cubicBezTo>
                <a:cubicBezTo>
                  <a:pt x="4870146" y="1034367"/>
                  <a:pt x="4858650" y="1045862"/>
                  <a:pt x="4844487" y="1045862"/>
                </a:cubicBezTo>
                <a:cubicBezTo>
                  <a:pt x="4830322" y="1045862"/>
                  <a:pt x="4818828" y="1034367"/>
                  <a:pt x="4818828" y="1020202"/>
                </a:cubicBezTo>
                <a:cubicBezTo>
                  <a:pt x="4818828" y="1006038"/>
                  <a:pt x="4830322" y="994543"/>
                  <a:pt x="4844487" y="994543"/>
                </a:cubicBezTo>
                <a:close/>
                <a:moveTo>
                  <a:pt x="4651872" y="994543"/>
                </a:moveTo>
                <a:cubicBezTo>
                  <a:pt x="4666042" y="994543"/>
                  <a:pt x="4677531" y="1006031"/>
                  <a:pt x="4677531" y="1020202"/>
                </a:cubicBezTo>
                <a:cubicBezTo>
                  <a:pt x="4677531" y="1034373"/>
                  <a:pt x="4666042" y="1045862"/>
                  <a:pt x="4651872" y="1045862"/>
                </a:cubicBezTo>
                <a:cubicBezTo>
                  <a:pt x="4637700" y="1045862"/>
                  <a:pt x="4626213" y="1034373"/>
                  <a:pt x="4626213" y="1020202"/>
                </a:cubicBezTo>
                <a:cubicBezTo>
                  <a:pt x="4626213" y="1006031"/>
                  <a:pt x="4637700" y="994543"/>
                  <a:pt x="4651872" y="994543"/>
                </a:cubicBezTo>
                <a:close/>
                <a:moveTo>
                  <a:pt x="4523461" y="994543"/>
                </a:moveTo>
                <a:cubicBezTo>
                  <a:pt x="4537626" y="994543"/>
                  <a:pt x="4549121" y="1006038"/>
                  <a:pt x="4549121" y="1020202"/>
                </a:cubicBezTo>
                <a:cubicBezTo>
                  <a:pt x="4549121" y="1034367"/>
                  <a:pt x="4537626" y="1045862"/>
                  <a:pt x="4523461" y="1045862"/>
                </a:cubicBezTo>
                <a:cubicBezTo>
                  <a:pt x="4509296" y="1045862"/>
                  <a:pt x="4497802" y="1034367"/>
                  <a:pt x="4497802" y="1020202"/>
                </a:cubicBezTo>
                <a:cubicBezTo>
                  <a:pt x="4497802" y="1006038"/>
                  <a:pt x="4509296" y="994543"/>
                  <a:pt x="4523461" y="994543"/>
                </a:cubicBezTo>
                <a:close/>
                <a:moveTo>
                  <a:pt x="4395050" y="994543"/>
                </a:moveTo>
                <a:cubicBezTo>
                  <a:pt x="4409214" y="994543"/>
                  <a:pt x="4420710" y="1006038"/>
                  <a:pt x="4420710" y="1020202"/>
                </a:cubicBezTo>
                <a:cubicBezTo>
                  <a:pt x="4420710" y="1034367"/>
                  <a:pt x="4409214" y="1045862"/>
                  <a:pt x="4395050" y="1045862"/>
                </a:cubicBezTo>
                <a:cubicBezTo>
                  <a:pt x="4380886" y="1045862"/>
                  <a:pt x="4369391" y="1034367"/>
                  <a:pt x="4369391" y="1020202"/>
                </a:cubicBezTo>
                <a:cubicBezTo>
                  <a:pt x="4369391" y="1006038"/>
                  <a:pt x="4380886" y="994543"/>
                  <a:pt x="4395050" y="994543"/>
                </a:cubicBezTo>
                <a:close/>
                <a:moveTo>
                  <a:pt x="4009702" y="994543"/>
                </a:moveTo>
                <a:cubicBezTo>
                  <a:pt x="4023866" y="994543"/>
                  <a:pt x="4035362" y="1006038"/>
                  <a:pt x="4035362" y="1020202"/>
                </a:cubicBezTo>
                <a:cubicBezTo>
                  <a:pt x="4035362" y="1034367"/>
                  <a:pt x="4023866" y="1045862"/>
                  <a:pt x="4009702" y="1045862"/>
                </a:cubicBezTo>
                <a:cubicBezTo>
                  <a:pt x="3995538" y="1045862"/>
                  <a:pt x="3984043" y="1034367"/>
                  <a:pt x="3984043" y="1020202"/>
                </a:cubicBezTo>
                <a:cubicBezTo>
                  <a:pt x="3984043" y="1006038"/>
                  <a:pt x="3995538" y="994543"/>
                  <a:pt x="4009702" y="994543"/>
                </a:cubicBezTo>
                <a:close/>
                <a:moveTo>
                  <a:pt x="3752882" y="994543"/>
                </a:moveTo>
                <a:cubicBezTo>
                  <a:pt x="3767045" y="994543"/>
                  <a:pt x="3778539" y="1006038"/>
                  <a:pt x="3778539" y="1020202"/>
                </a:cubicBezTo>
                <a:cubicBezTo>
                  <a:pt x="3778539" y="1034367"/>
                  <a:pt x="3767045" y="1045862"/>
                  <a:pt x="3752882" y="1045862"/>
                </a:cubicBezTo>
                <a:cubicBezTo>
                  <a:pt x="3738717" y="1045862"/>
                  <a:pt x="3727221" y="1034367"/>
                  <a:pt x="3727221" y="1020202"/>
                </a:cubicBezTo>
                <a:cubicBezTo>
                  <a:pt x="3727221" y="1006038"/>
                  <a:pt x="3738717" y="994543"/>
                  <a:pt x="3752882" y="994543"/>
                </a:cubicBezTo>
                <a:close/>
                <a:moveTo>
                  <a:pt x="3367649" y="994543"/>
                </a:moveTo>
                <a:cubicBezTo>
                  <a:pt x="3381813" y="994543"/>
                  <a:pt x="3393308" y="1006038"/>
                  <a:pt x="3393308" y="1020202"/>
                </a:cubicBezTo>
                <a:cubicBezTo>
                  <a:pt x="3393308" y="1034367"/>
                  <a:pt x="3381813" y="1045862"/>
                  <a:pt x="3367649" y="1045862"/>
                </a:cubicBezTo>
                <a:cubicBezTo>
                  <a:pt x="3353484" y="1045862"/>
                  <a:pt x="3341990" y="1034367"/>
                  <a:pt x="3341990" y="1020202"/>
                </a:cubicBezTo>
                <a:cubicBezTo>
                  <a:pt x="3341990" y="1006038"/>
                  <a:pt x="3353484" y="994543"/>
                  <a:pt x="3367649" y="994543"/>
                </a:cubicBezTo>
                <a:close/>
                <a:moveTo>
                  <a:pt x="2853890" y="994543"/>
                </a:moveTo>
                <a:cubicBezTo>
                  <a:pt x="2868062" y="994543"/>
                  <a:pt x="2879550" y="1006031"/>
                  <a:pt x="2879550" y="1020202"/>
                </a:cubicBezTo>
                <a:cubicBezTo>
                  <a:pt x="2879550" y="1034373"/>
                  <a:pt x="2868062" y="1045862"/>
                  <a:pt x="2853890" y="1045862"/>
                </a:cubicBezTo>
                <a:cubicBezTo>
                  <a:pt x="2839720" y="1045862"/>
                  <a:pt x="2828231" y="1034373"/>
                  <a:pt x="2828231" y="1020202"/>
                </a:cubicBezTo>
                <a:cubicBezTo>
                  <a:pt x="2828231" y="1006031"/>
                  <a:pt x="2839720" y="994543"/>
                  <a:pt x="2853890" y="994543"/>
                </a:cubicBezTo>
                <a:close/>
                <a:moveTo>
                  <a:pt x="2340249" y="994543"/>
                </a:moveTo>
                <a:cubicBezTo>
                  <a:pt x="2354413" y="994543"/>
                  <a:pt x="2365908" y="1006038"/>
                  <a:pt x="2365908" y="1020202"/>
                </a:cubicBezTo>
                <a:cubicBezTo>
                  <a:pt x="2365908" y="1034367"/>
                  <a:pt x="2354413" y="1045862"/>
                  <a:pt x="2340249" y="1045862"/>
                </a:cubicBezTo>
                <a:cubicBezTo>
                  <a:pt x="2326084" y="1045862"/>
                  <a:pt x="2314590" y="1034367"/>
                  <a:pt x="2314590" y="1020202"/>
                </a:cubicBezTo>
                <a:cubicBezTo>
                  <a:pt x="2314590" y="1006038"/>
                  <a:pt x="2326084" y="994543"/>
                  <a:pt x="2340249" y="994543"/>
                </a:cubicBezTo>
                <a:close/>
                <a:moveTo>
                  <a:pt x="2276044" y="994543"/>
                </a:moveTo>
                <a:cubicBezTo>
                  <a:pt x="2290208" y="994543"/>
                  <a:pt x="2301702" y="1006038"/>
                  <a:pt x="2301702" y="1020202"/>
                </a:cubicBezTo>
                <a:cubicBezTo>
                  <a:pt x="2301702" y="1034367"/>
                  <a:pt x="2290208" y="1045862"/>
                  <a:pt x="2276044" y="1045862"/>
                </a:cubicBezTo>
                <a:cubicBezTo>
                  <a:pt x="2261879" y="1045862"/>
                  <a:pt x="2250385" y="1034367"/>
                  <a:pt x="2250385" y="1020202"/>
                </a:cubicBezTo>
                <a:cubicBezTo>
                  <a:pt x="2250385" y="1006038"/>
                  <a:pt x="2261879" y="994543"/>
                  <a:pt x="2276044" y="994543"/>
                </a:cubicBezTo>
                <a:close/>
                <a:moveTo>
                  <a:pt x="2147633" y="994543"/>
                </a:moveTo>
                <a:cubicBezTo>
                  <a:pt x="2161804" y="994543"/>
                  <a:pt x="2173293" y="1006031"/>
                  <a:pt x="2173293" y="1020202"/>
                </a:cubicBezTo>
                <a:cubicBezTo>
                  <a:pt x="2173293" y="1034373"/>
                  <a:pt x="2161804" y="1045862"/>
                  <a:pt x="2147633" y="1045862"/>
                </a:cubicBezTo>
                <a:cubicBezTo>
                  <a:pt x="2133462" y="1045862"/>
                  <a:pt x="2121975" y="1034373"/>
                  <a:pt x="2121975" y="1020202"/>
                </a:cubicBezTo>
                <a:cubicBezTo>
                  <a:pt x="2121975" y="1006031"/>
                  <a:pt x="2133462" y="994543"/>
                  <a:pt x="2147633" y="994543"/>
                </a:cubicBezTo>
                <a:close/>
                <a:moveTo>
                  <a:pt x="2083427" y="994543"/>
                </a:moveTo>
                <a:cubicBezTo>
                  <a:pt x="2097599" y="994543"/>
                  <a:pt x="2109087" y="1006031"/>
                  <a:pt x="2109087" y="1020202"/>
                </a:cubicBezTo>
                <a:cubicBezTo>
                  <a:pt x="2109087" y="1034373"/>
                  <a:pt x="2097599" y="1045862"/>
                  <a:pt x="2083427" y="1045862"/>
                </a:cubicBezTo>
                <a:cubicBezTo>
                  <a:pt x="2069257" y="1045862"/>
                  <a:pt x="2057768" y="1034373"/>
                  <a:pt x="2057768" y="1020202"/>
                </a:cubicBezTo>
                <a:cubicBezTo>
                  <a:pt x="2057768" y="1006031"/>
                  <a:pt x="2069257" y="994543"/>
                  <a:pt x="2083427" y="994543"/>
                </a:cubicBezTo>
                <a:close/>
                <a:moveTo>
                  <a:pt x="2019222" y="994543"/>
                </a:moveTo>
                <a:cubicBezTo>
                  <a:pt x="2033387" y="994543"/>
                  <a:pt x="2044880" y="1006038"/>
                  <a:pt x="2044880" y="1020202"/>
                </a:cubicBezTo>
                <a:cubicBezTo>
                  <a:pt x="2044880" y="1034367"/>
                  <a:pt x="2033387" y="1045862"/>
                  <a:pt x="2019222" y="1045862"/>
                </a:cubicBezTo>
                <a:cubicBezTo>
                  <a:pt x="2005058" y="1045862"/>
                  <a:pt x="1993563" y="1034367"/>
                  <a:pt x="1993563" y="1020202"/>
                </a:cubicBezTo>
                <a:cubicBezTo>
                  <a:pt x="1993563" y="1006038"/>
                  <a:pt x="2005058" y="994543"/>
                  <a:pt x="2019222" y="994543"/>
                </a:cubicBezTo>
                <a:close/>
                <a:moveTo>
                  <a:pt x="1955016" y="994543"/>
                </a:moveTo>
                <a:cubicBezTo>
                  <a:pt x="1969181" y="994543"/>
                  <a:pt x="1980676" y="1006038"/>
                  <a:pt x="1980676" y="1020202"/>
                </a:cubicBezTo>
                <a:cubicBezTo>
                  <a:pt x="1980676" y="1034367"/>
                  <a:pt x="1969181" y="1045862"/>
                  <a:pt x="1955016" y="1045862"/>
                </a:cubicBezTo>
                <a:cubicBezTo>
                  <a:pt x="1940851" y="1045862"/>
                  <a:pt x="1929358" y="1034367"/>
                  <a:pt x="1929358" y="1020202"/>
                </a:cubicBezTo>
                <a:cubicBezTo>
                  <a:pt x="1929358" y="1006038"/>
                  <a:pt x="1940851" y="994543"/>
                  <a:pt x="1955016" y="994543"/>
                </a:cubicBezTo>
                <a:close/>
                <a:moveTo>
                  <a:pt x="1890696" y="994543"/>
                </a:moveTo>
                <a:cubicBezTo>
                  <a:pt x="1904860" y="994543"/>
                  <a:pt x="1916355" y="1006038"/>
                  <a:pt x="1916355" y="1020202"/>
                </a:cubicBezTo>
                <a:cubicBezTo>
                  <a:pt x="1916355" y="1034367"/>
                  <a:pt x="1904860" y="1045862"/>
                  <a:pt x="1890696" y="1045862"/>
                </a:cubicBezTo>
                <a:cubicBezTo>
                  <a:pt x="1876531" y="1045862"/>
                  <a:pt x="1865037" y="1034367"/>
                  <a:pt x="1865037" y="1020202"/>
                </a:cubicBezTo>
                <a:cubicBezTo>
                  <a:pt x="1865037" y="1006038"/>
                  <a:pt x="1876531" y="994543"/>
                  <a:pt x="1890696" y="994543"/>
                </a:cubicBezTo>
                <a:close/>
                <a:moveTo>
                  <a:pt x="1826490" y="994543"/>
                </a:moveTo>
                <a:cubicBezTo>
                  <a:pt x="1840654" y="994543"/>
                  <a:pt x="1852149" y="1006038"/>
                  <a:pt x="1852149" y="1020202"/>
                </a:cubicBezTo>
                <a:cubicBezTo>
                  <a:pt x="1852149" y="1034367"/>
                  <a:pt x="1840654" y="1045862"/>
                  <a:pt x="1826490" y="1045862"/>
                </a:cubicBezTo>
                <a:cubicBezTo>
                  <a:pt x="1812325" y="1045862"/>
                  <a:pt x="1800830" y="1034367"/>
                  <a:pt x="1800830" y="1020202"/>
                </a:cubicBezTo>
                <a:cubicBezTo>
                  <a:pt x="1800830" y="1006038"/>
                  <a:pt x="1812325" y="994543"/>
                  <a:pt x="1826490" y="994543"/>
                </a:cubicBezTo>
                <a:close/>
                <a:moveTo>
                  <a:pt x="1762285" y="994543"/>
                </a:moveTo>
                <a:cubicBezTo>
                  <a:pt x="1776456" y="994543"/>
                  <a:pt x="1787944" y="1006031"/>
                  <a:pt x="1787944" y="1020202"/>
                </a:cubicBezTo>
                <a:cubicBezTo>
                  <a:pt x="1787944" y="1034373"/>
                  <a:pt x="1776456" y="1045862"/>
                  <a:pt x="1762285" y="1045862"/>
                </a:cubicBezTo>
                <a:cubicBezTo>
                  <a:pt x="1748114" y="1045862"/>
                  <a:pt x="1736626" y="1034373"/>
                  <a:pt x="1736626" y="1020202"/>
                </a:cubicBezTo>
                <a:cubicBezTo>
                  <a:pt x="1736626" y="1006031"/>
                  <a:pt x="1748114" y="994543"/>
                  <a:pt x="1762285" y="994543"/>
                </a:cubicBezTo>
                <a:close/>
                <a:moveTo>
                  <a:pt x="1505464" y="994543"/>
                </a:moveTo>
                <a:cubicBezTo>
                  <a:pt x="1519629" y="994543"/>
                  <a:pt x="1531123" y="1006038"/>
                  <a:pt x="1531123" y="1020202"/>
                </a:cubicBezTo>
                <a:cubicBezTo>
                  <a:pt x="1531123" y="1034367"/>
                  <a:pt x="1519629" y="1045862"/>
                  <a:pt x="1505464" y="1045862"/>
                </a:cubicBezTo>
                <a:cubicBezTo>
                  <a:pt x="1491299" y="1045862"/>
                  <a:pt x="1479806" y="1034367"/>
                  <a:pt x="1479806" y="1020202"/>
                </a:cubicBezTo>
                <a:cubicBezTo>
                  <a:pt x="1479806" y="1006038"/>
                  <a:pt x="1491299" y="994543"/>
                  <a:pt x="1505464" y="994543"/>
                </a:cubicBezTo>
                <a:close/>
                <a:moveTo>
                  <a:pt x="1441258" y="994543"/>
                </a:moveTo>
                <a:cubicBezTo>
                  <a:pt x="1455430" y="994543"/>
                  <a:pt x="1466917" y="1006031"/>
                  <a:pt x="1466917" y="1020202"/>
                </a:cubicBezTo>
                <a:cubicBezTo>
                  <a:pt x="1466917" y="1034373"/>
                  <a:pt x="1455430" y="1045862"/>
                  <a:pt x="1441258" y="1045862"/>
                </a:cubicBezTo>
                <a:cubicBezTo>
                  <a:pt x="1427087" y="1045862"/>
                  <a:pt x="1415599" y="1034373"/>
                  <a:pt x="1415599" y="1020202"/>
                </a:cubicBezTo>
                <a:cubicBezTo>
                  <a:pt x="1415599" y="1006031"/>
                  <a:pt x="1427087" y="994543"/>
                  <a:pt x="1441258" y="994543"/>
                </a:cubicBezTo>
                <a:close/>
                <a:moveTo>
                  <a:pt x="1184437" y="994543"/>
                </a:moveTo>
                <a:cubicBezTo>
                  <a:pt x="1198602" y="994543"/>
                  <a:pt x="1210096" y="1006038"/>
                  <a:pt x="1210096" y="1020202"/>
                </a:cubicBezTo>
                <a:cubicBezTo>
                  <a:pt x="1210096" y="1034367"/>
                  <a:pt x="1198602" y="1045862"/>
                  <a:pt x="1184437" y="1045862"/>
                </a:cubicBezTo>
                <a:cubicBezTo>
                  <a:pt x="1170273" y="1045862"/>
                  <a:pt x="1158780" y="1034367"/>
                  <a:pt x="1158780" y="1020202"/>
                </a:cubicBezTo>
                <a:cubicBezTo>
                  <a:pt x="1158780" y="1006038"/>
                  <a:pt x="1170273" y="994543"/>
                  <a:pt x="1184437" y="994543"/>
                </a:cubicBezTo>
                <a:close/>
                <a:moveTo>
                  <a:pt x="542268" y="994543"/>
                </a:moveTo>
                <a:cubicBezTo>
                  <a:pt x="556433" y="994543"/>
                  <a:pt x="567927" y="1006038"/>
                  <a:pt x="567927" y="1020202"/>
                </a:cubicBezTo>
                <a:cubicBezTo>
                  <a:pt x="567927" y="1034367"/>
                  <a:pt x="556433" y="1045862"/>
                  <a:pt x="542268" y="1045862"/>
                </a:cubicBezTo>
                <a:cubicBezTo>
                  <a:pt x="528104" y="1045862"/>
                  <a:pt x="516610" y="1034367"/>
                  <a:pt x="516610" y="1020202"/>
                </a:cubicBezTo>
                <a:cubicBezTo>
                  <a:pt x="516610" y="1006038"/>
                  <a:pt x="528104" y="994543"/>
                  <a:pt x="542268" y="994543"/>
                </a:cubicBezTo>
                <a:close/>
                <a:moveTo>
                  <a:pt x="413858" y="994543"/>
                </a:moveTo>
                <a:cubicBezTo>
                  <a:pt x="428023" y="994543"/>
                  <a:pt x="439517" y="1006038"/>
                  <a:pt x="439517" y="1020202"/>
                </a:cubicBezTo>
                <a:cubicBezTo>
                  <a:pt x="439517" y="1034367"/>
                  <a:pt x="428023" y="1045862"/>
                  <a:pt x="413858" y="1045862"/>
                </a:cubicBezTo>
                <a:cubicBezTo>
                  <a:pt x="399694" y="1045862"/>
                  <a:pt x="388200" y="1034367"/>
                  <a:pt x="388200" y="1020202"/>
                </a:cubicBezTo>
                <a:cubicBezTo>
                  <a:pt x="388200" y="1006038"/>
                  <a:pt x="399694" y="994543"/>
                  <a:pt x="413858" y="994543"/>
                </a:cubicBezTo>
                <a:close/>
                <a:moveTo>
                  <a:pt x="11775107" y="940091"/>
                </a:moveTo>
                <a:cubicBezTo>
                  <a:pt x="11782225" y="940091"/>
                  <a:pt x="11787995" y="945861"/>
                  <a:pt x="11787995" y="952979"/>
                </a:cubicBezTo>
                <a:cubicBezTo>
                  <a:pt x="11787995" y="960096"/>
                  <a:pt x="11782225" y="965866"/>
                  <a:pt x="11775107" y="965866"/>
                </a:cubicBezTo>
                <a:cubicBezTo>
                  <a:pt x="11767991" y="965866"/>
                  <a:pt x="11762221" y="960096"/>
                  <a:pt x="11762221" y="952979"/>
                </a:cubicBezTo>
                <a:cubicBezTo>
                  <a:pt x="11762221" y="945861"/>
                  <a:pt x="11767991" y="940091"/>
                  <a:pt x="11775107" y="940091"/>
                </a:cubicBezTo>
                <a:close/>
                <a:moveTo>
                  <a:pt x="11454081" y="940091"/>
                </a:moveTo>
                <a:cubicBezTo>
                  <a:pt x="11461197" y="940091"/>
                  <a:pt x="11466969" y="945861"/>
                  <a:pt x="11466969" y="952979"/>
                </a:cubicBezTo>
                <a:cubicBezTo>
                  <a:pt x="11466969" y="960096"/>
                  <a:pt x="11461197" y="965866"/>
                  <a:pt x="11454081" y="965866"/>
                </a:cubicBezTo>
                <a:cubicBezTo>
                  <a:pt x="11446963" y="965866"/>
                  <a:pt x="11441194" y="960096"/>
                  <a:pt x="11441194" y="952979"/>
                </a:cubicBezTo>
                <a:cubicBezTo>
                  <a:pt x="11441194" y="945861"/>
                  <a:pt x="11446963" y="940091"/>
                  <a:pt x="11454081" y="940091"/>
                </a:cubicBezTo>
                <a:close/>
                <a:moveTo>
                  <a:pt x="11133055" y="940091"/>
                </a:moveTo>
                <a:cubicBezTo>
                  <a:pt x="11140171" y="940091"/>
                  <a:pt x="11145943" y="945861"/>
                  <a:pt x="11145943" y="952979"/>
                </a:cubicBezTo>
                <a:cubicBezTo>
                  <a:pt x="11145943" y="960096"/>
                  <a:pt x="11140171" y="965866"/>
                  <a:pt x="11133055" y="965866"/>
                </a:cubicBezTo>
                <a:cubicBezTo>
                  <a:pt x="11125936" y="965866"/>
                  <a:pt x="11120167" y="960096"/>
                  <a:pt x="11120167" y="952979"/>
                </a:cubicBezTo>
                <a:cubicBezTo>
                  <a:pt x="11120167" y="945861"/>
                  <a:pt x="11125936" y="940091"/>
                  <a:pt x="11133055" y="940091"/>
                </a:cubicBezTo>
                <a:close/>
                <a:moveTo>
                  <a:pt x="10940324" y="940091"/>
                </a:moveTo>
                <a:cubicBezTo>
                  <a:pt x="10947405" y="940207"/>
                  <a:pt x="10953209" y="945896"/>
                  <a:pt x="10953209" y="952979"/>
                </a:cubicBezTo>
                <a:cubicBezTo>
                  <a:pt x="10953209" y="960061"/>
                  <a:pt x="10947520" y="965866"/>
                  <a:pt x="10940324" y="965866"/>
                </a:cubicBezTo>
                <a:cubicBezTo>
                  <a:pt x="10933240" y="965866"/>
                  <a:pt x="10927436" y="960177"/>
                  <a:pt x="10927436" y="952979"/>
                </a:cubicBezTo>
                <a:cubicBezTo>
                  <a:pt x="10927436" y="945896"/>
                  <a:pt x="10933125" y="940091"/>
                  <a:pt x="10940324" y="940091"/>
                </a:cubicBezTo>
                <a:close/>
                <a:moveTo>
                  <a:pt x="10747708" y="940091"/>
                </a:moveTo>
                <a:cubicBezTo>
                  <a:pt x="10754824" y="940091"/>
                  <a:pt x="10760593" y="945861"/>
                  <a:pt x="10760593" y="952979"/>
                </a:cubicBezTo>
                <a:cubicBezTo>
                  <a:pt x="10760593" y="960096"/>
                  <a:pt x="10754824" y="965866"/>
                  <a:pt x="10747708" y="965866"/>
                </a:cubicBezTo>
                <a:cubicBezTo>
                  <a:pt x="10740589" y="965866"/>
                  <a:pt x="10734820" y="960096"/>
                  <a:pt x="10734820" y="952979"/>
                </a:cubicBezTo>
                <a:cubicBezTo>
                  <a:pt x="10734820" y="945861"/>
                  <a:pt x="10740589" y="940091"/>
                  <a:pt x="10747708" y="940091"/>
                </a:cubicBezTo>
                <a:close/>
                <a:moveTo>
                  <a:pt x="10298270" y="940091"/>
                </a:moveTo>
                <a:cubicBezTo>
                  <a:pt x="10305388" y="940091"/>
                  <a:pt x="10311158" y="945861"/>
                  <a:pt x="10311158" y="952979"/>
                </a:cubicBezTo>
                <a:cubicBezTo>
                  <a:pt x="10311158" y="960096"/>
                  <a:pt x="10305388" y="965866"/>
                  <a:pt x="10298270" y="965866"/>
                </a:cubicBezTo>
                <a:cubicBezTo>
                  <a:pt x="10291154" y="965866"/>
                  <a:pt x="10285382" y="960096"/>
                  <a:pt x="10285382" y="952979"/>
                </a:cubicBezTo>
                <a:cubicBezTo>
                  <a:pt x="10285382" y="945861"/>
                  <a:pt x="10291154" y="940091"/>
                  <a:pt x="10298270" y="940091"/>
                </a:cubicBezTo>
                <a:close/>
                <a:moveTo>
                  <a:pt x="9720307" y="940091"/>
                </a:moveTo>
                <a:cubicBezTo>
                  <a:pt x="9727423" y="940091"/>
                  <a:pt x="9733193" y="945861"/>
                  <a:pt x="9733193" y="952979"/>
                </a:cubicBezTo>
                <a:cubicBezTo>
                  <a:pt x="9733193" y="960096"/>
                  <a:pt x="9727423" y="965866"/>
                  <a:pt x="9720307" y="965866"/>
                </a:cubicBezTo>
                <a:cubicBezTo>
                  <a:pt x="9713189" y="965866"/>
                  <a:pt x="9707419" y="960096"/>
                  <a:pt x="9707419" y="952979"/>
                </a:cubicBezTo>
                <a:cubicBezTo>
                  <a:pt x="9707419" y="945861"/>
                  <a:pt x="9713189" y="940091"/>
                  <a:pt x="9720307" y="940091"/>
                </a:cubicBezTo>
                <a:close/>
                <a:moveTo>
                  <a:pt x="9527689" y="940091"/>
                </a:moveTo>
                <a:cubicBezTo>
                  <a:pt x="9534773" y="940207"/>
                  <a:pt x="9540577" y="945896"/>
                  <a:pt x="9540577" y="952979"/>
                </a:cubicBezTo>
                <a:cubicBezTo>
                  <a:pt x="9540577" y="960061"/>
                  <a:pt x="9534888" y="965866"/>
                  <a:pt x="9527689" y="965866"/>
                </a:cubicBezTo>
                <a:cubicBezTo>
                  <a:pt x="9520608" y="965866"/>
                  <a:pt x="9514804" y="960177"/>
                  <a:pt x="9514804" y="952979"/>
                </a:cubicBezTo>
                <a:cubicBezTo>
                  <a:pt x="9514804" y="945896"/>
                  <a:pt x="9520493" y="940091"/>
                  <a:pt x="9527689" y="940091"/>
                </a:cubicBezTo>
                <a:close/>
                <a:moveTo>
                  <a:pt x="9463485" y="940091"/>
                </a:moveTo>
                <a:cubicBezTo>
                  <a:pt x="9470568" y="940207"/>
                  <a:pt x="9476373" y="945896"/>
                  <a:pt x="9476373" y="952979"/>
                </a:cubicBezTo>
                <a:cubicBezTo>
                  <a:pt x="9476373" y="960061"/>
                  <a:pt x="9470683" y="965866"/>
                  <a:pt x="9463485" y="965866"/>
                </a:cubicBezTo>
                <a:cubicBezTo>
                  <a:pt x="9456403" y="965866"/>
                  <a:pt x="9450597" y="960177"/>
                  <a:pt x="9450597" y="952979"/>
                </a:cubicBezTo>
                <a:cubicBezTo>
                  <a:pt x="9450597" y="945896"/>
                  <a:pt x="9456286" y="940091"/>
                  <a:pt x="9463485" y="940091"/>
                </a:cubicBezTo>
                <a:close/>
                <a:moveTo>
                  <a:pt x="8692906" y="940091"/>
                </a:moveTo>
                <a:cubicBezTo>
                  <a:pt x="8699988" y="940207"/>
                  <a:pt x="8705792" y="945896"/>
                  <a:pt x="8705792" y="952979"/>
                </a:cubicBezTo>
                <a:cubicBezTo>
                  <a:pt x="8705792" y="960061"/>
                  <a:pt x="8700103" y="965866"/>
                  <a:pt x="8692906" y="965866"/>
                </a:cubicBezTo>
                <a:cubicBezTo>
                  <a:pt x="8685823" y="965866"/>
                  <a:pt x="8680018" y="960177"/>
                  <a:pt x="8680018" y="952979"/>
                </a:cubicBezTo>
                <a:cubicBezTo>
                  <a:pt x="8680018" y="945896"/>
                  <a:pt x="8685708" y="940091"/>
                  <a:pt x="8692906" y="940091"/>
                </a:cubicBezTo>
                <a:close/>
                <a:moveTo>
                  <a:pt x="7216067" y="940091"/>
                </a:moveTo>
                <a:cubicBezTo>
                  <a:pt x="7223186" y="940091"/>
                  <a:pt x="7228955" y="945861"/>
                  <a:pt x="7228955" y="952979"/>
                </a:cubicBezTo>
                <a:cubicBezTo>
                  <a:pt x="7228955" y="960096"/>
                  <a:pt x="7223186" y="965866"/>
                  <a:pt x="7216067" y="965866"/>
                </a:cubicBezTo>
                <a:cubicBezTo>
                  <a:pt x="7208951" y="965866"/>
                  <a:pt x="7203179" y="960096"/>
                  <a:pt x="7203179" y="952979"/>
                </a:cubicBezTo>
                <a:cubicBezTo>
                  <a:pt x="7203179" y="945861"/>
                  <a:pt x="7208951" y="940091"/>
                  <a:pt x="7216067" y="940091"/>
                </a:cubicBezTo>
                <a:close/>
                <a:moveTo>
                  <a:pt x="7087658" y="940091"/>
                </a:moveTo>
                <a:cubicBezTo>
                  <a:pt x="7094777" y="940091"/>
                  <a:pt x="7100544" y="945861"/>
                  <a:pt x="7100544" y="952979"/>
                </a:cubicBezTo>
                <a:cubicBezTo>
                  <a:pt x="7100544" y="960096"/>
                  <a:pt x="7094777" y="965866"/>
                  <a:pt x="7087658" y="965866"/>
                </a:cubicBezTo>
                <a:cubicBezTo>
                  <a:pt x="7080540" y="965866"/>
                  <a:pt x="7074770" y="960096"/>
                  <a:pt x="7074770" y="952979"/>
                </a:cubicBezTo>
                <a:cubicBezTo>
                  <a:pt x="7074770" y="945861"/>
                  <a:pt x="7080540" y="940091"/>
                  <a:pt x="7087658" y="940091"/>
                </a:cubicBezTo>
                <a:close/>
                <a:moveTo>
                  <a:pt x="6638220" y="940091"/>
                </a:moveTo>
                <a:cubicBezTo>
                  <a:pt x="6645339" y="940091"/>
                  <a:pt x="6651108" y="945861"/>
                  <a:pt x="6651108" y="952979"/>
                </a:cubicBezTo>
                <a:cubicBezTo>
                  <a:pt x="6651108" y="960096"/>
                  <a:pt x="6645339" y="965866"/>
                  <a:pt x="6638220" y="965866"/>
                </a:cubicBezTo>
                <a:cubicBezTo>
                  <a:pt x="6631104" y="965866"/>
                  <a:pt x="6625335" y="960096"/>
                  <a:pt x="6625335" y="952979"/>
                </a:cubicBezTo>
                <a:cubicBezTo>
                  <a:pt x="6625335" y="945861"/>
                  <a:pt x="6631104" y="940091"/>
                  <a:pt x="6638220" y="940091"/>
                </a:cubicBezTo>
                <a:close/>
                <a:moveTo>
                  <a:pt x="6064505" y="940091"/>
                </a:moveTo>
                <a:cubicBezTo>
                  <a:pt x="6071623" y="940091"/>
                  <a:pt x="6077390" y="945861"/>
                  <a:pt x="6077390" y="952979"/>
                </a:cubicBezTo>
                <a:cubicBezTo>
                  <a:pt x="6077390" y="960096"/>
                  <a:pt x="6071621" y="965866"/>
                  <a:pt x="6064505" y="965866"/>
                </a:cubicBezTo>
                <a:cubicBezTo>
                  <a:pt x="6057386" y="965866"/>
                  <a:pt x="6051617" y="960096"/>
                  <a:pt x="6051617" y="952979"/>
                </a:cubicBezTo>
                <a:cubicBezTo>
                  <a:pt x="6051617" y="945861"/>
                  <a:pt x="6057386" y="940091"/>
                  <a:pt x="6064505" y="940091"/>
                </a:cubicBezTo>
                <a:close/>
                <a:moveTo>
                  <a:pt x="5743477" y="940091"/>
                </a:moveTo>
                <a:cubicBezTo>
                  <a:pt x="5750594" y="940091"/>
                  <a:pt x="5756364" y="945861"/>
                  <a:pt x="5756364" y="952979"/>
                </a:cubicBezTo>
                <a:cubicBezTo>
                  <a:pt x="5756364" y="960096"/>
                  <a:pt x="5750594" y="965866"/>
                  <a:pt x="5743477" y="965866"/>
                </a:cubicBezTo>
                <a:cubicBezTo>
                  <a:pt x="5736359" y="965866"/>
                  <a:pt x="5730590" y="960096"/>
                  <a:pt x="5730590" y="952979"/>
                </a:cubicBezTo>
                <a:cubicBezTo>
                  <a:pt x="5730590" y="945861"/>
                  <a:pt x="5736359" y="940091"/>
                  <a:pt x="5743477" y="940091"/>
                </a:cubicBezTo>
                <a:close/>
                <a:moveTo>
                  <a:pt x="5422451" y="940091"/>
                </a:moveTo>
                <a:cubicBezTo>
                  <a:pt x="5429568" y="940091"/>
                  <a:pt x="5435339" y="945861"/>
                  <a:pt x="5435339" y="952979"/>
                </a:cubicBezTo>
                <a:cubicBezTo>
                  <a:pt x="5435339" y="960096"/>
                  <a:pt x="5429568" y="965866"/>
                  <a:pt x="5422451" y="965866"/>
                </a:cubicBezTo>
                <a:cubicBezTo>
                  <a:pt x="5415332" y="965866"/>
                  <a:pt x="5409564" y="960096"/>
                  <a:pt x="5409564" y="952979"/>
                </a:cubicBezTo>
                <a:cubicBezTo>
                  <a:pt x="5409564" y="945861"/>
                  <a:pt x="5415332" y="940091"/>
                  <a:pt x="5422451" y="940091"/>
                </a:cubicBezTo>
                <a:close/>
                <a:moveTo>
                  <a:pt x="5229719" y="940091"/>
                </a:moveTo>
                <a:cubicBezTo>
                  <a:pt x="5236801" y="940207"/>
                  <a:pt x="5242606" y="945896"/>
                  <a:pt x="5242606" y="952979"/>
                </a:cubicBezTo>
                <a:cubicBezTo>
                  <a:pt x="5242606" y="960061"/>
                  <a:pt x="5236918" y="965866"/>
                  <a:pt x="5229719" y="965866"/>
                </a:cubicBezTo>
                <a:cubicBezTo>
                  <a:pt x="5222637" y="965866"/>
                  <a:pt x="5216831" y="960177"/>
                  <a:pt x="5216831" y="952979"/>
                </a:cubicBezTo>
                <a:cubicBezTo>
                  <a:pt x="5216831" y="945896"/>
                  <a:pt x="5222520" y="940091"/>
                  <a:pt x="5229719" y="940091"/>
                </a:cubicBezTo>
                <a:close/>
                <a:moveTo>
                  <a:pt x="5037104" y="940091"/>
                </a:moveTo>
                <a:cubicBezTo>
                  <a:pt x="5044220" y="940091"/>
                  <a:pt x="5049991" y="945861"/>
                  <a:pt x="5049991" y="952979"/>
                </a:cubicBezTo>
                <a:cubicBezTo>
                  <a:pt x="5049991" y="960096"/>
                  <a:pt x="5044220" y="965866"/>
                  <a:pt x="5037104" y="965866"/>
                </a:cubicBezTo>
                <a:cubicBezTo>
                  <a:pt x="5029986" y="965866"/>
                  <a:pt x="5024216" y="960096"/>
                  <a:pt x="5024216" y="952979"/>
                </a:cubicBezTo>
                <a:cubicBezTo>
                  <a:pt x="5024216" y="945861"/>
                  <a:pt x="5029986" y="940091"/>
                  <a:pt x="5037104" y="940091"/>
                </a:cubicBezTo>
                <a:close/>
                <a:moveTo>
                  <a:pt x="4587666" y="940091"/>
                </a:moveTo>
                <a:cubicBezTo>
                  <a:pt x="4594784" y="940091"/>
                  <a:pt x="4600553" y="945861"/>
                  <a:pt x="4600553" y="952979"/>
                </a:cubicBezTo>
                <a:cubicBezTo>
                  <a:pt x="4600553" y="960096"/>
                  <a:pt x="4594784" y="965866"/>
                  <a:pt x="4587666" y="965866"/>
                </a:cubicBezTo>
                <a:cubicBezTo>
                  <a:pt x="4580549" y="965866"/>
                  <a:pt x="4574778" y="960096"/>
                  <a:pt x="4574778" y="952979"/>
                </a:cubicBezTo>
                <a:cubicBezTo>
                  <a:pt x="4574778" y="945861"/>
                  <a:pt x="4580549" y="940091"/>
                  <a:pt x="4587666" y="940091"/>
                </a:cubicBezTo>
                <a:close/>
                <a:moveTo>
                  <a:pt x="4009702" y="940091"/>
                </a:moveTo>
                <a:cubicBezTo>
                  <a:pt x="4016819" y="940091"/>
                  <a:pt x="4022589" y="945861"/>
                  <a:pt x="4022589" y="952979"/>
                </a:cubicBezTo>
                <a:cubicBezTo>
                  <a:pt x="4022589" y="960096"/>
                  <a:pt x="4016819" y="965866"/>
                  <a:pt x="4009702" y="965866"/>
                </a:cubicBezTo>
                <a:cubicBezTo>
                  <a:pt x="4002585" y="965866"/>
                  <a:pt x="3996814" y="960096"/>
                  <a:pt x="3996814" y="952979"/>
                </a:cubicBezTo>
                <a:cubicBezTo>
                  <a:pt x="3996814" y="945861"/>
                  <a:pt x="4002585" y="940091"/>
                  <a:pt x="4009702" y="940091"/>
                </a:cubicBezTo>
                <a:close/>
                <a:moveTo>
                  <a:pt x="3817086" y="940091"/>
                </a:moveTo>
                <a:cubicBezTo>
                  <a:pt x="3824168" y="940207"/>
                  <a:pt x="3829973" y="945896"/>
                  <a:pt x="3829973" y="952979"/>
                </a:cubicBezTo>
                <a:cubicBezTo>
                  <a:pt x="3829973" y="960061"/>
                  <a:pt x="3824286" y="965866"/>
                  <a:pt x="3817086" y="965866"/>
                </a:cubicBezTo>
                <a:cubicBezTo>
                  <a:pt x="3810004" y="965866"/>
                  <a:pt x="3804199" y="960177"/>
                  <a:pt x="3804199" y="952979"/>
                </a:cubicBezTo>
                <a:cubicBezTo>
                  <a:pt x="3804199" y="945896"/>
                  <a:pt x="3809887" y="940091"/>
                  <a:pt x="3817086" y="940091"/>
                </a:cubicBezTo>
                <a:close/>
                <a:moveTo>
                  <a:pt x="3752882" y="940091"/>
                </a:moveTo>
                <a:cubicBezTo>
                  <a:pt x="3759964" y="940207"/>
                  <a:pt x="3765770" y="945896"/>
                  <a:pt x="3765770" y="952979"/>
                </a:cubicBezTo>
                <a:cubicBezTo>
                  <a:pt x="3765770" y="960061"/>
                  <a:pt x="3760079" y="965866"/>
                  <a:pt x="3752882" y="965866"/>
                </a:cubicBezTo>
                <a:cubicBezTo>
                  <a:pt x="3745798" y="965866"/>
                  <a:pt x="3739993" y="960177"/>
                  <a:pt x="3739993" y="952979"/>
                </a:cubicBezTo>
                <a:cubicBezTo>
                  <a:pt x="3739993" y="945896"/>
                  <a:pt x="3745682" y="940091"/>
                  <a:pt x="3752882" y="940091"/>
                </a:cubicBezTo>
                <a:close/>
                <a:moveTo>
                  <a:pt x="2982301" y="940091"/>
                </a:moveTo>
                <a:cubicBezTo>
                  <a:pt x="2989384" y="940207"/>
                  <a:pt x="2995190" y="945896"/>
                  <a:pt x="2995190" y="952979"/>
                </a:cubicBezTo>
                <a:cubicBezTo>
                  <a:pt x="2995190" y="960061"/>
                  <a:pt x="2989500" y="965866"/>
                  <a:pt x="2982301" y="965866"/>
                </a:cubicBezTo>
                <a:cubicBezTo>
                  <a:pt x="2975219" y="965866"/>
                  <a:pt x="2969414" y="960177"/>
                  <a:pt x="2969414" y="952979"/>
                </a:cubicBezTo>
                <a:cubicBezTo>
                  <a:pt x="2969414" y="945896"/>
                  <a:pt x="2975103" y="940091"/>
                  <a:pt x="2982301" y="940091"/>
                </a:cubicBezTo>
                <a:close/>
                <a:moveTo>
                  <a:pt x="1505464" y="940091"/>
                </a:moveTo>
                <a:cubicBezTo>
                  <a:pt x="1512581" y="940091"/>
                  <a:pt x="1518352" y="945861"/>
                  <a:pt x="1518352" y="952979"/>
                </a:cubicBezTo>
                <a:cubicBezTo>
                  <a:pt x="1518352" y="960096"/>
                  <a:pt x="1512581" y="965866"/>
                  <a:pt x="1505464" y="965866"/>
                </a:cubicBezTo>
                <a:cubicBezTo>
                  <a:pt x="1498346" y="965866"/>
                  <a:pt x="1492577" y="960096"/>
                  <a:pt x="1492577" y="952979"/>
                </a:cubicBezTo>
                <a:cubicBezTo>
                  <a:pt x="1492577" y="945861"/>
                  <a:pt x="1498346" y="940091"/>
                  <a:pt x="1505464" y="940091"/>
                </a:cubicBezTo>
                <a:close/>
                <a:moveTo>
                  <a:pt x="1377055" y="940091"/>
                </a:moveTo>
                <a:cubicBezTo>
                  <a:pt x="1384171" y="940091"/>
                  <a:pt x="1389941" y="945861"/>
                  <a:pt x="1389941" y="952979"/>
                </a:cubicBezTo>
                <a:cubicBezTo>
                  <a:pt x="1389941" y="960096"/>
                  <a:pt x="1384171" y="965866"/>
                  <a:pt x="1377055" y="965866"/>
                </a:cubicBezTo>
                <a:cubicBezTo>
                  <a:pt x="1369937" y="965866"/>
                  <a:pt x="1364167" y="960096"/>
                  <a:pt x="1364167" y="952979"/>
                </a:cubicBezTo>
                <a:cubicBezTo>
                  <a:pt x="1364167" y="945861"/>
                  <a:pt x="1369937" y="940091"/>
                  <a:pt x="1377055" y="940091"/>
                </a:cubicBezTo>
                <a:close/>
                <a:moveTo>
                  <a:pt x="927616" y="940091"/>
                </a:moveTo>
                <a:cubicBezTo>
                  <a:pt x="934736" y="940091"/>
                  <a:pt x="940503" y="945861"/>
                  <a:pt x="940503" y="952979"/>
                </a:cubicBezTo>
                <a:cubicBezTo>
                  <a:pt x="940503" y="960096"/>
                  <a:pt x="934736" y="965866"/>
                  <a:pt x="927616" y="965866"/>
                </a:cubicBezTo>
                <a:cubicBezTo>
                  <a:pt x="920499" y="965866"/>
                  <a:pt x="914731" y="960096"/>
                  <a:pt x="914731" y="952979"/>
                </a:cubicBezTo>
                <a:cubicBezTo>
                  <a:pt x="914731" y="945861"/>
                  <a:pt x="920499" y="940091"/>
                  <a:pt x="927616" y="940091"/>
                </a:cubicBezTo>
                <a:close/>
                <a:moveTo>
                  <a:pt x="346686" y="940091"/>
                </a:moveTo>
                <a:cubicBezTo>
                  <a:pt x="353804" y="940091"/>
                  <a:pt x="359572" y="945861"/>
                  <a:pt x="359572" y="952979"/>
                </a:cubicBezTo>
                <a:cubicBezTo>
                  <a:pt x="359572" y="960096"/>
                  <a:pt x="353802" y="965866"/>
                  <a:pt x="346686" y="965866"/>
                </a:cubicBezTo>
                <a:cubicBezTo>
                  <a:pt x="339567" y="965866"/>
                  <a:pt x="333799" y="960096"/>
                  <a:pt x="333799" y="952979"/>
                </a:cubicBezTo>
                <a:cubicBezTo>
                  <a:pt x="333799" y="945861"/>
                  <a:pt x="339567" y="940091"/>
                  <a:pt x="346686" y="940091"/>
                </a:cubicBezTo>
                <a:close/>
                <a:moveTo>
                  <a:pt x="25659" y="940091"/>
                </a:moveTo>
                <a:cubicBezTo>
                  <a:pt x="32776" y="940091"/>
                  <a:pt x="38547" y="945861"/>
                  <a:pt x="38547" y="952979"/>
                </a:cubicBezTo>
                <a:cubicBezTo>
                  <a:pt x="38547" y="960096"/>
                  <a:pt x="32776" y="965866"/>
                  <a:pt x="25659" y="965866"/>
                </a:cubicBezTo>
                <a:cubicBezTo>
                  <a:pt x="18542" y="965866"/>
                  <a:pt x="12771" y="960096"/>
                  <a:pt x="12771" y="952979"/>
                </a:cubicBezTo>
                <a:cubicBezTo>
                  <a:pt x="12771" y="945861"/>
                  <a:pt x="18542" y="940091"/>
                  <a:pt x="25659" y="940091"/>
                </a:cubicBezTo>
                <a:close/>
                <a:moveTo>
                  <a:pt x="11970691" y="927320"/>
                </a:moveTo>
                <a:cubicBezTo>
                  <a:pt x="11984855" y="927320"/>
                  <a:pt x="11996349" y="938813"/>
                  <a:pt x="11996349" y="952979"/>
                </a:cubicBezTo>
                <a:cubicBezTo>
                  <a:pt x="11996349" y="967143"/>
                  <a:pt x="11984855" y="978637"/>
                  <a:pt x="11970691" y="978637"/>
                </a:cubicBezTo>
                <a:cubicBezTo>
                  <a:pt x="11956525" y="978637"/>
                  <a:pt x="11945033" y="967143"/>
                  <a:pt x="11945033" y="952979"/>
                </a:cubicBezTo>
                <a:cubicBezTo>
                  <a:pt x="11945033" y="938813"/>
                  <a:pt x="11956525" y="927320"/>
                  <a:pt x="11970691" y="927320"/>
                </a:cubicBezTo>
                <a:close/>
                <a:moveTo>
                  <a:pt x="11325670" y="927320"/>
                </a:moveTo>
                <a:cubicBezTo>
                  <a:pt x="11339835" y="927320"/>
                  <a:pt x="11351329" y="938813"/>
                  <a:pt x="11351329" y="952979"/>
                </a:cubicBezTo>
                <a:cubicBezTo>
                  <a:pt x="11351329" y="967143"/>
                  <a:pt x="11339835" y="978637"/>
                  <a:pt x="11325670" y="978637"/>
                </a:cubicBezTo>
                <a:cubicBezTo>
                  <a:pt x="11311505" y="978637"/>
                  <a:pt x="11300012" y="967143"/>
                  <a:pt x="11300012" y="952979"/>
                </a:cubicBezTo>
                <a:cubicBezTo>
                  <a:pt x="11300012" y="938813"/>
                  <a:pt x="11311505" y="927320"/>
                  <a:pt x="11325670" y="927320"/>
                </a:cubicBezTo>
                <a:close/>
                <a:moveTo>
                  <a:pt x="11197259" y="927320"/>
                </a:moveTo>
                <a:cubicBezTo>
                  <a:pt x="11211424" y="927320"/>
                  <a:pt x="11222917" y="938813"/>
                  <a:pt x="11222917" y="952979"/>
                </a:cubicBezTo>
                <a:cubicBezTo>
                  <a:pt x="11222917" y="967143"/>
                  <a:pt x="11211424" y="978637"/>
                  <a:pt x="11197259" y="978637"/>
                </a:cubicBezTo>
                <a:cubicBezTo>
                  <a:pt x="11183094" y="978637"/>
                  <a:pt x="11171601" y="967143"/>
                  <a:pt x="11171601" y="952979"/>
                </a:cubicBezTo>
                <a:cubicBezTo>
                  <a:pt x="11171601" y="938813"/>
                  <a:pt x="11183094" y="927320"/>
                  <a:pt x="11197259" y="927320"/>
                </a:cubicBezTo>
                <a:close/>
                <a:moveTo>
                  <a:pt x="10683501" y="927320"/>
                </a:moveTo>
                <a:cubicBezTo>
                  <a:pt x="10697666" y="927320"/>
                  <a:pt x="10709159" y="938813"/>
                  <a:pt x="10709159" y="952979"/>
                </a:cubicBezTo>
                <a:cubicBezTo>
                  <a:pt x="10709159" y="967143"/>
                  <a:pt x="10697666" y="978637"/>
                  <a:pt x="10683501" y="978637"/>
                </a:cubicBezTo>
                <a:cubicBezTo>
                  <a:pt x="10669336" y="978637"/>
                  <a:pt x="10657843" y="967143"/>
                  <a:pt x="10657843" y="952979"/>
                </a:cubicBezTo>
                <a:cubicBezTo>
                  <a:pt x="10657843" y="938813"/>
                  <a:pt x="10669336" y="927320"/>
                  <a:pt x="10683501" y="927320"/>
                </a:cubicBezTo>
                <a:close/>
                <a:moveTo>
                  <a:pt x="10619297" y="927320"/>
                </a:moveTo>
                <a:cubicBezTo>
                  <a:pt x="10633462" y="927320"/>
                  <a:pt x="10644955" y="938813"/>
                  <a:pt x="10644955" y="952979"/>
                </a:cubicBezTo>
                <a:cubicBezTo>
                  <a:pt x="10644955" y="967143"/>
                  <a:pt x="10633462" y="978637"/>
                  <a:pt x="10619297" y="978637"/>
                </a:cubicBezTo>
                <a:cubicBezTo>
                  <a:pt x="10605132" y="978637"/>
                  <a:pt x="10593639" y="967143"/>
                  <a:pt x="10593639" y="952979"/>
                </a:cubicBezTo>
                <a:cubicBezTo>
                  <a:pt x="10593639" y="938813"/>
                  <a:pt x="10605132" y="927320"/>
                  <a:pt x="10619297" y="927320"/>
                </a:cubicBezTo>
                <a:close/>
                <a:moveTo>
                  <a:pt x="10555092" y="927320"/>
                </a:moveTo>
                <a:cubicBezTo>
                  <a:pt x="10569255" y="927320"/>
                  <a:pt x="10580751" y="938813"/>
                  <a:pt x="10580751" y="952979"/>
                </a:cubicBezTo>
                <a:cubicBezTo>
                  <a:pt x="10580751" y="967143"/>
                  <a:pt x="10569255" y="978637"/>
                  <a:pt x="10555092" y="978637"/>
                </a:cubicBezTo>
                <a:cubicBezTo>
                  <a:pt x="10540927" y="978637"/>
                  <a:pt x="10529432" y="967143"/>
                  <a:pt x="10529432" y="952979"/>
                </a:cubicBezTo>
                <a:cubicBezTo>
                  <a:pt x="10529432" y="938813"/>
                  <a:pt x="10540927" y="927320"/>
                  <a:pt x="10555092" y="927320"/>
                </a:cubicBezTo>
                <a:close/>
                <a:moveTo>
                  <a:pt x="10362474" y="927320"/>
                </a:moveTo>
                <a:cubicBezTo>
                  <a:pt x="10376647" y="927320"/>
                  <a:pt x="10388135" y="938807"/>
                  <a:pt x="10388135" y="952979"/>
                </a:cubicBezTo>
                <a:cubicBezTo>
                  <a:pt x="10388135" y="967150"/>
                  <a:pt x="10376647" y="978637"/>
                  <a:pt x="10362474" y="978637"/>
                </a:cubicBezTo>
                <a:cubicBezTo>
                  <a:pt x="10348304" y="978637"/>
                  <a:pt x="10336816" y="967150"/>
                  <a:pt x="10336816" y="952979"/>
                </a:cubicBezTo>
                <a:cubicBezTo>
                  <a:pt x="10336816" y="938807"/>
                  <a:pt x="10348304" y="927320"/>
                  <a:pt x="10362474" y="927320"/>
                </a:cubicBezTo>
                <a:close/>
                <a:moveTo>
                  <a:pt x="10234065" y="927320"/>
                </a:moveTo>
                <a:cubicBezTo>
                  <a:pt x="10248228" y="927320"/>
                  <a:pt x="10259723" y="938813"/>
                  <a:pt x="10259723" y="952979"/>
                </a:cubicBezTo>
                <a:cubicBezTo>
                  <a:pt x="10259723" y="967143"/>
                  <a:pt x="10248228" y="978637"/>
                  <a:pt x="10234065" y="978637"/>
                </a:cubicBezTo>
                <a:cubicBezTo>
                  <a:pt x="10219900" y="978637"/>
                  <a:pt x="10208404" y="967143"/>
                  <a:pt x="10208404" y="952979"/>
                </a:cubicBezTo>
                <a:cubicBezTo>
                  <a:pt x="10208404" y="938813"/>
                  <a:pt x="10219900" y="927320"/>
                  <a:pt x="10234065" y="927320"/>
                </a:cubicBezTo>
                <a:close/>
                <a:moveTo>
                  <a:pt x="10105654" y="927320"/>
                </a:moveTo>
                <a:cubicBezTo>
                  <a:pt x="10119819" y="927320"/>
                  <a:pt x="10131312" y="938813"/>
                  <a:pt x="10131312" y="952979"/>
                </a:cubicBezTo>
                <a:cubicBezTo>
                  <a:pt x="10131312" y="967143"/>
                  <a:pt x="10119819" y="978637"/>
                  <a:pt x="10105654" y="978637"/>
                </a:cubicBezTo>
                <a:cubicBezTo>
                  <a:pt x="10091489" y="978637"/>
                  <a:pt x="10079996" y="967143"/>
                  <a:pt x="10079996" y="952979"/>
                </a:cubicBezTo>
                <a:cubicBezTo>
                  <a:pt x="10079996" y="938813"/>
                  <a:pt x="10091489" y="927320"/>
                  <a:pt x="10105654" y="927320"/>
                </a:cubicBezTo>
                <a:close/>
                <a:moveTo>
                  <a:pt x="9078253" y="927320"/>
                </a:moveTo>
                <a:cubicBezTo>
                  <a:pt x="9092418" y="927320"/>
                  <a:pt x="9103911" y="938813"/>
                  <a:pt x="9103911" y="952979"/>
                </a:cubicBezTo>
                <a:cubicBezTo>
                  <a:pt x="9103911" y="967143"/>
                  <a:pt x="9092418" y="978637"/>
                  <a:pt x="9078253" y="978637"/>
                </a:cubicBezTo>
                <a:cubicBezTo>
                  <a:pt x="9064088" y="978637"/>
                  <a:pt x="9052595" y="967143"/>
                  <a:pt x="9052595" y="952979"/>
                </a:cubicBezTo>
                <a:cubicBezTo>
                  <a:pt x="9052595" y="938813"/>
                  <a:pt x="9064088" y="927320"/>
                  <a:pt x="9078253" y="927320"/>
                </a:cubicBezTo>
                <a:close/>
                <a:moveTo>
                  <a:pt x="8564495" y="927320"/>
                </a:moveTo>
                <a:cubicBezTo>
                  <a:pt x="8578665" y="927320"/>
                  <a:pt x="8590153" y="938807"/>
                  <a:pt x="8590153" y="952979"/>
                </a:cubicBezTo>
                <a:cubicBezTo>
                  <a:pt x="8590153" y="967150"/>
                  <a:pt x="8578665" y="978637"/>
                  <a:pt x="8564495" y="978637"/>
                </a:cubicBezTo>
                <a:cubicBezTo>
                  <a:pt x="8550325" y="978637"/>
                  <a:pt x="8538837" y="967150"/>
                  <a:pt x="8538837" y="952979"/>
                </a:cubicBezTo>
                <a:cubicBezTo>
                  <a:pt x="8538837" y="938807"/>
                  <a:pt x="8550325" y="927320"/>
                  <a:pt x="8564495" y="927320"/>
                </a:cubicBezTo>
                <a:close/>
                <a:moveTo>
                  <a:pt x="8050852" y="927320"/>
                </a:moveTo>
                <a:cubicBezTo>
                  <a:pt x="8065017" y="927320"/>
                  <a:pt x="8076510" y="938813"/>
                  <a:pt x="8076510" y="952979"/>
                </a:cubicBezTo>
                <a:cubicBezTo>
                  <a:pt x="8076510" y="967143"/>
                  <a:pt x="8065017" y="978637"/>
                  <a:pt x="8050852" y="978637"/>
                </a:cubicBezTo>
                <a:cubicBezTo>
                  <a:pt x="8036687" y="978637"/>
                  <a:pt x="8025194" y="967143"/>
                  <a:pt x="8025194" y="952979"/>
                </a:cubicBezTo>
                <a:cubicBezTo>
                  <a:pt x="8025194" y="938813"/>
                  <a:pt x="8036687" y="927320"/>
                  <a:pt x="8050852" y="927320"/>
                </a:cubicBezTo>
                <a:close/>
                <a:moveTo>
                  <a:pt x="7986648" y="927320"/>
                </a:moveTo>
                <a:cubicBezTo>
                  <a:pt x="8000813" y="927320"/>
                  <a:pt x="8012306" y="938813"/>
                  <a:pt x="8012306" y="952979"/>
                </a:cubicBezTo>
                <a:cubicBezTo>
                  <a:pt x="8012306" y="967143"/>
                  <a:pt x="8000813" y="978637"/>
                  <a:pt x="7986648" y="978637"/>
                </a:cubicBezTo>
                <a:cubicBezTo>
                  <a:pt x="7972483" y="978637"/>
                  <a:pt x="7960990" y="967143"/>
                  <a:pt x="7960990" y="952979"/>
                </a:cubicBezTo>
                <a:cubicBezTo>
                  <a:pt x="7960990" y="938813"/>
                  <a:pt x="7972483" y="927320"/>
                  <a:pt x="7986648" y="927320"/>
                </a:cubicBezTo>
                <a:close/>
                <a:moveTo>
                  <a:pt x="7858237" y="927320"/>
                </a:moveTo>
                <a:cubicBezTo>
                  <a:pt x="7872407" y="927320"/>
                  <a:pt x="7883895" y="938807"/>
                  <a:pt x="7883895" y="952979"/>
                </a:cubicBezTo>
                <a:cubicBezTo>
                  <a:pt x="7883895" y="967150"/>
                  <a:pt x="7872407" y="978637"/>
                  <a:pt x="7858237" y="978637"/>
                </a:cubicBezTo>
                <a:cubicBezTo>
                  <a:pt x="7844066" y="978637"/>
                  <a:pt x="7832578" y="967150"/>
                  <a:pt x="7832578" y="952979"/>
                </a:cubicBezTo>
                <a:cubicBezTo>
                  <a:pt x="7832578" y="938807"/>
                  <a:pt x="7844066" y="927320"/>
                  <a:pt x="7858237" y="927320"/>
                </a:cubicBezTo>
                <a:close/>
                <a:moveTo>
                  <a:pt x="7794032" y="927320"/>
                </a:moveTo>
                <a:cubicBezTo>
                  <a:pt x="7808203" y="927320"/>
                  <a:pt x="7819690" y="938807"/>
                  <a:pt x="7819690" y="952979"/>
                </a:cubicBezTo>
                <a:cubicBezTo>
                  <a:pt x="7819690" y="967150"/>
                  <a:pt x="7808203" y="978637"/>
                  <a:pt x="7794032" y="978637"/>
                </a:cubicBezTo>
                <a:cubicBezTo>
                  <a:pt x="7779862" y="978637"/>
                  <a:pt x="7768371" y="967150"/>
                  <a:pt x="7768371" y="952979"/>
                </a:cubicBezTo>
                <a:cubicBezTo>
                  <a:pt x="7768371" y="938807"/>
                  <a:pt x="7779862" y="927320"/>
                  <a:pt x="7794032" y="927320"/>
                </a:cubicBezTo>
                <a:close/>
                <a:moveTo>
                  <a:pt x="7665621" y="927320"/>
                </a:moveTo>
                <a:cubicBezTo>
                  <a:pt x="7679786" y="927320"/>
                  <a:pt x="7691279" y="938813"/>
                  <a:pt x="7691279" y="952979"/>
                </a:cubicBezTo>
                <a:cubicBezTo>
                  <a:pt x="7691279" y="967143"/>
                  <a:pt x="7679786" y="978637"/>
                  <a:pt x="7665621" y="978637"/>
                </a:cubicBezTo>
                <a:cubicBezTo>
                  <a:pt x="7651456" y="978637"/>
                  <a:pt x="7639963" y="967143"/>
                  <a:pt x="7639963" y="952979"/>
                </a:cubicBezTo>
                <a:cubicBezTo>
                  <a:pt x="7639963" y="938813"/>
                  <a:pt x="7651456" y="927320"/>
                  <a:pt x="7665621" y="927320"/>
                </a:cubicBezTo>
                <a:close/>
                <a:moveTo>
                  <a:pt x="7601299" y="927320"/>
                </a:moveTo>
                <a:cubicBezTo>
                  <a:pt x="7615464" y="927320"/>
                  <a:pt x="7626959" y="938813"/>
                  <a:pt x="7626959" y="952979"/>
                </a:cubicBezTo>
                <a:cubicBezTo>
                  <a:pt x="7626959" y="967143"/>
                  <a:pt x="7615464" y="978637"/>
                  <a:pt x="7601299" y="978637"/>
                </a:cubicBezTo>
                <a:cubicBezTo>
                  <a:pt x="7587134" y="978637"/>
                  <a:pt x="7575640" y="967143"/>
                  <a:pt x="7575640" y="952979"/>
                </a:cubicBezTo>
                <a:cubicBezTo>
                  <a:pt x="7575640" y="938813"/>
                  <a:pt x="7587134" y="927320"/>
                  <a:pt x="7601299" y="927320"/>
                </a:cubicBezTo>
                <a:close/>
                <a:moveTo>
                  <a:pt x="7537094" y="927320"/>
                </a:moveTo>
                <a:cubicBezTo>
                  <a:pt x="7551259" y="927320"/>
                  <a:pt x="7562752" y="938813"/>
                  <a:pt x="7562752" y="952979"/>
                </a:cubicBezTo>
                <a:cubicBezTo>
                  <a:pt x="7562752" y="967143"/>
                  <a:pt x="7551259" y="978637"/>
                  <a:pt x="7537094" y="978637"/>
                </a:cubicBezTo>
                <a:cubicBezTo>
                  <a:pt x="7522929" y="978637"/>
                  <a:pt x="7511436" y="967143"/>
                  <a:pt x="7511436" y="952979"/>
                </a:cubicBezTo>
                <a:cubicBezTo>
                  <a:pt x="7511436" y="938813"/>
                  <a:pt x="7522929" y="927320"/>
                  <a:pt x="7537094" y="927320"/>
                </a:cubicBezTo>
                <a:close/>
                <a:moveTo>
                  <a:pt x="7151863" y="927320"/>
                </a:moveTo>
                <a:cubicBezTo>
                  <a:pt x="7166033" y="927320"/>
                  <a:pt x="7177521" y="938807"/>
                  <a:pt x="7177521" y="952979"/>
                </a:cubicBezTo>
                <a:cubicBezTo>
                  <a:pt x="7177521" y="967150"/>
                  <a:pt x="7166033" y="978637"/>
                  <a:pt x="7151863" y="978637"/>
                </a:cubicBezTo>
                <a:cubicBezTo>
                  <a:pt x="7137692" y="978637"/>
                  <a:pt x="7126205" y="967150"/>
                  <a:pt x="7126205" y="952979"/>
                </a:cubicBezTo>
                <a:cubicBezTo>
                  <a:pt x="7126205" y="938807"/>
                  <a:pt x="7137692" y="927320"/>
                  <a:pt x="7151863" y="927320"/>
                </a:cubicBezTo>
                <a:close/>
                <a:moveTo>
                  <a:pt x="6895043" y="927320"/>
                </a:moveTo>
                <a:cubicBezTo>
                  <a:pt x="6909208" y="927320"/>
                  <a:pt x="6920701" y="938813"/>
                  <a:pt x="6920701" y="952979"/>
                </a:cubicBezTo>
                <a:cubicBezTo>
                  <a:pt x="6920701" y="967143"/>
                  <a:pt x="6909208" y="978637"/>
                  <a:pt x="6895043" y="978637"/>
                </a:cubicBezTo>
                <a:cubicBezTo>
                  <a:pt x="6880878" y="978637"/>
                  <a:pt x="6869382" y="967143"/>
                  <a:pt x="6869382" y="952979"/>
                </a:cubicBezTo>
                <a:cubicBezTo>
                  <a:pt x="6869382" y="938813"/>
                  <a:pt x="6880878" y="927320"/>
                  <a:pt x="6895043" y="927320"/>
                </a:cubicBezTo>
                <a:close/>
                <a:moveTo>
                  <a:pt x="6252873" y="927320"/>
                </a:moveTo>
                <a:cubicBezTo>
                  <a:pt x="6267036" y="927320"/>
                  <a:pt x="6278532" y="938813"/>
                  <a:pt x="6278532" y="952979"/>
                </a:cubicBezTo>
                <a:cubicBezTo>
                  <a:pt x="6278532" y="967143"/>
                  <a:pt x="6267036" y="978637"/>
                  <a:pt x="6252873" y="978637"/>
                </a:cubicBezTo>
                <a:cubicBezTo>
                  <a:pt x="6238708" y="978637"/>
                  <a:pt x="6227213" y="967143"/>
                  <a:pt x="6227213" y="952979"/>
                </a:cubicBezTo>
                <a:cubicBezTo>
                  <a:pt x="6227213" y="938813"/>
                  <a:pt x="6238708" y="927320"/>
                  <a:pt x="6252873" y="927320"/>
                </a:cubicBezTo>
                <a:close/>
                <a:moveTo>
                  <a:pt x="5615066" y="927320"/>
                </a:moveTo>
                <a:cubicBezTo>
                  <a:pt x="5629231" y="927320"/>
                  <a:pt x="5640726" y="938813"/>
                  <a:pt x="5640726" y="952979"/>
                </a:cubicBezTo>
                <a:cubicBezTo>
                  <a:pt x="5640726" y="967143"/>
                  <a:pt x="5629231" y="978637"/>
                  <a:pt x="5615066" y="978637"/>
                </a:cubicBezTo>
                <a:cubicBezTo>
                  <a:pt x="5600901" y="978637"/>
                  <a:pt x="5589407" y="967143"/>
                  <a:pt x="5589407" y="952979"/>
                </a:cubicBezTo>
                <a:cubicBezTo>
                  <a:pt x="5589407" y="938813"/>
                  <a:pt x="5600901" y="927320"/>
                  <a:pt x="5615066" y="927320"/>
                </a:cubicBezTo>
                <a:close/>
                <a:moveTo>
                  <a:pt x="5486655" y="927320"/>
                </a:moveTo>
                <a:cubicBezTo>
                  <a:pt x="5500819" y="927320"/>
                  <a:pt x="5512316" y="938813"/>
                  <a:pt x="5512316" y="952979"/>
                </a:cubicBezTo>
                <a:cubicBezTo>
                  <a:pt x="5512316" y="967143"/>
                  <a:pt x="5500819" y="978637"/>
                  <a:pt x="5486655" y="978637"/>
                </a:cubicBezTo>
                <a:cubicBezTo>
                  <a:pt x="5472491" y="978637"/>
                  <a:pt x="5460997" y="967143"/>
                  <a:pt x="5460997" y="952979"/>
                </a:cubicBezTo>
                <a:cubicBezTo>
                  <a:pt x="5460997" y="938813"/>
                  <a:pt x="5472491" y="927320"/>
                  <a:pt x="5486655" y="927320"/>
                </a:cubicBezTo>
                <a:close/>
                <a:moveTo>
                  <a:pt x="4972896" y="927320"/>
                </a:moveTo>
                <a:cubicBezTo>
                  <a:pt x="4987063" y="927320"/>
                  <a:pt x="4998557" y="938813"/>
                  <a:pt x="4998557" y="952979"/>
                </a:cubicBezTo>
                <a:cubicBezTo>
                  <a:pt x="4998557" y="967143"/>
                  <a:pt x="4987063" y="978637"/>
                  <a:pt x="4972896" y="978637"/>
                </a:cubicBezTo>
                <a:cubicBezTo>
                  <a:pt x="4958732" y="978637"/>
                  <a:pt x="4947240" y="967143"/>
                  <a:pt x="4947240" y="952979"/>
                </a:cubicBezTo>
                <a:cubicBezTo>
                  <a:pt x="4947240" y="938813"/>
                  <a:pt x="4958732" y="927320"/>
                  <a:pt x="4972896" y="927320"/>
                </a:cubicBezTo>
                <a:close/>
                <a:moveTo>
                  <a:pt x="4908693" y="927320"/>
                </a:moveTo>
                <a:cubicBezTo>
                  <a:pt x="4922857" y="927320"/>
                  <a:pt x="4934352" y="938813"/>
                  <a:pt x="4934352" y="952979"/>
                </a:cubicBezTo>
                <a:cubicBezTo>
                  <a:pt x="4934352" y="967143"/>
                  <a:pt x="4922857" y="978637"/>
                  <a:pt x="4908693" y="978637"/>
                </a:cubicBezTo>
                <a:cubicBezTo>
                  <a:pt x="4894527" y="978637"/>
                  <a:pt x="4883033" y="967143"/>
                  <a:pt x="4883033" y="952979"/>
                </a:cubicBezTo>
                <a:cubicBezTo>
                  <a:pt x="4883033" y="938813"/>
                  <a:pt x="4894527" y="927320"/>
                  <a:pt x="4908693" y="927320"/>
                </a:cubicBezTo>
                <a:close/>
                <a:moveTo>
                  <a:pt x="4844487" y="927320"/>
                </a:moveTo>
                <a:cubicBezTo>
                  <a:pt x="4858650" y="927320"/>
                  <a:pt x="4870146" y="938813"/>
                  <a:pt x="4870146" y="952979"/>
                </a:cubicBezTo>
                <a:cubicBezTo>
                  <a:pt x="4870146" y="967143"/>
                  <a:pt x="4858650" y="978637"/>
                  <a:pt x="4844487" y="978637"/>
                </a:cubicBezTo>
                <a:cubicBezTo>
                  <a:pt x="4830322" y="978637"/>
                  <a:pt x="4818828" y="967143"/>
                  <a:pt x="4818828" y="952979"/>
                </a:cubicBezTo>
                <a:cubicBezTo>
                  <a:pt x="4818828" y="938813"/>
                  <a:pt x="4830322" y="927320"/>
                  <a:pt x="4844487" y="927320"/>
                </a:cubicBezTo>
                <a:close/>
                <a:moveTo>
                  <a:pt x="4651872" y="927320"/>
                </a:moveTo>
                <a:cubicBezTo>
                  <a:pt x="4666042" y="927320"/>
                  <a:pt x="4677531" y="938807"/>
                  <a:pt x="4677531" y="952979"/>
                </a:cubicBezTo>
                <a:cubicBezTo>
                  <a:pt x="4677531" y="967150"/>
                  <a:pt x="4666042" y="978637"/>
                  <a:pt x="4651872" y="978637"/>
                </a:cubicBezTo>
                <a:cubicBezTo>
                  <a:pt x="4637700" y="978637"/>
                  <a:pt x="4626213" y="967150"/>
                  <a:pt x="4626213" y="952979"/>
                </a:cubicBezTo>
                <a:cubicBezTo>
                  <a:pt x="4626213" y="938807"/>
                  <a:pt x="4637700" y="927320"/>
                  <a:pt x="4651872" y="927320"/>
                </a:cubicBezTo>
                <a:close/>
                <a:moveTo>
                  <a:pt x="4523461" y="927320"/>
                </a:moveTo>
                <a:cubicBezTo>
                  <a:pt x="4537626" y="927320"/>
                  <a:pt x="4549121" y="938813"/>
                  <a:pt x="4549121" y="952979"/>
                </a:cubicBezTo>
                <a:cubicBezTo>
                  <a:pt x="4549121" y="967143"/>
                  <a:pt x="4537626" y="978637"/>
                  <a:pt x="4523461" y="978637"/>
                </a:cubicBezTo>
                <a:cubicBezTo>
                  <a:pt x="4509296" y="978637"/>
                  <a:pt x="4497802" y="967143"/>
                  <a:pt x="4497802" y="952979"/>
                </a:cubicBezTo>
                <a:cubicBezTo>
                  <a:pt x="4497802" y="938813"/>
                  <a:pt x="4509296" y="927320"/>
                  <a:pt x="4523461" y="927320"/>
                </a:cubicBezTo>
                <a:close/>
                <a:moveTo>
                  <a:pt x="4395050" y="927320"/>
                </a:moveTo>
                <a:cubicBezTo>
                  <a:pt x="4409214" y="927320"/>
                  <a:pt x="4420710" y="938813"/>
                  <a:pt x="4420710" y="952979"/>
                </a:cubicBezTo>
                <a:cubicBezTo>
                  <a:pt x="4420710" y="967143"/>
                  <a:pt x="4409214" y="978637"/>
                  <a:pt x="4395050" y="978637"/>
                </a:cubicBezTo>
                <a:cubicBezTo>
                  <a:pt x="4380886" y="978637"/>
                  <a:pt x="4369391" y="967143"/>
                  <a:pt x="4369391" y="952979"/>
                </a:cubicBezTo>
                <a:cubicBezTo>
                  <a:pt x="4369391" y="938813"/>
                  <a:pt x="4380886" y="927320"/>
                  <a:pt x="4395050" y="927320"/>
                </a:cubicBezTo>
                <a:close/>
                <a:moveTo>
                  <a:pt x="3367649" y="927320"/>
                </a:moveTo>
                <a:cubicBezTo>
                  <a:pt x="3381813" y="927320"/>
                  <a:pt x="3393308" y="938813"/>
                  <a:pt x="3393308" y="952979"/>
                </a:cubicBezTo>
                <a:cubicBezTo>
                  <a:pt x="3393308" y="967143"/>
                  <a:pt x="3381813" y="978637"/>
                  <a:pt x="3367649" y="978637"/>
                </a:cubicBezTo>
                <a:cubicBezTo>
                  <a:pt x="3353484" y="978637"/>
                  <a:pt x="3341990" y="967143"/>
                  <a:pt x="3341990" y="952979"/>
                </a:cubicBezTo>
                <a:cubicBezTo>
                  <a:pt x="3341990" y="938813"/>
                  <a:pt x="3353484" y="927320"/>
                  <a:pt x="3367649" y="927320"/>
                </a:cubicBezTo>
                <a:close/>
                <a:moveTo>
                  <a:pt x="2853890" y="927320"/>
                </a:moveTo>
                <a:cubicBezTo>
                  <a:pt x="2868062" y="927320"/>
                  <a:pt x="2879550" y="938807"/>
                  <a:pt x="2879550" y="952979"/>
                </a:cubicBezTo>
                <a:cubicBezTo>
                  <a:pt x="2879550" y="967150"/>
                  <a:pt x="2868062" y="978637"/>
                  <a:pt x="2853890" y="978637"/>
                </a:cubicBezTo>
                <a:cubicBezTo>
                  <a:pt x="2839720" y="978637"/>
                  <a:pt x="2828231" y="967150"/>
                  <a:pt x="2828231" y="952979"/>
                </a:cubicBezTo>
                <a:cubicBezTo>
                  <a:pt x="2828231" y="938807"/>
                  <a:pt x="2839720" y="927320"/>
                  <a:pt x="2853890" y="927320"/>
                </a:cubicBezTo>
                <a:close/>
                <a:moveTo>
                  <a:pt x="2340249" y="927320"/>
                </a:moveTo>
                <a:cubicBezTo>
                  <a:pt x="2354413" y="927320"/>
                  <a:pt x="2365908" y="938813"/>
                  <a:pt x="2365908" y="952979"/>
                </a:cubicBezTo>
                <a:cubicBezTo>
                  <a:pt x="2365908" y="967143"/>
                  <a:pt x="2354413" y="978637"/>
                  <a:pt x="2340249" y="978637"/>
                </a:cubicBezTo>
                <a:cubicBezTo>
                  <a:pt x="2326084" y="978637"/>
                  <a:pt x="2314590" y="967143"/>
                  <a:pt x="2314590" y="952979"/>
                </a:cubicBezTo>
                <a:cubicBezTo>
                  <a:pt x="2314590" y="938813"/>
                  <a:pt x="2326084" y="927320"/>
                  <a:pt x="2340249" y="927320"/>
                </a:cubicBezTo>
                <a:close/>
                <a:moveTo>
                  <a:pt x="2276044" y="927320"/>
                </a:moveTo>
                <a:cubicBezTo>
                  <a:pt x="2290208" y="927320"/>
                  <a:pt x="2301702" y="938813"/>
                  <a:pt x="2301702" y="952979"/>
                </a:cubicBezTo>
                <a:cubicBezTo>
                  <a:pt x="2301702" y="967143"/>
                  <a:pt x="2290208" y="978637"/>
                  <a:pt x="2276044" y="978637"/>
                </a:cubicBezTo>
                <a:cubicBezTo>
                  <a:pt x="2261879" y="978637"/>
                  <a:pt x="2250385" y="967143"/>
                  <a:pt x="2250385" y="952979"/>
                </a:cubicBezTo>
                <a:cubicBezTo>
                  <a:pt x="2250385" y="938813"/>
                  <a:pt x="2261879" y="927320"/>
                  <a:pt x="2276044" y="927320"/>
                </a:cubicBezTo>
                <a:close/>
                <a:moveTo>
                  <a:pt x="2147633" y="927320"/>
                </a:moveTo>
                <a:cubicBezTo>
                  <a:pt x="2161804" y="927320"/>
                  <a:pt x="2173293" y="938807"/>
                  <a:pt x="2173293" y="952979"/>
                </a:cubicBezTo>
                <a:cubicBezTo>
                  <a:pt x="2173293" y="967150"/>
                  <a:pt x="2161804" y="978637"/>
                  <a:pt x="2147633" y="978637"/>
                </a:cubicBezTo>
                <a:cubicBezTo>
                  <a:pt x="2133462" y="978637"/>
                  <a:pt x="2121975" y="967150"/>
                  <a:pt x="2121975" y="952979"/>
                </a:cubicBezTo>
                <a:cubicBezTo>
                  <a:pt x="2121975" y="938807"/>
                  <a:pt x="2133462" y="927320"/>
                  <a:pt x="2147633" y="927320"/>
                </a:cubicBezTo>
                <a:close/>
                <a:moveTo>
                  <a:pt x="2083427" y="927320"/>
                </a:moveTo>
                <a:cubicBezTo>
                  <a:pt x="2097599" y="927320"/>
                  <a:pt x="2109087" y="938807"/>
                  <a:pt x="2109087" y="952979"/>
                </a:cubicBezTo>
                <a:cubicBezTo>
                  <a:pt x="2109087" y="967150"/>
                  <a:pt x="2097599" y="978637"/>
                  <a:pt x="2083427" y="978637"/>
                </a:cubicBezTo>
                <a:cubicBezTo>
                  <a:pt x="2069257" y="978637"/>
                  <a:pt x="2057768" y="967150"/>
                  <a:pt x="2057768" y="952979"/>
                </a:cubicBezTo>
                <a:cubicBezTo>
                  <a:pt x="2057768" y="938807"/>
                  <a:pt x="2069257" y="927320"/>
                  <a:pt x="2083427" y="927320"/>
                </a:cubicBezTo>
                <a:close/>
                <a:moveTo>
                  <a:pt x="1955016" y="927320"/>
                </a:moveTo>
                <a:cubicBezTo>
                  <a:pt x="1969181" y="927320"/>
                  <a:pt x="1980676" y="938813"/>
                  <a:pt x="1980676" y="952979"/>
                </a:cubicBezTo>
                <a:cubicBezTo>
                  <a:pt x="1980676" y="967143"/>
                  <a:pt x="1969181" y="978637"/>
                  <a:pt x="1955016" y="978637"/>
                </a:cubicBezTo>
                <a:cubicBezTo>
                  <a:pt x="1940851" y="978637"/>
                  <a:pt x="1929358" y="967143"/>
                  <a:pt x="1929358" y="952979"/>
                </a:cubicBezTo>
                <a:cubicBezTo>
                  <a:pt x="1929358" y="938813"/>
                  <a:pt x="1940851" y="927320"/>
                  <a:pt x="1955016" y="927320"/>
                </a:cubicBezTo>
                <a:close/>
                <a:moveTo>
                  <a:pt x="1890696" y="927320"/>
                </a:moveTo>
                <a:cubicBezTo>
                  <a:pt x="1904860" y="927320"/>
                  <a:pt x="1916355" y="938813"/>
                  <a:pt x="1916355" y="952979"/>
                </a:cubicBezTo>
                <a:cubicBezTo>
                  <a:pt x="1916355" y="967143"/>
                  <a:pt x="1904860" y="978637"/>
                  <a:pt x="1890696" y="978637"/>
                </a:cubicBezTo>
                <a:cubicBezTo>
                  <a:pt x="1876531" y="978637"/>
                  <a:pt x="1865037" y="967143"/>
                  <a:pt x="1865037" y="952979"/>
                </a:cubicBezTo>
                <a:cubicBezTo>
                  <a:pt x="1865037" y="938813"/>
                  <a:pt x="1876531" y="927320"/>
                  <a:pt x="1890696" y="927320"/>
                </a:cubicBezTo>
                <a:close/>
                <a:moveTo>
                  <a:pt x="1826490" y="927320"/>
                </a:moveTo>
                <a:cubicBezTo>
                  <a:pt x="1840654" y="927320"/>
                  <a:pt x="1852149" y="938813"/>
                  <a:pt x="1852149" y="952979"/>
                </a:cubicBezTo>
                <a:cubicBezTo>
                  <a:pt x="1852149" y="967143"/>
                  <a:pt x="1840654" y="978637"/>
                  <a:pt x="1826490" y="978637"/>
                </a:cubicBezTo>
                <a:cubicBezTo>
                  <a:pt x="1812325" y="978637"/>
                  <a:pt x="1800830" y="967143"/>
                  <a:pt x="1800830" y="952979"/>
                </a:cubicBezTo>
                <a:cubicBezTo>
                  <a:pt x="1800830" y="938813"/>
                  <a:pt x="1812325" y="927320"/>
                  <a:pt x="1826490" y="927320"/>
                </a:cubicBezTo>
                <a:close/>
                <a:moveTo>
                  <a:pt x="1441258" y="927320"/>
                </a:moveTo>
                <a:cubicBezTo>
                  <a:pt x="1455430" y="927320"/>
                  <a:pt x="1466917" y="938807"/>
                  <a:pt x="1466917" y="952979"/>
                </a:cubicBezTo>
                <a:cubicBezTo>
                  <a:pt x="1466917" y="967150"/>
                  <a:pt x="1455430" y="978637"/>
                  <a:pt x="1441258" y="978637"/>
                </a:cubicBezTo>
                <a:cubicBezTo>
                  <a:pt x="1427087" y="978637"/>
                  <a:pt x="1415599" y="967150"/>
                  <a:pt x="1415599" y="952979"/>
                </a:cubicBezTo>
                <a:cubicBezTo>
                  <a:pt x="1415599" y="938807"/>
                  <a:pt x="1427087" y="927320"/>
                  <a:pt x="1441258" y="927320"/>
                </a:cubicBezTo>
                <a:close/>
                <a:moveTo>
                  <a:pt x="1184437" y="927320"/>
                </a:moveTo>
                <a:cubicBezTo>
                  <a:pt x="1198602" y="927320"/>
                  <a:pt x="1210096" y="938813"/>
                  <a:pt x="1210096" y="952979"/>
                </a:cubicBezTo>
                <a:cubicBezTo>
                  <a:pt x="1210096" y="967143"/>
                  <a:pt x="1198602" y="978637"/>
                  <a:pt x="1184437" y="978637"/>
                </a:cubicBezTo>
                <a:cubicBezTo>
                  <a:pt x="1170273" y="978637"/>
                  <a:pt x="1158780" y="967143"/>
                  <a:pt x="1158780" y="952979"/>
                </a:cubicBezTo>
                <a:cubicBezTo>
                  <a:pt x="1158780" y="938813"/>
                  <a:pt x="1170273" y="927320"/>
                  <a:pt x="1184437" y="927320"/>
                </a:cubicBezTo>
                <a:close/>
                <a:moveTo>
                  <a:pt x="542268" y="927320"/>
                </a:moveTo>
                <a:cubicBezTo>
                  <a:pt x="556433" y="927320"/>
                  <a:pt x="567927" y="938813"/>
                  <a:pt x="567927" y="952979"/>
                </a:cubicBezTo>
                <a:cubicBezTo>
                  <a:pt x="567927" y="967143"/>
                  <a:pt x="556433" y="978637"/>
                  <a:pt x="542268" y="978637"/>
                </a:cubicBezTo>
                <a:cubicBezTo>
                  <a:pt x="528104" y="978637"/>
                  <a:pt x="516610" y="967143"/>
                  <a:pt x="516610" y="952979"/>
                </a:cubicBezTo>
                <a:cubicBezTo>
                  <a:pt x="516610" y="938813"/>
                  <a:pt x="528104" y="927320"/>
                  <a:pt x="542268" y="927320"/>
                </a:cubicBezTo>
                <a:close/>
                <a:moveTo>
                  <a:pt x="11775107" y="872983"/>
                </a:moveTo>
                <a:cubicBezTo>
                  <a:pt x="11782225" y="872983"/>
                  <a:pt x="11787995" y="878753"/>
                  <a:pt x="11787995" y="885871"/>
                </a:cubicBezTo>
                <a:cubicBezTo>
                  <a:pt x="11787995" y="892988"/>
                  <a:pt x="11782225" y="898758"/>
                  <a:pt x="11775107" y="898758"/>
                </a:cubicBezTo>
                <a:cubicBezTo>
                  <a:pt x="11767991" y="898758"/>
                  <a:pt x="11762221" y="892988"/>
                  <a:pt x="11762221" y="885871"/>
                </a:cubicBezTo>
                <a:cubicBezTo>
                  <a:pt x="11762221" y="878753"/>
                  <a:pt x="11767991" y="872983"/>
                  <a:pt x="11775107" y="872983"/>
                </a:cubicBezTo>
                <a:close/>
                <a:moveTo>
                  <a:pt x="11454081" y="872983"/>
                </a:moveTo>
                <a:cubicBezTo>
                  <a:pt x="11461197" y="872983"/>
                  <a:pt x="11466969" y="878753"/>
                  <a:pt x="11466969" y="885871"/>
                </a:cubicBezTo>
                <a:cubicBezTo>
                  <a:pt x="11466969" y="892988"/>
                  <a:pt x="11461197" y="898758"/>
                  <a:pt x="11454081" y="898758"/>
                </a:cubicBezTo>
                <a:cubicBezTo>
                  <a:pt x="11446963" y="898758"/>
                  <a:pt x="11441194" y="892988"/>
                  <a:pt x="11441194" y="885871"/>
                </a:cubicBezTo>
                <a:cubicBezTo>
                  <a:pt x="11441194" y="878753"/>
                  <a:pt x="11446963" y="872983"/>
                  <a:pt x="11454081" y="872983"/>
                </a:cubicBezTo>
                <a:close/>
                <a:moveTo>
                  <a:pt x="11133055" y="872983"/>
                </a:moveTo>
                <a:cubicBezTo>
                  <a:pt x="11140171" y="872983"/>
                  <a:pt x="11145943" y="878753"/>
                  <a:pt x="11145943" y="885871"/>
                </a:cubicBezTo>
                <a:cubicBezTo>
                  <a:pt x="11145943" y="892988"/>
                  <a:pt x="11140171" y="898758"/>
                  <a:pt x="11133055" y="898758"/>
                </a:cubicBezTo>
                <a:cubicBezTo>
                  <a:pt x="11125936" y="898758"/>
                  <a:pt x="11120167" y="892988"/>
                  <a:pt x="11120167" y="885871"/>
                </a:cubicBezTo>
                <a:cubicBezTo>
                  <a:pt x="11120167" y="878753"/>
                  <a:pt x="11125936" y="872983"/>
                  <a:pt x="11133055" y="872983"/>
                </a:cubicBezTo>
                <a:close/>
                <a:moveTo>
                  <a:pt x="10940324" y="872983"/>
                </a:moveTo>
                <a:cubicBezTo>
                  <a:pt x="10947405" y="872983"/>
                  <a:pt x="10953209" y="878788"/>
                  <a:pt x="10953209" y="885871"/>
                </a:cubicBezTo>
                <a:cubicBezTo>
                  <a:pt x="10953209" y="892953"/>
                  <a:pt x="10947520" y="898758"/>
                  <a:pt x="10940324" y="898758"/>
                </a:cubicBezTo>
                <a:cubicBezTo>
                  <a:pt x="10933240" y="898758"/>
                  <a:pt x="10927436" y="893069"/>
                  <a:pt x="10927436" y="885871"/>
                </a:cubicBezTo>
                <a:cubicBezTo>
                  <a:pt x="10927436" y="878672"/>
                  <a:pt x="10933125" y="872983"/>
                  <a:pt x="10940324" y="872983"/>
                </a:cubicBezTo>
                <a:close/>
                <a:moveTo>
                  <a:pt x="10298270" y="872983"/>
                </a:moveTo>
                <a:cubicBezTo>
                  <a:pt x="10305388" y="872983"/>
                  <a:pt x="10311158" y="878753"/>
                  <a:pt x="10311158" y="885871"/>
                </a:cubicBezTo>
                <a:cubicBezTo>
                  <a:pt x="10311158" y="892988"/>
                  <a:pt x="10305388" y="898758"/>
                  <a:pt x="10298270" y="898758"/>
                </a:cubicBezTo>
                <a:cubicBezTo>
                  <a:pt x="10291154" y="898758"/>
                  <a:pt x="10285382" y="892988"/>
                  <a:pt x="10285382" y="885871"/>
                </a:cubicBezTo>
                <a:cubicBezTo>
                  <a:pt x="10285382" y="878753"/>
                  <a:pt x="10291154" y="872983"/>
                  <a:pt x="10298270" y="872983"/>
                </a:cubicBezTo>
                <a:close/>
                <a:moveTo>
                  <a:pt x="9720307" y="872983"/>
                </a:moveTo>
                <a:cubicBezTo>
                  <a:pt x="9727423" y="872983"/>
                  <a:pt x="9733193" y="878753"/>
                  <a:pt x="9733193" y="885871"/>
                </a:cubicBezTo>
                <a:cubicBezTo>
                  <a:pt x="9733193" y="892988"/>
                  <a:pt x="9727423" y="898758"/>
                  <a:pt x="9720307" y="898758"/>
                </a:cubicBezTo>
                <a:cubicBezTo>
                  <a:pt x="9713189" y="898758"/>
                  <a:pt x="9707419" y="892988"/>
                  <a:pt x="9707419" y="885871"/>
                </a:cubicBezTo>
                <a:cubicBezTo>
                  <a:pt x="9707419" y="878753"/>
                  <a:pt x="9713189" y="872983"/>
                  <a:pt x="9720307" y="872983"/>
                </a:cubicBezTo>
                <a:close/>
                <a:moveTo>
                  <a:pt x="9463485" y="872983"/>
                </a:moveTo>
                <a:cubicBezTo>
                  <a:pt x="9470568" y="872983"/>
                  <a:pt x="9476373" y="878788"/>
                  <a:pt x="9476373" y="885871"/>
                </a:cubicBezTo>
                <a:cubicBezTo>
                  <a:pt x="9476373" y="892953"/>
                  <a:pt x="9470683" y="898758"/>
                  <a:pt x="9463485" y="898758"/>
                </a:cubicBezTo>
                <a:cubicBezTo>
                  <a:pt x="9456403" y="898758"/>
                  <a:pt x="9450597" y="893069"/>
                  <a:pt x="9450597" y="885871"/>
                </a:cubicBezTo>
                <a:cubicBezTo>
                  <a:pt x="9450597" y="878672"/>
                  <a:pt x="9456286" y="872983"/>
                  <a:pt x="9463485" y="872983"/>
                </a:cubicBezTo>
                <a:close/>
                <a:moveTo>
                  <a:pt x="9078138" y="872983"/>
                </a:moveTo>
                <a:cubicBezTo>
                  <a:pt x="9085334" y="872983"/>
                  <a:pt x="9091023" y="878788"/>
                  <a:pt x="9091023" y="885871"/>
                </a:cubicBezTo>
                <a:cubicBezTo>
                  <a:pt x="9091023" y="892953"/>
                  <a:pt x="9085334" y="898758"/>
                  <a:pt x="9078138" y="898758"/>
                </a:cubicBezTo>
                <a:cubicBezTo>
                  <a:pt x="9071054" y="898758"/>
                  <a:pt x="9065250" y="893069"/>
                  <a:pt x="9065250" y="885871"/>
                </a:cubicBezTo>
                <a:cubicBezTo>
                  <a:pt x="9065250" y="878672"/>
                  <a:pt x="9070939" y="872983"/>
                  <a:pt x="9078138" y="872983"/>
                </a:cubicBezTo>
                <a:close/>
                <a:moveTo>
                  <a:pt x="7216067" y="872983"/>
                </a:moveTo>
                <a:cubicBezTo>
                  <a:pt x="7223186" y="872983"/>
                  <a:pt x="7228955" y="878753"/>
                  <a:pt x="7228955" y="885871"/>
                </a:cubicBezTo>
                <a:cubicBezTo>
                  <a:pt x="7228955" y="892988"/>
                  <a:pt x="7223186" y="898758"/>
                  <a:pt x="7216067" y="898758"/>
                </a:cubicBezTo>
                <a:cubicBezTo>
                  <a:pt x="7208951" y="898758"/>
                  <a:pt x="7203179" y="892988"/>
                  <a:pt x="7203179" y="885871"/>
                </a:cubicBezTo>
                <a:cubicBezTo>
                  <a:pt x="7203179" y="878753"/>
                  <a:pt x="7208951" y="872983"/>
                  <a:pt x="7216067" y="872983"/>
                </a:cubicBezTo>
                <a:close/>
                <a:moveTo>
                  <a:pt x="6638220" y="872983"/>
                </a:moveTo>
                <a:cubicBezTo>
                  <a:pt x="6645339" y="872983"/>
                  <a:pt x="6651108" y="878753"/>
                  <a:pt x="6651108" y="885871"/>
                </a:cubicBezTo>
                <a:cubicBezTo>
                  <a:pt x="6651108" y="892988"/>
                  <a:pt x="6645339" y="898758"/>
                  <a:pt x="6638220" y="898758"/>
                </a:cubicBezTo>
                <a:cubicBezTo>
                  <a:pt x="6631104" y="898758"/>
                  <a:pt x="6625335" y="892988"/>
                  <a:pt x="6625335" y="885871"/>
                </a:cubicBezTo>
                <a:cubicBezTo>
                  <a:pt x="6625335" y="878753"/>
                  <a:pt x="6631104" y="872983"/>
                  <a:pt x="6638220" y="872983"/>
                </a:cubicBezTo>
                <a:close/>
                <a:moveTo>
                  <a:pt x="6064505" y="872983"/>
                </a:moveTo>
                <a:cubicBezTo>
                  <a:pt x="6071623" y="872983"/>
                  <a:pt x="6077390" y="878753"/>
                  <a:pt x="6077390" y="885871"/>
                </a:cubicBezTo>
                <a:cubicBezTo>
                  <a:pt x="6077390" y="892988"/>
                  <a:pt x="6071621" y="898758"/>
                  <a:pt x="6064505" y="898758"/>
                </a:cubicBezTo>
                <a:cubicBezTo>
                  <a:pt x="6057386" y="898758"/>
                  <a:pt x="6051617" y="892988"/>
                  <a:pt x="6051617" y="885871"/>
                </a:cubicBezTo>
                <a:cubicBezTo>
                  <a:pt x="6051617" y="878753"/>
                  <a:pt x="6057386" y="872983"/>
                  <a:pt x="6064505" y="872983"/>
                </a:cubicBezTo>
                <a:close/>
                <a:moveTo>
                  <a:pt x="5743477" y="872983"/>
                </a:moveTo>
                <a:cubicBezTo>
                  <a:pt x="5750594" y="872983"/>
                  <a:pt x="5756364" y="878753"/>
                  <a:pt x="5756364" y="885871"/>
                </a:cubicBezTo>
                <a:cubicBezTo>
                  <a:pt x="5756364" y="892988"/>
                  <a:pt x="5750594" y="898758"/>
                  <a:pt x="5743477" y="898758"/>
                </a:cubicBezTo>
                <a:cubicBezTo>
                  <a:pt x="5736359" y="898758"/>
                  <a:pt x="5730590" y="892988"/>
                  <a:pt x="5730590" y="885871"/>
                </a:cubicBezTo>
                <a:cubicBezTo>
                  <a:pt x="5730590" y="878753"/>
                  <a:pt x="5736359" y="872983"/>
                  <a:pt x="5743477" y="872983"/>
                </a:cubicBezTo>
                <a:close/>
                <a:moveTo>
                  <a:pt x="5422451" y="872983"/>
                </a:moveTo>
                <a:cubicBezTo>
                  <a:pt x="5429568" y="872983"/>
                  <a:pt x="5435339" y="878753"/>
                  <a:pt x="5435339" y="885871"/>
                </a:cubicBezTo>
                <a:cubicBezTo>
                  <a:pt x="5435339" y="892988"/>
                  <a:pt x="5429568" y="898758"/>
                  <a:pt x="5422451" y="898758"/>
                </a:cubicBezTo>
                <a:cubicBezTo>
                  <a:pt x="5415332" y="898758"/>
                  <a:pt x="5409564" y="892988"/>
                  <a:pt x="5409564" y="885871"/>
                </a:cubicBezTo>
                <a:cubicBezTo>
                  <a:pt x="5409564" y="878753"/>
                  <a:pt x="5415332" y="872983"/>
                  <a:pt x="5422451" y="872983"/>
                </a:cubicBezTo>
                <a:close/>
                <a:moveTo>
                  <a:pt x="5229719" y="872983"/>
                </a:moveTo>
                <a:cubicBezTo>
                  <a:pt x="5236801" y="872983"/>
                  <a:pt x="5242606" y="878788"/>
                  <a:pt x="5242606" y="885871"/>
                </a:cubicBezTo>
                <a:cubicBezTo>
                  <a:pt x="5242606" y="892953"/>
                  <a:pt x="5236918" y="898758"/>
                  <a:pt x="5229719" y="898758"/>
                </a:cubicBezTo>
                <a:cubicBezTo>
                  <a:pt x="5222637" y="898758"/>
                  <a:pt x="5216831" y="893069"/>
                  <a:pt x="5216831" y="885871"/>
                </a:cubicBezTo>
                <a:cubicBezTo>
                  <a:pt x="5216831" y="878672"/>
                  <a:pt x="5222520" y="872983"/>
                  <a:pt x="5229719" y="872983"/>
                </a:cubicBezTo>
                <a:close/>
                <a:moveTo>
                  <a:pt x="4587666" y="872983"/>
                </a:moveTo>
                <a:cubicBezTo>
                  <a:pt x="4594784" y="872983"/>
                  <a:pt x="4600553" y="878753"/>
                  <a:pt x="4600553" y="885871"/>
                </a:cubicBezTo>
                <a:cubicBezTo>
                  <a:pt x="4600553" y="892988"/>
                  <a:pt x="4594784" y="898758"/>
                  <a:pt x="4587666" y="898758"/>
                </a:cubicBezTo>
                <a:cubicBezTo>
                  <a:pt x="4580549" y="898758"/>
                  <a:pt x="4574778" y="892988"/>
                  <a:pt x="4574778" y="885871"/>
                </a:cubicBezTo>
                <a:cubicBezTo>
                  <a:pt x="4574778" y="878753"/>
                  <a:pt x="4580549" y="872983"/>
                  <a:pt x="4587666" y="872983"/>
                </a:cubicBezTo>
                <a:close/>
                <a:moveTo>
                  <a:pt x="4009702" y="872983"/>
                </a:moveTo>
                <a:cubicBezTo>
                  <a:pt x="4016819" y="872983"/>
                  <a:pt x="4022589" y="878753"/>
                  <a:pt x="4022589" y="885871"/>
                </a:cubicBezTo>
                <a:cubicBezTo>
                  <a:pt x="4022589" y="892988"/>
                  <a:pt x="4016819" y="898758"/>
                  <a:pt x="4009702" y="898758"/>
                </a:cubicBezTo>
                <a:cubicBezTo>
                  <a:pt x="4002585" y="898758"/>
                  <a:pt x="3996814" y="892988"/>
                  <a:pt x="3996814" y="885871"/>
                </a:cubicBezTo>
                <a:cubicBezTo>
                  <a:pt x="3996814" y="878753"/>
                  <a:pt x="4002585" y="872983"/>
                  <a:pt x="4009702" y="872983"/>
                </a:cubicBezTo>
                <a:close/>
                <a:moveTo>
                  <a:pt x="3752882" y="872983"/>
                </a:moveTo>
                <a:cubicBezTo>
                  <a:pt x="3759964" y="872983"/>
                  <a:pt x="3765770" y="878788"/>
                  <a:pt x="3765770" y="885871"/>
                </a:cubicBezTo>
                <a:cubicBezTo>
                  <a:pt x="3765770" y="892953"/>
                  <a:pt x="3760079" y="898758"/>
                  <a:pt x="3752882" y="898758"/>
                </a:cubicBezTo>
                <a:cubicBezTo>
                  <a:pt x="3745798" y="898758"/>
                  <a:pt x="3739993" y="893069"/>
                  <a:pt x="3739993" y="885871"/>
                </a:cubicBezTo>
                <a:cubicBezTo>
                  <a:pt x="3739993" y="878672"/>
                  <a:pt x="3745682" y="872983"/>
                  <a:pt x="3752882" y="872983"/>
                </a:cubicBezTo>
                <a:close/>
                <a:moveTo>
                  <a:pt x="3367532" y="872983"/>
                </a:moveTo>
                <a:cubicBezTo>
                  <a:pt x="3374732" y="872983"/>
                  <a:pt x="3380421" y="878788"/>
                  <a:pt x="3380421" y="885871"/>
                </a:cubicBezTo>
                <a:cubicBezTo>
                  <a:pt x="3380421" y="892953"/>
                  <a:pt x="3374732" y="898758"/>
                  <a:pt x="3367532" y="898758"/>
                </a:cubicBezTo>
                <a:cubicBezTo>
                  <a:pt x="3360450" y="898758"/>
                  <a:pt x="3354645" y="893069"/>
                  <a:pt x="3354645" y="885871"/>
                </a:cubicBezTo>
                <a:cubicBezTo>
                  <a:pt x="3354645" y="878672"/>
                  <a:pt x="3360336" y="872983"/>
                  <a:pt x="3367532" y="872983"/>
                </a:cubicBezTo>
                <a:close/>
                <a:moveTo>
                  <a:pt x="1505464" y="872983"/>
                </a:moveTo>
                <a:cubicBezTo>
                  <a:pt x="1512581" y="872983"/>
                  <a:pt x="1518352" y="878753"/>
                  <a:pt x="1518352" y="885871"/>
                </a:cubicBezTo>
                <a:cubicBezTo>
                  <a:pt x="1518352" y="892988"/>
                  <a:pt x="1512581" y="898758"/>
                  <a:pt x="1505464" y="898758"/>
                </a:cubicBezTo>
                <a:cubicBezTo>
                  <a:pt x="1498346" y="898758"/>
                  <a:pt x="1492577" y="892988"/>
                  <a:pt x="1492577" y="885871"/>
                </a:cubicBezTo>
                <a:cubicBezTo>
                  <a:pt x="1492577" y="878753"/>
                  <a:pt x="1498346" y="872983"/>
                  <a:pt x="1505464" y="872983"/>
                </a:cubicBezTo>
                <a:close/>
                <a:moveTo>
                  <a:pt x="927616" y="872983"/>
                </a:moveTo>
                <a:cubicBezTo>
                  <a:pt x="934736" y="872983"/>
                  <a:pt x="940503" y="878753"/>
                  <a:pt x="940503" y="885871"/>
                </a:cubicBezTo>
                <a:cubicBezTo>
                  <a:pt x="940503" y="892988"/>
                  <a:pt x="934736" y="898758"/>
                  <a:pt x="927616" y="898758"/>
                </a:cubicBezTo>
                <a:cubicBezTo>
                  <a:pt x="920499" y="898758"/>
                  <a:pt x="914731" y="892988"/>
                  <a:pt x="914731" y="885871"/>
                </a:cubicBezTo>
                <a:cubicBezTo>
                  <a:pt x="914731" y="878753"/>
                  <a:pt x="920499" y="872983"/>
                  <a:pt x="927616" y="872983"/>
                </a:cubicBezTo>
                <a:close/>
                <a:moveTo>
                  <a:pt x="346686" y="872983"/>
                </a:moveTo>
                <a:cubicBezTo>
                  <a:pt x="353804" y="872983"/>
                  <a:pt x="359572" y="878753"/>
                  <a:pt x="359572" y="885871"/>
                </a:cubicBezTo>
                <a:cubicBezTo>
                  <a:pt x="359572" y="892988"/>
                  <a:pt x="353802" y="898758"/>
                  <a:pt x="346686" y="898758"/>
                </a:cubicBezTo>
                <a:cubicBezTo>
                  <a:pt x="339567" y="898758"/>
                  <a:pt x="333799" y="892988"/>
                  <a:pt x="333799" y="885871"/>
                </a:cubicBezTo>
                <a:cubicBezTo>
                  <a:pt x="333799" y="878753"/>
                  <a:pt x="339567" y="872983"/>
                  <a:pt x="346686" y="872983"/>
                </a:cubicBezTo>
                <a:close/>
                <a:moveTo>
                  <a:pt x="25659" y="872983"/>
                </a:moveTo>
                <a:cubicBezTo>
                  <a:pt x="32776" y="872983"/>
                  <a:pt x="38547" y="878753"/>
                  <a:pt x="38547" y="885871"/>
                </a:cubicBezTo>
                <a:cubicBezTo>
                  <a:pt x="38547" y="892988"/>
                  <a:pt x="32776" y="898758"/>
                  <a:pt x="25659" y="898758"/>
                </a:cubicBezTo>
                <a:cubicBezTo>
                  <a:pt x="18542" y="898758"/>
                  <a:pt x="12771" y="892988"/>
                  <a:pt x="12771" y="885871"/>
                </a:cubicBezTo>
                <a:cubicBezTo>
                  <a:pt x="12771" y="878753"/>
                  <a:pt x="18542" y="872983"/>
                  <a:pt x="25659" y="872983"/>
                </a:cubicBezTo>
                <a:close/>
                <a:moveTo>
                  <a:pt x="11970691" y="860211"/>
                </a:moveTo>
                <a:cubicBezTo>
                  <a:pt x="11984855" y="860211"/>
                  <a:pt x="11996349" y="871706"/>
                  <a:pt x="11996349" y="885871"/>
                </a:cubicBezTo>
                <a:cubicBezTo>
                  <a:pt x="11996349" y="900035"/>
                  <a:pt x="11984855" y="911530"/>
                  <a:pt x="11970691" y="911530"/>
                </a:cubicBezTo>
                <a:cubicBezTo>
                  <a:pt x="11956525" y="911530"/>
                  <a:pt x="11945033" y="900035"/>
                  <a:pt x="11945033" y="885871"/>
                </a:cubicBezTo>
                <a:cubicBezTo>
                  <a:pt x="11945033" y="871706"/>
                  <a:pt x="11956525" y="860211"/>
                  <a:pt x="11970691" y="860211"/>
                </a:cubicBezTo>
                <a:close/>
                <a:moveTo>
                  <a:pt x="11325670" y="860211"/>
                </a:moveTo>
                <a:cubicBezTo>
                  <a:pt x="11339835" y="860211"/>
                  <a:pt x="11351329" y="871706"/>
                  <a:pt x="11351329" y="885871"/>
                </a:cubicBezTo>
                <a:cubicBezTo>
                  <a:pt x="11351329" y="900035"/>
                  <a:pt x="11339835" y="911530"/>
                  <a:pt x="11325670" y="911530"/>
                </a:cubicBezTo>
                <a:cubicBezTo>
                  <a:pt x="11311505" y="911530"/>
                  <a:pt x="11300012" y="900035"/>
                  <a:pt x="11300012" y="885871"/>
                </a:cubicBezTo>
                <a:cubicBezTo>
                  <a:pt x="11300012" y="871706"/>
                  <a:pt x="11311505" y="860211"/>
                  <a:pt x="11325670" y="860211"/>
                </a:cubicBezTo>
                <a:close/>
                <a:moveTo>
                  <a:pt x="11197259" y="860211"/>
                </a:moveTo>
                <a:cubicBezTo>
                  <a:pt x="11211424" y="860211"/>
                  <a:pt x="11222917" y="871706"/>
                  <a:pt x="11222917" y="885871"/>
                </a:cubicBezTo>
                <a:cubicBezTo>
                  <a:pt x="11222917" y="900035"/>
                  <a:pt x="11211424" y="911530"/>
                  <a:pt x="11197259" y="911530"/>
                </a:cubicBezTo>
                <a:cubicBezTo>
                  <a:pt x="11183094" y="911530"/>
                  <a:pt x="11171601" y="900035"/>
                  <a:pt x="11171601" y="885871"/>
                </a:cubicBezTo>
                <a:cubicBezTo>
                  <a:pt x="11171601" y="871706"/>
                  <a:pt x="11183094" y="860211"/>
                  <a:pt x="11197259" y="860211"/>
                </a:cubicBezTo>
                <a:close/>
                <a:moveTo>
                  <a:pt x="10683501" y="860211"/>
                </a:moveTo>
                <a:cubicBezTo>
                  <a:pt x="10697666" y="860211"/>
                  <a:pt x="10709159" y="871706"/>
                  <a:pt x="10709159" y="885871"/>
                </a:cubicBezTo>
                <a:cubicBezTo>
                  <a:pt x="10709159" y="900035"/>
                  <a:pt x="10697666" y="911530"/>
                  <a:pt x="10683501" y="911530"/>
                </a:cubicBezTo>
                <a:cubicBezTo>
                  <a:pt x="10669336" y="911530"/>
                  <a:pt x="10657843" y="900035"/>
                  <a:pt x="10657843" y="885871"/>
                </a:cubicBezTo>
                <a:cubicBezTo>
                  <a:pt x="10657843" y="871706"/>
                  <a:pt x="10669336" y="860211"/>
                  <a:pt x="10683501" y="860211"/>
                </a:cubicBezTo>
                <a:close/>
                <a:moveTo>
                  <a:pt x="10619297" y="860211"/>
                </a:moveTo>
                <a:cubicBezTo>
                  <a:pt x="10633462" y="860211"/>
                  <a:pt x="10644955" y="871706"/>
                  <a:pt x="10644955" y="885871"/>
                </a:cubicBezTo>
                <a:cubicBezTo>
                  <a:pt x="10644955" y="900035"/>
                  <a:pt x="10633462" y="911530"/>
                  <a:pt x="10619297" y="911530"/>
                </a:cubicBezTo>
                <a:cubicBezTo>
                  <a:pt x="10605132" y="911530"/>
                  <a:pt x="10593639" y="900035"/>
                  <a:pt x="10593639" y="885871"/>
                </a:cubicBezTo>
                <a:cubicBezTo>
                  <a:pt x="10593639" y="871706"/>
                  <a:pt x="10605132" y="860211"/>
                  <a:pt x="10619297" y="860211"/>
                </a:cubicBezTo>
                <a:close/>
                <a:moveTo>
                  <a:pt x="10555092" y="860211"/>
                </a:moveTo>
                <a:cubicBezTo>
                  <a:pt x="10569255" y="860211"/>
                  <a:pt x="10580751" y="871706"/>
                  <a:pt x="10580751" y="885871"/>
                </a:cubicBezTo>
                <a:cubicBezTo>
                  <a:pt x="10580751" y="900035"/>
                  <a:pt x="10569255" y="911530"/>
                  <a:pt x="10555092" y="911530"/>
                </a:cubicBezTo>
                <a:cubicBezTo>
                  <a:pt x="10540927" y="911530"/>
                  <a:pt x="10529432" y="900035"/>
                  <a:pt x="10529432" y="885871"/>
                </a:cubicBezTo>
                <a:cubicBezTo>
                  <a:pt x="10529432" y="871706"/>
                  <a:pt x="10540927" y="860211"/>
                  <a:pt x="10555092" y="860211"/>
                </a:cubicBezTo>
                <a:close/>
                <a:moveTo>
                  <a:pt x="10362474" y="860211"/>
                </a:moveTo>
                <a:cubicBezTo>
                  <a:pt x="10376647" y="860211"/>
                  <a:pt x="10388135" y="871699"/>
                  <a:pt x="10388135" y="885870"/>
                </a:cubicBezTo>
                <a:cubicBezTo>
                  <a:pt x="10388135" y="900041"/>
                  <a:pt x="10376647" y="911530"/>
                  <a:pt x="10362474" y="911530"/>
                </a:cubicBezTo>
                <a:cubicBezTo>
                  <a:pt x="10348304" y="911530"/>
                  <a:pt x="10336816" y="900041"/>
                  <a:pt x="10336816" y="885870"/>
                </a:cubicBezTo>
                <a:cubicBezTo>
                  <a:pt x="10336816" y="871699"/>
                  <a:pt x="10348304" y="860211"/>
                  <a:pt x="10362474" y="860211"/>
                </a:cubicBezTo>
                <a:close/>
                <a:moveTo>
                  <a:pt x="10234065" y="860211"/>
                </a:moveTo>
                <a:cubicBezTo>
                  <a:pt x="10248228" y="860211"/>
                  <a:pt x="10259723" y="871706"/>
                  <a:pt x="10259723" y="885871"/>
                </a:cubicBezTo>
                <a:cubicBezTo>
                  <a:pt x="10259723" y="900035"/>
                  <a:pt x="10248228" y="911530"/>
                  <a:pt x="10234065" y="911530"/>
                </a:cubicBezTo>
                <a:cubicBezTo>
                  <a:pt x="10219900" y="911530"/>
                  <a:pt x="10208404" y="900035"/>
                  <a:pt x="10208404" y="885871"/>
                </a:cubicBezTo>
                <a:cubicBezTo>
                  <a:pt x="10208404" y="871706"/>
                  <a:pt x="10219900" y="860211"/>
                  <a:pt x="10234065" y="860211"/>
                </a:cubicBezTo>
                <a:close/>
                <a:moveTo>
                  <a:pt x="10105654" y="860211"/>
                </a:moveTo>
                <a:cubicBezTo>
                  <a:pt x="10119819" y="860211"/>
                  <a:pt x="10131312" y="871706"/>
                  <a:pt x="10131312" y="885871"/>
                </a:cubicBezTo>
                <a:cubicBezTo>
                  <a:pt x="10131312" y="900035"/>
                  <a:pt x="10119819" y="911530"/>
                  <a:pt x="10105654" y="911530"/>
                </a:cubicBezTo>
                <a:cubicBezTo>
                  <a:pt x="10091489" y="911530"/>
                  <a:pt x="10079996" y="900035"/>
                  <a:pt x="10079996" y="885871"/>
                </a:cubicBezTo>
                <a:cubicBezTo>
                  <a:pt x="10079996" y="871706"/>
                  <a:pt x="10091489" y="860211"/>
                  <a:pt x="10105654" y="860211"/>
                </a:cubicBezTo>
                <a:close/>
                <a:moveTo>
                  <a:pt x="8564495" y="860211"/>
                </a:moveTo>
                <a:cubicBezTo>
                  <a:pt x="8578665" y="860211"/>
                  <a:pt x="8590153" y="871699"/>
                  <a:pt x="8590153" y="885870"/>
                </a:cubicBezTo>
                <a:cubicBezTo>
                  <a:pt x="8590153" y="900041"/>
                  <a:pt x="8578665" y="911530"/>
                  <a:pt x="8564495" y="911530"/>
                </a:cubicBezTo>
                <a:cubicBezTo>
                  <a:pt x="8550325" y="911530"/>
                  <a:pt x="8538837" y="900041"/>
                  <a:pt x="8538837" y="885870"/>
                </a:cubicBezTo>
                <a:cubicBezTo>
                  <a:pt x="8538837" y="871699"/>
                  <a:pt x="8550325" y="860211"/>
                  <a:pt x="8564495" y="860211"/>
                </a:cubicBezTo>
                <a:close/>
                <a:moveTo>
                  <a:pt x="8050852" y="860211"/>
                </a:moveTo>
                <a:cubicBezTo>
                  <a:pt x="8065017" y="860211"/>
                  <a:pt x="8076510" y="871706"/>
                  <a:pt x="8076510" y="885871"/>
                </a:cubicBezTo>
                <a:cubicBezTo>
                  <a:pt x="8076510" y="900035"/>
                  <a:pt x="8065017" y="911530"/>
                  <a:pt x="8050852" y="911530"/>
                </a:cubicBezTo>
                <a:cubicBezTo>
                  <a:pt x="8036687" y="911530"/>
                  <a:pt x="8025194" y="900035"/>
                  <a:pt x="8025194" y="885871"/>
                </a:cubicBezTo>
                <a:cubicBezTo>
                  <a:pt x="8025194" y="871706"/>
                  <a:pt x="8036687" y="860211"/>
                  <a:pt x="8050852" y="860211"/>
                </a:cubicBezTo>
                <a:close/>
                <a:moveTo>
                  <a:pt x="7986648" y="860211"/>
                </a:moveTo>
                <a:cubicBezTo>
                  <a:pt x="8000813" y="860211"/>
                  <a:pt x="8012306" y="871706"/>
                  <a:pt x="8012306" y="885871"/>
                </a:cubicBezTo>
                <a:cubicBezTo>
                  <a:pt x="8012306" y="900035"/>
                  <a:pt x="8000813" y="911530"/>
                  <a:pt x="7986648" y="911530"/>
                </a:cubicBezTo>
                <a:cubicBezTo>
                  <a:pt x="7972483" y="911530"/>
                  <a:pt x="7960990" y="900035"/>
                  <a:pt x="7960990" y="885871"/>
                </a:cubicBezTo>
                <a:cubicBezTo>
                  <a:pt x="7960990" y="871706"/>
                  <a:pt x="7972483" y="860211"/>
                  <a:pt x="7986648" y="860211"/>
                </a:cubicBezTo>
                <a:close/>
                <a:moveTo>
                  <a:pt x="7858237" y="860211"/>
                </a:moveTo>
                <a:cubicBezTo>
                  <a:pt x="7872407" y="860211"/>
                  <a:pt x="7883895" y="871699"/>
                  <a:pt x="7883895" y="885870"/>
                </a:cubicBezTo>
                <a:cubicBezTo>
                  <a:pt x="7883895" y="900041"/>
                  <a:pt x="7872407" y="911530"/>
                  <a:pt x="7858237" y="911530"/>
                </a:cubicBezTo>
                <a:cubicBezTo>
                  <a:pt x="7844066" y="911530"/>
                  <a:pt x="7832578" y="900041"/>
                  <a:pt x="7832578" y="885870"/>
                </a:cubicBezTo>
                <a:cubicBezTo>
                  <a:pt x="7832578" y="871699"/>
                  <a:pt x="7844066" y="860211"/>
                  <a:pt x="7858237" y="860211"/>
                </a:cubicBezTo>
                <a:close/>
                <a:moveTo>
                  <a:pt x="7794032" y="860211"/>
                </a:moveTo>
                <a:cubicBezTo>
                  <a:pt x="7808203" y="860211"/>
                  <a:pt x="7819690" y="871699"/>
                  <a:pt x="7819690" y="885870"/>
                </a:cubicBezTo>
                <a:cubicBezTo>
                  <a:pt x="7819690" y="900041"/>
                  <a:pt x="7808203" y="911530"/>
                  <a:pt x="7794032" y="911530"/>
                </a:cubicBezTo>
                <a:cubicBezTo>
                  <a:pt x="7779862" y="911530"/>
                  <a:pt x="7768371" y="900041"/>
                  <a:pt x="7768371" y="885870"/>
                </a:cubicBezTo>
                <a:cubicBezTo>
                  <a:pt x="7768371" y="871699"/>
                  <a:pt x="7779862" y="860211"/>
                  <a:pt x="7794032" y="860211"/>
                </a:cubicBezTo>
                <a:close/>
                <a:moveTo>
                  <a:pt x="7665621" y="860211"/>
                </a:moveTo>
                <a:cubicBezTo>
                  <a:pt x="7679786" y="860211"/>
                  <a:pt x="7691279" y="871706"/>
                  <a:pt x="7691279" y="885871"/>
                </a:cubicBezTo>
                <a:cubicBezTo>
                  <a:pt x="7691279" y="900035"/>
                  <a:pt x="7679786" y="911530"/>
                  <a:pt x="7665621" y="911530"/>
                </a:cubicBezTo>
                <a:cubicBezTo>
                  <a:pt x="7651456" y="911530"/>
                  <a:pt x="7639963" y="900035"/>
                  <a:pt x="7639963" y="885871"/>
                </a:cubicBezTo>
                <a:cubicBezTo>
                  <a:pt x="7639963" y="871706"/>
                  <a:pt x="7651456" y="860211"/>
                  <a:pt x="7665621" y="860211"/>
                </a:cubicBezTo>
                <a:close/>
                <a:moveTo>
                  <a:pt x="7601299" y="860211"/>
                </a:moveTo>
                <a:cubicBezTo>
                  <a:pt x="7615464" y="860211"/>
                  <a:pt x="7626959" y="871706"/>
                  <a:pt x="7626959" y="885871"/>
                </a:cubicBezTo>
                <a:cubicBezTo>
                  <a:pt x="7626959" y="900035"/>
                  <a:pt x="7615464" y="911530"/>
                  <a:pt x="7601299" y="911530"/>
                </a:cubicBezTo>
                <a:cubicBezTo>
                  <a:pt x="7587134" y="911530"/>
                  <a:pt x="7575640" y="900035"/>
                  <a:pt x="7575640" y="885871"/>
                </a:cubicBezTo>
                <a:cubicBezTo>
                  <a:pt x="7575640" y="871706"/>
                  <a:pt x="7587134" y="860211"/>
                  <a:pt x="7601299" y="860211"/>
                </a:cubicBezTo>
                <a:close/>
                <a:moveTo>
                  <a:pt x="7537094" y="860211"/>
                </a:moveTo>
                <a:cubicBezTo>
                  <a:pt x="7551259" y="860211"/>
                  <a:pt x="7562752" y="871706"/>
                  <a:pt x="7562752" y="885871"/>
                </a:cubicBezTo>
                <a:cubicBezTo>
                  <a:pt x="7562752" y="900035"/>
                  <a:pt x="7551259" y="911530"/>
                  <a:pt x="7537094" y="911530"/>
                </a:cubicBezTo>
                <a:cubicBezTo>
                  <a:pt x="7522929" y="911530"/>
                  <a:pt x="7511436" y="900035"/>
                  <a:pt x="7511436" y="885871"/>
                </a:cubicBezTo>
                <a:cubicBezTo>
                  <a:pt x="7511436" y="871706"/>
                  <a:pt x="7522929" y="860211"/>
                  <a:pt x="7537094" y="860211"/>
                </a:cubicBezTo>
                <a:close/>
                <a:moveTo>
                  <a:pt x="7151863" y="860211"/>
                </a:moveTo>
                <a:cubicBezTo>
                  <a:pt x="7166033" y="860211"/>
                  <a:pt x="7177521" y="871699"/>
                  <a:pt x="7177521" y="885870"/>
                </a:cubicBezTo>
                <a:cubicBezTo>
                  <a:pt x="7177521" y="900041"/>
                  <a:pt x="7166033" y="911530"/>
                  <a:pt x="7151863" y="911530"/>
                </a:cubicBezTo>
                <a:cubicBezTo>
                  <a:pt x="7137692" y="911530"/>
                  <a:pt x="7126205" y="900041"/>
                  <a:pt x="7126205" y="885870"/>
                </a:cubicBezTo>
                <a:cubicBezTo>
                  <a:pt x="7126205" y="871699"/>
                  <a:pt x="7137692" y="860211"/>
                  <a:pt x="7151863" y="860211"/>
                </a:cubicBezTo>
                <a:close/>
                <a:moveTo>
                  <a:pt x="6895043" y="860211"/>
                </a:moveTo>
                <a:cubicBezTo>
                  <a:pt x="6909208" y="860211"/>
                  <a:pt x="6920701" y="871706"/>
                  <a:pt x="6920701" y="885871"/>
                </a:cubicBezTo>
                <a:cubicBezTo>
                  <a:pt x="6920701" y="900035"/>
                  <a:pt x="6909208" y="911530"/>
                  <a:pt x="6895043" y="911530"/>
                </a:cubicBezTo>
                <a:cubicBezTo>
                  <a:pt x="6880878" y="911530"/>
                  <a:pt x="6869382" y="900035"/>
                  <a:pt x="6869382" y="885871"/>
                </a:cubicBezTo>
                <a:cubicBezTo>
                  <a:pt x="6869382" y="871706"/>
                  <a:pt x="6880878" y="860211"/>
                  <a:pt x="6895043" y="860211"/>
                </a:cubicBezTo>
                <a:close/>
                <a:moveTo>
                  <a:pt x="6252873" y="860211"/>
                </a:moveTo>
                <a:cubicBezTo>
                  <a:pt x="6267036" y="860211"/>
                  <a:pt x="6278532" y="871706"/>
                  <a:pt x="6278532" y="885871"/>
                </a:cubicBezTo>
                <a:cubicBezTo>
                  <a:pt x="6278532" y="900035"/>
                  <a:pt x="6267036" y="911530"/>
                  <a:pt x="6252873" y="911530"/>
                </a:cubicBezTo>
                <a:cubicBezTo>
                  <a:pt x="6238708" y="911530"/>
                  <a:pt x="6227213" y="900035"/>
                  <a:pt x="6227213" y="885871"/>
                </a:cubicBezTo>
                <a:cubicBezTo>
                  <a:pt x="6227213" y="871706"/>
                  <a:pt x="6238708" y="860211"/>
                  <a:pt x="6252873" y="860211"/>
                </a:cubicBezTo>
                <a:close/>
                <a:moveTo>
                  <a:pt x="5615066" y="860211"/>
                </a:moveTo>
                <a:cubicBezTo>
                  <a:pt x="5629231" y="860211"/>
                  <a:pt x="5640726" y="871706"/>
                  <a:pt x="5640726" y="885871"/>
                </a:cubicBezTo>
                <a:cubicBezTo>
                  <a:pt x="5640726" y="900035"/>
                  <a:pt x="5629231" y="911530"/>
                  <a:pt x="5615066" y="911530"/>
                </a:cubicBezTo>
                <a:cubicBezTo>
                  <a:pt x="5600901" y="911530"/>
                  <a:pt x="5589407" y="900035"/>
                  <a:pt x="5589407" y="885871"/>
                </a:cubicBezTo>
                <a:cubicBezTo>
                  <a:pt x="5589407" y="871706"/>
                  <a:pt x="5600901" y="860211"/>
                  <a:pt x="5615066" y="860211"/>
                </a:cubicBezTo>
                <a:close/>
                <a:moveTo>
                  <a:pt x="5486655" y="860211"/>
                </a:moveTo>
                <a:cubicBezTo>
                  <a:pt x="5500819" y="860211"/>
                  <a:pt x="5512316" y="871706"/>
                  <a:pt x="5512316" y="885871"/>
                </a:cubicBezTo>
                <a:cubicBezTo>
                  <a:pt x="5512316" y="900035"/>
                  <a:pt x="5500819" y="911530"/>
                  <a:pt x="5486655" y="911530"/>
                </a:cubicBezTo>
                <a:cubicBezTo>
                  <a:pt x="5472491" y="911530"/>
                  <a:pt x="5460997" y="900035"/>
                  <a:pt x="5460997" y="885871"/>
                </a:cubicBezTo>
                <a:cubicBezTo>
                  <a:pt x="5460997" y="871706"/>
                  <a:pt x="5472491" y="860211"/>
                  <a:pt x="5486655" y="860211"/>
                </a:cubicBezTo>
                <a:close/>
                <a:moveTo>
                  <a:pt x="4972896" y="860211"/>
                </a:moveTo>
                <a:cubicBezTo>
                  <a:pt x="4987063" y="860211"/>
                  <a:pt x="4998557" y="871706"/>
                  <a:pt x="4998557" y="885871"/>
                </a:cubicBezTo>
                <a:cubicBezTo>
                  <a:pt x="4998557" y="900035"/>
                  <a:pt x="4987063" y="911530"/>
                  <a:pt x="4972896" y="911530"/>
                </a:cubicBezTo>
                <a:cubicBezTo>
                  <a:pt x="4958732" y="911530"/>
                  <a:pt x="4947240" y="900035"/>
                  <a:pt x="4947240" y="885871"/>
                </a:cubicBezTo>
                <a:cubicBezTo>
                  <a:pt x="4947240" y="871706"/>
                  <a:pt x="4958732" y="860211"/>
                  <a:pt x="4972896" y="860211"/>
                </a:cubicBezTo>
                <a:close/>
                <a:moveTo>
                  <a:pt x="4908693" y="860211"/>
                </a:moveTo>
                <a:cubicBezTo>
                  <a:pt x="4922857" y="860211"/>
                  <a:pt x="4934352" y="871706"/>
                  <a:pt x="4934352" y="885871"/>
                </a:cubicBezTo>
                <a:cubicBezTo>
                  <a:pt x="4934352" y="900035"/>
                  <a:pt x="4922857" y="911530"/>
                  <a:pt x="4908693" y="911530"/>
                </a:cubicBezTo>
                <a:cubicBezTo>
                  <a:pt x="4894527" y="911530"/>
                  <a:pt x="4883033" y="900035"/>
                  <a:pt x="4883033" y="885871"/>
                </a:cubicBezTo>
                <a:cubicBezTo>
                  <a:pt x="4883033" y="871706"/>
                  <a:pt x="4894527" y="860211"/>
                  <a:pt x="4908693" y="860211"/>
                </a:cubicBezTo>
                <a:close/>
                <a:moveTo>
                  <a:pt x="4844487" y="860211"/>
                </a:moveTo>
                <a:cubicBezTo>
                  <a:pt x="4858650" y="860211"/>
                  <a:pt x="4870146" y="871706"/>
                  <a:pt x="4870146" y="885871"/>
                </a:cubicBezTo>
                <a:cubicBezTo>
                  <a:pt x="4870146" y="900035"/>
                  <a:pt x="4858650" y="911530"/>
                  <a:pt x="4844487" y="911530"/>
                </a:cubicBezTo>
                <a:cubicBezTo>
                  <a:pt x="4830322" y="911530"/>
                  <a:pt x="4818828" y="900035"/>
                  <a:pt x="4818828" y="885871"/>
                </a:cubicBezTo>
                <a:cubicBezTo>
                  <a:pt x="4818828" y="871706"/>
                  <a:pt x="4830322" y="860211"/>
                  <a:pt x="4844487" y="860211"/>
                </a:cubicBezTo>
                <a:close/>
                <a:moveTo>
                  <a:pt x="4651872" y="860211"/>
                </a:moveTo>
                <a:cubicBezTo>
                  <a:pt x="4666042" y="860211"/>
                  <a:pt x="4677531" y="871699"/>
                  <a:pt x="4677531" y="885870"/>
                </a:cubicBezTo>
                <a:cubicBezTo>
                  <a:pt x="4677531" y="900041"/>
                  <a:pt x="4666042" y="911530"/>
                  <a:pt x="4651872" y="911530"/>
                </a:cubicBezTo>
                <a:cubicBezTo>
                  <a:pt x="4637700" y="911530"/>
                  <a:pt x="4626213" y="900041"/>
                  <a:pt x="4626213" y="885870"/>
                </a:cubicBezTo>
                <a:cubicBezTo>
                  <a:pt x="4626213" y="871699"/>
                  <a:pt x="4637700" y="860211"/>
                  <a:pt x="4651872" y="860211"/>
                </a:cubicBezTo>
                <a:close/>
                <a:moveTo>
                  <a:pt x="4523461" y="860211"/>
                </a:moveTo>
                <a:cubicBezTo>
                  <a:pt x="4537626" y="860211"/>
                  <a:pt x="4549121" y="871706"/>
                  <a:pt x="4549121" y="885871"/>
                </a:cubicBezTo>
                <a:cubicBezTo>
                  <a:pt x="4549121" y="900035"/>
                  <a:pt x="4537626" y="911530"/>
                  <a:pt x="4523461" y="911530"/>
                </a:cubicBezTo>
                <a:cubicBezTo>
                  <a:pt x="4509296" y="911530"/>
                  <a:pt x="4497802" y="900035"/>
                  <a:pt x="4497802" y="885871"/>
                </a:cubicBezTo>
                <a:cubicBezTo>
                  <a:pt x="4497802" y="871706"/>
                  <a:pt x="4509296" y="860211"/>
                  <a:pt x="4523461" y="860211"/>
                </a:cubicBezTo>
                <a:close/>
                <a:moveTo>
                  <a:pt x="4395050" y="860211"/>
                </a:moveTo>
                <a:cubicBezTo>
                  <a:pt x="4409214" y="860211"/>
                  <a:pt x="4420710" y="871706"/>
                  <a:pt x="4420710" y="885871"/>
                </a:cubicBezTo>
                <a:cubicBezTo>
                  <a:pt x="4420710" y="900035"/>
                  <a:pt x="4409214" y="911530"/>
                  <a:pt x="4395050" y="911530"/>
                </a:cubicBezTo>
                <a:cubicBezTo>
                  <a:pt x="4380886" y="911530"/>
                  <a:pt x="4369391" y="900035"/>
                  <a:pt x="4369391" y="885871"/>
                </a:cubicBezTo>
                <a:cubicBezTo>
                  <a:pt x="4369391" y="871706"/>
                  <a:pt x="4380886" y="860211"/>
                  <a:pt x="4395050" y="860211"/>
                </a:cubicBezTo>
                <a:close/>
                <a:moveTo>
                  <a:pt x="2853890" y="860211"/>
                </a:moveTo>
                <a:cubicBezTo>
                  <a:pt x="2868062" y="860211"/>
                  <a:pt x="2879550" y="871699"/>
                  <a:pt x="2879550" y="885870"/>
                </a:cubicBezTo>
                <a:cubicBezTo>
                  <a:pt x="2879550" y="900041"/>
                  <a:pt x="2868062" y="911530"/>
                  <a:pt x="2853890" y="911530"/>
                </a:cubicBezTo>
                <a:cubicBezTo>
                  <a:pt x="2839720" y="911530"/>
                  <a:pt x="2828231" y="900041"/>
                  <a:pt x="2828231" y="885870"/>
                </a:cubicBezTo>
                <a:cubicBezTo>
                  <a:pt x="2828231" y="871699"/>
                  <a:pt x="2839720" y="860211"/>
                  <a:pt x="2853890" y="860211"/>
                </a:cubicBezTo>
                <a:close/>
                <a:moveTo>
                  <a:pt x="2340249" y="860211"/>
                </a:moveTo>
                <a:cubicBezTo>
                  <a:pt x="2354413" y="860211"/>
                  <a:pt x="2365908" y="871706"/>
                  <a:pt x="2365908" y="885871"/>
                </a:cubicBezTo>
                <a:cubicBezTo>
                  <a:pt x="2365908" y="900035"/>
                  <a:pt x="2354413" y="911530"/>
                  <a:pt x="2340249" y="911530"/>
                </a:cubicBezTo>
                <a:cubicBezTo>
                  <a:pt x="2326084" y="911530"/>
                  <a:pt x="2314590" y="900035"/>
                  <a:pt x="2314590" y="885871"/>
                </a:cubicBezTo>
                <a:cubicBezTo>
                  <a:pt x="2314590" y="871706"/>
                  <a:pt x="2326084" y="860211"/>
                  <a:pt x="2340249" y="860211"/>
                </a:cubicBezTo>
                <a:close/>
                <a:moveTo>
                  <a:pt x="2276044" y="860211"/>
                </a:moveTo>
                <a:cubicBezTo>
                  <a:pt x="2290208" y="860211"/>
                  <a:pt x="2301702" y="871706"/>
                  <a:pt x="2301702" y="885871"/>
                </a:cubicBezTo>
                <a:cubicBezTo>
                  <a:pt x="2301702" y="900035"/>
                  <a:pt x="2290208" y="911530"/>
                  <a:pt x="2276044" y="911530"/>
                </a:cubicBezTo>
                <a:cubicBezTo>
                  <a:pt x="2261879" y="911530"/>
                  <a:pt x="2250385" y="900035"/>
                  <a:pt x="2250385" y="885871"/>
                </a:cubicBezTo>
                <a:cubicBezTo>
                  <a:pt x="2250385" y="871706"/>
                  <a:pt x="2261879" y="860211"/>
                  <a:pt x="2276044" y="860211"/>
                </a:cubicBezTo>
                <a:close/>
                <a:moveTo>
                  <a:pt x="2147633" y="860211"/>
                </a:moveTo>
                <a:cubicBezTo>
                  <a:pt x="2161804" y="860211"/>
                  <a:pt x="2173293" y="871699"/>
                  <a:pt x="2173293" y="885870"/>
                </a:cubicBezTo>
                <a:cubicBezTo>
                  <a:pt x="2173293" y="900041"/>
                  <a:pt x="2161804" y="911530"/>
                  <a:pt x="2147633" y="911530"/>
                </a:cubicBezTo>
                <a:cubicBezTo>
                  <a:pt x="2133462" y="911530"/>
                  <a:pt x="2121975" y="900041"/>
                  <a:pt x="2121975" y="885870"/>
                </a:cubicBezTo>
                <a:cubicBezTo>
                  <a:pt x="2121975" y="871699"/>
                  <a:pt x="2133462" y="860211"/>
                  <a:pt x="2147633" y="860211"/>
                </a:cubicBezTo>
                <a:close/>
                <a:moveTo>
                  <a:pt x="2083427" y="860211"/>
                </a:moveTo>
                <a:cubicBezTo>
                  <a:pt x="2097599" y="860211"/>
                  <a:pt x="2109087" y="871699"/>
                  <a:pt x="2109087" y="885870"/>
                </a:cubicBezTo>
                <a:cubicBezTo>
                  <a:pt x="2109087" y="900041"/>
                  <a:pt x="2097599" y="911530"/>
                  <a:pt x="2083427" y="911530"/>
                </a:cubicBezTo>
                <a:cubicBezTo>
                  <a:pt x="2069257" y="911530"/>
                  <a:pt x="2057768" y="900041"/>
                  <a:pt x="2057768" y="885870"/>
                </a:cubicBezTo>
                <a:cubicBezTo>
                  <a:pt x="2057768" y="871699"/>
                  <a:pt x="2069257" y="860211"/>
                  <a:pt x="2083427" y="860211"/>
                </a:cubicBezTo>
                <a:close/>
                <a:moveTo>
                  <a:pt x="1955016" y="860211"/>
                </a:moveTo>
                <a:cubicBezTo>
                  <a:pt x="1969181" y="860211"/>
                  <a:pt x="1980676" y="871706"/>
                  <a:pt x="1980676" y="885871"/>
                </a:cubicBezTo>
                <a:cubicBezTo>
                  <a:pt x="1980676" y="900035"/>
                  <a:pt x="1969181" y="911530"/>
                  <a:pt x="1955016" y="911530"/>
                </a:cubicBezTo>
                <a:cubicBezTo>
                  <a:pt x="1940851" y="911530"/>
                  <a:pt x="1929358" y="900035"/>
                  <a:pt x="1929358" y="885871"/>
                </a:cubicBezTo>
                <a:cubicBezTo>
                  <a:pt x="1929358" y="871706"/>
                  <a:pt x="1940851" y="860211"/>
                  <a:pt x="1955016" y="860211"/>
                </a:cubicBezTo>
                <a:close/>
                <a:moveTo>
                  <a:pt x="1890696" y="860211"/>
                </a:moveTo>
                <a:cubicBezTo>
                  <a:pt x="1904860" y="860211"/>
                  <a:pt x="1916355" y="871706"/>
                  <a:pt x="1916355" y="885871"/>
                </a:cubicBezTo>
                <a:cubicBezTo>
                  <a:pt x="1916355" y="900035"/>
                  <a:pt x="1904860" y="911530"/>
                  <a:pt x="1890696" y="911530"/>
                </a:cubicBezTo>
                <a:cubicBezTo>
                  <a:pt x="1876531" y="911530"/>
                  <a:pt x="1865037" y="900035"/>
                  <a:pt x="1865037" y="885871"/>
                </a:cubicBezTo>
                <a:cubicBezTo>
                  <a:pt x="1865037" y="871706"/>
                  <a:pt x="1876531" y="860211"/>
                  <a:pt x="1890696" y="860211"/>
                </a:cubicBezTo>
                <a:close/>
                <a:moveTo>
                  <a:pt x="1826490" y="860211"/>
                </a:moveTo>
                <a:cubicBezTo>
                  <a:pt x="1840654" y="860211"/>
                  <a:pt x="1852149" y="871706"/>
                  <a:pt x="1852149" y="885871"/>
                </a:cubicBezTo>
                <a:cubicBezTo>
                  <a:pt x="1852149" y="900035"/>
                  <a:pt x="1840654" y="911530"/>
                  <a:pt x="1826490" y="911530"/>
                </a:cubicBezTo>
                <a:cubicBezTo>
                  <a:pt x="1812325" y="911530"/>
                  <a:pt x="1800830" y="900035"/>
                  <a:pt x="1800830" y="885871"/>
                </a:cubicBezTo>
                <a:cubicBezTo>
                  <a:pt x="1800830" y="871706"/>
                  <a:pt x="1812325" y="860211"/>
                  <a:pt x="1826490" y="860211"/>
                </a:cubicBezTo>
                <a:close/>
                <a:moveTo>
                  <a:pt x="1441258" y="860211"/>
                </a:moveTo>
                <a:cubicBezTo>
                  <a:pt x="1455430" y="860211"/>
                  <a:pt x="1466917" y="871699"/>
                  <a:pt x="1466917" y="885870"/>
                </a:cubicBezTo>
                <a:cubicBezTo>
                  <a:pt x="1466917" y="900041"/>
                  <a:pt x="1455430" y="911530"/>
                  <a:pt x="1441258" y="911530"/>
                </a:cubicBezTo>
                <a:cubicBezTo>
                  <a:pt x="1427087" y="911530"/>
                  <a:pt x="1415599" y="900041"/>
                  <a:pt x="1415599" y="885870"/>
                </a:cubicBezTo>
                <a:cubicBezTo>
                  <a:pt x="1415599" y="871699"/>
                  <a:pt x="1427087" y="860211"/>
                  <a:pt x="1441258" y="860211"/>
                </a:cubicBezTo>
                <a:close/>
                <a:moveTo>
                  <a:pt x="1184437" y="860211"/>
                </a:moveTo>
                <a:cubicBezTo>
                  <a:pt x="1198602" y="860211"/>
                  <a:pt x="1210096" y="871706"/>
                  <a:pt x="1210096" y="885871"/>
                </a:cubicBezTo>
                <a:cubicBezTo>
                  <a:pt x="1210096" y="900035"/>
                  <a:pt x="1198602" y="911530"/>
                  <a:pt x="1184437" y="911530"/>
                </a:cubicBezTo>
                <a:cubicBezTo>
                  <a:pt x="1170273" y="911530"/>
                  <a:pt x="1158780" y="900035"/>
                  <a:pt x="1158780" y="885871"/>
                </a:cubicBezTo>
                <a:cubicBezTo>
                  <a:pt x="1158780" y="871706"/>
                  <a:pt x="1170273" y="860211"/>
                  <a:pt x="1184437" y="860211"/>
                </a:cubicBezTo>
                <a:close/>
                <a:moveTo>
                  <a:pt x="542268" y="860211"/>
                </a:moveTo>
                <a:cubicBezTo>
                  <a:pt x="556433" y="860211"/>
                  <a:pt x="567927" y="871706"/>
                  <a:pt x="567927" y="885871"/>
                </a:cubicBezTo>
                <a:cubicBezTo>
                  <a:pt x="567927" y="900035"/>
                  <a:pt x="556433" y="911530"/>
                  <a:pt x="542268" y="911530"/>
                </a:cubicBezTo>
                <a:cubicBezTo>
                  <a:pt x="528104" y="911530"/>
                  <a:pt x="516610" y="900035"/>
                  <a:pt x="516610" y="885871"/>
                </a:cubicBezTo>
                <a:cubicBezTo>
                  <a:pt x="516610" y="871706"/>
                  <a:pt x="528104" y="860211"/>
                  <a:pt x="542268" y="860211"/>
                </a:cubicBezTo>
                <a:close/>
                <a:moveTo>
                  <a:pt x="11970691" y="805759"/>
                </a:moveTo>
                <a:cubicBezTo>
                  <a:pt x="11977773" y="805875"/>
                  <a:pt x="11983579" y="811564"/>
                  <a:pt x="11983579" y="818646"/>
                </a:cubicBezTo>
                <a:cubicBezTo>
                  <a:pt x="11983579" y="825729"/>
                  <a:pt x="11977889" y="831534"/>
                  <a:pt x="11970691" y="831534"/>
                </a:cubicBezTo>
                <a:cubicBezTo>
                  <a:pt x="11963609" y="831534"/>
                  <a:pt x="11957803" y="825845"/>
                  <a:pt x="11957803" y="818646"/>
                </a:cubicBezTo>
                <a:cubicBezTo>
                  <a:pt x="11957803" y="811564"/>
                  <a:pt x="11963493" y="805759"/>
                  <a:pt x="11970691" y="805759"/>
                </a:cubicBezTo>
                <a:close/>
                <a:moveTo>
                  <a:pt x="11454081" y="805759"/>
                </a:moveTo>
                <a:cubicBezTo>
                  <a:pt x="11461197" y="805759"/>
                  <a:pt x="11466969" y="811528"/>
                  <a:pt x="11466969" y="818646"/>
                </a:cubicBezTo>
                <a:cubicBezTo>
                  <a:pt x="11466969" y="825764"/>
                  <a:pt x="11461197" y="831534"/>
                  <a:pt x="11454081" y="831534"/>
                </a:cubicBezTo>
                <a:cubicBezTo>
                  <a:pt x="11446963" y="831534"/>
                  <a:pt x="11441194" y="825764"/>
                  <a:pt x="11441194" y="818646"/>
                </a:cubicBezTo>
                <a:cubicBezTo>
                  <a:pt x="11441194" y="811528"/>
                  <a:pt x="11446963" y="805759"/>
                  <a:pt x="11454081" y="805759"/>
                </a:cubicBezTo>
                <a:close/>
                <a:moveTo>
                  <a:pt x="11133055" y="805759"/>
                </a:moveTo>
                <a:cubicBezTo>
                  <a:pt x="11140171" y="805759"/>
                  <a:pt x="11145943" y="811528"/>
                  <a:pt x="11145943" y="818646"/>
                </a:cubicBezTo>
                <a:cubicBezTo>
                  <a:pt x="11145943" y="825764"/>
                  <a:pt x="11140171" y="831534"/>
                  <a:pt x="11133055" y="831534"/>
                </a:cubicBezTo>
                <a:cubicBezTo>
                  <a:pt x="11125936" y="831534"/>
                  <a:pt x="11120167" y="825764"/>
                  <a:pt x="11120167" y="818646"/>
                </a:cubicBezTo>
                <a:cubicBezTo>
                  <a:pt x="11120167" y="811528"/>
                  <a:pt x="11125936" y="805759"/>
                  <a:pt x="11133055" y="805759"/>
                </a:cubicBezTo>
                <a:close/>
                <a:moveTo>
                  <a:pt x="10940324" y="805759"/>
                </a:moveTo>
                <a:cubicBezTo>
                  <a:pt x="10947405" y="805875"/>
                  <a:pt x="10953209" y="811564"/>
                  <a:pt x="10953209" y="818646"/>
                </a:cubicBezTo>
                <a:cubicBezTo>
                  <a:pt x="10953209" y="825729"/>
                  <a:pt x="10947520" y="831534"/>
                  <a:pt x="10940324" y="831534"/>
                </a:cubicBezTo>
                <a:cubicBezTo>
                  <a:pt x="10933240" y="831534"/>
                  <a:pt x="10927436" y="825845"/>
                  <a:pt x="10927436" y="818646"/>
                </a:cubicBezTo>
                <a:cubicBezTo>
                  <a:pt x="10927436" y="811564"/>
                  <a:pt x="10933125" y="805759"/>
                  <a:pt x="10940324" y="805759"/>
                </a:cubicBezTo>
                <a:close/>
                <a:moveTo>
                  <a:pt x="10555092" y="805759"/>
                </a:moveTo>
                <a:cubicBezTo>
                  <a:pt x="10562174" y="805875"/>
                  <a:pt x="10567978" y="811564"/>
                  <a:pt x="10567978" y="818646"/>
                </a:cubicBezTo>
                <a:cubicBezTo>
                  <a:pt x="10567978" y="825729"/>
                  <a:pt x="10562289" y="831534"/>
                  <a:pt x="10555092" y="831534"/>
                </a:cubicBezTo>
                <a:cubicBezTo>
                  <a:pt x="10548009" y="831534"/>
                  <a:pt x="10542204" y="825845"/>
                  <a:pt x="10542204" y="818646"/>
                </a:cubicBezTo>
                <a:cubicBezTo>
                  <a:pt x="10542204" y="811564"/>
                  <a:pt x="10547893" y="805759"/>
                  <a:pt x="10555092" y="805759"/>
                </a:cubicBezTo>
                <a:close/>
                <a:moveTo>
                  <a:pt x="10298270" y="805759"/>
                </a:moveTo>
                <a:cubicBezTo>
                  <a:pt x="10305388" y="805759"/>
                  <a:pt x="10311158" y="811528"/>
                  <a:pt x="10311158" y="818646"/>
                </a:cubicBezTo>
                <a:cubicBezTo>
                  <a:pt x="10311158" y="825764"/>
                  <a:pt x="10305388" y="831534"/>
                  <a:pt x="10298270" y="831534"/>
                </a:cubicBezTo>
                <a:cubicBezTo>
                  <a:pt x="10291154" y="831534"/>
                  <a:pt x="10285382" y="825764"/>
                  <a:pt x="10285382" y="818646"/>
                </a:cubicBezTo>
                <a:cubicBezTo>
                  <a:pt x="10285382" y="811528"/>
                  <a:pt x="10291154" y="805759"/>
                  <a:pt x="10298270" y="805759"/>
                </a:cubicBezTo>
                <a:close/>
                <a:moveTo>
                  <a:pt x="10233947" y="805759"/>
                </a:moveTo>
                <a:cubicBezTo>
                  <a:pt x="10241146" y="805875"/>
                  <a:pt x="10246835" y="811564"/>
                  <a:pt x="10246835" y="818646"/>
                </a:cubicBezTo>
                <a:cubicBezTo>
                  <a:pt x="10246835" y="825729"/>
                  <a:pt x="10241146" y="831534"/>
                  <a:pt x="10233947" y="831534"/>
                </a:cubicBezTo>
                <a:cubicBezTo>
                  <a:pt x="10226866" y="831534"/>
                  <a:pt x="10221059" y="825845"/>
                  <a:pt x="10221059" y="818646"/>
                </a:cubicBezTo>
                <a:cubicBezTo>
                  <a:pt x="10221059" y="811564"/>
                  <a:pt x="10226748" y="805759"/>
                  <a:pt x="10233947" y="805759"/>
                </a:cubicBezTo>
                <a:close/>
                <a:moveTo>
                  <a:pt x="9720307" y="805759"/>
                </a:moveTo>
                <a:cubicBezTo>
                  <a:pt x="9727423" y="805759"/>
                  <a:pt x="9733193" y="811528"/>
                  <a:pt x="9733193" y="818646"/>
                </a:cubicBezTo>
                <a:cubicBezTo>
                  <a:pt x="9733193" y="825764"/>
                  <a:pt x="9727423" y="831534"/>
                  <a:pt x="9720307" y="831534"/>
                </a:cubicBezTo>
                <a:cubicBezTo>
                  <a:pt x="9713189" y="831534"/>
                  <a:pt x="9707419" y="825764"/>
                  <a:pt x="9707419" y="818646"/>
                </a:cubicBezTo>
                <a:cubicBezTo>
                  <a:pt x="9707419" y="811528"/>
                  <a:pt x="9713189" y="805759"/>
                  <a:pt x="9720307" y="805759"/>
                </a:cubicBezTo>
                <a:close/>
                <a:moveTo>
                  <a:pt x="9463485" y="805759"/>
                </a:moveTo>
                <a:cubicBezTo>
                  <a:pt x="9470568" y="805875"/>
                  <a:pt x="9476373" y="811564"/>
                  <a:pt x="9476373" y="818646"/>
                </a:cubicBezTo>
                <a:cubicBezTo>
                  <a:pt x="9476373" y="825729"/>
                  <a:pt x="9470683" y="831534"/>
                  <a:pt x="9463485" y="831534"/>
                </a:cubicBezTo>
                <a:cubicBezTo>
                  <a:pt x="9456403" y="831534"/>
                  <a:pt x="9450597" y="825845"/>
                  <a:pt x="9450597" y="818646"/>
                </a:cubicBezTo>
                <a:cubicBezTo>
                  <a:pt x="9450597" y="811564"/>
                  <a:pt x="9456286" y="805759"/>
                  <a:pt x="9463485" y="805759"/>
                </a:cubicBezTo>
                <a:close/>
                <a:moveTo>
                  <a:pt x="9078138" y="805759"/>
                </a:moveTo>
                <a:cubicBezTo>
                  <a:pt x="9085334" y="805875"/>
                  <a:pt x="9091023" y="811564"/>
                  <a:pt x="9091023" y="818646"/>
                </a:cubicBezTo>
                <a:cubicBezTo>
                  <a:pt x="9091023" y="825729"/>
                  <a:pt x="9085334" y="831534"/>
                  <a:pt x="9078138" y="831534"/>
                </a:cubicBezTo>
                <a:cubicBezTo>
                  <a:pt x="9071054" y="831534"/>
                  <a:pt x="9065250" y="825845"/>
                  <a:pt x="9065250" y="818646"/>
                </a:cubicBezTo>
                <a:cubicBezTo>
                  <a:pt x="9065250" y="811564"/>
                  <a:pt x="9070939" y="805759"/>
                  <a:pt x="9078138" y="805759"/>
                </a:cubicBezTo>
                <a:close/>
                <a:moveTo>
                  <a:pt x="7216067" y="805759"/>
                </a:moveTo>
                <a:cubicBezTo>
                  <a:pt x="7223186" y="805759"/>
                  <a:pt x="7228955" y="811528"/>
                  <a:pt x="7228955" y="818646"/>
                </a:cubicBezTo>
                <a:cubicBezTo>
                  <a:pt x="7228955" y="825764"/>
                  <a:pt x="7223186" y="831534"/>
                  <a:pt x="7216067" y="831534"/>
                </a:cubicBezTo>
                <a:cubicBezTo>
                  <a:pt x="7208951" y="831534"/>
                  <a:pt x="7203179" y="825764"/>
                  <a:pt x="7203179" y="818646"/>
                </a:cubicBezTo>
                <a:cubicBezTo>
                  <a:pt x="7203179" y="811528"/>
                  <a:pt x="7208951" y="805759"/>
                  <a:pt x="7216067" y="805759"/>
                </a:cubicBezTo>
                <a:close/>
                <a:moveTo>
                  <a:pt x="6638220" y="805759"/>
                </a:moveTo>
                <a:cubicBezTo>
                  <a:pt x="6645339" y="805759"/>
                  <a:pt x="6651108" y="811528"/>
                  <a:pt x="6651108" y="818646"/>
                </a:cubicBezTo>
                <a:cubicBezTo>
                  <a:pt x="6651108" y="825764"/>
                  <a:pt x="6645339" y="831534"/>
                  <a:pt x="6638220" y="831534"/>
                </a:cubicBezTo>
                <a:cubicBezTo>
                  <a:pt x="6631104" y="831534"/>
                  <a:pt x="6625335" y="825764"/>
                  <a:pt x="6625335" y="818646"/>
                </a:cubicBezTo>
                <a:cubicBezTo>
                  <a:pt x="6625335" y="811528"/>
                  <a:pt x="6631104" y="805759"/>
                  <a:pt x="6638220" y="805759"/>
                </a:cubicBezTo>
                <a:close/>
                <a:moveTo>
                  <a:pt x="6252873" y="805759"/>
                </a:moveTo>
                <a:cubicBezTo>
                  <a:pt x="6259955" y="805875"/>
                  <a:pt x="6265761" y="811564"/>
                  <a:pt x="6265761" y="818646"/>
                </a:cubicBezTo>
                <a:cubicBezTo>
                  <a:pt x="6265761" y="825729"/>
                  <a:pt x="6260072" y="831534"/>
                  <a:pt x="6252873" y="831534"/>
                </a:cubicBezTo>
                <a:cubicBezTo>
                  <a:pt x="6245792" y="831534"/>
                  <a:pt x="6239985" y="825845"/>
                  <a:pt x="6239985" y="818646"/>
                </a:cubicBezTo>
                <a:cubicBezTo>
                  <a:pt x="6239985" y="811564"/>
                  <a:pt x="6245674" y="805759"/>
                  <a:pt x="6252873" y="805759"/>
                </a:cubicBezTo>
                <a:close/>
                <a:moveTo>
                  <a:pt x="5743477" y="805759"/>
                </a:moveTo>
                <a:cubicBezTo>
                  <a:pt x="5750594" y="805759"/>
                  <a:pt x="5756364" y="811528"/>
                  <a:pt x="5756364" y="818646"/>
                </a:cubicBezTo>
                <a:cubicBezTo>
                  <a:pt x="5756364" y="825764"/>
                  <a:pt x="5750594" y="831534"/>
                  <a:pt x="5743477" y="831534"/>
                </a:cubicBezTo>
                <a:cubicBezTo>
                  <a:pt x="5736359" y="831534"/>
                  <a:pt x="5730590" y="825764"/>
                  <a:pt x="5730590" y="818646"/>
                </a:cubicBezTo>
                <a:cubicBezTo>
                  <a:pt x="5730590" y="811528"/>
                  <a:pt x="5736359" y="805759"/>
                  <a:pt x="5743477" y="805759"/>
                </a:cubicBezTo>
                <a:close/>
                <a:moveTo>
                  <a:pt x="5422451" y="805759"/>
                </a:moveTo>
                <a:cubicBezTo>
                  <a:pt x="5429568" y="805759"/>
                  <a:pt x="5435339" y="811528"/>
                  <a:pt x="5435339" y="818646"/>
                </a:cubicBezTo>
                <a:cubicBezTo>
                  <a:pt x="5435339" y="825764"/>
                  <a:pt x="5429568" y="831534"/>
                  <a:pt x="5422451" y="831534"/>
                </a:cubicBezTo>
                <a:cubicBezTo>
                  <a:pt x="5415332" y="831534"/>
                  <a:pt x="5409564" y="825764"/>
                  <a:pt x="5409564" y="818646"/>
                </a:cubicBezTo>
                <a:cubicBezTo>
                  <a:pt x="5409564" y="811528"/>
                  <a:pt x="5415332" y="805759"/>
                  <a:pt x="5422451" y="805759"/>
                </a:cubicBezTo>
                <a:close/>
                <a:moveTo>
                  <a:pt x="5229719" y="805759"/>
                </a:moveTo>
                <a:cubicBezTo>
                  <a:pt x="5236801" y="805875"/>
                  <a:pt x="5242606" y="811564"/>
                  <a:pt x="5242606" y="818646"/>
                </a:cubicBezTo>
                <a:cubicBezTo>
                  <a:pt x="5242606" y="825729"/>
                  <a:pt x="5236918" y="831534"/>
                  <a:pt x="5229719" y="831534"/>
                </a:cubicBezTo>
                <a:cubicBezTo>
                  <a:pt x="5222637" y="831534"/>
                  <a:pt x="5216831" y="825845"/>
                  <a:pt x="5216831" y="818646"/>
                </a:cubicBezTo>
                <a:cubicBezTo>
                  <a:pt x="5216831" y="811564"/>
                  <a:pt x="5222520" y="805759"/>
                  <a:pt x="5229719" y="805759"/>
                </a:cubicBezTo>
                <a:close/>
                <a:moveTo>
                  <a:pt x="4844487" y="805759"/>
                </a:moveTo>
                <a:cubicBezTo>
                  <a:pt x="4851568" y="805875"/>
                  <a:pt x="4857374" y="811564"/>
                  <a:pt x="4857374" y="818646"/>
                </a:cubicBezTo>
                <a:cubicBezTo>
                  <a:pt x="4857374" y="825729"/>
                  <a:pt x="4851686" y="831534"/>
                  <a:pt x="4844487" y="831534"/>
                </a:cubicBezTo>
                <a:cubicBezTo>
                  <a:pt x="4837405" y="831534"/>
                  <a:pt x="4831598" y="825845"/>
                  <a:pt x="4831598" y="818646"/>
                </a:cubicBezTo>
                <a:cubicBezTo>
                  <a:pt x="4831598" y="811564"/>
                  <a:pt x="4837289" y="805759"/>
                  <a:pt x="4844487" y="805759"/>
                </a:cubicBezTo>
                <a:close/>
                <a:moveTo>
                  <a:pt x="4587666" y="805759"/>
                </a:moveTo>
                <a:cubicBezTo>
                  <a:pt x="4594784" y="805759"/>
                  <a:pt x="4600553" y="811528"/>
                  <a:pt x="4600553" y="818646"/>
                </a:cubicBezTo>
                <a:cubicBezTo>
                  <a:pt x="4600553" y="825764"/>
                  <a:pt x="4594784" y="831534"/>
                  <a:pt x="4587666" y="831534"/>
                </a:cubicBezTo>
                <a:cubicBezTo>
                  <a:pt x="4580549" y="831534"/>
                  <a:pt x="4574778" y="825764"/>
                  <a:pt x="4574778" y="818646"/>
                </a:cubicBezTo>
                <a:cubicBezTo>
                  <a:pt x="4574778" y="811528"/>
                  <a:pt x="4580549" y="805759"/>
                  <a:pt x="4587666" y="805759"/>
                </a:cubicBezTo>
                <a:close/>
                <a:moveTo>
                  <a:pt x="4523345" y="805759"/>
                </a:moveTo>
                <a:cubicBezTo>
                  <a:pt x="4530542" y="805875"/>
                  <a:pt x="4536233" y="811564"/>
                  <a:pt x="4536233" y="818646"/>
                </a:cubicBezTo>
                <a:cubicBezTo>
                  <a:pt x="4536233" y="825729"/>
                  <a:pt x="4530542" y="831534"/>
                  <a:pt x="4523345" y="831534"/>
                </a:cubicBezTo>
                <a:cubicBezTo>
                  <a:pt x="4516262" y="831534"/>
                  <a:pt x="4510457" y="825845"/>
                  <a:pt x="4510457" y="818646"/>
                </a:cubicBezTo>
                <a:cubicBezTo>
                  <a:pt x="4510457" y="811564"/>
                  <a:pt x="4516146" y="805759"/>
                  <a:pt x="4523345" y="805759"/>
                </a:cubicBezTo>
                <a:close/>
                <a:moveTo>
                  <a:pt x="4009702" y="805759"/>
                </a:moveTo>
                <a:cubicBezTo>
                  <a:pt x="4016819" y="805759"/>
                  <a:pt x="4022589" y="811528"/>
                  <a:pt x="4022589" y="818646"/>
                </a:cubicBezTo>
                <a:cubicBezTo>
                  <a:pt x="4022589" y="825764"/>
                  <a:pt x="4016819" y="831534"/>
                  <a:pt x="4009702" y="831534"/>
                </a:cubicBezTo>
                <a:cubicBezTo>
                  <a:pt x="4002585" y="831534"/>
                  <a:pt x="3996814" y="825764"/>
                  <a:pt x="3996814" y="818646"/>
                </a:cubicBezTo>
                <a:cubicBezTo>
                  <a:pt x="3996814" y="811528"/>
                  <a:pt x="4002585" y="805759"/>
                  <a:pt x="4009702" y="805759"/>
                </a:cubicBezTo>
                <a:close/>
                <a:moveTo>
                  <a:pt x="3752882" y="805759"/>
                </a:moveTo>
                <a:cubicBezTo>
                  <a:pt x="3759964" y="805875"/>
                  <a:pt x="3765770" y="811564"/>
                  <a:pt x="3765770" y="818646"/>
                </a:cubicBezTo>
                <a:cubicBezTo>
                  <a:pt x="3765770" y="825729"/>
                  <a:pt x="3760079" y="831534"/>
                  <a:pt x="3752882" y="831534"/>
                </a:cubicBezTo>
                <a:cubicBezTo>
                  <a:pt x="3745798" y="831534"/>
                  <a:pt x="3739993" y="825845"/>
                  <a:pt x="3739993" y="818646"/>
                </a:cubicBezTo>
                <a:cubicBezTo>
                  <a:pt x="3739993" y="811564"/>
                  <a:pt x="3745682" y="805759"/>
                  <a:pt x="3752882" y="805759"/>
                </a:cubicBezTo>
                <a:close/>
                <a:moveTo>
                  <a:pt x="3367532" y="805759"/>
                </a:moveTo>
                <a:cubicBezTo>
                  <a:pt x="3374732" y="805875"/>
                  <a:pt x="3380421" y="811564"/>
                  <a:pt x="3380421" y="818646"/>
                </a:cubicBezTo>
                <a:cubicBezTo>
                  <a:pt x="3380421" y="825729"/>
                  <a:pt x="3374732" y="831534"/>
                  <a:pt x="3367532" y="831534"/>
                </a:cubicBezTo>
                <a:cubicBezTo>
                  <a:pt x="3360450" y="831534"/>
                  <a:pt x="3354645" y="825845"/>
                  <a:pt x="3354645" y="818646"/>
                </a:cubicBezTo>
                <a:cubicBezTo>
                  <a:pt x="3354645" y="811564"/>
                  <a:pt x="3360336" y="805759"/>
                  <a:pt x="3367532" y="805759"/>
                </a:cubicBezTo>
                <a:close/>
                <a:moveTo>
                  <a:pt x="1505464" y="805759"/>
                </a:moveTo>
                <a:cubicBezTo>
                  <a:pt x="1512581" y="805759"/>
                  <a:pt x="1518352" y="811528"/>
                  <a:pt x="1518352" y="818646"/>
                </a:cubicBezTo>
                <a:cubicBezTo>
                  <a:pt x="1518352" y="825764"/>
                  <a:pt x="1512581" y="831534"/>
                  <a:pt x="1505464" y="831534"/>
                </a:cubicBezTo>
                <a:cubicBezTo>
                  <a:pt x="1498346" y="831534"/>
                  <a:pt x="1492577" y="825764"/>
                  <a:pt x="1492577" y="818646"/>
                </a:cubicBezTo>
                <a:cubicBezTo>
                  <a:pt x="1492577" y="811528"/>
                  <a:pt x="1498346" y="805759"/>
                  <a:pt x="1505464" y="805759"/>
                </a:cubicBezTo>
                <a:close/>
                <a:moveTo>
                  <a:pt x="927616" y="805759"/>
                </a:moveTo>
                <a:cubicBezTo>
                  <a:pt x="934736" y="805759"/>
                  <a:pt x="940503" y="811528"/>
                  <a:pt x="940503" y="818646"/>
                </a:cubicBezTo>
                <a:cubicBezTo>
                  <a:pt x="940503" y="825764"/>
                  <a:pt x="934736" y="831534"/>
                  <a:pt x="927616" y="831534"/>
                </a:cubicBezTo>
                <a:cubicBezTo>
                  <a:pt x="920499" y="831534"/>
                  <a:pt x="914731" y="825764"/>
                  <a:pt x="914731" y="818646"/>
                </a:cubicBezTo>
                <a:cubicBezTo>
                  <a:pt x="914731" y="811528"/>
                  <a:pt x="920499" y="805759"/>
                  <a:pt x="927616" y="805759"/>
                </a:cubicBezTo>
                <a:close/>
                <a:moveTo>
                  <a:pt x="542270" y="805759"/>
                </a:moveTo>
                <a:cubicBezTo>
                  <a:pt x="549351" y="805875"/>
                  <a:pt x="555157" y="811564"/>
                  <a:pt x="555157" y="818646"/>
                </a:cubicBezTo>
                <a:cubicBezTo>
                  <a:pt x="555157" y="825729"/>
                  <a:pt x="549469" y="831534"/>
                  <a:pt x="542270" y="831534"/>
                </a:cubicBezTo>
                <a:cubicBezTo>
                  <a:pt x="535188" y="831534"/>
                  <a:pt x="529382" y="825845"/>
                  <a:pt x="529382" y="818646"/>
                </a:cubicBezTo>
                <a:cubicBezTo>
                  <a:pt x="529382" y="811564"/>
                  <a:pt x="535071" y="805759"/>
                  <a:pt x="542270" y="805759"/>
                </a:cubicBezTo>
                <a:close/>
                <a:moveTo>
                  <a:pt x="25659" y="805759"/>
                </a:moveTo>
                <a:cubicBezTo>
                  <a:pt x="32776" y="805759"/>
                  <a:pt x="38547" y="811528"/>
                  <a:pt x="38547" y="818646"/>
                </a:cubicBezTo>
                <a:cubicBezTo>
                  <a:pt x="38547" y="825764"/>
                  <a:pt x="32776" y="831534"/>
                  <a:pt x="25659" y="831534"/>
                </a:cubicBezTo>
                <a:cubicBezTo>
                  <a:pt x="18542" y="831534"/>
                  <a:pt x="12771" y="825764"/>
                  <a:pt x="12771" y="818646"/>
                </a:cubicBezTo>
                <a:cubicBezTo>
                  <a:pt x="12771" y="811528"/>
                  <a:pt x="18542" y="805759"/>
                  <a:pt x="25659" y="805759"/>
                </a:cubicBezTo>
                <a:close/>
                <a:moveTo>
                  <a:pt x="11325670" y="792988"/>
                </a:moveTo>
                <a:cubicBezTo>
                  <a:pt x="11339835" y="792988"/>
                  <a:pt x="11351329" y="804482"/>
                  <a:pt x="11351329" y="818646"/>
                </a:cubicBezTo>
                <a:cubicBezTo>
                  <a:pt x="11351329" y="832811"/>
                  <a:pt x="11339835" y="844305"/>
                  <a:pt x="11325670" y="844305"/>
                </a:cubicBezTo>
                <a:cubicBezTo>
                  <a:pt x="11311505" y="844305"/>
                  <a:pt x="11300012" y="832811"/>
                  <a:pt x="11300012" y="818646"/>
                </a:cubicBezTo>
                <a:cubicBezTo>
                  <a:pt x="11300012" y="804482"/>
                  <a:pt x="11311505" y="792988"/>
                  <a:pt x="11325670" y="792988"/>
                </a:cubicBezTo>
                <a:close/>
                <a:moveTo>
                  <a:pt x="11197259" y="792988"/>
                </a:moveTo>
                <a:cubicBezTo>
                  <a:pt x="11211424" y="792988"/>
                  <a:pt x="11222917" y="804482"/>
                  <a:pt x="11222917" y="818646"/>
                </a:cubicBezTo>
                <a:cubicBezTo>
                  <a:pt x="11222917" y="832811"/>
                  <a:pt x="11211424" y="844305"/>
                  <a:pt x="11197259" y="844305"/>
                </a:cubicBezTo>
                <a:cubicBezTo>
                  <a:pt x="11183094" y="844305"/>
                  <a:pt x="11171601" y="832811"/>
                  <a:pt x="11171601" y="818646"/>
                </a:cubicBezTo>
                <a:cubicBezTo>
                  <a:pt x="11171601" y="804482"/>
                  <a:pt x="11183094" y="792988"/>
                  <a:pt x="11197259" y="792988"/>
                </a:cubicBezTo>
                <a:close/>
                <a:moveTo>
                  <a:pt x="10683501" y="792988"/>
                </a:moveTo>
                <a:cubicBezTo>
                  <a:pt x="10697666" y="792988"/>
                  <a:pt x="10709159" y="804482"/>
                  <a:pt x="10709159" y="818646"/>
                </a:cubicBezTo>
                <a:cubicBezTo>
                  <a:pt x="10709159" y="832811"/>
                  <a:pt x="10697666" y="844305"/>
                  <a:pt x="10683501" y="844305"/>
                </a:cubicBezTo>
                <a:cubicBezTo>
                  <a:pt x="10669336" y="844305"/>
                  <a:pt x="10657843" y="832811"/>
                  <a:pt x="10657843" y="818646"/>
                </a:cubicBezTo>
                <a:cubicBezTo>
                  <a:pt x="10657843" y="804482"/>
                  <a:pt x="10669336" y="792988"/>
                  <a:pt x="10683501" y="792988"/>
                </a:cubicBezTo>
                <a:close/>
                <a:moveTo>
                  <a:pt x="10619297" y="792988"/>
                </a:moveTo>
                <a:cubicBezTo>
                  <a:pt x="10633462" y="792988"/>
                  <a:pt x="10644955" y="804482"/>
                  <a:pt x="10644955" y="818646"/>
                </a:cubicBezTo>
                <a:cubicBezTo>
                  <a:pt x="10644955" y="832811"/>
                  <a:pt x="10633462" y="844305"/>
                  <a:pt x="10619297" y="844305"/>
                </a:cubicBezTo>
                <a:cubicBezTo>
                  <a:pt x="10605132" y="844305"/>
                  <a:pt x="10593639" y="832811"/>
                  <a:pt x="10593639" y="818646"/>
                </a:cubicBezTo>
                <a:cubicBezTo>
                  <a:pt x="10593639" y="804482"/>
                  <a:pt x="10605132" y="792988"/>
                  <a:pt x="10619297" y="792988"/>
                </a:cubicBezTo>
                <a:close/>
                <a:moveTo>
                  <a:pt x="10362474" y="792988"/>
                </a:moveTo>
                <a:cubicBezTo>
                  <a:pt x="10376647" y="792988"/>
                  <a:pt x="10388135" y="804475"/>
                  <a:pt x="10388135" y="818646"/>
                </a:cubicBezTo>
                <a:cubicBezTo>
                  <a:pt x="10388135" y="832817"/>
                  <a:pt x="10376647" y="844305"/>
                  <a:pt x="10362474" y="844305"/>
                </a:cubicBezTo>
                <a:cubicBezTo>
                  <a:pt x="10348304" y="844305"/>
                  <a:pt x="10336816" y="832817"/>
                  <a:pt x="10336816" y="818646"/>
                </a:cubicBezTo>
                <a:cubicBezTo>
                  <a:pt x="10336816" y="804475"/>
                  <a:pt x="10348304" y="792988"/>
                  <a:pt x="10362474" y="792988"/>
                </a:cubicBezTo>
                <a:close/>
                <a:moveTo>
                  <a:pt x="10105654" y="792988"/>
                </a:moveTo>
                <a:cubicBezTo>
                  <a:pt x="10119819" y="792988"/>
                  <a:pt x="10131312" y="804482"/>
                  <a:pt x="10131312" y="818646"/>
                </a:cubicBezTo>
                <a:cubicBezTo>
                  <a:pt x="10131312" y="832811"/>
                  <a:pt x="10119819" y="844305"/>
                  <a:pt x="10105654" y="844305"/>
                </a:cubicBezTo>
                <a:cubicBezTo>
                  <a:pt x="10091489" y="844305"/>
                  <a:pt x="10079996" y="832811"/>
                  <a:pt x="10079996" y="818646"/>
                </a:cubicBezTo>
                <a:cubicBezTo>
                  <a:pt x="10079996" y="804482"/>
                  <a:pt x="10091489" y="792988"/>
                  <a:pt x="10105654" y="792988"/>
                </a:cubicBezTo>
                <a:close/>
                <a:moveTo>
                  <a:pt x="8564495" y="792988"/>
                </a:moveTo>
                <a:cubicBezTo>
                  <a:pt x="8578665" y="792988"/>
                  <a:pt x="8590153" y="804475"/>
                  <a:pt x="8590153" y="818646"/>
                </a:cubicBezTo>
                <a:cubicBezTo>
                  <a:pt x="8590153" y="832817"/>
                  <a:pt x="8578665" y="844305"/>
                  <a:pt x="8564495" y="844305"/>
                </a:cubicBezTo>
                <a:cubicBezTo>
                  <a:pt x="8550325" y="844305"/>
                  <a:pt x="8538837" y="832817"/>
                  <a:pt x="8538837" y="818646"/>
                </a:cubicBezTo>
                <a:cubicBezTo>
                  <a:pt x="8538837" y="804475"/>
                  <a:pt x="8550325" y="792988"/>
                  <a:pt x="8564495" y="792988"/>
                </a:cubicBezTo>
                <a:close/>
                <a:moveTo>
                  <a:pt x="8050852" y="792988"/>
                </a:moveTo>
                <a:cubicBezTo>
                  <a:pt x="8065017" y="792988"/>
                  <a:pt x="8076510" y="804482"/>
                  <a:pt x="8076510" y="818646"/>
                </a:cubicBezTo>
                <a:cubicBezTo>
                  <a:pt x="8076510" y="832811"/>
                  <a:pt x="8065017" y="844305"/>
                  <a:pt x="8050852" y="844305"/>
                </a:cubicBezTo>
                <a:cubicBezTo>
                  <a:pt x="8036687" y="844305"/>
                  <a:pt x="8025194" y="832811"/>
                  <a:pt x="8025194" y="818646"/>
                </a:cubicBezTo>
                <a:cubicBezTo>
                  <a:pt x="8025194" y="804482"/>
                  <a:pt x="8036687" y="792988"/>
                  <a:pt x="8050852" y="792988"/>
                </a:cubicBezTo>
                <a:close/>
                <a:moveTo>
                  <a:pt x="7986648" y="792988"/>
                </a:moveTo>
                <a:cubicBezTo>
                  <a:pt x="8000813" y="792988"/>
                  <a:pt x="8012306" y="804482"/>
                  <a:pt x="8012306" y="818646"/>
                </a:cubicBezTo>
                <a:cubicBezTo>
                  <a:pt x="8012306" y="832811"/>
                  <a:pt x="8000813" y="844305"/>
                  <a:pt x="7986648" y="844305"/>
                </a:cubicBezTo>
                <a:cubicBezTo>
                  <a:pt x="7972483" y="844305"/>
                  <a:pt x="7960990" y="832811"/>
                  <a:pt x="7960990" y="818646"/>
                </a:cubicBezTo>
                <a:cubicBezTo>
                  <a:pt x="7960990" y="804482"/>
                  <a:pt x="7972483" y="792988"/>
                  <a:pt x="7986648" y="792988"/>
                </a:cubicBezTo>
                <a:close/>
                <a:moveTo>
                  <a:pt x="7858237" y="792988"/>
                </a:moveTo>
                <a:cubicBezTo>
                  <a:pt x="7872407" y="792988"/>
                  <a:pt x="7883895" y="804475"/>
                  <a:pt x="7883895" y="818646"/>
                </a:cubicBezTo>
                <a:cubicBezTo>
                  <a:pt x="7883895" y="832817"/>
                  <a:pt x="7872407" y="844305"/>
                  <a:pt x="7858237" y="844305"/>
                </a:cubicBezTo>
                <a:cubicBezTo>
                  <a:pt x="7844066" y="844305"/>
                  <a:pt x="7832578" y="832817"/>
                  <a:pt x="7832578" y="818646"/>
                </a:cubicBezTo>
                <a:cubicBezTo>
                  <a:pt x="7832578" y="804475"/>
                  <a:pt x="7844066" y="792988"/>
                  <a:pt x="7858237" y="792988"/>
                </a:cubicBezTo>
                <a:close/>
                <a:moveTo>
                  <a:pt x="7794032" y="792988"/>
                </a:moveTo>
                <a:cubicBezTo>
                  <a:pt x="7808203" y="792988"/>
                  <a:pt x="7819690" y="804475"/>
                  <a:pt x="7819690" y="818646"/>
                </a:cubicBezTo>
                <a:cubicBezTo>
                  <a:pt x="7819690" y="832817"/>
                  <a:pt x="7808203" y="844305"/>
                  <a:pt x="7794032" y="844305"/>
                </a:cubicBezTo>
                <a:cubicBezTo>
                  <a:pt x="7779862" y="844305"/>
                  <a:pt x="7768371" y="832817"/>
                  <a:pt x="7768371" y="818646"/>
                </a:cubicBezTo>
                <a:cubicBezTo>
                  <a:pt x="7768371" y="804475"/>
                  <a:pt x="7779862" y="792988"/>
                  <a:pt x="7794032" y="792988"/>
                </a:cubicBezTo>
                <a:close/>
                <a:moveTo>
                  <a:pt x="7665621" y="792988"/>
                </a:moveTo>
                <a:cubicBezTo>
                  <a:pt x="7679786" y="792988"/>
                  <a:pt x="7691279" y="804482"/>
                  <a:pt x="7691279" y="818646"/>
                </a:cubicBezTo>
                <a:cubicBezTo>
                  <a:pt x="7691279" y="832811"/>
                  <a:pt x="7679786" y="844305"/>
                  <a:pt x="7665621" y="844305"/>
                </a:cubicBezTo>
                <a:cubicBezTo>
                  <a:pt x="7651456" y="844305"/>
                  <a:pt x="7639963" y="832811"/>
                  <a:pt x="7639963" y="818646"/>
                </a:cubicBezTo>
                <a:cubicBezTo>
                  <a:pt x="7639963" y="804482"/>
                  <a:pt x="7651456" y="792988"/>
                  <a:pt x="7665621" y="792988"/>
                </a:cubicBezTo>
                <a:close/>
                <a:moveTo>
                  <a:pt x="7601299" y="792988"/>
                </a:moveTo>
                <a:cubicBezTo>
                  <a:pt x="7615464" y="792988"/>
                  <a:pt x="7626959" y="804482"/>
                  <a:pt x="7626959" y="818646"/>
                </a:cubicBezTo>
                <a:cubicBezTo>
                  <a:pt x="7626959" y="832811"/>
                  <a:pt x="7615464" y="844305"/>
                  <a:pt x="7601299" y="844305"/>
                </a:cubicBezTo>
                <a:cubicBezTo>
                  <a:pt x="7587134" y="844305"/>
                  <a:pt x="7575640" y="832811"/>
                  <a:pt x="7575640" y="818646"/>
                </a:cubicBezTo>
                <a:cubicBezTo>
                  <a:pt x="7575640" y="804482"/>
                  <a:pt x="7587134" y="792988"/>
                  <a:pt x="7601299" y="792988"/>
                </a:cubicBezTo>
                <a:close/>
                <a:moveTo>
                  <a:pt x="7537094" y="792988"/>
                </a:moveTo>
                <a:cubicBezTo>
                  <a:pt x="7551259" y="792988"/>
                  <a:pt x="7562752" y="804482"/>
                  <a:pt x="7562752" y="818646"/>
                </a:cubicBezTo>
                <a:cubicBezTo>
                  <a:pt x="7562752" y="832811"/>
                  <a:pt x="7551259" y="844305"/>
                  <a:pt x="7537094" y="844305"/>
                </a:cubicBezTo>
                <a:cubicBezTo>
                  <a:pt x="7522929" y="844305"/>
                  <a:pt x="7511436" y="832811"/>
                  <a:pt x="7511436" y="818646"/>
                </a:cubicBezTo>
                <a:cubicBezTo>
                  <a:pt x="7511436" y="804482"/>
                  <a:pt x="7522929" y="792988"/>
                  <a:pt x="7537094" y="792988"/>
                </a:cubicBezTo>
                <a:close/>
                <a:moveTo>
                  <a:pt x="7151863" y="792988"/>
                </a:moveTo>
                <a:cubicBezTo>
                  <a:pt x="7166033" y="792988"/>
                  <a:pt x="7177521" y="804475"/>
                  <a:pt x="7177521" y="818646"/>
                </a:cubicBezTo>
                <a:cubicBezTo>
                  <a:pt x="7177521" y="832817"/>
                  <a:pt x="7166033" y="844305"/>
                  <a:pt x="7151863" y="844305"/>
                </a:cubicBezTo>
                <a:cubicBezTo>
                  <a:pt x="7137692" y="844305"/>
                  <a:pt x="7126205" y="832817"/>
                  <a:pt x="7126205" y="818646"/>
                </a:cubicBezTo>
                <a:cubicBezTo>
                  <a:pt x="7126205" y="804475"/>
                  <a:pt x="7137692" y="792988"/>
                  <a:pt x="7151863" y="792988"/>
                </a:cubicBezTo>
                <a:close/>
                <a:moveTo>
                  <a:pt x="6895043" y="792988"/>
                </a:moveTo>
                <a:cubicBezTo>
                  <a:pt x="6909208" y="792988"/>
                  <a:pt x="6920701" y="804482"/>
                  <a:pt x="6920701" y="818646"/>
                </a:cubicBezTo>
                <a:cubicBezTo>
                  <a:pt x="6920701" y="832811"/>
                  <a:pt x="6909208" y="844305"/>
                  <a:pt x="6895043" y="844305"/>
                </a:cubicBezTo>
                <a:cubicBezTo>
                  <a:pt x="6880878" y="844305"/>
                  <a:pt x="6869382" y="832811"/>
                  <a:pt x="6869382" y="818646"/>
                </a:cubicBezTo>
                <a:cubicBezTo>
                  <a:pt x="6869382" y="804482"/>
                  <a:pt x="6880878" y="792988"/>
                  <a:pt x="6895043" y="792988"/>
                </a:cubicBezTo>
                <a:close/>
                <a:moveTo>
                  <a:pt x="5615066" y="792988"/>
                </a:moveTo>
                <a:cubicBezTo>
                  <a:pt x="5629231" y="792988"/>
                  <a:pt x="5640726" y="804482"/>
                  <a:pt x="5640726" y="818646"/>
                </a:cubicBezTo>
                <a:cubicBezTo>
                  <a:pt x="5640726" y="832811"/>
                  <a:pt x="5629231" y="844305"/>
                  <a:pt x="5615066" y="844305"/>
                </a:cubicBezTo>
                <a:cubicBezTo>
                  <a:pt x="5600901" y="844305"/>
                  <a:pt x="5589407" y="832811"/>
                  <a:pt x="5589407" y="818646"/>
                </a:cubicBezTo>
                <a:cubicBezTo>
                  <a:pt x="5589407" y="804482"/>
                  <a:pt x="5600901" y="792988"/>
                  <a:pt x="5615066" y="792988"/>
                </a:cubicBezTo>
                <a:close/>
                <a:moveTo>
                  <a:pt x="5486655" y="792988"/>
                </a:moveTo>
                <a:cubicBezTo>
                  <a:pt x="5500819" y="792988"/>
                  <a:pt x="5512316" y="804482"/>
                  <a:pt x="5512316" y="818646"/>
                </a:cubicBezTo>
                <a:cubicBezTo>
                  <a:pt x="5512316" y="832811"/>
                  <a:pt x="5500819" y="844305"/>
                  <a:pt x="5486655" y="844305"/>
                </a:cubicBezTo>
                <a:cubicBezTo>
                  <a:pt x="5472491" y="844305"/>
                  <a:pt x="5460997" y="832811"/>
                  <a:pt x="5460997" y="818646"/>
                </a:cubicBezTo>
                <a:cubicBezTo>
                  <a:pt x="5460997" y="804482"/>
                  <a:pt x="5472491" y="792988"/>
                  <a:pt x="5486655" y="792988"/>
                </a:cubicBezTo>
                <a:close/>
                <a:moveTo>
                  <a:pt x="4972896" y="792988"/>
                </a:moveTo>
                <a:cubicBezTo>
                  <a:pt x="4987063" y="792988"/>
                  <a:pt x="4998557" y="804482"/>
                  <a:pt x="4998557" y="818646"/>
                </a:cubicBezTo>
                <a:cubicBezTo>
                  <a:pt x="4998557" y="832811"/>
                  <a:pt x="4987063" y="844305"/>
                  <a:pt x="4972896" y="844305"/>
                </a:cubicBezTo>
                <a:cubicBezTo>
                  <a:pt x="4958732" y="844305"/>
                  <a:pt x="4947240" y="832811"/>
                  <a:pt x="4947240" y="818646"/>
                </a:cubicBezTo>
                <a:cubicBezTo>
                  <a:pt x="4947240" y="804482"/>
                  <a:pt x="4958732" y="792988"/>
                  <a:pt x="4972896" y="792988"/>
                </a:cubicBezTo>
                <a:close/>
                <a:moveTo>
                  <a:pt x="4908693" y="792988"/>
                </a:moveTo>
                <a:cubicBezTo>
                  <a:pt x="4922857" y="792988"/>
                  <a:pt x="4934352" y="804482"/>
                  <a:pt x="4934352" y="818646"/>
                </a:cubicBezTo>
                <a:cubicBezTo>
                  <a:pt x="4934352" y="832811"/>
                  <a:pt x="4922857" y="844305"/>
                  <a:pt x="4908693" y="844305"/>
                </a:cubicBezTo>
                <a:cubicBezTo>
                  <a:pt x="4894527" y="844305"/>
                  <a:pt x="4883033" y="832811"/>
                  <a:pt x="4883033" y="818646"/>
                </a:cubicBezTo>
                <a:cubicBezTo>
                  <a:pt x="4883033" y="804482"/>
                  <a:pt x="4894527" y="792988"/>
                  <a:pt x="4908693" y="792988"/>
                </a:cubicBezTo>
                <a:close/>
                <a:moveTo>
                  <a:pt x="4651872" y="792988"/>
                </a:moveTo>
                <a:cubicBezTo>
                  <a:pt x="4666042" y="792988"/>
                  <a:pt x="4677531" y="804475"/>
                  <a:pt x="4677531" y="818646"/>
                </a:cubicBezTo>
                <a:cubicBezTo>
                  <a:pt x="4677531" y="832817"/>
                  <a:pt x="4666042" y="844305"/>
                  <a:pt x="4651872" y="844305"/>
                </a:cubicBezTo>
                <a:cubicBezTo>
                  <a:pt x="4637700" y="844305"/>
                  <a:pt x="4626213" y="832817"/>
                  <a:pt x="4626213" y="818646"/>
                </a:cubicBezTo>
                <a:cubicBezTo>
                  <a:pt x="4626213" y="804475"/>
                  <a:pt x="4637700" y="792988"/>
                  <a:pt x="4651872" y="792988"/>
                </a:cubicBezTo>
                <a:close/>
                <a:moveTo>
                  <a:pt x="4395050" y="792988"/>
                </a:moveTo>
                <a:cubicBezTo>
                  <a:pt x="4409214" y="792988"/>
                  <a:pt x="4420710" y="804482"/>
                  <a:pt x="4420710" y="818646"/>
                </a:cubicBezTo>
                <a:cubicBezTo>
                  <a:pt x="4420710" y="832811"/>
                  <a:pt x="4409214" y="844305"/>
                  <a:pt x="4395050" y="844305"/>
                </a:cubicBezTo>
                <a:cubicBezTo>
                  <a:pt x="4380886" y="844305"/>
                  <a:pt x="4369391" y="832811"/>
                  <a:pt x="4369391" y="818646"/>
                </a:cubicBezTo>
                <a:cubicBezTo>
                  <a:pt x="4369391" y="804482"/>
                  <a:pt x="4380886" y="792988"/>
                  <a:pt x="4395050" y="792988"/>
                </a:cubicBezTo>
                <a:close/>
                <a:moveTo>
                  <a:pt x="2853890" y="792988"/>
                </a:moveTo>
                <a:cubicBezTo>
                  <a:pt x="2868062" y="792988"/>
                  <a:pt x="2879550" y="804475"/>
                  <a:pt x="2879550" y="818646"/>
                </a:cubicBezTo>
                <a:cubicBezTo>
                  <a:pt x="2879550" y="832817"/>
                  <a:pt x="2868062" y="844305"/>
                  <a:pt x="2853890" y="844305"/>
                </a:cubicBezTo>
                <a:cubicBezTo>
                  <a:pt x="2839720" y="844305"/>
                  <a:pt x="2828231" y="832817"/>
                  <a:pt x="2828231" y="818646"/>
                </a:cubicBezTo>
                <a:cubicBezTo>
                  <a:pt x="2828231" y="804475"/>
                  <a:pt x="2839720" y="792988"/>
                  <a:pt x="2853890" y="792988"/>
                </a:cubicBezTo>
                <a:close/>
                <a:moveTo>
                  <a:pt x="2340249" y="792988"/>
                </a:moveTo>
                <a:cubicBezTo>
                  <a:pt x="2354413" y="792988"/>
                  <a:pt x="2365908" y="804482"/>
                  <a:pt x="2365908" y="818646"/>
                </a:cubicBezTo>
                <a:cubicBezTo>
                  <a:pt x="2365908" y="832811"/>
                  <a:pt x="2354413" y="844305"/>
                  <a:pt x="2340249" y="844305"/>
                </a:cubicBezTo>
                <a:cubicBezTo>
                  <a:pt x="2326084" y="844305"/>
                  <a:pt x="2314590" y="832811"/>
                  <a:pt x="2314590" y="818646"/>
                </a:cubicBezTo>
                <a:cubicBezTo>
                  <a:pt x="2314590" y="804482"/>
                  <a:pt x="2326084" y="792988"/>
                  <a:pt x="2340249" y="792988"/>
                </a:cubicBezTo>
                <a:close/>
                <a:moveTo>
                  <a:pt x="2276044" y="792988"/>
                </a:moveTo>
                <a:cubicBezTo>
                  <a:pt x="2290208" y="792988"/>
                  <a:pt x="2301702" y="804482"/>
                  <a:pt x="2301702" y="818646"/>
                </a:cubicBezTo>
                <a:cubicBezTo>
                  <a:pt x="2301702" y="832811"/>
                  <a:pt x="2290208" y="844305"/>
                  <a:pt x="2276044" y="844305"/>
                </a:cubicBezTo>
                <a:cubicBezTo>
                  <a:pt x="2261879" y="844305"/>
                  <a:pt x="2250385" y="832811"/>
                  <a:pt x="2250385" y="818646"/>
                </a:cubicBezTo>
                <a:cubicBezTo>
                  <a:pt x="2250385" y="804482"/>
                  <a:pt x="2261879" y="792988"/>
                  <a:pt x="2276044" y="792988"/>
                </a:cubicBezTo>
                <a:close/>
                <a:moveTo>
                  <a:pt x="2147633" y="792988"/>
                </a:moveTo>
                <a:cubicBezTo>
                  <a:pt x="2161804" y="792988"/>
                  <a:pt x="2173293" y="804475"/>
                  <a:pt x="2173293" y="818646"/>
                </a:cubicBezTo>
                <a:cubicBezTo>
                  <a:pt x="2173293" y="832817"/>
                  <a:pt x="2161804" y="844305"/>
                  <a:pt x="2147633" y="844305"/>
                </a:cubicBezTo>
                <a:cubicBezTo>
                  <a:pt x="2133462" y="844305"/>
                  <a:pt x="2121975" y="832817"/>
                  <a:pt x="2121975" y="818646"/>
                </a:cubicBezTo>
                <a:cubicBezTo>
                  <a:pt x="2121975" y="804475"/>
                  <a:pt x="2133462" y="792988"/>
                  <a:pt x="2147633" y="792988"/>
                </a:cubicBezTo>
                <a:close/>
                <a:moveTo>
                  <a:pt x="2083427" y="792988"/>
                </a:moveTo>
                <a:cubicBezTo>
                  <a:pt x="2097599" y="792988"/>
                  <a:pt x="2109087" y="804475"/>
                  <a:pt x="2109087" y="818646"/>
                </a:cubicBezTo>
                <a:cubicBezTo>
                  <a:pt x="2109087" y="832817"/>
                  <a:pt x="2097599" y="844305"/>
                  <a:pt x="2083427" y="844305"/>
                </a:cubicBezTo>
                <a:cubicBezTo>
                  <a:pt x="2069257" y="844305"/>
                  <a:pt x="2057768" y="832817"/>
                  <a:pt x="2057768" y="818646"/>
                </a:cubicBezTo>
                <a:cubicBezTo>
                  <a:pt x="2057768" y="804475"/>
                  <a:pt x="2069257" y="792988"/>
                  <a:pt x="2083427" y="792988"/>
                </a:cubicBezTo>
                <a:close/>
                <a:moveTo>
                  <a:pt x="1955016" y="792988"/>
                </a:moveTo>
                <a:cubicBezTo>
                  <a:pt x="1969181" y="792988"/>
                  <a:pt x="1980676" y="804482"/>
                  <a:pt x="1980676" y="818646"/>
                </a:cubicBezTo>
                <a:cubicBezTo>
                  <a:pt x="1980676" y="832811"/>
                  <a:pt x="1969181" y="844305"/>
                  <a:pt x="1955016" y="844305"/>
                </a:cubicBezTo>
                <a:cubicBezTo>
                  <a:pt x="1940851" y="844305"/>
                  <a:pt x="1929358" y="832811"/>
                  <a:pt x="1929358" y="818646"/>
                </a:cubicBezTo>
                <a:cubicBezTo>
                  <a:pt x="1929358" y="804482"/>
                  <a:pt x="1940851" y="792988"/>
                  <a:pt x="1955016" y="792988"/>
                </a:cubicBezTo>
                <a:close/>
                <a:moveTo>
                  <a:pt x="1890696" y="792988"/>
                </a:moveTo>
                <a:cubicBezTo>
                  <a:pt x="1904860" y="792988"/>
                  <a:pt x="1916355" y="804482"/>
                  <a:pt x="1916355" y="818646"/>
                </a:cubicBezTo>
                <a:cubicBezTo>
                  <a:pt x="1916355" y="832811"/>
                  <a:pt x="1904860" y="844305"/>
                  <a:pt x="1890696" y="844305"/>
                </a:cubicBezTo>
                <a:cubicBezTo>
                  <a:pt x="1876531" y="844305"/>
                  <a:pt x="1865037" y="832811"/>
                  <a:pt x="1865037" y="818646"/>
                </a:cubicBezTo>
                <a:cubicBezTo>
                  <a:pt x="1865037" y="804482"/>
                  <a:pt x="1876531" y="792988"/>
                  <a:pt x="1890696" y="792988"/>
                </a:cubicBezTo>
                <a:close/>
                <a:moveTo>
                  <a:pt x="1826490" y="792988"/>
                </a:moveTo>
                <a:cubicBezTo>
                  <a:pt x="1840654" y="792988"/>
                  <a:pt x="1852149" y="804482"/>
                  <a:pt x="1852149" y="818646"/>
                </a:cubicBezTo>
                <a:cubicBezTo>
                  <a:pt x="1852149" y="832811"/>
                  <a:pt x="1840654" y="844305"/>
                  <a:pt x="1826490" y="844305"/>
                </a:cubicBezTo>
                <a:cubicBezTo>
                  <a:pt x="1812325" y="844305"/>
                  <a:pt x="1800830" y="832811"/>
                  <a:pt x="1800830" y="818646"/>
                </a:cubicBezTo>
                <a:cubicBezTo>
                  <a:pt x="1800830" y="804482"/>
                  <a:pt x="1812325" y="792988"/>
                  <a:pt x="1826490" y="792988"/>
                </a:cubicBezTo>
                <a:close/>
                <a:moveTo>
                  <a:pt x="1441258" y="792988"/>
                </a:moveTo>
                <a:cubicBezTo>
                  <a:pt x="1455430" y="792988"/>
                  <a:pt x="1466917" y="804475"/>
                  <a:pt x="1466917" y="818646"/>
                </a:cubicBezTo>
                <a:cubicBezTo>
                  <a:pt x="1466917" y="832817"/>
                  <a:pt x="1455430" y="844305"/>
                  <a:pt x="1441258" y="844305"/>
                </a:cubicBezTo>
                <a:cubicBezTo>
                  <a:pt x="1427087" y="844305"/>
                  <a:pt x="1415599" y="832817"/>
                  <a:pt x="1415599" y="818646"/>
                </a:cubicBezTo>
                <a:cubicBezTo>
                  <a:pt x="1415599" y="804475"/>
                  <a:pt x="1427087" y="792988"/>
                  <a:pt x="1441258" y="792988"/>
                </a:cubicBezTo>
                <a:close/>
                <a:moveTo>
                  <a:pt x="1184437" y="792988"/>
                </a:moveTo>
                <a:cubicBezTo>
                  <a:pt x="1198602" y="792988"/>
                  <a:pt x="1210096" y="804482"/>
                  <a:pt x="1210096" y="818646"/>
                </a:cubicBezTo>
                <a:cubicBezTo>
                  <a:pt x="1210096" y="832811"/>
                  <a:pt x="1198602" y="844305"/>
                  <a:pt x="1184437" y="844305"/>
                </a:cubicBezTo>
                <a:cubicBezTo>
                  <a:pt x="1170273" y="844305"/>
                  <a:pt x="1158780" y="832811"/>
                  <a:pt x="1158780" y="818646"/>
                </a:cubicBezTo>
                <a:cubicBezTo>
                  <a:pt x="1158780" y="804482"/>
                  <a:pt x="1170273" y="792988"/>
                  <a:pt x="1184437" y="792988"/>
                </a:cubicBezTo>
                <a:close/>
                <a:moveTo>
                  <a:pt x="11970691" y="738651"/>
                </a:moveTo>
                <a:cubicBezTo>
                  <a:pt x="11977773" y="738767"/>
                  <a:pt x="11983579" y="744456"/>
                  <a:pt x="11983579" y="751539"/>
                </a:cubicBezTo>
                <a:cubicBezTo>
                  <a:pt x="11983579" y="758621"/>
                  <a:pt x="11977889" y="764426"/>
                  <a:pt x="11970691" y="764426"/>
                </a:cubicBezTo>
                <a:cubicBezTo>
                  <a:pt x="11963609" y="764426"/>
                  <a:pt x="11957803" y="758737"/>
                  <a:pt x="11957803" y="751539"/>
                </a:cubicBezTo>
                <a:cubicBezTo>
                  <a:pt x="11957803" y="744340"/>
                  <a:pt x="11963493" y="738651"/>
                  <a:pt x="11970691" y="738651"/>
                </a:cubicBezTo>
                <a:close/>
                <a:moveTo>
                  <a:pt x="11454081" y="738651"/>
                </a:moveTo>
                <a:cubicBezTo>
                  <a:pt x="11461197" y="738651"/>
                  <a:pt x="11466969" y="744421"/>
                  <a:pt x="11466969" y="751539"/>
                </a:cubicBezTo>
                <a:cubicBezTo>
                  <a:pt x="11466969" y="758656"/>
                  <a:pt x="11461197" y="764426"/>
                  <a:pt x="11454081" y="764426"/>
                </a:cubicBezTo>
                <a:cubicBezTo>
                  <a:pt x="11446963" y="764426"/>
                  <a:pt x="11441194" y="758656"/>
                  <a:pt x="11441194" y="751539"/>
                </a:cubicBezTo>
                <a:cubicBezTo>
                  <a:pt x="11441194" y="744421"/>
                  <a:pt x="11446963" y="738651"/>
                  <a:pt x="11454081" y="738651"/>
                </a:cubicBezTo>
                <a:close/>
                <a:moveTo>
                  <a:pt x="11325553" y="738651"/>
                </a:moveTo>
                <a:cubicBezTo>
                  <a:pt x="11332752" y="738767"/>
                  <a:pt x="11338441" y="744456"/>
                  <a:pt x="11338441" y="751539"/>
                </a:cubicBezTo>
                <a:cubicBezTo>
                  <a:pt x="11338441" y="758621"/>
                  <a:pt x="11332752" y="764426"/>
                  <a:pt x="11325553" y="764426"/>
                </a:cubicBezTo>
                <a:cubicBezTo>
                  <a:pt x="11318471" y="764426"/>
                  <a:pt x="11312667" y="758737"/>
                  <a:pt x="11312667" y="751539"/>
                </a:cubicBezTo>
                <a:cubicBezTo>
                  <a:pt x="11312667" y="744340"/>
                  <a:pt x="11318356" y="738651"/>
                  <a:pt x="11325553" y="738651"/>
                </a:cubicBezTo>
                <a:close/>
                <a:moveTo>
                  <a:pt x="11133055" y="738651"/>
                </a:moveTo>
                <a:cubicBezTo>
                  <a:pt x="11140171" y="738651"/>
                  <a:pt x="11145943" y="744421"/>
                  <a:pt x="11145943" y="751539"/>
                </a:cubicBezTo>
                <a:cubicBezTo>
                  <a:pt x="11145943" y="758656"/>
                  <a:pt x="11140171" y="764426"/>
                  <a:pt x="11133055" y="764426"/>
                </a:cubicBezTo>
                <a:cubicBezTo>
                  <a:pt x="11125936" y="764426"/>
                  <a:pt x="11120167" y="758656"/>
                  <a:pt x="11120167" y="751539"/>
                </a:cubicBezTo>
                <a:cubicBezTo>
                  <a:pt x="11120167" y="744421"/>
                  <a:pt x="11125936" y="738651"/>
                  <a:pt x="11133055" y="738651"/>
                </a:cubicBezTo>
                <a:close/>
                <a:moveTo>
                  <a:pt x="10940324" y="738651"/>
                </a:moveTo>
                <a:cubicBezTo>
                  <a:pt x="10947405" y="738767"/>
                  <a:pt x="10953209" y="744456"/>
                  <a:pt x="10953209" y="751539"/>
                </a:cubicBezTo>
                <a:cubicBezTo>
                  <a:pt x="10953209" y="758621"/>
                  <a:pt x="10947520" y="764426"/>
                  <a:pt x="10940324" y="764426"/>
                </a:cubicBezTo>
                <a:cubicBezTo>
                  <a:pt x="10933240" y="764426"/>
                  <a:pt x="10927436" y="758737"/>
                  <a:pt x="10927436" y="751539"/>
                </a:cubicBezTo>
                <a:cubicBezTo>
                  <a:pt x="10927436" y="744340"/>
                  <a:pt x="10933125" y="738651"/>
                  <a:pt x="10940324" y="738651"/>
                </a:cubicBezTo>
                <a:close/>
                <a:moveTo>
                  <a:pt x="10555092" y="738651"/>
                </a:moveTo>
                <a:cubicBezTo>
                  <a:pt x="10562174" y="738767"/>
                  <a:pt x="10567978" y="744456"/>
                  <a:pt x="10567978" y="751539"/>
                </a:cubicBezTo>
                <a:cubicBezTo>
                  <a:pt x="10567978" y="758621"/>
                  <a:pt x="10562289" y="764426"/>
                  <a:pt x="10555092" y="764426"/>
                </a:cubicBezTo>
                <a:cubicBezTo>
                  <a:pt x="10548009" y="764426"/>
                  <a:pt x="10542204" y="758737"/>
                  <a:pt x="10542204" y="751539"/>
                </a:cubicBezTo>
                <a:cubicBezTo>
                  <a:pt x="10542204" y="744340"/>
                  <a:pt x="10547893" y="738651"/>
                  <a:pt x="10555092" y="738651"/>
                </a:cubicBezTo>
                <a:close/>
                <a:moveTo>
                  <a:pt x="10233947" y="738651"/>
                </a:moveTo>
                <a:cubicBezTo>
                  <a:pt x="10241146" y="738767"/>
                  <a:pt x="10246835" y="744456"/>
                  <a:pt x="10246835" y="751539"/>
                </a:cubicBezTo>
                <a:cubicBezTo>
                  <a:pt x="10246835" y="758621"/>
                  <a:pt x="10241146" y="764426"/>
                  <a:pt x="10233947" y="764426"/>
                </a:cubicBezTo>
                <a:cubicBezTo>
                  <a:pt x="10226866" y="764426"/>
                  <a:pt x="10221059" y="758737"/>
                  <a:pt x="10221059" y="751539"/>
                </a:cubicBezTo>
                <a:cubicBezTo>
                  <a:pt x="10221059" y="744340"/>
                  <a:pt x="10226748" y="738651"/>
                  <a:pt x="10233947" y="738651"/>
                </a:cubicBezTo>
                <a:close/>
                <a:moveTo>
                  <a:pt x="10105654" y="738651"/>
                </a:moveTo>
                <a:cubicBezTo>
                  <a:pt x="10112773" y="738651"/>
                  <a:pt x="10118542" y="744421"/>
                  <a:pt x="10118542" y="751539"/>
                </a:cubicBezTo>
                <a:cubicBezTo>
                  <a:pt x="10118542" y="758656"/>
                  <a:pt x="10112773" y="764426"/>
                  <a:pt x="10105654" y="764426"/>
                </a:cubicBezTo>
                <a:cubicBezTo>
                  <a:pt x="10098538" y="764426"/>
                  <a:pt x="10092766" y="758656"/>
                  <a:pt x="10092766" y="751539"/>
                </a:cubicBezTo>
                <a:cubicBezTo>
                  <a:pt x="10092766" y="744421"/>
                  <a:pt x="10098538" y="738651"/>
                  <a:pt x="10105654" y="738651"/>
                </a:cubicBezTo>
                <a:close/>
                <a:moveTo>
                  <a:pt x="9720307" y="738651"/>
                </a:moveTo>
                <a:cubicBezTo>
                  <a:pt x="9727423" y="738651"/>
                  <a:pt x="9733193" y="744421"/>
                  <a:pt x="9733193" y="751539"/>
                </a:cubicBezTo>
                <a:cubicBezTo>
                  <a:pt x="9733193" y="758656"/>
                  <a:pt x="9727423" y="764426"/>
                  <a:pt x="9720307" y="764426"/>
                </a:cubicBezTo>
                <a:cubicBezTo>
                  <a:pt x="9713189" y="764426"/>
                  <a:pt x="9707419" y="758656"/>
                  <a:pt x="9707419" y="751539"/>
                </a:cubicBezTo>
                <a:cubicBezTo>
                  <a:pt x="9707419" y="744421"/>
                  <a:pt x="9713189" y="738651"/>
                  <a:pt x="9720307" y="738651"/>
                </a:cubicBezTo>
                <a:close/>
                <a:moveTo>
                  <a:pt x="9463485" y="738651"/>
                </a:moveTo>
                <a:cubicBezTo>
                  <a:pt x="9470568" y="738767"/>
                  <a:pt x="9476373" y="744456"/>
                  <a:pt x="9476373" y="751539"/>
                </a:cubicBezTo>
                <a:cubicBezTo>
                  <a:pt x="9476373" y="758621"/>
                  <a:pt x="9470683" y="764426"/>
                  <a:pt x="9463485" y="764426"/>
                </a:cubicBezTo>
                <a:cubicBezTo>
                  <a:pt x="9456403" y="764426"/>
                  <a:pt x="9450597" y="758737"/>
                  <a:pt x="9450597" y="751539"/>
                </a:cubicBezTo>
                <a:cubicBezTo>
                  <a:pt x="9450597" y="744340"/>
                  <a:pt x="9456286" y="738651"/>
                  <a:pt x="9463485" y="738651"/>
                </a:cubicBezTo>
                <a:close/>
                <a:moveTo>
                  <a:pt x="9078138" y="738651"/>
                </a:moveTo>
                <a:cubicBezTo>
                  <a:pt x="9085334" y="738767"/>
                  <a:pt x="9091023" y="744456"/>
                  <a:pt x="9091023" y="751539"/>
                </a:cubicBezTo>
                <a:cubicBezTo>
                  <a:pt x="9091023" y="758621"/>
                  <a:pt x="9085334" y="764426"/>
                  <a:pt x="9078138" y="764426"/>
                </a:cubicBezTo>
                <a:cubicBezTo>
                  <a:pt x="9071054" y="764426"/>
                  <a:pt x="9065250" y="758737"/>
                  <a:pt x="9065250" y="751539"/>
                </a:cubicBezTo>
                <a:cubicBezTo>
                  <a:pt x="9065250" y="744340"/>
                  <a:pt x="9070939" y="738651"/>
                  <a:pt x="9078138" y="738651"/>
                </a:cubicBezTo>
                <a:close/>
                <a:moveTo>
                  <a:pt x="7216067" y="738651"/>
                </a:moveTo>
                <a:cubicBezTo>
                  <a:pt x="7223186" y="738651"/>
                  <a:pt x="7228955" y="744421"/>
                  <a:pt x="7228955" y="751539"/>
                </a:cubicBezTo>
                <a:cubicBezTo>
                  <a:pt x="7228955" y="758656"/>
                  <a:pt x="7223186" y="764426"/>
                  <a:pt x="7216067" y="764426"/>
                </a:cubicBezTo>
                <a:cubicBezTo>
                  <a:pt x="7208951" y="764426"/>
                  <a:pt x="7203179" y="758656"/>
                  <a:pt x="7203179" y="751539"/>
                </a:cubicBezTo>
                <a:cubicBezTo>
                  <a:pt x="7203179" y="744421"/>
                  <a:pt x="7208951" y="738651"/>
                  <a:pt x="7216067" y="738651"/>
                </a:cubicBezTo>
                <a:close/>
                <a:moveTo>
                  <a:pt x="7151863" y="738651"/>
                </a:moveTo>
                <a:cubicBezTo>
                  <a:pt x="7158981" y="738651"/>
                  <a:pt x="7164751" y="744421"/>
                  <a:pt x="7164751" y="751539"/>
                </a:cubicBezTo>
                <a:cubicBezTo>
                  <a:pt x="7164751" y="758656"/>
                  <a:pt x="7158981" y="764426"/>
                  <a:pt x="7151863" y="764426"/>
                </a:cubicBezTo>
                <a:cubicBezTo>
                  <a:pt x="7144744" y="764426"/>
                  <a:pt x="7138975" y="758656"/>
                  <a:pt x="7138975" y="751539"/>
                </a:cubicBezTo>
                <a:cubicBezTo>
                  <a:pt x="7138975" y="744421"/>
                  <a:pt x="7144744" y="738651"/>
                  <a:pt x="7151863" y="738651"/>
                </a:cubicBezTo>
                <a:close/>
                <a:moveTo>
                  <a:pt x="6894925" y="738651"/>
                </a:moveTo>
                <a:cubicBezTo>
                  <a:pt x="6902124" y="738767"/>
                  <a:pt x="6907813" y="744456"/>
                  <a:pt x="6907813" y="751539"/>
                </a:cubicBezTo>
                <a:cubicBezTo>
                  <a:pt x="6907813" y="758621"/>
                  <a:pt x="6902124" y="764426"/>
                  <a:pt x="6894925" y="764426"/>
                </a:cubicBezTo>
                <a:cubicBezTo>
                  <a:pt x="6887844" y="764426"/>
                  <a:pt x="6882040" y="758737"/>
                  <a:pt x="6882040" y="751539"/>
                </a:cubicBezTo>
                <a:cubicBezTo>
                  <a:pt x="6882040" y="744340"/>
                  <a:pt x="6887726" y="738651"/>
                  <a:pt x="6894925" y="738651"/>
                </a:cubicBezTo>
                <a:close/>
                <a:moveTo>
                  <a:pt x="6252873" y="738651"/>
                </a:moveTo>
                <a:cubicBezTo>
                  <a:pt x="6259955" y="738767"/>
                  <a:pt x="6265761" y="744456"/>
                  <a:pt x="6265761" y="751539"/>
                </a:cubicBezTo>
                <a:cubicBezTo>
                  <a:pt x="6265761" y="758621"/>
                  <a:pt x="6260072" y="764426"/>
                  <a:pt x="6252873" y="764426"/>
                </a:cubicBezTo>
                <a:cubicBezTo>
                  <a:pt x="6245792" y="764426"/>
                  <a:pt x="6239985" y="758737"/>
                  <a:pt x="6239985" y="751539"/>
                </a:cubicBezTo>
                <a:cubicBezTo>
                  <a:pt x="6239985" y="744340"/>
                  <a:pt x="6245674" y="738651"/>
                  <a:pt x="6252873" y="738651"/>
                </a:cubicBezTo>
                <a:close/>
                <a:moveTo>
                  <a:pt x="5743477" y="738651"/>
                </a:moveTo>
                <a:cubicBezTo>
                  <a:pt x="5750594" y="738651"/>
                  <a:pt x="5756364" y="744421"/>
                  <a:pt x="5756364" y="751539"/>
                </a:cubicBezTo>
                <a:cubicBezTo>
                  <a:pt x="5756364" y="758656"/>
                  <a:pt x="5750594" y="764426"/>
                  <a:pt x="5743477" y="764426"/>
                </a:cubicBezTo>
                <a:cubicBezTo>
                  <a:pt x="5736359" y="764426"/>
                  <a:pt x="5730590" y="758656"/>
                  <a:pt x="5730590" y="751539"/>
                </a:cubicBezTo>
                <a:cubicBezTo>
                  <a:pt x="5730590" y="744421"/>
                  <a:pt x="5736359" y="738651"/>
                  <a:pt x="5743477" y="738651"/>
                </a:cubicBezTo>
                <a:close/>
                <a:moveTo>
                  <a:pt x="5614950" y="738651"/>
                </a:moveTo>
                <a:cubicBezTo>
                  <a:pt x="5622149" y="738767"/>
                  <a:pt x="5627837" y="744456"/>
                  <a:pt x="5627837" y="751539"/>
                </a:cubicBezTo>
                <a:cubicBezTo>
                  <a:pt x="5627837" y="758621"/>
                  <a:pt x="5622149" y="764426"/>
                  <a:pt x="5614950" y="764426"/>
                </a:cubicBezTo>
                <a:cubicBezTo>
                  <a:pt x="5607869" y="764426"/>
                  <a:pt x="5602062" y="758737"/>
                  <a:pt x="5602062" y="751539"/>
                </a:cubicBezTo>
                <a:cubicBezTo>
                  <a:pt x="5602062" y="744340"/>
                  <a:pt x="5607752" y="738651"/>
                  <a:pt x="5614950" y="738651"/>
                </a:cubicBezTo>
                <a:close/>
                <a:moveTo>
                  <a:pt x="5422451" y="738651"/>
                </a:moveTo>
                <a:cubicBezTo>
                  <a:pt x="5429568" y="738651"/>
                  <a:pt x="5435339" y="744421"/>
                  <a:pt x="5435339" y="751539"/>
                </a:cubicBezTo>
                <a:cubicBezTo>
                  <a:pt x="5435339" y="758656"/>
                  <a:pt x="5429568" y="764426"/>
                  <a:pt x="5422451" y="764426"/>
                </a:cubicBezTo>
                <a:cubicBezTo>
                  <a:pt x="5415332" y="764426"/>
                  <a:pt x="5409564" y="758656"/>
                  <a:pt x="5409564" y="751539"/>
                </a:cubicBezTo>
                <a:cubicBezTo>
                  <a:pt x="5409564" y="744421"/>
                  <a:pt x="5415332" y="738651"/>
                  <a:pt x="5422451" y="738651"/>
                </a:cubicBezTo>
                <a:close/>
                <a:moveTo>
                  <a:pt x="5229719" y="738651"/>
                </a:moveTo>
                <a:cubicBezTo>
                  <a:pt x="5236801" y="738767"/>
                  <a:pt x="5242606" y="744456"/>
                  <a:pt x="5242606" y="751539"/>
                </a:cubicBezTo>
                <a:cubicBezTo>
                  <a:pt x="5242606" y="758621"/>
                  <a:pt x="5236918" y="764426"/>
                  <a:pt x="5229719" y="764426"/>
                </a:cubicBezTo>
                <a:cubicBezTo>
                  <a:pt x="5222637" y="764426"/>
                  <a:pt x="5216831" y="758737"/>
                  <a:pt x="5216831" y="751539"/>
                </a:cubicBezTo>
                <a:cubicBezTo>
                  <a:pt x="5216831" y="744340"/>
                  <a:pt x="5222520" y="738651"/>
                  <a:pt x="5229719" y="738651"/>
                </a:cubicBezTo>
                <a:close/>
                <a:moveTo>
                  <a:pt x="4844487" y="738651"/>
                </a:moveTo>
                <a:cubicBezTo>
                  <a:pt x="4851568" y="738767"/>
                  <a:pt x="4857374" y="744456"/>
                  <a:pt x="4857374" y="751539"/>
                </a:cubicBezTo>
                <a:cubicBezTo>
                  <a:pt x="4857374" y="758621"/>
                  <a:pt x="4851686" y="764426"/>
                  <a:pt x="4844487" y="764426"/>
                </a:cubicBezTo>
                <a:cubicBezTo>
                  <a:pt x="4837405" y="764426"/>
                  <a:pt x="4831598" y="758737"/>
                  <a:pt x="4831598" y="751539"/>
                </a:cubicBezTo>
                <a:cubicBezTo>
                  <a:pt x="4831598" y="744340"/>
                  <a:pt x="4837289" y="738651"/>
                  <a:pt x="4844487" y="738651"/>
                </a:cubicBezTo>
                <a:close/>
                <a:moveTo>
                  <a:pt x="4523345" y="738651"/>
                </a:moveTo>
                <a:cubicBezTo>
                  <a:pt x="4530542" y="738767"/>
                  <a:pt x="4536233" y="744456"/>
                  <a:pt x="4536233" y="751539"/>
                </a:cubicBezTo>
                <a:cubicBezTo>
                  <a:pt x="4536233" y="758621"/>
                  <a:pt x="4530542" y="764426"/>
                  <a:pt x="4523345" y="764426"/>
                </a:cubicBezTo>
                <a:cubicBezTo>
                  <a:pt x="4516262" y="764426"/>
                  <a:pt x="4510457" y="758737"/>
                  <a:pt x="4510457" y="751539"/>
                </a:cubicBezTo>
                <a:cubicBezTo>
                  <a:pt x="4510457" y="744340"/>
                  <a:pt x="4516146" y="738651"/>
                  <a:pt x="4523345" y="738651"/>
                </a:cubicBezTo>
                <a:close/>
                <a:moveTo>
                  <a:pt x="4395050" y="738651"/>
                </a:moveTo>
                <a:cubicBezTo>
                  <a:pt x="4402168" y="738651"/>
                  <a:pt x="4407938" y="744421"/>
                  <a:pt x="4407938" y="751539"/>
                </a:cubicBezTo>
                <a:cubicBezTo>
                  <a:pt x="4407938" y="758656"/>
                  <a:pt x="4402168" y="764426"/>
                  <a:pt x="4395050" y="764426"/>
                </a:cubicBezTo>
                <a:cubicBezTo>
                  <a:pt x="4387934" y="764426"/>
                  <a:pt x="4382162" y="758656"/>
                  <a:pt x="4382162" y="751539"/>
                </a:cubicBezTo>
                <a:cubicBezTo>
                  <a:pt x="4382162" y="744421"/>
                  <a:pt x="4387934" y="738651"/>
                  <a:pt x="4395050" y="738651"/>
                </a:cubicBezTo>
                <a:close/>
                <a:moveTo>
                  <a:pt x="4009702" y="738651"/>
                </a:moveTo>
                <a:cubicBezTo>
                  <a:pt x="4016819" y="738651"/>
                  <a:pt x="4022589" y="744421"/>
                  <a:pt x="4022589" y="751539"/>
                </a:cubicBezTo>
                <a:cubicBezTo>
                  <a:pt x="4022589" y="758656"/>
                  <a:pt x="4016819" y="764426"/>
                  <a:pt x="4009702" y="764426"/>
                </a:cubicBezTo>
                <a:cubicBezTo>
                  <a:pt x="4002585" y="764426"/>
                  <a:pt x="3996814" y="758656"/>
                  <a:pt x="3996814" y="751539"/>
                </a:cubicBezTo>
                <a:cubicBezTo>
                  <a:pt x="3996814" y="744421"/>
                  <a:pt x="4002585" y="738651"/>
                  <a:pt x="4009702" y="738651"/>
                </a:cubicBezTo>
                <a:close/>
                <a:moveTo>
                  <a:pt x="3752882" y="738651"/>
                </a:moveTo>
                <a:cubicBezTo>
                  <a:pt x="3759964" y="738767"/>
                  <a:pt x="3765770" y="744456"/>
                  <a:pt x="3765770" y="751539"/>
                </a:cubicBezTo>
                <a:cubicBezTo>
                  <a:pt x="3765770" y="758621"/>
                  <a:pt x="3760079" y="764426"/>
                  <a:pt x="3752882" y="764426"/>
                </a:cubicBezTo>
                <a:cubicBezTo>
                  <a:pt x="3745798" y="764426"/>
                  <a:pt x="3739993" y="758737"/>
                  <a:pt x="3739993" y="751539"/>
                </a:cubicBezTo>
                <a:cubicBezTo>
                  <a:pt x="3739993" y="744340"/>
                  <a:pt x="3745682" y="738651"/>
                  <a:pt x="3752882" y="738651"/>
                </a:cubicBezTo>
                <a:close/>
                <a:moveTo>
                  <a:pt x="3367532" y="738651"/>
                </a:moveTo>
                <a:cubicBezTo>
                  <a:pt x="3374732" y="738767"/>
                  <a:pt x="3380421" y="744456"/>
                  <a:pt x="3380421" y="751539"/>
                </a:cubicBezTo>
                <a:cubicBezTo>
                  <a:pt x="3380421" y="758621"/>
                  <a:pt x="3374732" y="764426"/>
                  <a:pt x="3367532" y="764426"/>
                </a:cubicBezTo>
                <a:cubicBezTo>
                  <a:pt x="3360450" y="764426"/>
                  <a:pt x="3354645" y="758737"/>
                  <a:pt x="3354645" y="751539"/>
                </a:cubicBezTo>
                <a:cubicBezTo>
                  <a:pt x="3354645" y="744340"/>
                  <a:pt x="3360336" y="738651"/>
                  <a:pt x="3367532" y="738651"/>
                </a:cubicBezTo>
                <a:close/>
                <a:moveTo>
                  <a:pt x="1505464" y="738651"/>
                </a:moveTo>
                <a:cubicBezTo>
                  <a:pt x="1512581" y="738651"/>
                  <a:pt x="1518352" y="744421"/>
                  <a:pt x="1518352" y="751539"/>
                </a:cubicBezTo>
                <a:cubicBezTo>
                  <a:pt x="1518352" y="758656"/>
                  <a:pt x="1512581" y="764426"/>
                  <a:pt x="1505464" y="764426"/>
                </a:cubicBezTo>
                <a:cubicBezTo>
                  <a:pt x="1498346" y="764426"/>
                  <a:pt x="1492577" y="758656"/>
                  <a:pt x="1492577" y="751539"/>
                </a:cubicBezTo>
                <a:cubicBezTo>
                  <a:pt x="1492577" y="744421"/>
                  <a:pt x="1498346" y="738651"/>
                  <a:pt x="1505464" y="738651"/>
                </a:cubicBezTo>
                <a:close/>
                <a:moveTo>
                  <a:pt x="1441258" y="738651"/>
                </a:moveTo>
                <a:cubicBezTo>
                  <a:pt x="1448377" y="738651"/>
                  <a:pt x="1454146" y="744421"/>
                  <a:pt x="1454146" y="751539"/>
                </a:cubicBezTo>
                <a:cubicBezTo>
                  <a:pt x="1454146" y="758656"/>
                  <a:pt x="1448377" y="764426"/>
                  <a:pt x="1441258" y="764426"/>
                </a:cubicBezTo>
                <a:cubicBezTo>
                  <a:pt x="1434141" y="764426"/>
                  <a:pt x="1428371" y="758656"/>
                  <a:pt x="1428371" y="751539"/>
                </a:cubicBezTo>
                <a:cubicBezTo>
                  <a:pt x="1428371" y="744421"/>
                  <a:pt x="1434141" y="738651"/>
                  <a:pt x="1441258" y="738651"/>
                </a:cubicBezTo>
                <a:close/>
                <a:moveTo>
                  <a:pt x="1184322" y="738651"/>
                </a:moveTo>
                <a:cubicBezTo>
                  <a:pt x="1191520" y="738767"/>
                  <a:pt x="1197209" y="744456"/>
                  <a:pt x="1197209" y="751539"/>
                </a:cubicBezTo>
                <a:cubicBezTo>
                  <a:pt x="1197209" y="758621"/>
                  <a:pt x="1191520" y="764426"/>
                  <a:pt x="1184322" y="764426"/>
                </a:cubicBezTo>
                <a:cubicBezTo>
                  <a:pt x="1177239" y="764426"/>
                  <a:pt x="1171435" y="758737"/>
                  <a:pt x="1171435" y="751539"/>
                </a:cubicBezTo>
                <a:cubicBezTo>
                  <a:pt x="1171435" y="744340"/>
                  <a:pt x="1177123" y="738651"/>
                  <a:pt x="1184322" y="738651"/>
                </a:cubicBezTo>
                <a:close/>
                <a:moveTo>
                  <a:pt x="542270" y="738651"/>
                </a:moveTo>
                <a:cubicBezTo>
                  <a:pt x="549351" y="738767"/>
                  <a:pt x="555157" y="744456"/>
                  <a:pt x="555157" y="751539"/>
                </a:cubicBezTo>
                <a:cubicBezTo>
                  <a:pt x="555157" y="758621"/>
                  <a:pt x="549469" y="764426"/>
                  <a:pt x="542270" y="764426"/>
                </a:cubicBezTo>
                <a:cubicBezTo>
                  <a:pt x="535188" y="764426"/>
                  <a:pt x="529382" y="758737"/>
                  <a:pt x="529382" y="751539"/>
                </a:cubicBezTo>
                <a:cubicBezTo>
                  <a:pt x="529382" y="744340"/>
                  <a:pt x="535071" y="738651"/>
                  <a:pt x="542270" y="738651"/>
                </a:cubicBezTo>
                <a:close/>
                <a:moveTo>
                  <a:pt x="25659" y="738651"/>
                </a:moveTo>
                <a:cubicBezTo>
                  <a:pt x="32776" y="738651"/>
                  <a:pt x="38547" y="744421"/>
                  <a:pt x="38547" y="751539"/>
                </a:cubicBezTo>
                <a:cubicBezTo>
                  <a:pt x="38547" y="758656"/>
                  <a:pt x="32776" y="764426"/>
                  <a:pt x="25659" y="764426"/>
                </a:cubicBezTo>
                <a:cubicBezTo>
                  <a:pt x="18542" y="764426"/>
                  <a:pt x="12771" y="758656"/>
                  <a:pt x="12771" y="751539"/>
                </a:cubicBezTo>
                <a:cubicBezTo>
                  <a:pt x="12771" y="744421"/>
                  <a:pt x="18542" y="738651"/>
                  <a:pt x="25659" y="738651"/>
                </a:cubicBezTo>
                <a:close/>
                <a:moveTo>
                  <a:pt x="11197259" y="725880"/>
                </a:moveTo>
                <a:cubicBezTo>
                  <a:pt x="11211424" y="725880"/>
                  <a:pt x="11222917" y="737374"/>
                  <a:pt x="11222917" y="751539"/>
                </a:cubicBezTo>
                <a:cubicBezTo>
                  <a:pt x="11222917" y="765704"/>
                  <a:pt x="11211424" y="777197"/>
                  <a:pt x="11197259" y="777197"/>
                </a:cubicBezTo>
                <a:cubicBezTo>
                  <a:pt x="11183094" y="777197"/>
                  <a:pt x="11171601" y="765704"/>
                  <a:pt x="11171601" y="751539"/>
                </a:cubicBezTo>
                <a:cubicBezTo>
                  <a:pt x="11171601" y="737374"/>
                  <a:pt x="11183094" y="725880"/>
                  <a:pt x="11197259" y="725880"/>
                </a:cubicBezTo>
                <a:close/>
                <a:moveTo>
                  <a:pt x="10683501" y="725880"/>
                </a:moveTo>
                <a:cubicBezTo>
                  <a:pt x="10697666" y="725880"/>
                  <a:pt x="10709159" y="737374"/>
                  <a:pt x="10709159" y="751539"/>
                </a:cubicBezTo>
                <a:cubicBezTo>
                  <a:pt x="10709159" y="765704"/>
                  <a:pt x="10697666" y="777197"/>
                  <a:pt x="10683501" y="777197"/>
                </a:cubicBezTo>
                <a:cubicBezTo>
                  <a:pt x="10669336" y="777197"/>
                  <a:pt x="10657843" y="765704"/>
                  <a:pt x="10657843" y="751539"/>
                </a:cubicBezTo>
                <a:cubicBezTo>
                  <a:pt x="10657843" y="737374"/>
                  <a:pt x="10669336" y="725880"/>
                  <a:pt x="10683501" y="725880"/>
                </a:cubicBezTo>
                <a:close/>
                <a:moveTo>
                  <a:pt x="10619297" y="725880"/>
                </a:moveTo>
                <a:cubicBezTo>
                  <a:pt x="10633462" y="725880"/>
                  <a:pt x="10644955" y="737374"/>
                  <a:pt x="10644955" y="751539"/>
                </a:cubicBezTo>
                <a:cubicBezTo>
                  <a:pt x="10644955" y="765704"/>
                  <a:pt x="10633462" y="777197"/>
                  <a:pt x="10619297" y="777197"/>
                </a:cubicBezTo>
                <a:cubicBezTo>
                  <a:pt x="10605132" y="777197"/>
                  <a:pt x="10593639" y="765704"/>
                  <a:pt x="10593639" y="751539"/>
                </a:cubicBezTo>
                <a:cubicBezTo>
                  <a:pt x="10593639" y="737374"/>
                  <a:pt x="10605132" y="725880"/>
                  <a:pt x="10619297" y="725880"/>
                </a:cubicBezTo>
                <a:close/>
                <a:moveTo>
                  <a:pt x="10362474" y="725880"/>
                </a:moveTo>
                <a:cubicBezTo>
                  <a:pt x="10376647" y="725880"/>
                  <a:pt x="10388135" y="737368"/>
                  <a:pt x="10388135" y="751539"/>
                </a:cubicBezTo>
                <a:cubicBezTo>
                  <a:pt x="10388135" y="765710"/>
                  <a:pt x="10376647" y="777197"/>
                  <a:pt x="10362474" y="777197"/>
                </a:cubicBezTo>
                <a:cubicBezTo>
                  <a:pt x="10348304" y="777197"/>
                  <a:pt x="10336816" y="765710"/>
                  <a:pt x="10336816" y="751539"/>
                </a:cubicBezTo>
                <a:cubicBezTo>
                  <a:pt x="10336816" y="737368"/>
                  <a:pt x="10348304" y="725880"/>
                  <a:pt x="10362474" y="725880"/>
                </a:cubicBezTo>
                <a:close/>
                <a:moveTo>
                  <a:pt x="8564495" y="725880"/>
                </a:moveTo>
                <a:cubicBezTo>
                  <a:pt x="8578665" y="725880"/>
                  <a:pt x="8590153" y="737368"/>
                  <a:pt x="8590153" y="751539"/>
                </a:cubicBezTo>
                <a:cubicBezTo>
                  <a:pt x="8590153" y="765710"/>
                  <a:pt x="8578665" y="777197"/>
                  <a:pt x="8564495" y="777197"/>
                </a:cubicBezTo>
                <a:cubicBezTo>
                  <a:pt x="8550325" y="777197"/>
                  <a:pt x="8538837" y="765710"/>
                  <a:pt x="8538837" y="751539"/>
                </a:cubicBezTo>
                <a:cubicBezTo>
                  <a:pt x="8538837" y="737368"/>
                  <a:pt x="8550325" y="725880"/>
                  <a:pt x="8564495" y="725880"/>
                </a:cubicBezTo>
                <a:close/>
                <a:moveTo>
                  <a:pt x="8050852" y="725880"/>
                </a:moveTo>
                <a:cubicBezTo>
                  <a:pt x="8065017" y="725880"/>
                  <a:pt x="8076510" y="737374"/>
                  <a:pt x="8076510" y="751539"/>
                </a:cubicBezTo>
                <a:cubicBezTo>
                  <a:pt x="8076510" y="765704"/>
                  <a:pt x="8065017" y="777197"/>
                  <a:pt x="8050852" y="777197"/>
                </a:cubicBezTo>
                <a:cubicBezTo>
                  <a:pt x="8036687" y="777197"/>
                  <a:pt x="8025194" y="765704"/>
                  <a:pt x="8025194" y="751539"/>
                </a:cubicBezTo>
                <a:cubicBezTo>
                  <a:pt x="8025194" y="737374"/>
                  <a:pt x="8036687" y="725880"/>
                  <a:pt x="8050852" y="725880"/>
                </a:cubicBezTo>
                <a:close/>
                <a:moveTo>
                  <a:pt x="7986648" y="725880"/>
                </a:moveTo>
                <a:cubicBezTo>
                  <a:pt x="8000813" y="725880"/>
                  <a:pt x="8012306" y="737374"/>
                  <a:pt x="8012306" y="751539"/>
                </a:cubicBezTo>
                <a:cubicBezTo>
                  <a:pt x="8012306" y="765704"/>
                  <a:pt x="8000813" y="777197"/>
                  <a:pt x="7986648" y="777197"/>
                </a:cubicBezTo>
                <a:cubicBezTo>
                  <a:pt x="7972483" y="777197"/>
                  <a:pt x="7960990" y="765704"/>
                  <a:pt x="7960990" y="751539"/>
                </a:cubicBezTo>
                <a:cubicBezTo>
                  <a:pt x="7960990" y="737374"/>
                  <a:pt x="7972483" y="725880"/>
                  <a:pt x="7986648" y="725880"/>
                </a:cubicBezTo>
                <a:close/>
                <a:moveTo>
                  <a:pt x="7858237" y="725880"/>
                </a:moveTo>
                <a:cubicBezTo>
                  <a:pt x="7872407" y="725880"/>
                  <a:pt x="7883895" y="737368"/>
                  <a:pt x="7883895" y="751539"/>
                </a:cubicBezTo>
                <a:cubicBezTo>
                  <a:pt x="7883895" y="765710"/>
                  <a:pt x="7872407" y="777197"/>
                  <a:pt x="7858237" y="777197"/>
                </a:cubicBezTo>
                <a:cubicBezTo>
                  <a:pt x="7844066" y="777197"/>
                  <a:pt x="7832578" y="765710"/>
                  <a:pt x="7832578" y="751539"/>
                </a:cubicBezTo>
                <a:cubicBezTo>
                  <a:pt x="7832578" y="737368"/>
                  <a:pt x="7844066" y="725880"/>
                  <a:pt x="7858237" y="725880"/>
                </a:cubicBezTo>
                <a:close/>
                <a:moveTo>
                  <a:pt x="7794032" y="725880"/>
                </a:moveTo>
                <a:cubicBezTo>
                  <a:pt x="7808203" y="725880"/>
                  <a:pt x="7819690" y="737368"/>
                  <a:pt x="7819690" y="751539"/>
                </a:cubicBezTo>
                <a:cubicBezTo>
                  <a:pt x="7819690" y="765710"/>
                  <a:pt x="7808203" y="777197"/>
                  <a:pt x="7794032" y="777197"/>
                </a:cubicBezTo>
                <a:cubicBezTo>
                  <a:pt x="7779862" y="777197"/>
                  <a:pt x="7768371" y="765710"/>
                  <a:pt x="7768371" y="751539"/>
                </a:cubicBezTo>
                <a:cubicBezTo>
                  <a:pt x="7768371" y="737368"/>
                  <a:pt x="7779862" y="725880"/>
                  <a:pt x="7794032" y="725880"/>
                </a:cubicBezTo>
                <a:close/>
                <a:moveTo>
                  <a:pt x="7665621" y="725880"/>
                </a:moveTo>
                <a:cubicBezTo>
                  <a:pt x="7679786" y="725880"/>
                  <a:pt x="7691279" y="737374"/>
                  <a:pt x="7691279" y="751539"/>
                </a:cubicBezTo>
                <a:cubicBezTo>
                  <a:pt x="7691279" y="765704"/>
                  <a:pt x="7679786" y="777197"/>
                  <a:pt x="7665621" y="777197"/>
                </a:cubicBezTo>
                <a:cubicBezTo>
                  <a:pt x="7651456" y="777197"/>
                  <a:pt x="7639963" y="765704"/>
                  <a:pt x="7639963" y="751539"/>
                </a:cubicBezTo>
                <a:cubicBezTo>
                  <a:pt x="7639963" y="737374"/>
                  <a:pt x="7651456" y="725880"/>
                  <a:pt x="7665621" y="725880"/>
                </a:cubicBezTo>
                <a:close/>
                <a:moveTo>
                  <a:pt x="7601299" y="725880"/>
                </a:moveTo>
                <a:cubicBezTo>
                  <a:pt x="7615464" y="725880"/>
                  <a:pt x="7626959" y="737374"/>
                  <a:pt x="7626959" y="751539"/>
                </a:cubicBezTo>
                <a:cubicBezTo>
                  <a:pt x="7626959" y="765704"/>
                  <a:pt x="7615464" y="777197"/>
                  <a:pt x="7601299" y="777197"/>
                </a:cubicBezTo>
                <a:cubicBezTo>
                  <a:pt x="7587134" y="777197"/>
                  <a:pt x="7575640" y="765704"/>
                  <a:pt x="7575640" y="751539"/>
                </a:cubicBezTo>
                <a:cubicBezTo>
                  <a:pt x="7575640" y="737374"/>
                  <a:pt x="7587134" y="725880"/>
                  <a:pt x="7601299" y="725880"/>
                </a:cubicBezTo>
                <a:close/>
                <a:moveTo>
                  <a:pt x="7537094" y="725880"/>
                </a:moveTo>
                <a:cubicBezTo>
                  <a:pt x="7551259" y="725880"/>
                  <a:pt x="7562752" y="737374"/>
                  <a:pt x="7562752" y="751539"/>
                </a:cubicBezTo>
                <a:cubicBezTo>
                  <a:pt x="7562752" y="765704"/>
                  <a:pt x="7551259" y="777197"/>
                  <a:pt x="7537094" y="777197"/>
                </a:cubicBezTo>
                <a:cubicBezTo>
                  <a:pt x="7522929" y="777197"/>
                  <a:pt x="7511436" y="765704"/>
                  <a:pt x="7511436" y="751539"/>
                </a:cubicBezTo>
                <a:cubicBezTo>
                  <a:pt x="7511436" y="737374"/>
                  <a:pt x="7522929" y="725880"/>
                  <a:pt x="7537094" y="725880"/>
                </a:cubicBezTo>
                <a:close/>
                <a:moveTo>
                  <a:pt x="5486655" y="725880"/>
                </a:moveTo>
                <a:cubicBezTo>
                  <a:pt x="5500819" y="725880"/>
                  <a:pt x="5512316" y="737374"/>
                  <a:pt x="5512316" y="751539"/>
                </a:cubicBezTo>
                <a:cubicBezTo>
                  <a:pt x="5512316" y="765704"/>
                  <a:pt x="5500819" y="777197"/>
                  <a:pt x="5486655" y="777197"/>
                </a:cubicBezTo>
                <a:cubicBezTo>
                  <a:pt x="5472491" y="777197"/>
                  <a:pt x="5460997" y="765704"/>
                  <a:pt x="5460997" y="751539"/>
                </a:cubicBezTo>
                <a:cubicBezTo>
                  <a:pt x="5460997" y="737374"/>
                  <a:pt x="5472491" y="725880"/>
                  <a:pt x="5486655" y="725880"/>
                </a:cubicBezTo>
                <a:close/>
                <a:moveTo>
                  <a:pt x="4972896" y="725880"/>
                </a:moveTo>
                <a:cubicBezTo>
                  <a:pt x="4987063" y="725880"/>
                  <a:pt x="4998557" y="737374"/>
                  <a:pt x="4998557" y="751539"/>
                </a:cubicBezTo>
                <a:cubicBezTo>
                  <a:pt x="4998557" y="765704"/>
                  <a:pt x="4987063" y="777197"/>
                  <a:pt x="4972896" y="777197"/>
                </a:cubicBezTo>
                <a:cubicBezTo>
                  <a:pt x="4958732" y="777197"/>
                  <a:pt x="4947240" y="765704"/>
                  <a:pt x="4947240" y="751539"/>
                </a:cubicBezTo>
                <a:cubicBezTo>
                  <a:pt x="4947240" y="737374"/>
                  <a:pt x="4958732" y="725880"/>
                  <a:pt x="4972896" y="725880"/>
                </a:cubicBezTo>
                <a:close/>
                <a:moveTo>
                  <a:pt x="4908693" y="725880"/>
                </a:moveTo>
                <a:cubicBezTo>
                  <a:pt x="4922857" y="725880"/>
                  <a:pt x="4934352" y="737374"/>
                  <a:pt x="4934352" y="751539"/>
                </a:cubicBezTo>
                <a:cubicBezTo>
                  <a:pt x="4934352" y="765704"/>
                  <a:pt x="4922857" y="777197"/>
                  <a:pt x="4908693" y="777197"/>
                </a:cubicBezTo>
                <a:cubicBezTo>
                  <a:pt x="4894527" y="777197"/>
                  <a:pt x="4883033" y="765704"/>
                  <a:pt x="4883033" y="751539"/>
                </a:cubicBezTo>
                <a:cubicBezTo>
                  <a:pt x="4883033" y="737374"/>
                  <a:pt x="4894527" y="725880"/>
                  <a:pt x="4908693" y="725880"/>
                </a:cubicBezTo>
                <a:close/>
                <a:moveTo>
                  <a:pt x="4651872" y="725880"/>
                </a:moveTo>
                <a:cubicBezTo>
                  <a:pt x="4666042" y="725880"/>
                  <a:pt x="4677531" y="737368"/>
                  <a:pt x="4677531" y="751539"/>
                </a:cubicBezTo>
                <a:cubicBezTo>
                  <a:pt x="4677531" y="765710"/>
                  <a:pt x="4666042" y="777197"/>
                  <a:pt x="4651872" y="777197"/>
                </a:cubicBezTo>
                <a:cubicBezTo>
                  <a:pt x="4637700" y="777197"/>
                  <a:pt x="4626213" y="765710"/>
                  <a:pt x="4626213" y="751539"/>
                </a:cubicBezTo>
                <a:cubicBezTo>
                  <a:pt x="4626213" y="737368"/>
                  <a:pt x="4637700" y="725880"/>
                  <a:pt x="4651872" y="725880"/>
                </a:cubicBezTo>
                <a:close/>
                <a:moveTo>
                  <a:pt x="2853890" y="725880"/>
                </a:moveTo>
                <a:cubicBezTo>
                  <a:pt x="2868062" y="725880"/>
                  <a:pt x="2879550" y="737368"/>
                  <a:pt x="2879550" y="751539"/>
                </a:cubicBezTo>
                <a:cubicBezTo>
                  <a:pt x="2879550" y="765710"/>
                  <a:pt x="2868062" y="777197"/>
                  <a:pt x="2853890" y="777197"/>
                </a:cubicBezTo>
                <a:cubicBezTo>
                  <a:pt x="2839720" y="777197"/>
                  <a:pt x="2828231" y="765710"/>
                  <a:pt x="2828231" y="751539"/>
                </a:cubicBezTo>
                <a:cubicBezTo>
                  <a:pt x="2828231" y="737368"/>
                  <a:pt x="2839720" y="725880"/>
                  <a:pt x="2853890" y="725880"/>
                </a:cubicBezTo>
                <a:close/>
                <a:moveTo>
                  <a:pt x="2340249" y="725880"/>
                </a:moveTo>
                <a:cubicBezTo>
                  <a:pt x="2354413" y="725880"/>
                  <a:pt x="2365908" y="737374"/>
                  <a:pt x="2365908" y="751539"/>
                </a:cubicBezTo>
                <a:cubicBezTo>
                  <a:pt x="2365908" y="765704"/>
                  <a:pt x="2354413" y="777197"/>
                  <a:pt x="2340249" y="777197"/>
                </a:cubicBezTo>
                <a:cubicBezTo>
                  <a:pt x="2326084" y="777197"/>
                  <a:pt x="2314590" y="765704"/>
                  <a:pt x="2314590" y="751539"/>
                </a:cubicBezTo>
                <a:cubicBezTo>
                  <a:pt x="2314590" y="737374"/>
                  <a:pt x="2326084" y="725880"/>
                  <a:pt x="2340249" y="725880"/>
                </a:cubicBezTo>
                <a:close/>
                <a:moveTo>
                  <a:pt x="2276044" y="725880"/>
                </a:moveTo>
                <a:cubicBezTo>
                  <a:pt x="2290208" y="725880"/>
                  <a:pt x="2301702" y="737374"/>
                  <a:pt x="2301702" y="751539"/>
                </a:cubicBezTo>
                <a:cubicBezTo>
                  <a:pt x="2301702" y="765704"/>
                  <a:pt x="2290208" y="777197"/>
                  <a:pt x="2276044" y="777197"/>
                </a:cubicBezTo>
                <a:cubicBezTo>
                  <a:pt x="2261879" y="777197"/>
                  <a:pt x="2250385" y="765704"/>
                  <a:pt x="2250385" y="751539"/>
                </a:cubicBezTo>
                <a:cubicBezTo>
                  <a:pt x="2250385" y="737374"/>
                  <a:pt x="2261879" y="725880"/>
                  <a:pt x="2276044" y="725880"/>
                </a:cubicBezTo>
                <a:close/>
                <a:moveTo>
                  <a:pt x="2147633" y="725880"/>
                </a:moveTo>
                <a:cubicBezTo>
                  <a:pt x="2161804" y="725880"/>
                  <a:pt x="2173293" y="737368"/>
                  <a:pt x="2173293" y="751539"/>
                </a:cubicBezTo>
                <a:cubicBezTo>
                  <a:pt x="2173293" y="765710"/>
                  <a:pt x="2161804" y="777197"/>
                  <a:pt x="2147633" y="777197"/>
                </a:cubicBezTo>
                <a:cubicBezTo>
                  <a:pt x="2133462" y="777197"/>
                  <a:pt x="2121975" y="765710"/>
                  <a:pt x="2121975" y="751539"/>
                </a:cubicBezTo>
                <a:cubicBezTo>
                  <a:pt x="2121975" y="737368"/>
                  <a:pt x="2133462" y="725880"/>
                  <a:pt x="2147633" y="725880"/>
                </a:cubicBezTo>
                <a:close/>
                <a:moveTo>
                  <a:pt x="2083427" y="725880"/>
                </a:moveTo>
                <a:cubicBezTo>
                  <a:pt x="2097599" y="725880"/>
                  <a:pt x="2109087" y="737368"/>
                  <a:pt x="2109087" y="751539"/>
                </a:cubicBezTo>
                <a:cubicBezTo>
                  <a:pt x="2109087" y="765710"/>
                  <a:pt x="2097599" y="777197"/>
                  <a:pt x="2083427" y="777197"/>
                </a:cubicBezTo>
                <a:cubicBezTo>
                  <a:pt x="2069257" y="777197"/>
                  <a:pt x="2057768" y="765710"/>
                  <a:pt x="2057768" y="751539"/>
                </a:cubicBezTo>
                <a:cubicBezTo>
                  <a:pt x="2057768" y="737368"/>
                  <a:pt x="2069257" y="725880"/>
                  <a:pt x="2083427" y="725880"/>
                </a:cubicBezTo>
                <a:close/>
                <a:moveTo>
                  <a:pt x="1955016" y="725880"/>
                </a:moveTo>
                <a:cubicBezTo>
                  <a:pt x="1969181" y="725880"/>
                  <a:pt x="1980676" y="737374"/>
                  <a:pt x="1980676" y="751539"/>
                </a:cubicBezTo>
                <a:cubicBezTo>
                  <a:pt x="1980676" y="765704"/>
                  <a:pt x="1969181" y="777197"/>
                  <a:pt x="1955016" y="777197"/>
                </a:cubicBezTo>
                <a:cubicBezTo>
                  <a:pt x="1940851" y="777197"/>
                  <a:pt x="1929358" y="765704"/>
                  <a:pt x="1929358" y="751539"/>
                </a:cubicBezTo>
                <a:cubicBezTo>
                  <a:pt x="1929358" y="737374"/>
                  <a:pt x="1940851" y="725880"/>
                  <a:pt x="1955016" y="725880"/>
                </a:cubicBezTo>
                <a:close/>
                <a:moveTo>
                  <a:pt x="1890696" y="725880"/>
                </a:moveTo>
                <a:cubicBezTo>
                  <a:pt x="1904860" y="725880"/>
                  <a:pt x="1916355" y="737374"/>
                  <a:pt x="1916355" y="751539"/>
                </a:cubicBezTo>
                <a:cubicBezTo>
                  <a:pt x="1916355" y="765704"/>
                  <a:pt x="1904860" y="777197"/>
                  <a:pt x="1890696" y="777197"/>
                </a:cubicBezTo>
                <a:cubicBezTo>
                  <a:pt x="1876531" y="777197"/>
                  <a:pt x="1865037" y="765704"/>
                  <a:pt x="1865037" y="751539"/>
                </a:cubicBezTo>
                <a:cubicBezTo>
                  <a:pt x="1865037" y="737374"/>
                  <a:pt x="1876531" y="725880"/>
                  <a:pt x="1890696" y="725880"/>
                </a:cubicBezTo>
                <a:close/>
                <a:moveTo>
                  <a:pt x="1826490" y="725880"/>
                </a:moveTo>
                <a:cubicBezTo>
                  <a:pt x="1840654" y="725880"/>
                  <a:pt x="1852149" y="737374"/>
                  <a:pt x="1852149" y="751539"/>
                </a:cubicBezTo>
                <a:cubicBezTo>
                  <a:pt x="1852149" y="765704"/>
                  <a:pt x="1840654" y="777197"/>
                  <a:pt x="1826490" y="777197"/>
                </a:cubicBezTo>
                <a:cubicBezTo>
                  <a:pt x="1812325" y="777197"/>
                  <a:pt x="1800830" y="765704"/>
                  <a:pt x="1800830" y="751539"/>
                </a:cubicBezTo>
                <a:cubicBezTo>
                  <a:pt x="1800830" y="737374"/>
                  <a:pt x="1812325" y="725880"/>
                  <a:pt x="1826490" y="725880"/>
                </a:cubicBezTo>
                <a:close/>
                <a:moveTo>
                  <a:pt x="11970691" y="671543"/>
                </a:moveTo>
                <a:cubicBezTo>
                  <a:pt x="11977773" y="671543"/>
                  <a:pt x="11983579" y="677348"/>
                  <a:pt x="11983579" y="684431"/>
                </a:cubicBezTo>
                <a:cubicBezTo>
                  <a:pt x="11983579" y="691513"/>
                  <a:pt x="11977889" y="697318"/>
                  <a:pt x="11970691" y="697318"/>
                </a:cubicBezTo>
                <a:cubicBezTo>
                  <a:pt x="11963609" y="697318"/>
                  <a:pt x="11957803" y="691629"/>
                  <a:pt x="11957803" y="684431"/>
                </a:cubicBezTo>
                <a:cubicBezTo>
                  <a:pt x="11957803" y="677233"/>
                  <a:pt x="11963493" y="671543"/>
                  <a:pt x="11970691" y="671543"/>
                </a:cubicBezTo>
                <a:close/>
                <a:moveTo>
                  <a:pt x="11325553" y="671543"/>
                </a:moveTo>
                <a:cubicBezTo>
                  <a:pt x="11332752" y="671543"/>
                  <a:pt x="11338441" y="677348"/>
                  <a:pt x="11338441" y="684431"/>
                </a:cubicBezTo>
                <a:cubicBezTo>
                  <a:pt x="11338441" y="691513"/>
                  <a:pt x="11332752" y="697318"/>
                  <a:pt x="11325553" y="697318"/>
                </a:cubicBezTo>
                <a:cubicBezTo>
                  <a:pt x="11318471" y="697318"/>
                  <a:pt x="11312667" y="691629"/>
                  <a:pt x="11312667" y="684431"/>
                </a:cubicBezTo>
                <a:cubicBezTo>
                  <a:pt x="11312667" y="677233"/>
                  <a:pt x="11318356" y="671543"/>
                  <a:pt x="11325553" y="671543"/>
                </a:cubicBezTo>
                <a:close/>
                <a:moveTo>
                  <a:pt x="10683501" y="671543"/>
                </a:moveTo>
                <a:cubicBezTo>
                  <a:pt x="10690620" y="671543"/>
                  <a:pt x="10696389" y="677313"/>
                  <a:pt x="10696389" y="684431"/>
                </a:cubicBezTo>
                <a:cubicBezTo>
                  <a:pt x="10696389" y="691548"/>
                  <a:pt x="10690620" y="697318"/>
                  <a:pt x="10683501" y="697318"/>
                </a:cubicBezTo>
                <a:cubicBezTo>
                  <a:pt x="10676385" y="697318"/>
                  <a:pt x="10670613" y="691548"/>
                  <a:pt x="10670613" y="684431"/>
                </a:cubicBezTo>
                <a:cubicBezTo>
                  <a:pt x="10670613" y="677313"/>
                  <a:pt x="10676385" y="671543"/>
                  <a:pt x="10683501" y="671543"/>
                </a:cubicBezTo>
                <a:close/>
                <a:moveTo>
                  <a:pt x="10555092" y="671543"/>
                </a:moveTo>
                <a:cubicBezTo>
                  <a:pt x="10562174" y="671543"/>
                  <a:pt x="10567978" y="677348"/>
                  <a:pt x="10567978" y="684431"/>
                </a:cubicBezTo>
                <a:cubicBezTo>
                  <a:pt x="10567978" y="691513"/>
                  <a:pt x="10562289" y="697318"/>
                  <a:pt x="10555092" y="697318"/>
                </a:cubicBezTo>
                <a:cubicBezTo>
                  <a:pt x="10548009" y="697318"/>
                  <a:pt x="10542204" y="691629"/>
                  <a:pt x="10542204" y="684431"/>
                </a:cubicBezTo>
                <a:cubicBezTo>
                  <a:pt x="10542204" y="677233"/>
                  <a:pt x="10547893" y="671543"/>
                  <a:pt x="10555092" y="671543"/>
                </a:cubicBezTo>
                <a:close/>
                <a:moveTo>
                  <a:pt x="10233947" y="671543"/>
                </a:moveTo>
                <a:cubicBezTo>
                  <a:pt x="10241146" y="671543"/>
                  <a:pt x="10246835" y="677348"/>
                  <a:pt x="10246835" y="684431"/>
                </a:cubicBezTo>
                <a:cubicBezTo>
                  <a:pt x="10246835" y="691513"/>
                  <a:pt x="10241146" y="697318"/>
                  <a:pt x="10233947" y="697318"/>
                </a:cubicBezTo>
                <a:cubicBezTo>
                  <a:pt x="10226866" y="697318"/>
                  <a:pt x="10221059" y="691629"/>
                  <a:pt x="10221059" y="684431"/>
                </a:cubicBezTo>
                <a:cubicBezTo>
                  <a:pt x="10221059" y="677233"/>
                  <a:pt x="10226748" y="671543"/>
                  <a:pt x="10233947" y="671543"/>
                </a:cubicBezTo>
                <a:close/>
                <a:moveTo>
                  <a:pt x="10105654" y="671543"/>
                </a:moveTo>
                <a:cubicBezTo>
                  <a:pt x="10112773" y="671543"/>
                  <a:pt x="10118542" y="677313"/>
                  <a:pt x="10118542" y="684431"/>
                </a:cubicBezTo>
                <a:cubicBezTo>
                  <a:pt x="10118542" y="691548"/>
                  <a:pt x="10112773" y="697318"/>
                  <a:pt x="10105654" y="697318"/>
                </a:cubicBezTo>
                <a:cubicBezTo>
                  <a:pt x="10098538" y="697318"/>
                  <a:pt x="10092766" y="691548"/>
                  <a:pt x="10092766" y="684431"/>
                </a:cubicBezTo>
                <a:cubicBezTo>
                  <a:pt x="10092766" y="677313"/>
                  <a:pt x="10098538" y="671543"/>
                  <a:pt x="10105654" y="671543"/>
                </a:cubicBezTo>
                <a:close/>
                <a:moveTo>
                  <a:pt x="9078138" y="671543"/>
                </a:moveTo>
                <a:cubicBezTo>
                  <a:pt x="9085334" y="671543"/>
                  <a:pt x="9091023" y="677348"/>
                  <a:pt x="9091023" y="684431"/>
                </a:cubicBezTo>
                <a:cubicBezTo>
                  <a:pt x="9091023" y="691513"/>
                  <a:pt x="9085334" y="697318"/>
                  <a:pt x="9078138" y="697318"/>
                </a:cubicBezTo>
                <a:cubicBezTo>
                  <a:pt x="9071054" y="697318"/>
                  <a:pt x="9065250" y="691629"/>
                  <a:pt x="9065250" y="684431"/>
                </a:cubicBezTo>
                <a:cubicBezTo>
                  <a:pt x="9065250" y="677233"/>
                  <a:pt x="9070939" y="671543"/>
                  <a:pt x="9078138" y="671543"/>
                </a:cubicBezTo>
                <a:close/>
                <a:moveTo>
                  <a:pt x="7151863" y="671543"/>
                </a:moveTo>
                <a:cubicBezTo>
                  <a:pt x="7158981" y="671543"/>
                  <a:pt x="7164751" y="677313"/>
                  <a:pt x="7164751" y="684431"/>
                </a:cubicBezTo>
                <a:cubicBezTo>
                  <a:pt x="7164751" y="691548"/>
                  <a:pt x="7158981" y="697318"/>
                  <a:pt x="7151863" y="697318"/>
                </a:cubicBezTo>
                <a:cubicBezTo>
                  <a:pt x="7144744" y="697318"/>
                  <a:pt x="7138975" y="691548"/>
                  <a:pt x="7138975" y="684431"/>
                </a:cubicBezTo>
                <a:cubicBezTo>
                  <a:pt x="7138975" y="677313"/>
                  <a:pt x="7144744" y="671543"/>
                  <a:pt x="7151863" y="671543"/>
                </a:cubicBezTo>
                <a:close/>
                <a:moveTo>
                  <a:pt x="6894925" y="671543"/>
                </a:moveTo>
                <a:cubicBezTo>
                  <a:pt x="6902124" y="671543"/>
                  <a:pt x="6907813" y="677348"/>
                  <a:pt x="6907813" y="684431"/>
                </a:cubicBezTo>
                <a:cubicBezTo>
                  <a:pt x="6907813" y="691513"/>
                  <a:pt x="6902124" y="697318"/>
                  <a:pt x="6894925" y="697318"/>
                </a:cubicBezTo>
                <a:cubicBezTo>
                  <a:pt x="6887844" y="697318"/>
                  <a:pt x="6882040" y="691629"/>
                  <a:pt x="6882040" y="684431"/>
                </a:cubicBezTo>
                <a:cubicBezTo>
                  <a:pt x="6882040" y="677233"/>
                  <a:pt x="6887726" y="671543"/>
                  <a:pt x="6894925" y="671543"/>
                </a:cubicBezTo>
                <a:close/>
                <a:moveTo>
                  <a:pt x="6252873" y="671543"/>
                </a:moveTo>
                <a:cubicBezTo>
                  <a:pt x="6259955" y="671543"/>
                  <a:pt x="6265761" y="677348"/>
                  <a:pt x="6265761" y="684431"/>
                </a:cubicBezTo>
                <a:cubicBezTo>
                  <a:pt x="6265761" y="691513"/>
                  <a:pt x="6260072" y="697318"/>
                  <a:pt x="6252873" y="697318"/>
                </a:cubicBezTo>
                <a:cubicBezTo>
                  <a:pt x="6245792" y="697318"/>
                  <a:pt x="6239985" y="691629"/>
                  <a:pt x="6239985" y="684431"/>
                </a:cubicBezTo>
                <a:cubicBezTo>
                  <a:pt x="6239985" y="677233"/>
                  <a:pt x="6245674" y="671543"/>
                  <a:pt x="6252873" y="671543"/>
                </a:cubicBezTo>
                <a:close/>
                <a:moveTo>
                  <a:pt x="5614950" y="671543"/>
                </a:moveTo>
                <a:cubicBezTo>
                  <a:pt x="5622149" y="671543"/>
                  <a:pt x="5627837" y="677348"/>
                  <a:pt x="5627837" y="684431"/>
                </a:cubicBezTo>
                <a:cubicBezTo>
                  <a:pt x="5627837" y="691513"/>
                  <a:pt x="5622149" y="697318"/>
                  <a:pt x="5614950" y="697318"/>
                </a:cubicBezTo>
                <a:cubicBezTo>
                  <a:pt x="5607869" y="697318"/>
                  <a:pt x="5602062" y="691629"/>
                  <a:pt x="5602062" y="684431"/>
                </a:cubicBezTo>
                <a:cubicBezTo>
                  <a:pt x="5602062" y="677233"/>
                  <a:pt x="5607752" y="671543"/>
                  <a:pt x="5614950" y="671543"/>
                </a:cubicBezTo>
                <a:close/>
                <a:moveTo>
                  <a:pt x="4972896" y="671543"/>
                </a:moveTo>
                <a:cubicBezTo>
                  <a:pt x="4980015" y="671543"/>
                  <a:pt x="4985785" y="677313"/>
                  <a:pt x="4985785" y="684431"/>
                </a:cubicBezTo>
                <a:cubicBezTo>
                  <a:pt x="4985785" y="691548"/>
                  <a:pt x="4980015" y="697318"/>
                  <a:pt x="4972896" y="697318"/>
                </a:cubicBezTo>
                <a:cubicBezTo>
                  <a:pt x="4965781" y="697318"/>
                  <a:pt x="4960010" y="691548"/>
                  <a:pt x="4960010" y="684431"/>
                </a:cubicBezTo>
                <a:cubicBezTo>
                  <a:pt x="4960010" y="677313"/>
                  <a:pt x="4965781" y="671543"/>
                  <a:pt x="4972896" y="671543"/>
                </a:cubicBezTo>
                <a:close/>
                <a:moveTo>
                  <a:pt x="4844487" y="671543"/>
                </a:moveTo>
                <a:cubicBezTo>
                  <a:pt x="4851568" y="671543"/>
                  <a:pt x="4857374" y="677348"/>
                  <a:pt x="4857374" y="684431"/>
                </a:cubicBezTo>
                <a:cubicBezTo>
                  <a:pt x="4857374" y="691513"/>
                  <a:pt x="4851686" y="697318"/>
                  <a:pt x="4844487" y="697318"/>
                </a:cubicBezTo>
                <a:cubicBezTo>
                  <a:pt x="4837405" y="697318"/>
                  <a:pt x="4831598" y="691629"/>
                  <a:pt x="4831598" y="684431"/>
                </a:cubicBezTo>
                <a:cubicBezTo>
                  <a:pt x="4831598" y="677233"/>
                  <a:pt x="4837289" y="671543"/>
                  <a:pt x="4844487" y="671543"/>
                </a:cubicBezTo>
                <a:close/>
                <a:moveTo>
                  <a:pt x="4523345" y="671543"/>
                </a:moveTo>
                <a:cubicBezTo>
                  <a:pt x="4530542" y="671543"/>
                  <a:pt x="4536233" y="677348"/>
                  <a:pt x="4536233" y="684431"/>
                </a:cubicBezTo>
                <a:cubicBezTo>
                  <a:pt x="4536233" y="691513"/>
                  <a:pt x="4530542" y="697318"/>
                  <a:pt x="4523345" y="697318"/>
                </a:cubicBezTo>
                <a:cubicBezTo>
                  <a:pt x="4516262" y="697318"/>
                  <a:pt x="4510457" y="691629"/>
                  <a:pt x="4510457" y="684431"/>
                </a:cubicBezTo>
                <a:cubicBezTo>
                  <a:pt x="4510457" y="677233"/>
                  <a:pt x="4516146" y="671543"/>
                  <a:pt x="4523345" y="671543"/>
                </a:cubicBezTo>
                <a:close/>
                <a:moveTo>
                  <a:pt x="4395050" y="671543"/>
                </a:moveTo>
                <a:cubicBezTo>
                  <a:pt x="4402168" y="671543"/>
                  <a:pt x="4407938" y="677313"/>
                  <a:pt x="4407938" y="684431"/>
                </a:cubicBezTo>
                <a:cubicBezTo>
                  <a:pt x="4407938" y="691548"/>
                  <a:pt x="4402168" y="697318"/>
                  <a:pt x="4395050" y="697318"/>
                </a:cubicBezTo>
                <a:cubicBezTo>
                  <a:pt x="4387934" y="697318"/>
                  <a:pt x="4382162" y="691548"/>
                  <a:pt x="4382162" y="684431"/>
                </a:cubicBezTo>
                <a:cubicBezTo>
                  <a:pt x="4382162" y="677313"/>
                  <a:pt x="4387934" y="671543"/>
                  <a:pt x="4395050" y="671543"/>
                </a:cubicBezTo>
                <a:close/>
                <a:moveTo>
                  <a:pt x="3367532" y="671543"/>
                </a:moveTo>
                <a:cubicBezTo>
                  <a:pt x="3374732" y="671543"/>
                  <a:pt x="3380421" y="677348"/>
                  <a:pt x="3380421" y="684431"/>
                </a:cubicBezTo>
                <a:cubicBezTo>
                  <a:pt x="3380421" y="691513"/>
                  <a:pt x="3374732" y="697318"/>
                  <a:pt x="3367532" y="697318"/>
                </a:cubicBezTo>
                <a:cubicBezTo>
                  <a:pt x="3360450" y="697318"/>
                  <a:pt x="3354645" y="691629"/>
                  <a:pt x="3354645" y="684431"/>
                </a:cubicBezTo>
                <a:cubicBezTo>
                  <a:pt x="3354645" y="677233"/>
                  <a:pt x="3360336" y="671543"/>
                  <a:pt x="3367532" y="671543"/>
                </a:cubicBezTo>
                <a:close/>
                <a:moveTo>
                  <a:pt x="1441258" y="671543"/>
                </a:moveTo>
                <a:cubicBezTo>
                  <a:pt x="1448377" y="671543"/>
                  <a:pt x="1454146" y="677313"/>
                  <a:pt x="1454146" y="684431"/>
                </a:cubicBezTo>
                <a:cubicBezTo>
                  <a:pt x="1454146" y="691548"/>
                  <a:pt x="1448377" y="697318"/>
                  <a:pt x="1441258" y="697318"/>
                </a:cubicBezTo>
                <a:cubicBezTo>
                  <a:pt x="1434141" y="697318"/>
                  <a:pt x="1428371" y="691548"/>
                  <a:pt x="1428371" y="684431"/>
                </a:cubicBezTo>
                <a:cubicBezTo>
                  <a:pt x="1428371" y="677313"/>
                  <a:pt x="1434141" y="671543"/>
                  <a:pt x="1441258" y="671543"/>
                </a:cubicBezTo>
                <a:close/>
                <a:moveTo>
                  <a:pt x="1184322" y="671543"/>
                </a:moveTo>
                <a:cubicBezTo>
                  <a:pt x="1191520" y="671543"/>
                  <a:pt x="1197209" y="677348"/>
                  <a:pt x="1197209" y="684431"/>
                </a:cubicBezTo>
                <a:cubicBezTo>
                  <a:pt x="1197209" y="691513"/>
                  <a:pt x="1191520" y="697318"/>
                  <a:pt x="1184322" y="697318"/>
                </a:cubicBezTo>
                <a:cubicBezTo>
                  <a:pt x="1177239" y="697318"/>
                  <a:pt x="1171435" y="691629"/>
                  <a:pt x="1171435" y="684431"/>
                </a:cubicBezTo>
                <a:cubicBezTo>
                  <a:pt x="1171435" y="677233"/>
                  <a:pt x="1177123" y="671543"/>
                  <a:pt x="1184322" y="671543"/>
                </a:cubicBezTo>
                <a:close/>
                <a:moveTo>
                  <a:pt x="542270" y="671543"/>
                </a:moveTo>
                <a:cubicBezTo>
                  <a:pt x="549351" y="671543"/>
                  <a:pt x="555157" y="677348"/>
                  <a:pt x="555157" y="684431"/>
                </a:cubicBezTo>
                <a:cubicBezTo>
                  <a:pt x="555157" y="691513"/>
                  <a:pt x="549469" y="697318"/>
                  <a:pt x="542270" y="697318"/>
                </a:cubicBezTo>
                <a:cubicBezTo>
                  <a:pt x="535188" y="697318"/>
                  <a:pt x="529382" y="691629"/>
                  <a:pt x="529382" y="684431"/>
                </a:cubicBezTo>
                <a:cubicBezTo>
                  <a:pt x="529382" y="677233"/>
                  <a:pt x="535071" y="671543"/>
                  <a:pt x="542270" y="671543"/>
                </a:cubicBezTo>
                <a:close/>
                <a:moveTo>
                  <a:pt x="11197259" y="658772"/>
                </a:moveTo>
                <a:cubicBezTo>
                  <a:pt x="11211424" y="658772"/>
                  <a:pt x="11222917" y="670266"/>
                  <a:pt x="11222917" y="684431"/>
                </a:cubicBezTo>
                <a:cubicBezTo>
                  <a:pt x="11222917" y="698595"/>
                  <a:pt x="11211424" y="710090"/>
                  <a:pt x="11197259" y="710090"/>
                </a:cubicBezTo>
                <a:cubicBezTo>
                  <a:pt x="11183094" y="710090"/>
                  <a:pt x="11171601" y="698595"/>
                  <a:pt x="11171601" y="684431"/>
                </a:cubicBezTo>
                <a:cubicBezTo>
                  <a:pt x="11171601" y="670266"/>
                  <a:pt x="11183094" y="658772"/>
                  <a:pt x="11197259" y="658772"/>
                </a:cubicBezTo>
                <a:close/>
                <a:moveTo>
                  <a:pt x="10619297" y="658772"/>
                </a:moveTo>
                <a:cubicBezTo>
                  <a:pt x="10633462" y="658772"/>
                  <a:pt x="10644955" y="670266"/>
                  <a:pt x="10644955" y="684431"/>
                </a:cubicBezTo>
                <a:cubicBezTo>
                  <a:pt x="10644955" y="698595"/>
                  <a:pt x="10633462" y="710090"/>
                  <a:pt x="10619297" y="710090"/>
                </a:cubicBezTo>
                <a:cubicBezTo>
                  <a:pt x="10605132" y="710090"/>
                  <a:pt x="10593639" y="698595"/>
                  <a:pt x="10593639" y="684431"/>
                </a:cubicBezTo>
                <a:cubicBezTo>
                  <a:pt x="10593639" y="670266"/>
                  <a:pt x="10605132" y="658772"/>
                  <a:pt x="10619297" y="658772"/>
                </a:cubicBezTo>
                <a:close/>
                <a:moveTo>
                  <a:pt x="10362474" y="658772"/>
                </a:moveTo>
                <a:cubicBezTo>
                  <a:pt x="10376647" y="658772"/>
                  <a:pt x="10388135" y="670260"/>
                  <a:pt x="10388135" y="684431"/>
                </a:cubicBezTo>
                <a:cubicBezTo>
                  <a:pt x="10388135" y="698602"/>
                  <a:pt x="10376647" y="710090"/>
                  <a:pt x="10362474" y="710090"/>
                </a:cubicBezTo>
                <a:cubicBezTo>
                  <a:pt x="10348304" y="710090"/>
                  <a:pt x="10336816" y="698602"/>
                  <a:pt x="10336816" y="684431"/>
                </a:cubicBezTo>
                <a:cubicBezTo>
                  <a:pt x="10336816" y="670260"/>
                  <a:pt x="10348304" y="658772"/>
                  <a:pt x="10362474" y="658772"/>
                </a:cubicBezTo>
                <a:close/>
                <a:moveTo>
                  <a:pt x="8564495" y="658772"/>
                </a:moveTo>
                <a:cubicBezTo>
                  <a:pt x="8578665" y="658772"/>
                  <a:pt x="8590153" y="670260"/>
                  <a:pt x="8590153" y="684431"/>
                </a:cubicBezTo>
                <a:cubicBezTo>
                  <a:pt x="8590153" y="698602"/>
                  <a:pt x="8578665" y="710090"/>
                  <a:pt x="8564495" y="710090"/>
                </a:cubicBezTo>
                <a:cubicBezTo>
                  <a:pt x="8550325" y="710090"/>
                  <a:pt x="8538837" y="698602"/>
                  <a:pt x="8538837" y="684431"/>
                </a:cubicBezTo>
                <a:cubicBezTo>
                  <a:pt x="8538837" y="670260"/>
                  <a:pt x="8550325" y="658772"/>
                  <a:pt x="8564495" y="658772"/>
                </a:cubicBezTo>
                <a:close/>
                <a:moveTo>
                  <a:pt x="8050852" y="658772"/>
                </a:moveTo>
                <a:cubicBezTo>
                  <a:pt x="8065017" y="658772"/>
                  <a:pt x="8076510" y="670266"/>
                  <a:pt x="8076510" y="684431"/>
                </a:cubicBezTo>
                <a:cubicBezTo>
                  <a:pt x="8076510" y="698595"/>
                  <a:pt x="8065017" y="710090"/>
                  <a:pt x="8050852" y="710090"/>
                </a:cubicBezTo>
                <a:cubicBezTo>
                  <a:pt x="8036687" y="710090"/>
                  <a:pt x="8025194" y="698595"/>
                  <a:pt x="8025194" y="684431"/>
                </a:cubicBezTo>
                <a:cubicBezTo>
                  <a:pt x="8025194" y="670266"/>
                  <a:pt x="8036687" y="658772"/>
                  <a:pt x="8050852" y="658772"/>
                </a:cubicBezTo>
                <a:close/>
                <a:moveTo>
                  <a:pt x="7858237" y="658772"/>
                </a:moveTo>
                <a:cubicBezTo>
                  <a:pt x="7872407" y="658772"/>
                  <a:pt x="7883895" y="670260"/>
                  <a:pt x="7883895" y="684431"/>
                </a:cubicBezTo>
                <a:cubicBezTo>
                  <a:pt x="7883895" y="698602"/>
                  <a:pt x="7872407" y="710090"/>
                  <a:pt x="7858237" y="710090"/>
                </a:cubicBezTo>
                <a:cubicBezTo>
                  <a:pt x="7844066" y="710090"/>
                  <a:pt x="7832578" y="698602"/>
                  <a:pt x="7832578" y="684431"/>
                </a:cubicBezTo>
                <a:cubicBezTo>
                  <a:pt x="7832578" y="670260"/>
                  <a:pt x="7844066" y="658772"/>
                  <a:pt x="7858237" y="658772"/>
                </a:cubicBezTo>
                <a:close/>
                <a:moveTo>
                  <a:pt x="7794032" y="658772"/>
                </a:moveTo>
                <a:cubicBezTo>
                  <a:pt x="7808203" y="658772"/>
                  <a:pt x="7819690" y="670260"/>
                  <a:pt x="7819690" y="684431"/>
                </a:cubicBezTo>
                <a:cubicBezTo>
                  <a:pt x="7819690" y="698602"/>
                  <a:pt x="7808203" y="710090"/>
                  <a:pt x="7794032" y="710090"/>
                </a:cubicBezTo>
                <a:cubicBezTo>
                  <a:pt x="7779862" y="710090"/>
                  <a:pt x="7768371" y="698602"/>
                  <a:pt x="7768371" y="684431"/>
                </a:cubicBezTo>
                <a:cubicBezTo>
                  <a:pt x="7768371" y="670260"/>
                  <a:pt x="7779862" y="658772"/>
                  <a:pt x="7794032" y="658772"/>
                </a:cubicBezTo>
                <a:close/>
                <a:moveTo>
                  <a:pt x="7665621" y="658772"/>
                </a:moveTo>
                <a:cubicBezTo>
                  <a:pt x="7679786" y="658772"/>
                  <a:pt x="7691279" y="670266"/>
                  <a:pt x="7691279" y="684431"/>
                </a:cubicBezTo>
                <a:cubicBezTo>
                  <a:pt x="7691279" y="698595"/>
                  <a:pt x="7679786" y="710090"/>
                  <a:pt x="7665621" y="710090"/>
                </a:cubicBezTo>
                <a:cubicBezTo>
                  <a:pt x="7651456" y="710090"/>
                  <a:pt x="7639963" y="698595"/>
                  <a:pt x="7639963" y="684431"/>
                </a:cubicBezTo>
                <a:cubicBezTo>
                  <a:pt x="7639963" y="670266"/>
                  <a:pt x="7651456" y="658772"/>
                  <a:pt x="7665621" y="658772"/>
                </a:cubicBezTo>
                <a:close/>
                <a:moveTo>
                  <a:pt x="7601299" y="658772"/>
                </a:moveTo>
                <a:cubicBezTo>
                  <a:pt x="7615464" y="658772"/>
                  <a:pt x="7626959" y="670266"/>
                  <a:pt x="7626959" y="684431"/>
                </a:cubicBezTo>
                <a:cubicBezTo>
                  <a:pt x="7626959" y="698595"/>
                  <a:pt x="7615464" y="710090"/>
                  <a:pt x="7601299" y="710090"/>
                </a:cubicBezTo>
                <a:cubicBezTo>
                  <a:pt x="7587134" y="710090"/>
                  <a:pt x="7575640" y="698595"/>
                  <a:pt x="7575640" y="684431"/>
                </a:cubicBezTo>
                <a:cubicBezTo>
                  <a:pt x="7575640" y="670266"/>
                  <a:pt x="7587134" y="658772"/>
                  <a:pt x="7601299" y="658772"/>
                </a:cubicBezTo>
                <a:close/>
                <a:moveTo>
                  <a:pt x="5486655" y="658772"/>
                </a:moveTo>
                <a:cubicBezTo>
                  <a:pt x="5500819" y="658772"/>
                  <a:pt x="5512316" y="670266"/>
                  <a:pt x="5512316" y="684431"/>
                </a:cubicBezTo>
                <a:cubicBezTo>
                  <a:pt x="5512316" y="698595"/>
                  <a:pt x="5500819" y="710090"/>
                  <a:pt x="5486655" y="710090"/>
                </a:cubicBezTo>
                <a:cubicBezTo>
                  <a:pt x="5472491" y="710090"/>
                  <a:pt x="5460997" y="698595"/>
                  <a:pt x="5460997" y="684431"/>
                </a:cubicBezTo>
                <a:cubicBezTo>
                  <a:pt x="5460997" y="670266"/>
                  <a:pt x="5472491" y="658772"/>
                  <a:pt x="5486655" y="658772"/>
                </a:cubicBezTo>
                <a:close/>
                <a:moveTo>
                  <a:pt x="4908693" y="658772"/>
                </a:moveTo>
                <a:cubicBezTo>
                  <a:pt x="4922857" y="658772"/>
                  <a:pt x="4934352" y="670266"/>
                  <a:pt x="4934352" y="684431"/>
                </a:cubicBezTo>
                <a:cubicBezTo>
                  <a:pt x="4934352" y="698595"/>
                  <a:pt x="4922857" y="710090"/>
                  <a:pt x="4908693" y="710090"/>
                </a:cubicBezTo>
                <a:cubicBezTo>
                  <a:pt x="4894527" y="710090"/>
                  <a:pt x="4883033" y="698595"/>
                  <a:pt x="4883033" y="684431"/>
                </a:cubicBezTo>
                <a:cubicBezTo>
                  <a:pt x="4883033" y="670266"/>
                  <a:pt x="4894527" y="658772"/>
                  <a:pt x="4908693" y="658772"/>
                </a:cubicBezTo>
                <a:close/>
                <a:moveTo>
                  <a:pt x="4651872" y="658772"/>
                </a:moveTo>
                <a:cubicBezTo>
                  <a:pt x="4666042" y="658772"/>
                  <a:pt x="4677531" y="670260"/>
                  <a:pt x="4677531" y="684431"/>
                </a:cubicBezTo>
                <a:cubicBezTo>
                  <a:pt x="4677531" y="698602"/>
                  <a:pt x="4666042" y="710090"/>
                  <a:pt x="4651872" y="710090"/>
                </a:cubicBezTo>
                <a:cubicBezTo>
                  <a:pt x="4637700" y="710090"/>
                  <a:pt x="4626213" y="698602"/>
                  <a:pt x="4626213" y="684431"/>
                </a:cubicBezTo>
                <a:cubicBezTo>
                  <a:pt x="4626213" y="670260"/>
                  <a:pt x="4637700" y="658772"/>
                  <a:pt x="4651872" y="658772"/>
                </a:cubicBezTo>
                <a:close/>
                <a:moveTo>
                  <a:pt x="2853890" y="658772"/>
                </a:moveTo>
                <a:cubicBezTo>
                  <a:pt x="2868062" y="658772"/>
                  <a:pt x="2879550" y="670260"/>
                  <a:pt x="2879550" y="684431"/>
                </a:cubicBezTo>
                <a:cubicBezTo>
                  <a:pt x="2879550" y="698602"/>
                  <a:pt x="2868062" y="710090"/>
                  <a:pt x="2853890" y="710090"/>
                </a:cubicBezTo>
                <a:cubicBezTo>
                  <a:pt x="2839720" y="710090"/>
                  <a:pt x="2828231" y="698602"/>
                  <a:pt x="2828231" y="684431"/>
                </a:cubicBezTo>
                <a:cubicBezTo>
                  <a:pt x="2828231" y="670260"/>
                  <a:pt x="2839720" y="658772"/>
                  <a:pt x="2853890" y="658772"/>
                </a:cubicBezTo>
                <a:close/>
                <a:moveTo>
                  <a:pt x="2340249" y="658772"/>
                </a:moveTo>
                <a:cubicBezTo>
                  <a:pt x="2354413" y="658772"/>
                  <a:pt x="2365908" y="670266"/>
                  <a:pt x="2365908" y="684431"/>
                </a:cubicBezTo>
                <a:cubicBezTo>
                  <a:pt x="2365908" y="698595"/>
                  <a:pt x="2354413" y="710090"/>
                  <a:pt x="2340249" y="710090"/>
                </a:cubicBezTo>
                <a:cubicBezTo>
                  <a:pt x="2326084" y="710090"/>
                  <a:pt x="2314590" y="698595"/>
                  <a:pt x="2314590" y="684431"/>
                </a:cubicBezTo>
                <a:cubicBezTo>
                  <a:pt x="2314590" y="670266"/>
                  <a:pt x="2326084" y="658772"/>
                  <a:pt x="2340249" y="658772"/>
                </a:cubicBezTo>
                <a:close/>
                <a:moveTo>
                  <a:pt x="2147633" y="658772"/>
                </a:moveTo>
                <a:cubicBezTo>
                  <a:pt x="2161804" y="658772"/>
                  <a:pt x="2173293" y="670260"/>
                  <a:pt x="2173293" y="684431"/>
                </a:cubicBezTo>
                <a:cubicBezTo>
                  <a:pt x="2173293" y="698602"/>
                  <a:pt x="2161804" y="710090"/>
                  <a:pt x="2147633" y="710090"/>
                </a:cubicBezTo>
                <a:cubicBezTo>
                  <a:pt x="2133462" y="710090"/>
                  <a:pt x="2121975" y="698602"/>
                  <a:pt x="2121975" y="684431"/>
                </a:cubicBezTo>
                <a:cubicBezTo>
                  <a:pt x="2121975" y="670260"/>
                  <a:pt x="2133462" y="658772"/>
                  <a:pt x="2147633" y="658772"/>
                </a:cubicBezTo>
                <a:close/>
                <a:moveTo>
                  <a:pt x="2083427" y="658772"/>
                </a:moveTo>
                <a:cubicBezTo>
                  <a:pt x="2097599" y="658772"/>
                  <a:pt x="2109087" y="670260"/>
                  <a:pt x="2109087" y="684431"/>
                </a:cubicBezTo>
                <a:cubicBezTo>
                  <a:pt x="2109087" y="698602"/>
                  <a:pt x="2097599" y="710090"/>
                  <a:pt x="2083427" y="710090"/>
                </a:cubicBezTo>
                <a:cubicBezTo>
                  <a:pt x="2069257" y="710090"/>
                  <a:pt x="2057768" y="698602"/>
                  <a:pt x="2057768" y="684431"/>
                </a:cubicBezTo>
                <a:cubicBezTo>
                  <a:pt x="2057768" y="670260"/>
                  <a:pt x="2069257" y="658772"/>
                  <a:pt x="2083427" y="658772"/>
                </a:cubicBezTo>
                <a:close/>
                <a:moveTo>
                  <a:pt x="1955016" y="658772"/>
                </a:moveTo>
                <a:cubicBezTo>
                  <a:pt x="1969181" y="658772"/>
                  <a:pt x="1980676" y="670266"/>
                  <a:pt x="1980676" y="684431"/>
                </a:cubicBezTo>
                <a:cubicBezTo>
                  <a:pt x="1980676" y="698595"/>
                  <a:pt x="1969181" y="710090"/>
                  <a:pt x="1955016" y="710090"/>
                </a:cubicBezTo>
                <a:cubicBezTo>
                  <a:pt x="1940851" y="710090"/>
                  <a:pt x="1929358" y="698595"/>
                  <a:pt x="1929358" y="684431"/>
                </a:cubicBezTo>
                <a:cubicBezTo>
                  <a:pt x="1929358" y="670266"/>
                  <a:pt x="1940851" y="658772"/>
                  <a:pt x="1955016" y="658772"/>
                </a:cubicBezTo>
                <a:close/>
                <a:moveTo>
                  <a:pt x="1890696" y="658772"/>
                </a:moveTo>
                <a:cubicBezTo>
                  <a:pt x="1904860" y="658772"/>
                  <a:pt x="1916355" y="670266"/>
                  <a:pt x="1916355" y="684431"/>
                </a:cubicBezTo>
                <a:cubicBezTo>
                  <a:pt x="1916355" y="698595"/>
                  <a:pt x="1904860" y="710090"/>
                  <a:pt x="1890696" y="710090"/>
                </a:cubicBezTo>
                <a:cubicBezTo>
                  <a:pt x="1876531" y="710090"/>
                  <a:pt x="1865037" y="698595"/>
                  <a:pt x="1865037" y="684431"/>
                </a:cubicBezTo>
                <a:cubicBezTo>
                  <a:pt x="1865037" y="670266"/>
                  <a:pt x="1876531" y="658772"/>
                  <a:pt x="1890696" y="658772"/>
                </a:cubicBezTo>
                <a:close/>
                <a:moveTo>
                  <a:pt x="11970691" y="604319"/>
                </a:moveTo>
                <a:cubicBezTo>
                  <a:pt x="11977773" y="604436"/>
                  <a:pt x="11983579" y="610125"/>
                  <a:pt x="11983579" y="617207"/>
                </a:cubicBezTo>
                <a:cubicBezTo>
                  <a:pt x="11983579" y="624289"/>
                  <a:pt x="11977889" y="630095"/>
                  <a:pt x="11970691" y="630095"/>
                </a:cubicBezTo>
                <a:cubicBezTo>
                  <a:pt x="11963609" y="630095"/>
                  <a:pt x="11957803" y="624405"/>
                  <a:pt x="11957803" y="617207"/>
                </a:cubicBezTo>
                <a:cubicBezTo>
                  <a:pt x="11957803" y="610125"/>
                  <a:pt x="11963493" y="604319"/>
                  <a:pt x="11970691" y="604319"/>
                </a:cubicBezTo>
                <a:close/>
                <a:moveTo>
                  <a:pt x="11325553" y="604319"/>
                </a:moveTo>
                <a:cubicBezTo>
                  <a:pt x="11332752" y="604436"/>
                  <a:pt x="11338441" y="610125"/>
                  <a:pt x="11338441" y="617207"/>
                </a:cubicBezTo>
                <a:cubicBezTo>
                  <a:pt x="11338441" y="624289"/>
                  <a:pt x="11332752" y="630095"/>
                  <a:pt x="11325553" y="630095"/>
                </a:cubicBezTo>
                <a:cubicBezTo>
                  <a:pt x="11318471" y="630095"/>
                  <a:pt x="11312667" y="624405"/>
                  <a:pt x="11312667" y="617207"/>
                </a:cubicBezTo>
                <a:cubicBezTo>
                  <a:pt x="11312667" y="610125"/>
                  <a:pt x="11318356" y="604319"/>
                  <a:pt x="11325553" y="604319"/>
                </a:cubicBezTo>
                <a:close/>
                <a:moveTo>
                  <a:pt x="10683501" y="604319"/>
                </a:moveTo>
                <a:cubicBezTo>
                  <a:pt x="10690620" y="604319"/>
                  <a:pt x="10696389" y="610089"/>
                  <a:pt x="10696389" y="617207"/>
                </a:cubicBezTo>
                <a:cubicBezTo>
                  <a:pt x="10696389" y="624325"/>
                  <a:pt x="10690620" y="630095"/>
                  <a:pt x="10683501" y="630095"/>
                </a:cubicBezTo>
                <a:cubicBezTo>
                  <a:pt x="10676385" y="630095"/>
                  <a:pt x="10670613" y="624325"/>
                  <a:pt x="10670613" y="617207"/>
                </a:cubicBezTo>
                <a:cubicBezTo>
                  <a:pt x="10670613" y="610089"/>
                  <a:pt x="10676385" y="604319"/>
                  <a:pt x="10683501" y="604319"/>
                </a:cubicBezTo>
                <a:close/>
                <a:moveTo>
                  <a:pt x="10555092" y="604319"/>
                </a:moveTo>
                <a:cubicBezTo>
                  <a:pt x="10562174" y="604436"/>
                  <a:pt x="10567978" y="610125"/>
                  <a:pt x="10567978" y="617207"/>
                </a:cubicBezTo>
                <a:cubicBezTo>
                  <a:pt x="10567978" y="624289"/>
                  <a:pt x="10562289" y="630095"/>
                  <a:pt x="10555092" y="630095"/>
                </a:cubicBezTo>
                <a:cubicBezTo>
                  <a:pt x="10548009" y="630095"/>
                  <a:pt x="10542204" y="624405"/>
                  <a:pt x="10542204" y="617207"/>
                </a:cubicBezTo>
                <a:cubicBezTo>
                  <a:pt x="10542204" y="610125"/>
                  <a:pt x="10547893" y="604319"/>
                  <a:pt x="10555092" y="604319"/>
                </a:cubicBezTo>
                <a:close/>
                <a:moveTo>
                  <a:pt x="10233947" y="604319"/>
                </a:moveTo>
                <a:cubicBezTo>
                  <a:pt x="10241146" y="604436"/>
                  <a:pt x="10246835" y="610125"/>
                  <a:pt x="10246835" y="617207"/>
                </a:cubicBezTo>
                <a:cubicBezTo>
                  <a:pt x="10246835" y="624289"/>
                  <a:pt x="10241146" y="630095"/>
                  <a:pt x="10233947" y="630095"/>
                </a:cubicBezTo>
                <a:cubicBezTo>
                  <a:pt x="10226866" y="630095"/>
                  <a:pt x="10221059" y="624405"/>
                  <a:pt x="10221059" y="617207"/>
                </a:cubicBezTo>
                <a:cubicBezTo>
                  <a:pt x="10221059" y="610125"/>
                  <a:pt x="10226748" y="604319"/>
                  <a:pt x="10233947" y="604319"/>
                </a:cubicBezTo>
                <a:close/>
                <a:moveTo>
                  <a:pt x="10105654" y="604319"/>
                </a:moveTo>
                <a:cubicBezTo>
                  <a:pt x="10112773" y="604319"/>
                  <a:pt x="10118542" y="610089"/>
                  <a:pt x="10118542" y="617207"/>
                </a:cubicBezTo>
                <a:cubicBezTo>
                  <a:pt x="10118542" y="624325"/>
                  <a:pt x="10112773" y="630095"/>
                  <a:pt x="10105654" y="630095"/>
                </a:cubicBezTo>
                <a:cubicBezTo>
                  <a:pt x="10098538" y="630095"/>
                  <a:pt x="10092766" y="624325"/>
                  <a:pt x="10092766" y="617207"/>
                </a:cubicBezTo>
                <a:cubicBezTo>
                  <a:pt x="10092766" y="610089"/>
                  <a:pt x="10098538" y="604319"/>
                  <a:pt x="10105654" y="604319"/>
                </a:cubicBezTo>
                <a:close/>
                <a:moveTo>
                  <a:pt x="8564495" y="604319"/>
                </a:moveTo>
                <a:cubicBezTo>
                  <a:pt x="8571614" y="604319"/>
                  <a:pt x="8577383" y="610089"/>
                  <a:pt x="8577383" y="617207"/>
                </a:cubicBezTo>
                <a:cubicBezTo>
                  <a:pt x="8577383" y="624325"/>
                  <a:pt x="8571614" y="630095"/>
                  <a:pt x="8564495" y="630095"/>
                </a:cubicBezTo>
                <a:cubicBezTo>
                  <a:pt x="8557376" y="630095"/>
                  <a:pt x="8551607" y="624325"/>
                  <a:pt x="8551607" y="617207"/>
                </a:cubicBezTo>
                <a:cubicBezTo>
                  <a:pt x="8551607" y="610089"/>
                  <a:pt x="8557376" y="604319"/>
                  <a:pt x="8564495" y="604319"/>
                </a:cubicBezTo>
                <a:close/>
                <a:moveTo>
                  <a:pt x="7151863" y="604319"/>
                </a:moveTo>
                <a:cubicBezTo>
                  <a:pt x="7158981" y="604319"/>
                  <a:pt x="7164751" y="610089"/>
                  <a:pt x="7164751" y="617207"/>
                </a:cubicBezTo>
                <a:cubicBezTo>
                  <a:pt x="7164751" y="624325"/>
                  <a:pt x="7158981" y="630095"/>
                  <a:pt x="7151863" y="630095"/>
                </a:cubicBezTo>
                <a:cubicBezTo>
                  <a:pt x="7144744" y="630095"/>
                  <a:pt x="7138975" y="624325"/>
                  <a:pt x="7138975" y="617207"/>
                </a:cubicBezTo>
                <a:cubicBezTo>
                  <a:pt x="7138975" y="610089"/>
                  <a:pt x="7144744" y="604319"/>
                  <a:pt x="7151863" y="604319"/>
                </a:cubicBezTo>
                <a:close/>
                <a:moveTo>
                  <a:pt x="6894925" y="604319"/>
                </a:moveTo>
                <a:cubicBezTo>
                  <a:pt x="6902124" y="604436"/>
                  <a:pt x="6907813" y="610125"/>
                  <a:pt x="6907813" y="617207"/>
                </a:cubicBezTo>
                <a:cubicBezTo>
                  <a:pt x="6907813" y="624289"/>
                  <a:pt x="6902124" y="630095"/>
                  <a:pt x="6894925" y="630095"/>
                </a:cubicBezTo>
                <a:cubicBezTo>
                  <a:pt x="6887844" y="630095"/>
                  <a:pt x="6882040" y="624405"/>
                  <a:pt x="6882040" y="617207"/>
                </a:cubicBezTo>
                <a:cubicBezTo>
                  <a:pt x="6882040" y="610125"/>
                  <a:pt x="6887726" y="604319"/>
                  <a:pt x="6894925" y="604319"/>
                </a:cubicBezTo>
                <a:close/>
                <a:moveTo>
                  <a:pt x="6252873" y="604319"/>
                </a:moveTo>
                <a:cubicBezTo>
                  <a:pt x="6259955" y="604436"/>
                  <a:pt x="6265761" y="610125"/>
                  <a:pt x="6265761" y="617207"/>
                </a:cubicBezTo>
                <a:cubicBezTo>
                  <a:pt x="6265761" y="624289"/>
                  <a:pt x="6260072" y="630095"/>
                  <a:pt x="6252873" y="630095"/>
                </a:cubicBezTo>
                <a:cubicBezTo>
                  <a:pt x="6245792" y="630095"/>
                  <a:pt x="6239985" y="624405"/>
                  <a:pt x="6239985" y="617207"/>
                </a:cubicBezTo>
                <a:cubicBezTo>
                  <a:pt x="6239985" y="610125"/>
                  <a:pt x="6245674" y="604319"/>
                  <a:pt x="6252873" y="604319"/>
                </a:cubicBezTo>
                <a:close/>
                <a:moveTo>
                  <a:pt x="5614950" y="604319"/>
                </a:moveTo>
                <a:cubicBezTo>
                  <a:pt x="5622149" y="604436"/>
                  <a:pt x="5627837" y="610125"/>
                  <a:pt x="5627837" y="617207"/>
                </a:cubicBezTo>
                <a:cubicBezTo>
                  <a:pt x="5627837" y="624289"/>
                  <a:pt x="5622149" y="630095"/>
                  <a:pt x="5614950" y="630095"/>
                </a:cubicBezTo>
                <a:cubicBezTo>
                  <a:pt x="5607869" y="630095"/>
                  <a:pt x="5602062" y="624405"/>
                  <a:pt x="5602062" y="617207"/>
                </a:cubicBezTo>
                <a:cubicBezTo>
                  <a:pt x="5602062" y="610125"/>
                  <a:pt x="5607752" y="604319"/>
                  <a:pt x="5614950" y="604319"/>
                </a:cubicBezTo>
                <a:close/>
                <a:moveTo>
                  <a:pt x="4972896" y="604319"/>
                </a:moveTo>
                <a:cubicBezTo>
                  <a:pt x="4980015" y="604319"/>
                  <a:pt x="4985785" y="610089"/>
                  <a:pt x="4985785" y="617207"/>
                </a:cubicBezTo>
                <a:cubicBezTo>
                  <a:pt x="4985785" y="624325"/>
                  <a:pt x="4980015" y="630095"/>
                  <a:pt x="4972896" y="630095"/>
                </a:cubicBezTo>
                <a:cubicBezTo>
                  <a:pt x="4965781" y="630095"/>
                  <a:pt x="4960010" y="624325"/>
                  <a:pt x="4960010" y="617207"/>
                </a:cubicBezTo>
                <a:cubicBezTo>
                  <a:pt x="4960010" y="610089"/>
                  <a:pt x="4965781" y="604319"/>
                  <a:pt x="4972896" y="604319"/>
                </a:cubicBezTo>
                <a:close/>
                <a:moveTo>
                  <a:pt x="4844487" y="604319"/>
                </a:moveTo>
                <a:cubicBezTo>
                  <a:pt x="4851568" y="604436"/>
                  <a:pt x="4857374" y="610125"/>
                  <a:pt x="4857374" y="617207"/>
                </a:cubicBezTo>
                <a:cubicBezTo>
                  <a:pt x="4857374" y="624289"/>
                  <a:pt x="4851686" y="630095"/>
                  <a:pt x="4844487" y="630095"/>
                </a:cubicBezTo>
                <a:cubicBezTo>
                  <a:pt x="4837405" y="630095"/>
                  <a:pt x="4831598" y="624405"/>
                  <a:pt x="4831598" y="617207"/>
                </a:cubicBezTo>
                <a:cubicBezTo>
                  <a:pt x="4831598" y="610125"/>
                  <a:pt x="4837289" y="604319"/>
                  <a:pt x="4844487" y="604319"/>
                </a:cubicBezTo>
                <a:close/>
                <a:moveTo>
                  <a:pt x="4523345" y="604319"/>
                </a:moveTo>
                <a:cubicBezTo>
                  <a:pt x="4530542" y="604436"/>
                  <a:pt x="4536233" y="610125"/>
                  <a:pt x="4536233" y="617207"/>
                </a:cubicBezTo>
                <a:cubicBezTo>
                  <a:pt x="4536233" y="624289"/>
                  <a:pt x="4530542" y="630095"/>
                  <a:pt x="4523345" y="630095"/>
                </a:cubicBezTo>
                <a:cubicBezTo>
                  <a:pt x="4516262" y="630095"/>
                  <a:pt x="4510457" y="624405"/>
                  <a:pt x="4510457" y="617207"/>
                </a:cubicBezTo>
                <a:cubicBezTo>
                  <a:pt x="4510457" y="610125"/>
                  <a:pt x="4516146" y="604319"/>
                  <a:pt x="4523345" y="604319"/>
                </a:cubicBezTo>
                <a:close/>
                <a:moveTo>
                  <a:pt x="4395050" y="604319"/>
                </a:moveTo>
                <a:cubicBezTo>
                  <a:pt x="4402168" y="604319"/>
                  <a:pt x="4407938" y="610089"/>
                  <a:pt x="4407938" y="617207"/>
                </a:cubicBezTo>
                <a:cubicBezTo>
                  <a:pt x="4407938" y="624325"/>
                  <a:pt x="4402168" y="630095"/>
                  <a:pt x="4395050" y="630095"/>
                </a:cubicBezTo>
                <a:cubicBezTo>
                  <a:pt x="4387934" y="630095"/>
                  <a:pt x="4382162" y="624325"/>
                  <a:pt x="4382162" y="617207"/>
                </a:cubicBezTo>
                <a:cubicBezTo>
                  <a:pt x="4382162" y="610089"/>
                  <a:pt x="4387934" y="604319"/>
                  <a:pt x="4395050" y="604319"/>
                </a:cubicBezTo>
                <a:close/>
                <a:moveTo>
                  <a:pt x="2853891" y="604319"/>
                </a:moveTo>
                <a:cubicBezTo>
                  <a:pt x="2861009" y="604319"/>
                  <a:pt x="2866779" y="610089"/>
                  <a:pt x="2866779" y="617207"/>
                </a:cubicBezTo>
                <a:cubicBezTo>
                  <a:pt x="2866779" y="624325"/>
                  <a:pt x="2861009" y="630095"/>
                  <a:pt x="2853891" y="630095"/>
                </a:cubicBezTo>
                <a:cubicBezTo>
                  <a:pt x="2846773" y="630095"/>
                  <a:pt x="2841003" y="624325"/>
                  <a:pt x="2841003" y="617207"/>
                </a:cubicBezTo>
                <a:cubicBezTo>
                  <a:pt x="2841003" y="610089"/>
                  <a:pt x="2846773" y="604319"/>
                  <a:pt x="2853891" y="604319"/>
                </a:cubicBezTo>
                <a:close/>
                <a:moveTo>
                  <a:pt x="1441258" y="604319"/>
                </a:moveTo>
                <a:cubicBezTo>
                  <a:pt x="1448377" y="604319"/>
                  <a:pt x="1454146" y="610089"/>
                  <a:pt x="1454146" y="617207"/>
                </a:cubicBezTo>
                <a:cubicBezTo>
                  <a:pt x="1454146" y="624325"/>
                  <a:pt x="1448377" y="630095"/>
                  <a:pt x="1441258" y="630095"/>
                </a:cubicBezTo>
                <a:cubicBezTo>
                  <a:pt x="1434141" y="630095"/>
                  <a:pt x="1428371" y="624325"/>
                  <a:pt x="1428371" y="617207"/>
                </a:cubicBezTo>
                <a:cubicBezTo>
                  <a:pt x="1428371" y="610089"/>
                  <a:pt x="1434141" y="604319"/>
                  <a:pt x="1441258" y="604319"/>
                </a:cubicBezTo>
                <a:close/>
                <a:moveTo>
                  <a:pt x="1184322" y="604319"/>
                </a:moveTo>
                <a:cubicBezTo>
                  <a:pt x="1191520" y="604436"/>
                  <a:pt x="1197209" y="610125"/>
                  <a:pt x="1197209" y="617207"/>
                </a:cubicBezTo>
                <a:cubicBezTo>
                  <a:pt x="1197209" y="624289"/>
                  <a:pt x="1191520" y="630095"/>
                  <a:pt x="1184322" y="630095"/>
                </a:cubicBezTo>
                <a:cubicBezTo>
                  <a:pt x="1177239" y="630095"/>
                  <a:pt x="1171435" y="624405"/>
                  <a:pt x="1171435" y="617207"/>
                </a:cubicBezTo>
                <a:cubicBezTo>
                  <a:pt x="1171435" y="610125"/>
                  <a:pt x="1177123" y="604319"/>
                  <a:pt x="1184322" y="604319"/>
                </a:cubicBezTo>
                <a:close/>
                <a:moveTo>
                  <a:pt x="542270" y="604319"/>
                </a:moveTo>
                <a:cubicBezTo>
                  <a:pt x="549351" y="604436"/>
                  <a:pt x="555157" y="610125"/>
                  <a:pt x="555157" y="617207"/>
                </a:cubicBezTo>
                <a:cubicBezTo>
                  <a:pt x="555157" y="624289"/>
                  <a:pt x="549469" y="630095"/>
                  <a:pt x="542270" y="630095"/>
                </a:cubicBezTo>
                <a:cubicBezTo>
                  <a:pt x="535188" y="630095"/>
                  <a:pt x="529382" y="624405"/>
                  <a:pt x="529382" y="617207"/>
                </a:cubicBezTo>
                <a:cubicBezTo>
                  <a:pt x="529382" y="610125"/>
                  <a:pt x="535071" y="604319"/>
                  <a:pt x="542270" y="604319"/>
                </a:cubicBezTo>
                <a:close/>
                <a:moveTo>
                  <a:pt x="11197259" y="591548"/>
                </a:moveTo>
                <a:cubicBezTo>
                  <a:pt x="11211424" y="591548"/>
                  <a:pt x="11222917" y="603042"/>
                  <a:pt x="11222917" y="617207"/>
                </a:cubicBezTo>
                <a:cubicBezTo>
                  <a:pt x="11222917" y="631372"/>
                  <a:pt x="11211424" y="642865"/>
                  <a:pt x="11197259" y="642865"/>
                </a:cubicBezTo>
                <a:cubicBezTo>
                  <a:pt x="11183094" y="642865"/>
                  <a:pt x="11171601" y="631372"/>
                  <a:pt x="11171601" y="617207"/>
                </a:cubicBezTo>
                <a:cubicBezTo>
                  <a:pt x="11171601" y="603042"/>
                  <a:pt x="11183094" y="591548"/>
                  <a:pt x="11197259" y="591548"/>
                </a:cubicBezTo>
                <a:close/>
                <a:moveTo>
                  <a:pt x="10619297" y="591548"/>
                </a:moveTo>
                <a:cubicBezTo>
                  <a:pt x="10633462" y="591548"/>
                  <a:pt x="10644955" y="603042"/>
                  <a:pt x="10644955" y="617207"/>
                </a:cubicBezTo>
                <a:cubicBezTo>
                  <a:pt x="10644955" y="631372"/>
                  <a:pt x="10633462" y="642865"/>
                  <a:pt x="10619297" y="642865"/>
                </a:cubicBezTo>
                <a:cubicBezTo>
                  <a:pt x="10605132" y="642865"/>
                  <a:pt x="10593639" y="631372"/>
                  <a:pt x="10593639" y="617207"/>
                </a:cubicBezTo>
                <a:cubicBezTo>
                  <a:pt x="10593639" y="603042"/>
                  <a:pt x="10605132" y="591548"/>
                  <a:pt x="10619297" y="591548"/>
                </a:cubicBezTo>
                <a:close/>
                <a:moveTo>
                  <a:pt x="10362474" y="591548"/>
                </a:moveTo>
                <a:cubicBezTo>
                  <a:pt x="10376639" y="591548"/>
                  <a:pt x="10388135" y="603042"/>
                  <a:pt x="10388135" y="617207"/>
                </a:cubicBezTo>
                <a:cubicBezTo>
                  <a:pt x="10388135" y="631372"/>
                  <a:pt x="10376639" y="642865"/>
                  <a:pt x="10362474" y="642865"/>
                </a:cubicBezTo>
                <a:cubicBezTo>
                  <a:pt x="10348312" y="642865"/>
                  <a:pt x="10336816" y="631372"/>
                  <a:pt x="10336816" y="617207"/>
                </a:cubicBezTo>
                <a:cubicBezTo>
                  <a:pt x="10336816" y="603042"/>
                  <a:pt x="10348312" y="591548"/>
                  <a:pt x="10362474" y="591548"/>
                </a:cubicBezTo>
                <a:close/>
                <a:moveTo>
                  <a:pt x="8050852" y="591548"/>
                </a:moveTo>
                <a:cubicBezTo>
                  <a:pt x="8065017" y="591548"/>
                  <a:pt x="8076510" y="603042"/>
                  <a:pt x="8076510" y="617207"/>
                </a:cubicBezTo>
                <a:cubicBezTo>
                  <a:pt x="8076510" y="631372"/>
                  <a:pt x="8065017" y="642865"/>
                  <a:pt x="8050852" y="642865"/>
                </a:cubicBezTo>
                <a:cubicBezTo>
                  <a:pt x="8036687" y="642865"/>
                  <a:pt x="8025194" y="631372"/>
                  <a:pt x="8025194" y="617207"/>
                </a:cubicBezTo>
                <a:cubicBezTo>
                  <a:pt x="8025194" y="603042"/>
                  <a:pt x="8036687" y="591548"/>
                  <a:pt x="8050852" y="591548"/>
                </a:cubicBezTo>
                <a:close/>
                <a:moveTo>
                  <a:pt x="7858237" y="591548"/>
                </a:moveTo>
                <a:cubicBezTo>
                  <a:pt x="7872402" y="591548"/>
                  <a:pt x="7883895" y="603042"/>
                  <a:pt x="7883895" y="617207"/>
                </a:cubicBezTo>
                <a:cubicBezTo>
                  <a:pt x="7883895" y="631372"/>
                  <a:pt x="7872402" y="642865"/>
                  <a:pt x="7858237" y="642865"/>
                </a:cubicBezTo>
                <a:cubicBezTo>
                  <a:pt x="7844072" y="642865"/>
                  <a:pt x="7832578" y="631372"/>
                  <a:pt x="7832578" y="617207"/>
                </a:cubicBezTo>
                <a:cubicBezTo>
                  <a:pt x="7832578" y="603042"/>
                  <a:pt x="7844072" y="591548"/>
                  <a:pt x="7858237" y="591548"/>
                </a:cubicBezTo>
                <a:close/>
                <a:moveTo>
                  <a:pt x="7794032" y="591548"/>
                </a:moveTo>
                <a:cubicBezTo>
                  <a:pt x="7808197" y="591548"/>
                  <a:pt x="7819690" y="603042"/>
                  <a:pt x="7819690" y="617207"/>
                </a:cubicBezTo>
                <a:cubicBezTo>
                  <a:pt x="7819690" y="631372"/>
                  <a:pt x="7808197" y="642865"/>
                  <a:pt x="7794032" y="642865"/>
                </a:cubicBezTo>
                <a:cubicBezTo>
                  <a:pt x="7779867" y="642865"/>
                  <a:pt x="7768371" y="631372"/>
                  <a:pt x="7768371" y="617207"/>
                </a:cubicBezTo>
                <a:cubicBezTo>
                  <a:pt x="7768371" y="603042"/>
                  <a:pt x="7779867" y="591548"/>
                  <a:pt x="7794032" y="591548"/>
                </a:cubicBezTo>
                <a:close/>
                <a:moveTo>
                  <a:pt x="7665621" y="591548"/>
                </a:moveTo>
                <a:cubicBezTo>
                  <a:pt x="7679786" y="591548"/>
                  <a:pt x="7691279" y="603042"/>
                  <a:pt x="7691279" y="617207"/>
                </a:cubicBezTo>
                <a:cubicBezTo>
                  <a:pt x="7691279" y="631372"/>
                  <a:pt x="7679786" y="642865"/>
                  <a:pt x="7665621" y="642865"/>
                </a:cubicBezTo>
                <a:cubicBezTo>
                  <a:pt x="7651456" y="642865"/>
                  <a:pt x="7639963" y="631372"/>
                  <a:pt x="7639963" y="617207"/>
                </a:cubicBezTo>
                <a:cubicBezTo>
                  <a:pt x="7639963" y="603042"/>
                  <a:pt x="7651456" y="591548"/>
                  <a:pt x="7665621" y="591548"/>
                </a:cubicBezTo>
                <a:close/>
                <a:moveTo>
                  <a:pt x="7601299" y="591548"/>
                </a:moveTo>
                <a:cubicBezTo>
                  <a:pt x="7615464" y="591548"/>
                  <a:pt x="7626959" y="603042"/>
                  <a:pt x="7626959" y="617207"/>
                </a:cubicBezTo>
                <a:cubicBezTo>
                  <a:pt x="7626959" y="631372"/>
                  <a:pt x="7615464" y="642865"/>
                  <a:pt x="7601299" y="642865"/>
                </a:cubicBezTo>
                <a:cubicBezTo>
                  <a:pt x="7587134" y="642865"/>
                  <a:pt x="7575640" y="631372"/>
                  <a:pt x="7575640" y="617207"/>
                </a:cubicBezTo>
                <a:cubicBezTo>
                  <a:pt x="7575640" y="603042"/>
                  <a:pt x="7587134" y="591548"/>
                  <a:pt x="7601299" y="591548"/>
                </a:cubicBezTo>
                <a:close/>
                <a:moveTo>
                  <a:pt x="5486655" y="591548"/>
                </a:moveTo>
                <a:cubicBezTo>
                  <a:pt x="5500819" y="591548"/>
                  <a:pt x="5512316" y="603042"/>
                  <a:pt x="5512316" y="617207"/>
                </a:cubicBezTo>
                <a:cubicBezTo>
                  <a:pt x="5512316" y="631372"/>
                  <a:pt x="5500819" y="642865"/>
                  <a:pt x="5486655" y="642865"/>
                </a:cubicBezTo>
                <a:cubicBezTo>
                  <a:pt x="5472491" y="642865"/>
                  <a:pt x="5460997" y="631372"/>
                  <a:pt x="5460997" y="617207"/>
                </a:cubicBezTo>
                <a:cubicBezTo>
                  <a:pt x="5460997" y="603042"/>
                  <a:pt x="5472491" y="591548"/>
                  <a:pt x="5486655" y="591548"/>
                </a:cubicBezTo>
                <a:close/>
                <a:moveTo>
                  <a:pt x="4908693" y="591548"/>
                </a:moveTo>
                <a:cubicBezTo>
                  <a:pt x="4922857" y="591548"/>
                  <a:pt x="4934352" y="603042"/>
                  <a:pt x="4934352" y="617207"/>
                </a:cubicBezTo>
                <a:cubicBezTo>
                  <a:pt x="4934352" y="631372"/>
                  <a:pt x="4922857" y="642865"/>
                  <a:pt x="4908693" y="642865"/>
                </a:cubicBezTo>
                <a:cubicBezTo>
                  <a:pt x="4894527" y="642865"/>
                  <a:pt x="4883033" y="631372"/>
                  <a:pt x="4883033" y="617207"/>
                </a:cubicBezTo>
                <a:cubicBezTo>
                  <a:pt x="4883033" y="603042"/>
                  <a:pt x="4894527" y="591548"/>
                  <a:pt x="4908693" y="591548"/>
                </a:cubicBezTo>
                <a:close/>
                <a:moveTo>
                  <a:pt x="4651872" y="591548"/>
                </a:moveTo>
                <a:cubicBezTo>
                  <a:pt x="4666036" y="591548"/>
                  <a:pt x="4677531" y="603042"/>
                  <a:pt x="4677531" y="617207"/>
                </a:cubicBezTo>
                <a:cubicBezTo>
                  <a:pt x="4677531" y="631372"/>
                  <a:pt x="4666036" y="642865"/>
                  <a:pt x="4651872" y="642865"/>
                </a:cubicBezTo>
                <a:cubicBezTo>
                  <a:pt x="4637706" y="642865"/>
                  <a:pt x="4626213" y="631372"/>
                  <a:pt x="4626213" y="617207"/>
                </a:cubicBezTo>
                <a:cubicBezTo>
                  <a:pt x="4626213" y="603042"/>
                  <a:pt x="4637706" y="591548"/>
                  <a:pt x="4651872" y="591548"/>
                </a:cubicBezTo>
                <a:close/>
                <a:moveTo>
                  <a:pt x="2340249" y="591548"/>
                </a:moveTo>
                <a:cubicBezTo>
                  <a:pt x="2354413" y="591548"/>
                  <a:pt x="2365908" y="603042"/>
                  <a:pt x="2365908" y="617207"/>
                </a:cubicBezTo>
                <a:cubicBezTo>
                  <a:pt x="2365908" y="631372"/>
                  <a:pt x="2354413" y="642865"/>
                  <a:pt x="2340249" y="642865"/>
                </a:cubicBezTo>
                <a:cubicBezTo>
                  <a:pt x="2326084" y="642865"/>
                  <a:pt x="2314590" y="631372"/>
                  <a:pt x="2314590" y="617207"/>
                </a:cubicBezTo>
                <a:cubicBezTo>
                  <a:pt x="2314590" y="603042"/>
                  <a:pt x="2326084" y="591548"/>
                  <a:pt x="2340249" y="591548"/>
                </a:cubicBezTo>
                <a:close/>
                <a:moveTo>
                  <a:pt x="2147633" y="591548"/>
                </a:moveTo>
                <a:cubicBezTo>
                  <a:pt x="2161798" y="591548"/>
                  <a:pt x="2173293" y="603042"/>
                  <a:pt x="2173293" y="617207"/>
                </a:cubicBezTo>
                <a:cubicBezTo>
                  <a:pt x="2173293" y="631372"/>
                  <a:pt x="2161798" y="642865"/>
                  <a:pt x="2147633" y="642865"/>
                </a:cubicBezTo>
                <a:cubicBezTo>
                  <a:pt x="2133469" y="642865"/>
                  <a:pt x="2121975" y="631372"/>
                  <a:pt x="2121975" y="617207"/>
                </a:cubicBezTo>
                <a:cubicBezTo>
                  <a:pt x="2121975" y="603042"/>
                  <a:pt x="2133469" y="591548"/>
                  <a:pt x="2147633" y="591548"/>
                </a:cubicBezTo>
                <a:close/>
                <a:moveTo>
                  <a:pt x="2083427" y="591548"/>
                </a:moveTo>
                <a:cubicBezTo>
                  <a:pt x="2097592" y="591548"/>
                  <a:pt x="2109087" y="603042"/>
                  <a:pt x="2109087" y="617207"/>
                </a:cubicBezTo>
                <a:cubicBezTo>
                  <a:pt x="2109087" y="631372"/>
                  <a:pt x="2097592" y="642865"/>
                  <a:pt x="2083427" y="642865"/>
                </a:cubicBezTo>
                <a:cubicBezTo>
                  <a:pt x="2069262" y="642865"/>
                  <a:pt x="2057768" y="631372"/>
                  <a:pt x="2057768" y="617207"/>
                </a:cubicBezTo>
                <a:cubicBezTo>
                  <a:pt x="2057768" y="603042"/>
                  <a:pt x="2069262" y="591548"/>
                  <a:pt x="2083427" y="591548"/>
                </a:cubicBezTo>
                <a:close/>
                <a:moveTo>
                  <a:pt x="1955016" y="591548"/>
                </a:moveTo>
                <a:cubicBezTo>
                  <a:pt x="1969181" y="591548"/>
                  <a:pt x="1980676" y="603042"/>
                  <a:pt x="1980676" y="617207"/>
                </a:cubicBezTo>
                <a:cubicBezTo>
                  <a:pt x="1980676" y="631372"/>
                  <a:pt x="1969181" y="642865"/>
                  <a:pt x="1955016" y="642865"/>
                </a:cubicBezTo>
                <a:cubicBezTo>
                  <a:pt x="1940851" y="642865"/>
                  <a:pt x="1929358" y="631372"/>
                  <a:pt x="1929358" y="617207"/>
                </a:cubicBezTo>
                <a:cubicBezTo>
                  <a:pt x="1929358" y="603042"/>
                  <a:pt x="1940851" y="591548"/>
                  <a:pt x="1955016" y="591548"/>
                </a:cubicBezTo>
                <a:close/>
                <a:moveTo>
                  <a:pt x="1890696" y="591548"/>
                </a:moveTo>
                <a:cubicBezTo>
                  <a:pt x="1904860" y="591548"/>
                  <a:pt x="1916355" y="603042"/>
                  <a:pt x="1916355" y="617207"/>
                </a:cubicBezTo>
                <a:cubicBezTo>
                  <a:pt x="1916355" y="631372"/>
                  <a:pt x="1904860" y="642865"/>
                  <a:pt x="1890696" y="642865"/>
                </a:cubicBezTo>
                <a:cubicBezTo>
                  <a:pt x="1876531" y="642865"/>
                  <a:pt x="1865037" y="631372"/>
                  <a:pt x="1865037" y="617207"/>
                </a:cubicBezTo>
                <a:cubicBezTo>
                  <a:pt x="1865037" y="603042"/>
                  <a:pt x="1876531" y="591548"/>
                  <a:pt x="1890696" y="591548"/>
                </a:cubicBezTo>
                <a:close/>
                <a:moveTo>
                  <a:pt x="11970691" y="537211"/>
                </a:moveTo>
                <a:cubicBezTo>
                  <a:pt x="11977773" y="537211"/>
                  <a:pt x="11983579" y="543016"/>
                  <a:pt x="11983579" y="550099"/>
                </a:cubicBezTo>
                <a:cubicBezTo>
                  <a:pt x="11983579" y="557181"/>
                  <a:pt x="11977889" y="562987"/>
                  <a:pt x="11970691" y="562987"/>
                </a:cubicBezTo>
                <a:cubicBezTo>
                  <a:pt x="11963609" y="562987"/>
                  <a:pt x="11957803" y="557297"/>
                  <a:pt x="11957803" y="550099"/>
                </a:cubicBezTo>
                <a:cubicBezTo>
                  <a:pt x="11957803" y="543016"/>
                  <a:pt x="11963493" y="537211"/>
                  <a:pt x="11970691" y="537211"/>
                </a:cubicBezTo>
                <a:close/>
                <a:moveTo>
                  <a:pt x="11325553" y="537211"/>
                </a:moveTo>
                <a:cubicBezTo>
                  <a:pt x="11332752" y="537211"/>
                  <a:pt x="11338441" y="543016"/>
                  <a:pt x="11338441" y="550099"/>
                </a:cubicBezTo>
                <a:cubicBezTo>
                  <a:pt x="11338441" y="557181"/>
                  <a:pt x="11332752" y="562987"/>
                  <a:pt x="11325553" y="562987"/>
                </a:cubicBezTo>
                <a:cubicBezTo>
                  <a:pt x="11318471" y="562987"/>
                  <a:pt x="11312667" y="557297"/>
                  <a:pt x="11312667" y="550099"/>
                </a:cubicBezTo>
                <a:cubicBezTo>
                  <a:pt x="11312667" y="543016"/>
                  <a:pt x="11318356" y="537211"/>
                  <a:pt x="11325553" y="537211"/>
                </a:cubicBezTo>
                <a:close/>
                <a:moveTo>
                  <a:pt x="11197259" y="537211"/>
                </a:moveTo>
                <a:cubicBezTo>
                  <a:pt x="11204378" y="537211"/>
                  <a:pt x="11210147" y="542981"/>
                  <a:pt x="11210147" y="550099"/>
                </a:cubicBezTo>
                <a:cubicBezTo>
                  <a:pt x="11210147" y="557217"/>
                  <a:pt x="11204378" y="562987"/>
                  <a:pt x="11197259" y="562987"/>
                </a:cubicBezTo>
                <a:cubicBezTo>
                  <a:pt x="11190143" y="562987"/>
                  <a:pt x="11184374" y="557217"/>
                  <a:pt x="11184374" y="550099"/>
                </a:cubicBezTo>
                <a:cubicBezTo>
                  <a:pt x="11184374" y="542981"/>
                  <a:pt x="11190143" y="537211"/>
                  <a:pt x="11197259" y="537211"/>
                </a:cubicBezTo>
                <a:close/>
                <a:moveTo>
                  <a:pt x="10683501" y="537211"/>
                </a:moveTo>
                <a:cubicBezTo>
                  <a:pt x="10690620" y="537211"/>
                  <a:pt x="10696389" y="542981"/>
                  <a:pt x="10696389" y="550099"/>
                </a:cubicBezTo>
                <a:cubicBezTo>
                  <a:pt x="10696389" y="557217"/>
                  <a:pt x="10690620" y="562987"/>
                  <a:pt x="10683501" y="562987"/>
                </a:cubicBezTo>
                <a:cubicBezTo>
                  <a:pt x="10676385" y="562987"/>
                  <a:pt x="10670613" y="557217"/>
                  <a:pt x="10670613" y="550099"/>
                </a:cubicBezTo>
                <a:cubicBezTo>
                  <a:pt x="10670613" y="542981"/>
                  <a:pt x="10676385" y="537211"/>
                  <a:pt x="10683501" y="537211"/>
                </a:cubicBezTo>
                <a:close/>
                <a:moveTo>
                  <a:pt x="10555092" y="537211"/>
                </a:moveTo>
                <a:cubicBezTo>
                  <a:pt x="10562174" y="537211"/>
                  <a:pt x="10567978" y="543016"/>
                  <a:pt x="10567978" y="550099"/>
                </a:cubicBezTo>
                <a:cubicBezTo>
                  <a:pt x="10567978" y="557181"/>
                  <a:pt x="10562289" y="562987"/>
                  <a:pt x="10555092" y="562987"/>
                </a:cubicBezTo>
                <a:cubicBezTo>
                  <a:pt x="10548009" y="562987"/>
                  <a:pt x="10542204" y="557297"/>
                  <a:pt x="10542204" y="550099"/>
                </a:cubicBezTo>
                <a:cubicBezTo>
                  <a:pt x="10542204" y="543016"/>
                  <a:pt x="10547893" y="537211"/>
                  <a:pt x="10555092" y="537211"/>
                </a:cubicBezTo>
                <a:close/>
                <a:moveTo>
                  <a:pt x="10105654" y="537211"/>
                </a:moveTo>
                <a:cubicBezTo>
                  <a:pt x="10112773" y="537211"/>
                  <a:pt x="10118542" y="542981"/>
                  <a:pt x="10118542" y="550099"/>
                </a:cubicBezTo>
                <a:cubicBezTo>
                  <a:pt x="10118542" y="557217"/>
                  <a:pt x="10112773" y="562987"/>
                  <a:pt x="10105654" y="562987"/>
                </a:cubicBezTo>
                <a:cubicBezTo>
                  <a:pt x="10098538" y="562987"/>
                  <a:pt x="10092766" y="557217"/>
                  <a:pt x="10092766" y="550099"/>
                </a:cubicBezTo>
                <a:cubicBezTo>
                  <a:pt x="10092766" y="542981"/>
                  <a:pt x="10098538" y="537211"/>
                  <a:pt x="10105654" y="537211"/>
                </a:cubicBezTo>
                <a:close/>
                <a:moveTo>
                  <a:pt x="8564495" y="537211"/>
                </a:moveTo>
                <a:cubicBezTo>
                  <a:pt x="8571614" y="537211"/>
                  <a:pt x="8577383" y="542981"/>
                  <a:pt x="8577383" y="550099"/>
                </a:cubicBezTo>
                <a:cubicBezTo>
                  <a:pt x="8577383" y="557217"/>
                  <a:pt x="8571614" y="562987"/>
                  <a:pt x="8564495" y="562987"/>
                </a:cubicBezTo>
                <a:cubicBezTo>
                  <a:pt x="8557376" y="562987"/>
                  <a:pt x="8551607" y="557217"/>
                  <a:pt x="8551607" y="550099"/>
                </a:cubicBezTo>
                <a:cubicBezTo>
                  <a:pt x="8551607" y="542981"/>
                  <a:pt x="8557376" y="537211"/>
                  <a:pt x="8564495" y="537211"/>
                </a:cubicBezTo>
                <a:close/>
                <a:moveTo>
                  <a:pt x="8050737" y="537211"/>
                </a:moveTo>
                <a:cubicBezTo>
                  <a:pt x="8057936" y="537211"/>
                  <a:pt x="8063625" y="543016"/>
                  <a:pt x="8063625" y="550099"/>
                </a:cubicBezTo>
                <a:cubicBezTo>
                  <a:pt x="8063625" y="557181"/>
                  <a:pt x="8057936" y="562987"/>
                  <a:pt x="8050737" y="562987"/>
                </a:cubicBezTo>
                <a:cubicBezTo>
                  <a:pt x="8043653" y="562987"/>
                  <a:pt x="8037849" y="557297"/>
                  <a:pt x="8037849" y="550099"/>
                </a:cubicBezTo>
                <a:cubicBezTo>
                  <a:pt x="8037849" y="543016"/>
                  <a:pt x="8043538" y="537211"/>
                  <a:pt x="8050737" y="537211"/>
                </a:cubicBezTo>
                <a:close/>
                <a:moveTo>
                  <a:pt x="7794032" y="537211"/>
                </a:moveTo>
                <a:cubicBezTo>
                  <a:pt x="7801148" y="537211"/>
                  <a:pt x="7806920" y="542981"/>
                  <a:pt x="7806920" y="550099"/>
                </a:cubicBezTo>
                <a:cubicBezTo>
                  <a:pt x="7806920" y="557217"/>
                  <a:pt x="7801148" y="562987"/>
                  <a:pt x="7794032" y="562987"/>
                </a:cubicBezTo>
                <a:cubicBezTo>
                  <a:pt x="7786914" y="562987"/>
                  <a:pt x="7781144" y="557217"/>
                  <a:pt x="7781144" y="550099"/>
                </a:cubicBezTo>
                <a:cubicBezTo>
                  <a:pt x="7781144" y="542981"/>
                  <a:pt x="7786914" y="537211"/>
                  <a:pt x="7794032" y="537211"/>
                </a:cubicBezTo>
                <a:close/>
                <a:moveTo>
                  <a:pt x="7151863" y="537211"/>
                </a:moveTo>
                <a:cubicBezTo>
                  <a:pt x="7158981" y="537211"/>
                  <a:pt x="7164751" y="542981"/>
                  <a:pt x="7164751" y="550099"/>
                </a:cubicBezTo>
                <a:cubicBezTo>
                  <a:pt x="7164751" y="557217"/>
                  <a:pt x="7158981" y="562987"/>
                  <a:pt x="7151863" y="562987"/>
                </a:cubicBezTo>
                <a:cubicBezTo>
                  <a:pt x="7144744" y="562987"/>
                  <a:pt x="7138975" y="557217"/>
                  <a:pt x="7138975" y="550099"/>
                </a:cubicBezTo>
                <a:cubicBezTo>
                  <a:pt x="7138975" y="542981"/>
                  <a:pt x="7144744" y="537211"/>
                  <a:pt x="7151863" y="537211"/>
                </a:cubicBezTo>
                <a:close/>
                <a:moveTo>
                  <a:pt x="6894925" y="537211"/>
                </a:moveTo>
                <a:cubicBezTo>
                  <a:pt x="6902124" y="537211"/>
                  <a:pt x="6907813" y="543016"/>
                  <a:pt x="6907813" y="550099"/>
                </a:cubicBezTo>
                <a:cubicBezTo>
                  <a:pt x="6907813" y="557181"/>
                  <a:pt x="6902124" y="562987"/>
                  <a:pt x="6894925" y="562987"/>
                </a:cubicBezTo>
                <a:cubicBezTo>
                  <a:pt x="6887844" y="562987"/>
                  <a:pt x="6882040" y="557297"/>
                  <a:pt x="6882040" y="550099"/>
                </a:cubicBezTo>
                <a:cubicBezTo>
                  <a:pt x="6882040" y="543016"/>
                  <a:pt x="6887726" y="537211"/>
                  <a:pt x="6894925" y="537211"/>
                </a:cubicBezTo>
                <a:close/>
                <a:moveTo>
                  <a:pt x="6252873" y="537211"/>
                </a:moveTo>
                <a:cubicBezTo>
                  <a:pt x="6259955" y="537211"/>
                  <a:pt x="6265761" y="543016"/>
                  <a:pt x="6265761" y="550099"/>
                </a:cubicBezTo>
                <a:cubicBezTo>
                  <a:pt x="6265761" y="557181"/>
                  <a:pt x="6260072" y="562987"/>
                  <a:pt x="6252873" y="562987"/>
                </a:cubicBezTo>
                <a:cubicBezTo>
                  <a:pt x="6245792" y="562987"/>
                  <a:pt x="6239985" y="557297"/>
                  <a:pt x="6239985" y="550099"/>
                </a:cubicBezTo>
                <a:cubicBezTo>
                  <a:pt x="6239985" y="543016"/>
                  <a:pt x="6245674" y="537211"/>
                  <a:pt x="6252873" y="537211"/>
                </a:cubicBezTo>
                <a:close/>
                <a:moveTo>
                  <a:pt x="5614950" y="537211"/>
                </a:moveTo>
                <a:cubicBezTo>
                  <a:pt x="5622149" y="537211"/>
                  <a:pt x="5627837" y="543016"/>
                  <a:pt x="5627837" y="550099"/>
                </a:cubicBezTo>
                <a:cubicBezTo>
                  <a:pt x="5627837" y="557181"/>
                  <a:pt x="5622149" y="562987"/>
                  <a:pt x="5614950" y="562987"/>
                </a:cubicBezTo>
                <a:cubicBezTo>
                  <a:pt x="5607869" y="562987"/>
                  <a:pt x="5602062" y="557297"/>
                  <a:pt x="5602062" y="550099"/>
                </a:cubicBezTo>
                <a:cubicBezTo>
                  <a:pt x="5602062" y="543016"/>
                  <a:pt x="5607752" y="537211"/>
                  <a:pt x="5614950" y="537211"/>
                </a:cubicBezTo>
                <a:close/>
                <a:moveTo>
                  <a:pt x="5486655" y="537211"/>
                </a:moveTo>
                <a:cubicBezTo>
                  <a:pt x="5493773" y="537211"/>
                  <a:pt x="5499543" y="542981"/>
                  <a:pt x="5499543" y="550099"/>
                </a:cubicBezTo>
                <a:cubicBezTo>
                  <a:pt x="5499543" y="557217"/>
                  <a:pt x="5493773" y="562987"/>
                  <a:pt x="5486655" y="562987"/>
                </a:cubicBezTo>
                <a:cubicBezTo>
                  <a:pt x="5479539" y="562987"/>
                  <a:pt x="5473769" y="557217"/>
                  <a:pt x="5473769" y="550099"/>
                </a:cubicBezTo>
                <a:cubicBezTo>
                  <a:pt x="5473769" y="542981"/>
                  <a:pt x="5479539" y="537211"/>
                  <a:pt x="5486655" y="537211"/>
                </a:cubicBezTo>
                <a:close/>
                <a:moveTo>
                  <a:pt x="4972896" y="537211"/>
                </a:moveTo>
                <a:cubicBezTo>
                  <a:pt x="4980015" y="537211"/>
                  <a:pt x="4985785" y="542981"/>
                  <a:pt x="4985785" y="550099"/>
                </a:cubicBezTo>
                <a:cubicBezTo>
                  <a:pt x="4985785" y="557217"/>
                  <a:pt x="4980015" y="562987"/>
                  <a:pt x="4972896" y="562987"/>
                </a:cubicBezTo>
                <a:cubicBezTo>
                  <a:pt x="4965781" y="562987"/>
                  <a:pt x="4960010" y="557217"/>
                  <a:pt x="4960010" y="550099"/>
                </a:cubicBezTo>
                <a:cubicBezTo>
                  <a:pt x="4960010" y="542981"/>
                  <a:pt x="4965781" y="537211"/>
                  <a:pt x="4972896" y="537211"/>
                </a:cubicBezTo>
                <a:close/>
                <a:moveTo>
                  <a:pt x="4844487" y="537211"/>
                </a:moveTo>
                <a:cubicBezTo>
                  <a:pt x="4851568" y="537211"/>
                  <a:pt x="4857374" y="543016"/>
                  <a:pt x="4857374" y="550099"/>
                </a:cubicBezTo>
                <a:cubicBezTo>
                  <a:pt x="4857374" y="557181"/>
                  <a:pt x="4851686" y="562987"/>
                  <a:pt x="4844487" y="562987"/>
                </a:cubicBezTo>
                <a:cubicBezTo>
                  <a:pt x="4837405" y="562987"/>
                  <a:pt x="4831598" y="557297"/>
                  <a:pt x="4831598" y="550099"/>
                </a:cubicBezTo>
                <a:cubicBezTo>
                  <a:pt x="4831598" y="543016"/>
                  <a:pt x="4837289" y="537211"/>
                  <a:pt x="4844487" y="537211"/>
                </a:cubicBezTo>
                <a:close/>
                <a:moveTo>
                  <a:pt x="4395050" y="537211"/>
                </a:moveTo>
                <a:cubicBezTo>
                  <a:pt x="4402168" y="537211"/>
                  <a:pt x="4407938" y="542981"/>
                  <a:pt x="4407938" y="550099"/>
                </a:cubicBezTo>
                <a:cubicBezTo>
                  <a:pt x="4407938" y="557217"/>
                  <a:pt x="4402168" y="562987"/>
                  <a:pt x="4395050" y="562987"/>
                </a:cubicBezTo>
                <a:cubicBezTo>
                  <a:pt x="4387934" y="562987"/>
                  <a:pt x="4382162" y="557217"/>
                  <a:pt x="4382162" y="550099"/>
                </a:cubicBezTo>
                <a:cubicBezTo>
                  <a:pt x="4382162" y="542981"/>
                  <a:pt x="4387934" y="537211"/>
                  <a:pt x="4395050" y="537211"/>
                </a:cubicBezTo>
                <a:close/>
                <a:moveTo>
                  <a:pt x="2853891" y="537211"/>
                </a:moveTo>
                <a:cubicBezTo>
                  <a:pt x="2861009" y="537211"/>
                  <a:pt x="2866779" y="542981"/>
                  <a:pt x="2866779" y="550099"/>
                </a:cubicBezTo>
                <a:cubicBezTo>
                  <a:pt x="2866779" y="557217"/>
                  <a:pt x="2861009" y="562987"/>
                  <a:pt x="2853891" y="562987"/>
                </a:cubicBezTo>
                <a:cubicBezTo>
                  <a:pt x="2846773" y="562987"/>
                  <a:pt x="2841003" y="557217"/>
                  <a:pt x="2841003" y="550099"/>
                </a:cubicBezTo>
                <a:cubicBezTo>
                  <a:pt x="2841003" y="542981"/>
                  <a:pt x="2846773" y="537211"/>
                  <a:pt x="2853891" y="537211"/>
                </a:cubicBezTo>
                <a:close/>
                <a:moveTo>
                  <a:pt x="2340133" y="537211"/>
                </a:moveTo>
                <a:cubicBezTo>
                  <a:pt x="2347331" y="537211"/>
                  <a:pt x="2353019" y="543016"/>
                  <a:pt x="2353019" y="550099"/>
                </a:cubicBezTo>
                <a:cubicBezTo>
                  <a:pt x="2353019" y="557181"/>
                  <a:pt x="2347331" y="562987"/>
                  <a:pt x="2340133" y="562987"/>
                </a:cubicBezTo>
                <a:cubicBezTo>
                  <a:pt x="2333051" y="562987"/>
                  <a:pt x="2327245" y="557297"/>
                  <a:pt x="2327245" y="550099"/>
                </a:cubicBezTo>
                <a:cubicBezTo>
                  <a:pt x="2327245" y="543016"/>
                  <a:pt x="2332935" y="537211"/>
                  <a:pt x="2340133" y="537211"/>
                </a:cubicBezTo>
                <a:close/>
                <a:moveTo>
                  <a:pt x="2083427" y="537211"/>
                </a:moveTo>
                <a:cubicBezTo>
                  <a:pt x="2090546" y="537211"/>
                  <a:pt x="2096314" y="542981"/>
                  <a:pt x="2096314" y="550099"/>
                </a:cubicBezTo>
                <a:cubicBezTo>
                  <a:pt x="2096314" y="557217"/>
                  <a:pt x="2090546" y="562987"/>
                  <a:pt x="2083427" y="562987"/>
                </a:cubicBezTo>
                <a:cubicBezTo>
                  <a:pt x="2076310" y="562987"/>
                  <a:pt x="2070540" y="557217"/>
                  <a:pt x="2070540" y="550099"/>
                </a:cubicBezTo>
                <a:cubicBezTo>
                  <a:pt x="2070540" y="542981"/>
                  <a:pt x="2076310" y="537211"/>
                  <a:pt x="2083427" y="537211"/>
                </a:cubicBezTo>
                <a:close/>
                <a:moveTo>
                  <a:pt x="1441258" y="537211"/>
                </a:moveTo>
                <a:cubicBezTo>
                  <a:pt x="1448377" y="537211"/>
                  <a:pt x="1454146" y="542981"/>
                  <a:pt x="1454146" y="550099"/>
                </a:cubicBezTo>
                <a:cubicBezTo>
                  <a:pt x="1454146" y="557217"/>
                  <a:pt x="1448377" y="562987"/>
                  <a:pt x="1441258" y="562987"/>
                </a:cubicBezTo>
                <a:cubicBezTo>
                  <a:pt x="1434141" y="562987"/>
                  <a:pt x="1428371" y="557217"/>
                  <a:pt x="1428371" y="550099"/>
                </a:cubicBezTo>
                <a:cubicBezTo>
                  <a:pt x="1428371" y="542981"/>
                  <a:pt x="1434141" y="537211"/>
                  <a:pt x="1441258" y="537211"/>
                </a:cubicBezTo>
                <a:close/>
                <a:moveTo>
                  <a:pt x="1184322" y="537211"/>
                </a:moveTo>
                <a:cubicBezTo>
                  <a:pt x="1191520" y="537211"/>
                  <a:pt x="1197209" y="543016"/>
                  <a:pt x="1197209" y="550099"/>
                </a:cubicBezTo>
                <a:cubicBezTo>
                  <a:pt x="1197209" y="557181"/>
                  <a:pt x="1191520" y="562987"/>
                  <a:pt x="1184322" y="562987"/>
                </a:cubicBezTo>
                <a:cubicBezTo>
                  <a:pt x="1177239" y="562987"/>
                  <a:pt x="1171435" y="557297"/>
                  <a:pt x="1171435" y="550099"/>
                </a:cubicBezTo>
                <a:cubicBezTo>
                  <a:pt x="1171435" y="543016"/>
                  <a:pt x="1177123" y="537211"/>
                  <a:pt x="1184322" y="537211"/>
                </a:cubicBezTo>
                <a:close/>
                <a:moveTo>
                  <a:pt x="542270" y="537211"/>
                </a:moveTo>
                <a:cubicBezTo>
                  <a:pt x="549351" y="537211"/>
                  <a:pt x="555157" y="543016"/>
                  <a:pt x="555157" y="550099"/>
                </a:cubicBezTo>
                <a:cubicBezTo>
                  <a:pt x="555157" y="557181"/>
                  <a:pt x="549469" y="562987"/>
                  <a:pt x="542270" y="562987"/>
                </a:cubicBezTo>
                <a:cubicBezTo>
                  <a:pt x="535188" y="562987"/>
                  <a:pt x="529382" y="557297"/>
                  <a:pt x="529382" y="550099"/>
                </a:cubicBezTo>
                <a:cubicBezTo>
                  <a:pt x="529382" y="543016"/>
                  <a:pt x="535071" y="537211"/>
                  <a:pt x="542270" y="537211"/>
                </a:cubicBezTo>
                <a:close/>
                <a:moveTo>
                  <a:pt x="10619297" y="524440"/>
                </a:moveTo>
                <a:cubicBezTo>
                  <a:pt x="10633462" y="524440"/>
                  <a:pt x="10644955" y="535934"/>
                  <a:pt x="10644955" y="550099"/>
                </a:cubicBezTo>
                <a:cubicBezTo>
                  <a:pt x="10644955" y="564263"/>
                  <a:pt x="10633462" y="575758"/>
                  <a:pt x="10619297" y="575758"/>
                </a:cubicBezTo>
                <a:cubicBezTo>
                  <a:pt x="10605132" y="575758"/>
                  <a:pt x="10593639" y="564263"/>
                  <a:pt x="10593639" y="550099"/>
                </a:cubicBezTo>
                <a:cubicBezTo>
                  <a:pt x="10593639" y="535934"/>
                  <a:pt x="10605132" y="524440"/>
                  <a:pt x="10619297" y="524440"/>
                </a:cubicBezTo>
                <a:close/>
                <a:moveTo>
                  <a:pt x="10362474" y="524440"/>
                </a:moveTo>
                <a:cubicBezTo>
                  <a:pt x="10376639" y="524440"/>
                  <a:pt x="10388135" y="535934"/>
                  <a:pt x="10388135" y="550099"/>
                </a:cubicBezTo>
                <a:cubicBezTo>
                  <a:pt x="10388135" y="564263"/>
                  <a:pt x="10376639" y="575758"/>
                  <a:pt x="10362474" y="575758"/>
                </a:cubicBezTo>
                <a:cubicBezTo>
                  <a:pt x="10348312" y="575758"/>
                  <a:pt x="10336816" y="564263"/>
                  <a:pt x="10336816" y="550099"/>
                </a:cubicBezTo>
                <a:cubicBezTo>
                  <a:pt x="10336816" y="535934"/>
                  <a:pt x="10348312" y="524440"/>
                  <a:pt x="10362474" y="524440"/>
                </a:cubicBezTo>
                <a:close/>
                <a:moveTo>
                  <a:pt x="7858237" y="524440"/>
                </a:moveTo>
                <a:cubicBezTo>
                  <a:pt x="7872402" y="524440"/>
                  <a:pt x="7883895" y="535934"/>
                  <a:pt x="7883895" y="550099"/>
                </a:cubicBezTo>
                <a:cubicBezTo>
                  <a:pt x="7883895" y="564263"/>
                  <a:pt x="7872402" y="575758"/>
                  <a:pt x="7858237" y="575758"/>
                </a:cubicBezTo>
                <a:cubicBezTo>
                  <a:pt x="7844072" y="575758"/>
                  <a:pt x="7832578" y="564263"/>
                  <a:pt x="7832578" y="550099"/>
                </a:cubicBezTo>
                <a:cubicBezTo>
                  <a:pt x="7832578" y="535934"/>
                  <a:pt x="7844072" y="524440"/>
                  <a:pt x="7858237" y="524440"/>
                </a:cubicBezTo>
                <a:close/>
                <a:moveTo>
                  <a:pt x="7665621" y="524440"/>
                </a:moveTo>
                <a:cubicBezTo>
                  <a:pt x="7679786" y="524440"/>
                  <a:pt x="7691279" y="535934"/>
                  <a:pt x="7691279" y="550099"/>
                </a:cubicBezTo>
                <a:cubicBezTo>
                  <a:pt x="7691279" y="564263"/>
                  <a:pt x="7679786" y="575758"/>
                  <a:pt x="7665621" y="575758"/>
                </a:cubicBezTo>
                <a:cubicBezTo>
                  <a:pt x="7651456" y="575758"/>
                  <a:pt x="7639963" y="564263"/>
                  <a:pt x="7639963" y="550099"/>
                </a:cubicBezTo>
                <a:cubicBezTo>
                  <a:pt x="7639963" y="535934"/>
                  <a:pt x="7651456" y="524440"/>
                  <a:pt x="7665621" y="524440"/>
                </a:cubicBezTo>
                <a:close/>
                <a:moveTo>
                  <a:pt x="7601299" y="524440"/>
                </a:moveTo>
                <a:cubicBezTo>
                  <a:pt x="7615464" y="524440"/>
                  <a:pt x="7626959" y="535934"/>
                  <a:pt x="7626959" y="550099"/>
                </a:cubicBezTo>
                <a:cubicBezTo>
                  <a:pt x="7626959" y="564263"/>
                  <a:pt x="7615464" y="575758"/>
                  <a:pt x="7601299" y="575758"/>
                </a:cubicBezTo>
                <a:cubicBezTo>
                  <a:pt x="7587134" y="575758"/>
                  <a:pt x="7575640" y="564263"/>
                  <a:pt x="7575640" y="550099"/>
                </a:cubicBezTo>
                <a:cubicBezTo>
                  <a:pt x="7575640" y="535934"/>
                  <a:pt x="7587134" y="524440"/>
                  <a:pt x="7601299" y="524440"/>
                </a:cubicBezTo>
                <a:close/>
                <a:moveTo>
                  <a:pt x="4908693" y="524440"/>
                </a:moveTo>
                <a:cubicBezTo>
                  <a:pt x="4922857" y="524440"/>
                  <a:pt x="4934352" y="535934"/>
                  <a:pt x="4934352" y="550099"/>
                </a:cubicBezTo>
                <a:cubicBezTo>
                  <a:pt x="4934352" y="564263"/>
                  <a:pt x="4922857" y="575758"/>
                  <a:pt x="4908693" y="575758"/>
                </a:cubicBezTo>
                <a:cubicBezTo>
                  <a:pt x="4894527" y="575758"/>
                  <a:pt x="4883033" y="564263"/>
                  <a:pt x="4883033" y="550099"/>
                </a:cubicBezTo>
                <a:cubicBezTo>
                  <a:pt x="4883033" y="535934"/>
                  <a:pt x="4894527" y="524440"/>
                  <a:pt x="4908693" y="524440"/>
                </a:cubicBezTo>
                <a:close/>
                <a:moveTo>
                  <a:pt x="4651872" y="524440"/>
                </a:moveTo>
                <a:cubicBezTo>
                  <a:pt x="4666036" y="524440"/>
                  <a:pt x="4677531" y="535934"/>
                  <a:pt x="4677531" y="550099"/>
                </a:cubicBezTo>
                <a:cubicBezTo>
                  <a:pt x="4677531" y="564263"/>
                  <a:pt x="4666036" y="575758"/>
                  <a:pt x="4651872" y="575758"/>
                </a:cubicBezTo>
                <a:cubicBezTo>
                  <a:pt x="4637706" y="575758"/>
                  <a:pt x="4626213" y="564263"/>
                  <a:pt x="4626213" y="550099"/>
                </a:cubicBezTo>
                <a:cubicBezTo>
                  <a:pt x="4626213" y="535934"/>
                  <a:pt x="4637706" y="524440"/>
                  <a:pt x="4651872" y="524440"/>
                </a:cubicBezTo>
                <a:close/>
                <a:moveTo>
                  <a:pt x="2147633" y="524440"/>
                </a:moveTo>
                <a:cubicBezTo>
                  <a:pt x="2161798" y="524440"/>
                  <a:pt x="2173293" y="535934"/>
                  <a:pt x="2173293" y="550099"/>
                </a:cubicBezTo>
                <a:cubicBezTo>
                  <a:pt x="2173293" y="564263"/>
                  <a:pt x="2161798" y="575758"/>
                  <a:pt x="2147633" y="575758"/>
                </a:cubicBezTo>
                <a:cubicBezTo>
                  <a:pt x="2133469" y="575758"/>
                  <a:pt x="2121975" y="564263"/>
                  <a:pt x="2121975" y="550099"/>
                </a:cubicBezTo>
                <a:cubicBezTo>
                  <a:pt x="2121975" y="535934"/>
                  <a:pt x="2133469" y="524440"/>
                  <a:pt x="2147633" y="524440"/>
                </a:cubicBezTo>
                <a:close/>
                <a:moveTo>
                  <a:pt x="1955016" y="524440"/>
                </a:moveTo>
                <a:cubicBezTo>
                  <a:pt x="1969181" y="524440"/>
                  <a:pt x="1980676" y="535934"/>
                  <a:pt x="1980676" y="550099"/>
                </a:cubicBezTo>
                <a:cubicBezTo>
                  <a:pt x="1980676" y="564263"/>
                  <a:pt x="1969181" y="575758"/>
                  <a:pt x="1955016" y="575758"/>
                </a:cubicBezTo>
                <a:cubicBezTo>
                  <a:pt x="1940851" y="575758"/>
                  <a:pt x="1929358" y="564263"/>
                  <a:pt x="1929358" y="550099"/>
                </a:cubicBezTo>
                <a:cubicBezTo>
                  <a:pt x="1929358" y="535934"/>
                  <a:pt x="1940851" y="524440"/>
                  <a:pt x="1955016" y="524440"/>
                </a:cubicBezTo>
                <a:close/>
                <a:moveTo>
                  <a:pt x="1890696" y="524440"/>
                </a:moveTo>
                <a:cubicBezTo>
                  <a:pt x="1904860" y="524440"/>
                  <a:pt x="1916355" y="535934"/>
                  <a:pt x="1916355" y="550099"/>
                </a:cubicBezTo>
                <a:cubicBezTo>
                  <a:pt x="1916355" y="564263"/>
                  <a:pt x="1904860" y="575758"/>
                  <a:pt x="1890696" y="575758"/>
                </a:cubicBezTo>
                <a:cubicBezTo>
                  <a:pt x="1876531" y="575758"/>
                  <a:pt x="1865037" y="564263"/>
                  <a:pt x="1865037" y="550099"/>
                </a:cubicBezTo>
                <a:cubicBezTo>
                  <a:pt x="1865037" y="535934"/>
                  <a:pt x="1876531" y="524440"/>
                  <a:pt x="1890696" y="524440"/>
                </a:cubicBezTo>
                <a:close/>
                <a:moveTo>
                  <a:pt x="11197259" y="469987"/>
                </a:moveTo>
                <a:cubicBezTo>
                  <a:pt x="11204378" y="469987"/>
                  <a:pt x="11210147" y="475757"/>
                  <a:pt x="11210147" y="482875"/>
                </a:cubicBezTo>
                <a:cubicBezTo>
                  <a:pt x="11210147" y="489992"/>
                  <a:pt x="11204378" y="495762"/>
                  <a:pt x="11197259" y="495762"/>
                </a:cubicBezTo>
                <a:cubicBezTo>
                  <a:pt x="11190143" y="495762"/>
                  <a:pt x="11184374" y="489992"/>
                  <a:pt x="11184374" y="482875"/>
                </a:cubicBezTo>
                <a:cubicBezTo>
                  <a:pt x="11184374" y="475757"/>
                  <a:pt x="11190143" y="469987"/>
                  <a:pt x="11197259" y="469987"/>
                </a:cubicBezTo>
                <a:close/>
                <a:moveTo>
                  <a:pt x="10683501" y="469987"/>
                </a:moveTo>
                <a:cubicBezTo>
                  <a:pt x="10690620" y="469987"/>
                  <a:pt x="10696389" y="475757"/>
                  <a:pt x="10696389" y="482875"/>
                </a:cubicBezTo>
                <a:cubicBezTo>
                  <a:pt x="10696389" y="489992"/>
                  <a:pt x="10690620" y="495762"/>
                  <a:pt x="10683501" y="495762"/>
                </a:cubicBezTo>
                <a:cubicBezTo>
                  <a:pt x="10676385" y="495762"/>
                  <a:pt x="10670613" y="489992"/>
                  <a:pt x="10670613" y="482875"/>
                </a:cubicBezTo>
                <a:cubicBezTo>
                  <a:pt x="10670613" y="475757"/>
                  <a:pt x="10676385" y="469987"/>
                  <a:pt x="10683501" y="469987"/>
                </a:cubicBezTo>
                <a:close/>
                <a:moveTo>
                  <a:pt x="8564495" y="469987"/>
                </a:moveTo>
                <a:cubicBezTo>
                  <a:pt x="8571614" y="469987"/>
                  <a:pt x="8577383" y="475757"/>
                  <a:pt x="8577383" y="482875"/>
                </a:cubicBezTo>
                <a:cubicBezTo>
                  <a:pt x="8577383" y="489992"/>
                  <a:pt x="8571614" y="495762"/>
                  <a:pt x="8564495" y="495762"/>
                </a:cubicBezTo>
                <a:cubicBezTo>
                  <a:pt x="8557376" y="495762"/>
                  <a:pt x="8551607" y="489992"/>
                  <a:pt x="8551607" y="482875"/>
                </a:cubicBezTo>
                <a:cubicBezTo>
                  <a:pt x="8551607" y="475757"/>
                  <a:pt x="8557376" y="469987"/>
                  <a:pt x="8564495" y="469987"/>
                </a:cubicBezTo>
                <a:close/>
                <a:moveTo>
                  <a:pt x="8050737" y="469987"/>
                </a:moveTo>
                <a:cubicBezTo>
                  <a:pt x="8057936" y="470104"/>
                  <a:pt x="8063625" y="475793"/>
                  <a:pt x="8063625" y="482875"/>
                </a:cubicBezTo>
                <a:cubicBezTo>
                  <a:pt x="8063625" y="489957"/>
                  <a:pt x="8057936" y="495762"/>
                  <a:pt x="8050737" y="495762"/>
                </a:cubicBezTo>
                <a:cubicBezTo>
                  <a:pt x="8043653" y="495762"/>
                  <a:pt x="8037849" y="490073"/>
                  <a:pt x="8037849" y="482875"/>
                </a:cubicBezTo>
                <a:cubicBezTo>
                  <a:pt x="8037849" y="475793"/>
                  <a:pt x="8043538" y="469987"/>
                  <a:pt x="8050737" y="469987"/>
                </a:cubicBezTo>
                <a:close/>
                <a:moveTo>
                  <a:pt x="7858237" y="469987"/>
                </a:moveTo>
                <a:cubicBezTo>
                  <a:pt x="7865355" y="469987"/>
                  <a:pt x="7871124" y="475757"/>
                  <a:pt x="7871124" y="482875"/>
                </a:cubicBezTo>
                <a:cubicBezTo>
                  <a:pt x="7871124" y="489992"/>
                  <a:pt x="7865355" y="495762"/>
                  <a:pt x="7858237" y="495762"/>
                </a:cubicBezTo>
                <a:cubicBezTo>
                  <a:pt x="7851118" y="495762"/>
                  <a:pt x="7845349" y="489992"/>
                  <a:pt x="7845349" y="482875"/>
                </a:cubicBezTo>
                <a:cubicBezTo>
                  <a:pt x="7845349" y="475757"/>
                  <a:pt x="7851118" y="469987"/>
                  <a:pt x="7858237" y="469987"/>
                </a:cubicBezTo>
                <a:close/>
                <a:moveTo>
                  <a:pt x="7794032" y="469987"/>
                </a:moveTo>
                <a:cubicBezTo>
                  <a:pt x="7801148" y="469987"/>
                  <a:pt x="7806920" y="475757"/>
                  <a:pt x="7806920" y="482875"/>
                </a:cubicBezTo>
                <a:cubicBezTo>
                  <a:pt x="7806920" y="489992"/>
                  <a:pt x="7801148" y="495762"/>
                  <a:pt x="7794032" y="495762"/>
                </a:cubicBezTo>
                <a:cubicBezTo>
                  <a:pt x="7786914" y="495762"/>
                  <a:pt x="7781144" y="489992"/>
                  <a:pt x="7781144" y="482875"/>
                </a:cubicBezTo>
                <a:cubicBezTo>
                  <a:pt x="7781144" y="475757"/>
                  <a:pt x="7786914" y="469987"/>
                  <a:pt x="7794032" y="469987"/>
                </a:cubicBezTo>
                <a:close/>
                <a:moveTo>
                  <a:pt x="5486655" y="469987"/>
                </a:moveTo>
                <a:cubicBezTo>
                  <a:pt x="5493773" y="469987"/>
                  <a:pt x="5499543" y="475757"/>
                  <a:pt x="5499543" y="482875"/>
                </a:cubicBezTo>
                <a:cubicBezTo>
                  <a:pt x="5499543" y="489992"/>
                  <a:pt x="5493773" y="495762"/>
                  <a:pt x="5486655" y="495762"/>
                </a:cubicBezTo>
                <a:cubicBezTo>
                  <a:pt x="5479539" y="495762"/>
                  <a:pt x="5473769" y="489992"/>
                  <a:pt x="5473769" y="482875"/>
                </a:cubicBezTo>
                <a:cubicBezTo>
                  <a:pt x="5473769" y="475757"/>
                  <a:pt x="5479539" y="469987"/>
                  <a:pt x="5486655" y="469987"/>
                </a:cubicBezTo>
                <a:close/>
                <a:moveTo>
                  <a:pt x="4972896" y="469987"/>
                </a:moveTo>
                <a:cubicBezTo>
                  <a:pt x="4980015" y="469987"/>
                  <a:pt x="4985785" y="475757"/>
                  <a:pt x="4985785" y="482875"/>
                </a:cubicBezTo>
                <a:cubicBezTo>
                  <a:pt x="4985785" y="489992"/>
                  <a:pt x="4980015" y="495762"/>
                  <a:pt x="4972896" y="495762"/>
                </a:cubicBezTo>
                <a:cubicBezTo>
                  <a:pt x="4965781" y="495762"/>
                  <a:pt x="4960010" y="489992"/>
                  <a:pt x="4960010" y="482875"/>
                </a:cubicBezTo>
                <a:cubicBezTo>
                  <a:pt x="4960010" y="475757"/>
                  <a:pt x="4965781" y="469987"/>
                  <a:pt x="4972896" y="469987"/>
                </a:cubicBezTo>
                <a:close/>
                <a:moveTo>
                  <a:pt x="2853891" y="469987"/>
                </a:moveTo>
                <a:cubicBezTo>
                  <a:pt x="2861009" y="469987"/>
                  <a:pt x="2866779" y="475757"/>
                  <a:pt x="2866779" y="482875"/>
                </a:cubicBezTo>
                <a:cubicBezTo>
                  <a:pt x="2866779" y="489992"/>
                  <a:pt x="2861009" y="495762"/>
                  <a:pt x="2853891" y="495762"/>
                </a:cubicBezTo>
                <a:cubicBezTo>
                  <a:pt x="2846773" y="495762"/>
                  <a:pt x="2841003" y="489992"/>
                  <a:pt x="2841003" y="482875"/>
                </a:cubicBezTo>
                <a:cubicBezTo>
                  <a:pt x="2841003" y="475757"/>
                  <a:pt x="2846773" y="469987"/>
                  <a:pt x="2853891" y="469987"/>
                </a:cubicBezTo>
                <a:close/>
                <a:moveTo>
                  <a:pt x="2340133" y="469987"/>
                </a:moveTo>
                <a:cubicBezTo>
                  <a:pt x="2347331" y="470104"/>
                  <a:pt x="2353019" y="475793"/>
                  <a:pt x="2353019" y="482875"/>
                </a:cubicBezTo>
                <a:cubicBezTo>
                  <a:pt x="2353019" y="489957"/>
                  <a:pt x="2347331" y="495762"/>
                  <a:pt x="2340133" y="495762"/>
                </a:cubicBezTo>
                <a:cubicBezTo>
                  <a:pt x="2333051" y="495762"/>
                  <a:pt x="2327245" y="490073"/>
                  <a:pt x="2327245" y="482875"/>
                </a:cubicBezTo>
                <a:cubicBezTo>
                  <a:pt x="2327245" y="475793"/>
                  <a:pt x="2332935" y="469987"/>
                  <a:pt x="2340133" y="469987"/>
                </a:cubicBezTo>
                <a:close/>
                <a:moveTo>
                  <a:pt x="2147633" y="469987"/>
                </a:moveTo>
                <a:cubicBezTo>
                  <a:pt x="2154750" y="469987"/>
                  <a:pt x="2160520" y="475757"/>
                  <a:pt x="2160520" y="482875"/>
                </a:cubicBezTo>
                <a:cubicBezTo>
                  <a:pt x="2160520" y="489992"/>
                  <a:pt x="2154750" y="495762"/>
                  <a:pt x="2147633" y="495762"/>
                </a:cubicBezTo>
                <a:cubicBezTo>
                  <a:pt x="2140515" y="495762"/>
                  <a:pt x="2134746" y="489992"/>
                  <a:pt x="2134746" y="482875"/>
                </a:cubicBezTo>
                <a:cubicBezTo>
                  <a:pt x="2134746" y="475757"/>
                  <a:pt x="2140515" y="469987"/>
                  <a:pt x="2147633" y="469987"/>
                </a:cubicBezTo>
                <a:close/>
                <a:moveTo>
                  <a:pt x="2083427" y="469987"/>
                </a:moveTo>
                <a:cubicBezTo>
                  <a:pt x="2090546" y="469987"/>
                  <a:pt x="2096314" y="475757"/>
                  <a:pt x="2096314" y="482875"/>
                </a:cubicBezTo>
                <a:cubicBezTo>
                  <a:pt x="2096314" y="489992"/>
                  <a:pt x="2090546" y="495762"/>
                  <a:pt x="2083427" y="495762"/>
                </a:cubicBezTo>
                <a:cubicBezTo>
                  <a:pt x="2076310" y="495762"/>
                  <a:pt x="2070540" y="489992"/>
                  <a:pt x="2070540" y="482875"/>
                </a:cubicBezTo>
                <a:cubicBezTo>
                  <a:pt x="2070540" y="475757"/>
                  <a:pt x="2076310" y="469987"/>
                  <a:pt x="2083427" y="469987"/>
                </a:cubicBezTo>
                <a:close/>
                <a:moveTo>
                  <a:pt x="10619297" y="457216"/>
                </a:moveTo>
                <a:cubicBezTo>
                  <a:pt x="10633462" y="457216"/>
                  <a:pt x="10644955" y="468710"/>
                  <a:pt x="10644955" y="482875"/>
                </a:cubicBezTo>
                <a:cubicBezTo>
                  <a:pt x="10644955" y="497040"/>
                  <a:pt x="10633462" y="508534"/>
                  <a:pt x="10619297" y="508534"/>
                </a:cubicBezTo>
                <a:cubicBezTo>
                  <a:pt x="10605132" y="508534"/>
                  <a:pt x="10593639" y="497040"/>
                  <a:pt x="10593639" y="482875"/>
                </a:cubicBezTo>
                <a:cubicBezTo>
                  <a:pt x="10593639" y="468710"/>
                  <a:pt x="10605132" y="457216"/>
                  <a:pt x="10619297" y="457216"/>
                </a:cubicBezTo>
                <a:close/>
                <a:moveTo>
                  <a:pt x="10362474" y="457216"/>
                </a:moveTo>
                <a:cubicBezTo>
                  <a:pt x="10376639" y="457216"/>
                  <a:pt x="10388135" y="468710"/>
                  <a:pt x="10388135" y="482875"/>
                </a:cubicBezTo>
                <a:cubicBezTo>
                  <a:pt x="10388135" y="497040"/>
                  <a:pt x="10376639" y="508534"/>
                  <a:pt x="10362474" y="508534"/>
                </a:cubicBezTo>
                <a:cubicBezTo>
                  <a:pt x="10348312" y="508534"/>
                  <a:pt x="10336816" y="497040"/>
                  <a:pt x="10336816" y="482875"/>
                </a:cubicBezTo>
                <a:cubicBezTo>
                  <a:pt x="10336816" y="468710"/>
                  <a:pt x="10348312" y="457216"/>
                  <a:pt x="10362474" y="457216"/>
                </a:cubicBezTo>
                <a:close/>
                <a:moveTo>
                  <a:pt x="7665621" y="457216"/>
                </a:moveTo>
                <a:cubicBezTo>
                  <a:pt x="7679786" y="457216"/>
                  <a:pt x="7691279" y="468710"/>
                  <a:pt x="7691279" y="482875"/>
                </a:cubicBezTo>
                <a:cubicBezTo>
                  <a:pt x="7691279" y="497040"/>
                  <a:pt x="7679786" y="508534"/>
                  <a:pt x="7665621" y="508534"/>
                </a:cubicBezTo>
                <a:cubicBezTo>
                  <a:pt x="7651456" y="508534"/>
                  <a:pt x="7639963" y="497040"/>
                  <a:pt x="7639963" y="482875"/>
                </a:cubicBezTo>
                <a:cubicBezTo>
                  <a:pt x="7639963" y="468710"/>
                  <a:pt x="7651456" y="457216"/>
                  <a:pt x="7665621" y="457216"/>
                </a:cubicBezTo>
                <a:close/>
                <a:moveTo>
                  <a:pt x="7601299" y="457216"/>
                </a:moveTo>
                <a:cubicBezTo>
                  <a:pt x="7615464" y="457216"/>
                  <a:pt x="7626959" y="468710"/>
                  <a:pt x="7626959" y="482875"/>
                </a:cubicBezTo>
                <a:cubicBezTo>
                  <a:pt x="7626959" y="497040"/>
                  <a:pt x="7615464" y="508534"/>
                  <a:pt x="7601299" y="508534"/>
                </a:cubicBezTo>
                <a:cubicBezTo>
                  <a:pt x="7587134" y="508534"/>
                  <a:pt x="7575640" y="497040"/>
                  <a:pt x="7575640" y="482875"/>
                </a:cubicBezTo>
                <a:cubicBezTo>
                  <a:pt x="7575640" y="468710"/>
                  <a:pt x="7587134" y="457216"/>
                  <a:pt x="7601299" y="457216"/>
                </a:cubicBezTo>
                <a:close/>
                <a:moveTo>
                  <a:pt x="4908693" y="457216"/>
                </a:moveTo>
                <a:cubicBezTo>
                  <a:pt x="4922857" y="457216"/>
                  <a:pt x="4934352" y="468710"/>
                  <a:pt x="4934352" y="482875"/>
                </a:cubicBezTo>
                <a:cubicBezTo>
                  <a:pt x="4934352" y="497040"/>
                  <a:pt x="4922857" y="508534"/>
                  <a:pt x="4908693" y="508534"/>
                </a:cubicBezTo>
                <a:cubicBezTo>
                  <a:pt x="4894527" y="508534"/>
                  <a:pt x="4883033" y="497040"/>
                  <a:pt x="4883033" y="482875"/>
                </a:cubicBezTo>
                <a:cubicBezTo>
                  <a:pt x="4883033" y="468710"/>
                  <a:pt x="4894527" y="457216"/>
                  <a:pt x="4908693" y="457216"/>
                </a:cubicBezTo>
                <a:close/>
                <a:moveTo>
                  <a:pt x="4651872" y="457216"/>
                </a:moveTo>
                <a:cubicBezTo>
                  <a:pt x="4666036" y="457216"/>
                  <a:pt x="4677531" y="468710"/>
                  <a:pt x="4677531" y="482875"/>
                </a:cubicBezTo>
                <a:cubicBezTo>
                  <a:pt x="4677531" y="497040"/>
                  <a:pt x="4666036" y="508534"/>
                  <a:pt x="4651872" y="508534"/>
                </a:cubicBezTo>
                <a:cubicBezTo>
                  <a:pt x="4637706" y="508534"/>
                  <a:pt x="4626213" y="497040"/>
                  <a:pt x="4626213" y="482875"/>
                </a:cubicBezTo>
                <a:cubicBezTo>
                  <a:pt x="4626213" y="468710"/>
                  <a:pt x="4637706" y="457216"/>
                  <a:pt x="4651872" y="457216"/>
                </a:cubicBezTo>
                <a:close/>
                <a:moveTo>
                  <a:pt x="1955016" y="457216"/>
                </a:moveTo>
                <a:cubicBezTo>
                  <a:pt x="1969181" y="457216"/>
                  <a:pt x="1980676" y="468710"/>
                  <a:pt x="1980676" y="482875"/>
                </a:cubicBezTo>
                <a:cubicBezTo>
                  <a:pt x="1980676" y="497040"/>
                  <a:pt x="1969181" y="508534"/>
                  <a:pt x="1955016" y="508534"/>
                </a:cubicBezTo>
                <a:cubicBezTo>
                  <a:pt x="1940851" y="508534"/>
                  <a:pt x="1929358" y="497040"/>
                  <a:pt x="1929358" y="482875"/>
                </a:cubicBezTo>
                <a:cubicBezTo>
                  <a:pt x="1929358" y="468710"/>
                  <a:pt x="1940851" y="457216"/>
                  <a:pt x="1955016" y="457216"/>
                </a:cubicBezTo>
                <a:close/>
                <a:moveTo>
                  <a:pt x="1890696" y="457216"/>
                </a:moveTo>
                <a:cubicBezTo>
                  <a:pt x="1904860" y="457216"/>
                  <a:pt x="1916355" y="468710"/>
                  <a:pt x="1916355" y="482875"/>
                </a:cubicBezTo>
                <a:cubicBezTo>
                  <a:pt x="1916355" y="497040"/>
                  <a:pt x="1904860" y="508534"/>
                  <a:pt x="1890696" y="508534"/>
                </a:cubicBezTo>
                <a:cubicBezTo>
                  <a:pt x="1876531" y="508534"/>
                  <a:pt x="1865037" y="497040"/>
                  <a:pt x="1865037" y="482875"/>
                </a:cubicBezTo>
                <a:cubicBezTo>
                  <a:pt x="1865037" y="468710"/>
                  <a:pt x="1876531" y="457216"/>
                  <a:pt x="1890696" y="457216"/>
                </a:cubicBezTo>
                <a:close/>
                <a:moveTo>
                  <a:pt x="11197259" y="402879"/>
                </a:moveTo>
                <a:cubicBezTo>
                  <a:pt x="11204378" y="402879"/>
                  <a:pt x="11210147" y="408649"/>
                  <a:pt x="11210147" y="415767"/>
                </a:cubicBezTo>
                <a:cubicBezTo>
                  <a:pt x="11210147" y="422885"/>
                  <a:pt x="11204378" y="428655"/>
                  <a:pt x="11197259" y="428655"/>
                </a:cubicBezTo>
                <a:cubicBezTo>
                  <a:pt x="11190143" y="428655"/>
                  <a:pt x="11184374" y="422885"/>
                  <a:pt x="11184374" y="415767"/>
                </a:cubicBezTo>
                <a:cubicBezTo>
                  <a:pt x="11184374" y="408649"/>
                  <a:pt x="11190143" y="402879"/>
                  <a:pt x="11197259" y="402879"/>
                </a:cubicBezTo>
                <a:close/>
                <a:moveTo>
                  <a:pt x="10362474" y="402879"/>
                </a:moveTo>
                <a:cubicBezTo>
                  <a:pt x="10369593" y="402879"/>
                  <a:pt x="10375362" y="408649"/>
                  <a:pt x="10375362" y="415767"/>
                </a:cubicBezTo>
                <a:cubicBezTo>
                  <a:pt x="10375362" y="422885"/>
                  <a:pt x="10369593" y="428655"/>
                  <a:pt x="10362474" y="428655"/>
                </a:cubicBezTo>
                <a:cubicBezTo>
                  <a:pt x="10355358" y="428655"/>
                  <a:pt x="10349589" y="422885"/>
                  <a:pt x="10349589" y="415767"/>
                </a:cubicBezTo>
                <a:cubicBezTo>
                  <a:pt x="10349589" y="408649"/>
                  <a:pt x="10355358" y="402879"/>
                  <a:pt x="10362474" y="402879"/>
                </a:cubicBezTo>
                <a:close/>
                <a:moveTo>
                  <a:pt x="8564495" y="402879"/>
                </a:moveTo>
                <a:cubicBezTo>
                  <a:pt x="8571614" y="402879"/>
                  <a:pt x="8577383" y="408649"/>
                  <a:pt x="8577383" y="415767"/>
                </a:cubicBezTo>
                <a:cubicBezTo>
                  <a:pt x="8577383" y="422885"/>
                  <a:pt x="8571614" y="428655"/>
                  <a:pt x="8564495" y="428655"/>
                </a:cubicBezTo>
                <a:cubicBezTo>
                  <a:pt x="8557376" y="428655"/>
                  <a:pt x="8551607" y="422885"/>
                  <a:pt x="8551607" y="415767"/>
                </a:cubicBezTo>
                <a:cubicBezTo>
                  <a:pt x="8551607" y="408649"/>
                  <a:pt x="8557376" y="402879"/>
                  <a:pt x="8564495" y="402879"/>
                </a:cubicBezTo>
                <a:close/>
                <a:moveTo>
                  <a:pt x="8050737" y="402879"/>
                </a:moveTo>
                <a:cubicBezTo>
                  <a:pt x="8057936" y="402879"/>
                  <a:pt x="8063625" y="408685"/>
                  <a:pt x="8063625" y="415767"/>
                </a:cubicBezTo>
                <a:cubicBezTo>
                  <a:pt x="8063625" y="422849"/>
                  <a:pt x="8057936" y="428655"/>
                  <a:pt x="8050737" y="428655"/>
                </a:cubicBezTo>
                <a:cubicBezTo>
                  <a:pt x="8043653" y="428655"/>
                  <a:pt x="8037849" y="422965"/>
                  <a:pt x="8037849" y="415767"/>
                </a:cubicBezTo>
                <a:cubicBezTo>
                  <a:pt x="8037849" y="408685"/>
                  <a:pt x="8043538" y="402879"/>
                  <a:pt x="8050737" y="402879"/>
                </a:cubicBezTo>
                <a:close/>
                <a:moveTo>
                  <a:pt x="7858237" y="402879"/>
                </a:moveTo>
                <a:cubicBezTo>
                  <a:pt x="7865355" y="402879"/>
                  <a:pt x="7871124" y="408649"/>
                  <a:pt x="7871124" y="415767"/>
                </a:cubicBezTo>
                <a:cubicBezTo>
                  <a:pt x="7871124" y="422885"/>
                  <a:pt x="7865355" y="428655"/>
                  <a:pt x="7858237" y="428655"/>
                </a:cubicBezTo>
                <a:cubicBezTo>
                  <a:pt x="7851118" y="428655"/>
                  <a:pt x="7845349" y="422885"/>
                  <a:pt x="7845349" y="415767"/>
                </a:cubicBezTo>
                <a:cubicBezTo>
                  <a:pt x="7845349" y="408649"/>
                  <a:pt x="7851118" y="402879"/>
                  <a:pt x="7858237" y="402879"/>
                </a:cubicBezTo>
                <a:close/>
                <a:moveTo>
                  <a:pt x="7794032" y="402879"/>
                </a:moveTo>
                <a:cubicBezTo>
                  <a:pt x="7801148" y="402879"/>
                  <a:pt x="7806920" y="408649"/>
                  <a:pt x="7806920" y="415767"/>
                </a:cubicBezTo>
                <a:cubicBezTo>
                  <a:pt x="7806920" y="422885"/>
                  <a:pt x="7801148" y="428655"/>
                  <a:pt x="7794032" y="428655"/>
                </a:cubicBezTo>
                <a:cubicBezTo>
                  <a:pt x="7786914" y="428655"/>
                  <a:pt x="7781144" y="422885"/>
                  <a:pt x="7781144" y="415767"/>
                </a:cubicBezTo>
                <a:cubicBezTo>
                  <a:pt x="7781144" y="408649"/>
                  <a:pt x="7786914" y="402879"/>
                  <a:pt x="7794032" y="402879"/>
                </a:cubicBezTo>
                <a:close/>
                <a:moveTo>
                  <a:pt x="7665506" y="402879"/>
                </a:moveTo>
                <a:cubicBezTo>
                  <a:pt x="7672587" y="402879"/>
                  <a:pt x="7678394" y="408685"/>
                  <a:pt x="7678394" y="415767"/>
                </a:cubicBezTo>
                <a:cubicBezTo>
                  <a:pt x="7678394" y="422849"/>
                  <a:pt x="7672702" y="428655"/>
                  <a:pt x="7665506" y="428655"/>
                </a:cubicBezTo>
                <a:cubicBezTo>
                  <a:pt x="7658422" y="428655"/>
                  <a:pt x="7652618" y="422965"/>
                  <a:pt x="7652618" y="415767"/>
                </a:cubicBezTo>
                <a:cubicBezTo>
                  <a:pt x="7652618" y="408685"/>
                  <a:pt x="7658307" y="402879"/>
                  <a:pt x="7665506" y="402879"/>
                </a:cubicBezTo>
                <a:close/>
                <a:moveTo>
                  <a:pt x="5486655" y="402879"/>
                </a:moveTo>
                <a:cubicBezTo>
                  <a:pt x="5493773" y="402879"/>
                  <a:pt x="5499543" y="408649"/>
                  <a:pt x="5499543" y="415767"/>
                </a:cubicBezTo>
                <a:cubicBezTo>
                  <a:pt x="5499543" y="422885"/>
                  <a:pt x="5493773" y="428655"/>
                  <a:pt x="5486655" y="428655"/>
                </a:cubicBezTo>
                <a:cubicBezTo>
                  <a:pt x="5479539" y="428655"/>
                  <a:pt x="5473769" y="422885"/>
                  <a:pt x="5473769" y="415767"/>
                </a:cubicBezTo>
                <a:cubicBezTo>
                  <a:pt x="5473769" y="408649"/>
                  <a:pt x="5479539" y="402879"/>
                  <a:pt x="5486655" y="402879"/>
                </a:cubicBezTo>
                <a:close/>
                <a:moveTo>
                  <a:pt x="4651872" y="402879"/>
                </a:moveTo>
                <a:cubicBezTo>
                  <a:pt x="4658989" y="402879"/>
                  <a:pt x="4664758" y="408649"/>
                  <a:pt x="4664758" y="415767"/>
                </a:cubicBezTo>
                <a:cubicBezTo>
                  <a:pt x="4664758" y="422885"/>
                  <a:pt x="4658989" y="428655"/>
                  <a:pt x="4651872" y="428655"/>
                </a:cubicBezTo>
                <a:cubicBezTo>
                  <a:pt x="4644754" y="428655"/>
                  <a:pt x="4638984" y="422885"/>
                  <a:pt x="4638984" y="415767"/>
                </a:cubicBezTo>
                <a:cubicBezTo>
                  <a:pt x="4638984" y="408649"/>
                  <a:pt x="4644754" y="402879"/>
                  <a:pt x="4651872" y="402879"/>
                </a:cubicBezTo>
                <a:close/>
                <a:moveTo>
                  <a:pt x="2853891" y="402879"/>
                </a:moveTo>
                <a:cubicBezTo>
                  <a:pt x="2861009" y="402879"/>
                  <a:pt x="2866779" y="408649"/>
                  <a:pt x="2866779" y="415767"/>
                </a:cubicBezTo>
                <a:cubicBezTo>
                  <a:pt x="2866779" y="422885"/>
                  <a:pt x="2861009" y="428655"/>
                  <a:pt x="2853891" y="428655"/>
                </a:cubicBezTo>
                <a:cubicBezTo>
                  <a:pt x="2846773" y="428655"/>
                  <a:pt x="2841003" y="422885"/>
                  <a:pt x="2841003" y="415767"/>
                </a:cubicBezTo>
                <a:cubicBezTo>
                  <a:pt x="2841003" y="408649"/>
                  <a:pt x="2846773" y="402879"/>
                  <a:pt x="2853891" y="402879"/>
                </a:cubicBezTo>
                <a:close/>
                <a:moveTo>
                  <a:pt x="2340133" y="402879"/>
                </a:moveTo>
                <a:cubicBezTo>
                  <a:pt x="2347331" y="402879"/>
                  <a:pt x="2353019" y="408685"/>
                  <a:pt x="2353019" y="415767"/>
                </a:cubicBezTo>
                <a:cubicBezTo>
                  <a:pt x="2353019" y="422849"/>
                  <a:pt x="2347331" y="428655"/>
                  <a:pt x="2340133" y="428655"/>
                </a:cubicBezTo>
                <a:cubicBezTo>
                  <a:pt x="2333051" y="428655"/>
                  <a:pt x="2327245" y="422965"/>
                  <a:pt x="2327245" y="415767"/>
                </a:cubicBezTo>
                <a:cubicBezTo>
                  <a:pt x="2327245" y="408685"/>
                  <a:pt x="2332935" y="402879"/>
                  <a:pt x="2340133" y="402879"/>
                </a:cubicBezTo>
                <a:close/>
                <a:moveTo>
                  <a:pt x="2147633" y="402879"/>
                </a:moveTo>
                <a:cubicBezTo>
                  <a:pt x="2154750" y="402879"/>
                  <a:pt x="2160520" y="408649"/>
                  <a:pt x="2160520" y="415767"/>
                </a:cubicBezTo>
                <a:cubicBezTo>
                  <a:pt x="2160520" y="422885"/>
                  <a:pt x="2154750" y="428655"/>
                  <a:pt x="2147633" y="428655"/>
                </a:cubicBezTo>
                <a:cubicBezTo>
                  <a:pt x="2140515" y="428655"/>
                  <a:pt x="2134746" y="422885"/>
                  <a:pt x="2134746" y="415767"/>
                </a:cubicBezTo>
                <a:cubicBezTo>
                  <a:pt x="2134746" y="408649"/>
                  <a:pt x="2140515" y="402879"/>
                  <a:pt x="2147633" y="402879"/>
                </a:cubicBezTo>
                <a:close/>
                <a:moveTo>
                  <a:pt x="2083427" y="402879"/>
                </a:moveTo>
                <a:cubicBezTo>
                  <a:pt x="2090546" y="402879"/>
                  <a:pt x="2096314" y="408649"/>
                  <a:pt x="2096314" y="415767"/>
                </a:cubicBezTo>
                <a:cubicBezTo>
                  <a:pt x="2096314" y="422885"/>
                  <a:pt x="2090546" y="428655"/>
                  <a:pt x="2083427" y="428655"/>
                </a:cubicBezTo>
                <a:cubicBezTo>
                  <a:pt x="2076310" y="428655"/>
                  <a:pt x="2070540" y="422885"/>
                  <a:pt x="2070540" y="415767"/>
                </a:cubicBezTo>
                <a:cubicBezTo>
                  <a:pt x="2070540" y="408649"/>
                  <a:pt x="2076310" y="402879"/>
                  <a:pt x="2083427" y="402879"/>
                </a:cubicBezTo>
                <a:close/>
                <a:moveTo>
                  <a:pt x="1954901" y="402879"/>
                </a:moveTo>
                <a:cubicBezTo>
                  <a:pt x="1961983" y="402879"/>
                  <a:pt x="1967788" y="408685"/>
                  <a:pt x="1967788" y="415767"/>
                </a:cubicBezTo>
                <a:cubicBezTo>
                  <a:pt x="1967788" y="422849"/>
                  <a:pt x="1962100" y="428655"/>
                  <a:pt x="1954901" y="428655"/>
                </a:cubicBezTo>
                <a:cubicBezTo>
                  <a:pt x="1947819" y="428655"/>
                  <a:pt x="1942013" y="422965"/>
                  <a:pt x="1942013" y="415767"/>
                </a:cubicBezTo>
                <a:cubicBezTo>
                  <a:pt x="1942013" y="408685"/>
                  <a:pt x="1947704" y="402879"/>
                  <a:pt x="1954901" y="402879"/>
                </a:cubicBezTo>
                <a:close/>
                <a:moveTo>
                  <a:pt x="10619297" y="390108"/>
                </a:moveTo>
                <a:cubicBezTo>
                  <a:pt x="10633462" y="390108"/>
                  <a:pt x="10644955" y="401602"/>
                  <a:pt x="10644955" y="415767"/>
                </a:cubicBezTo>
                <a:cubicBezTo>
                  <a:pt x="10644955" y="429932"/>
                  <a:pt x="10633462" y="441426"/>
                  <a:pt x="10619297" y="441426"/>
                </a:cubicBezTo>
                <a:cubicBezTo>
                  <a:pt x="10605132" y="441426"/>
                  <a:pt x="10593639" y="429932"/>
                  <a:pt x="10593639" y="415767"/>
                </a:cubicBezTo>
                <a:cubicBezTo>
                  <a:pt x="10593639" y="401602"/>
                  <a:pt x="10605132" y="390108"/>
                  <a:pt x="10619297" y="390108"/>
                </a:cubicBezTo>
                <a:close/>
                <a:moveTo>
                  <a:pt x="4908693" y="390108"/>
                </a:moveTo>
                <a:cubicBezTo>
                  <a:pt x="4922857" y="390108"/>
                  <a:pt x="4934352" y="401602"/>
                  <a:pt x="4934352" y="415767"/>
                </a:cubicBezTo>
                <a:cubicBezTo>
                  <a:pt x="4934352" y="429932"/>
                  <a:pt x="4922857" y="441426"/>
                  <a:pt x="4908693" y="441426"/>
                </a:cubicBezTo>
                <a:cubicBezTo>
                  <a:pt x="4894527" y="441426"/>
                  <a:pt x="4883033" y="429932"/>
                  <a:pt x="4883033" y="415767"/>
                </a:cubicBezTo>
                <a:cubicBezTo>
                  <a:pt x="4883033" y="401602"/>
                  <a:pt x="4894527" y="390108"/>
                  <a:pt x="4908693" y="390108"/>
                </a:cubicBezTo>
                <a:close/>
                <a:moveTo>
                  <a:pt x="11197259" y="335772"/>
                </a:moveTo>
                <a:cubicBezTo>
                  <a:pt x="11204378" y="335772"/>
                  <a:pt x="11210147" y="341542"/>
                  <a:pt x="11210147" y="348659"/>
                </a:cubicBezTo>
                <a:cubicBezTo>
                  <a:pt x="11210147" y="355777"/>
                  <a:pt x="11204378" y="361547"/>
                  <a:pt x="11197259" y="361547"/>
                </a:cubicBezTo>
                <a:cubicBezTo>
                  <a:pt x="11190143" y="361547"/>
                  <a:pt x="11184374" y="355777"/>
                  <a:pt x="11184374" y="348659"/>
                </a:cubicBezTo>
                <a:cubicBezTo>
                  <a:pt x="11184374" y="341542"/>
                  <a:pt x="11190143" y="335772"/>
                  <a:pt x="11197259" y="335772"/>
                </a:cubicBezTo>
                <a:close/>
                <a:moveTo>
                  <a:pt x="10362474" y="335772"/>
                </a:moveTo>
                <a:cubicBezTo>
                  <a:pt x="10369593" y="335772"/>
                  <a:pt x="10375362" y="341542"/>
                  <a:pt x="10375362" y="348659"/>
                </a:cubicBezTo>
                <a:cubicBezTo>
                  <a:pt x="10375362" y="355777"/>
                  <a:pt x="10369593" y="361547"/>
                  <a:pt x="10362474" y="361547"/>
                </a:cubicBezTo>
                <a:cubicBezTo>
                  <a:pt x="10355358" y="361547"/>
                  <a:pt x="10349589" y="355777"/>
                  <a:pt x="10349589" y="348659"/>
                </a:cubicBezTo>
                <a:cubicBezTo>
                  <a:pt x="10349589" y="341542"/>
                  <a:pt x="10355358" y="335772"/>
                  <a:pt x="10362474" y="335772"/>
                </a:cubicBezTo>
                <a:close/>
                <a:moveTo>
                  <a:pt x="8564495" y="335772"/>
                </a:moveTo>
                <a:cubicBezTo>
                  <a:pt x="8571614" y="335772"/>
                  <a:pt x="8577383" y="341542"/>
                  <a:pt x="8577383" y="348659"/>
                </a:cubicBezTo>
                <a:cubicBezTo>
                  <a:pt x="8577383" y="355777"/>
                  <a:pt x="8571614" y="361547"/>
                  <a:pt x="8564495" y="361547"/>
                </a:cubicBezTo>
                <a:cubicBezTo>
                  <a:pt x="8557376" y="361547"/>
                  <a:pt x="8551607" y="355777"/>
                  <a:pt x="8551607" y="348659"/>
                </a:cubicBezTo>
                <a:cubicBezTo>
                  <a:pt x="8551607" y="341542"/>
                  <a:pt x="8557376" y="335772"/>
                  <a:pt x="8564495" y="335772"/>
                </a:cubicBezTo>
                <a:close/>
                <a:moveTo>
                  <a:pt x="8050737" y="335772"/>
                </a:moveTo>
                <a:cubicBezTo>
                  <a:pt x="8057936" y="335772"/>
                  <a:pt x="8063625" y="341576"/>
                  <a:pt x="8063625" y="348659"/>
                </a:cubicBezTo>
                <a:cubicBezTo>
                  <a:pt x="8063625" y="355741"/>
                  <a:pt x="8057936" y="361547"/>
                  <a:pt x="8050737" y="361547"/>
                </a:cubicBezTo>
                <a:cubicBezTo>
                  <a:pt x="8043653" y="361547"/>
                  <a:pt x="8037849" y="355857"/>
                  <a:pt x="8037849" y="348659"/>
                </a:cubicBezTo>
                <a:cubicBezTo>
                  <a:pt x="8037849" y="341576"/>
                  <a:pt x="8043538" y="335772"/>
                  <a:pt x="8050737" y="335772"/>
                </a:cubicBezTo>
                <a:close/>
                <a:moveTo>
                  <a:pt x="7858237" y="335772"/>
                </a:moveTo>
                <a:cubicBezTo>
                  <a:pt x="7865355" y="335772"/>
                  <a:pt x="7871124" y="341542"/>
                  <a:pt x="7871124" y="348659"/>
                </a:cubicBezTo>
                <a:cubicBezTo>
                  <a:pt x="7871124" y="355777"/>
                  <a:pt x="7865355" y="361547"/>
                  <a:pt x="7858237" y="361547"/>
                </a:cubicBezTo>
                <a:cubicBezTo>
                  <a:pt x="7851118" y="361547"/>
                  <a:pt x="7845349" y="355777"/>
                  <a:pt x="7845349" y="348659"/>
                </a:cubicBezTo>
                <a:cubicBezTo>
                  <a:pt x="7845349" y="341542"/>
                  <a:pt x="7851118" y="335772"/>
                  <a:pt x="7858237" y="335772"/>
                </a:cubicBezTo>
                <a:close/>
                <a:moveTo>
                  <a:pt x="7794032" y="335772"/>
                </a:moveTo>
                <a:cubicBezTo>
                  <a:pt x="7801148" y="335772"/>
                  <a:pt x="7806920" y="341542"/>
                  <a:pt x="7806920" y="348659"/>
                </a:cubicBezTo>
                <a:cubicBezTo>
                  <a:pt x="7806920" y="355777"/>
                  <a:pt x="7801148" y="361547"/>
                  <a:pt x="7794032" y="361547"/>
                </a:cubicBezTo>
                <a:cubicBezTo>
                  <a:pt x="7786914" y="361547"/>
                  <a:pt x="7781144" y="355777"/>
                  <a:pt x="7781144" y="348659"/>
                </a:cubicBezTo>
                <a:cubicBezTo>
                  <a:pt x="7781144" y="341542"/>
                  <a:pt x="7786914" y="335772"/>
                  <a:pt x="7794032" y="335772"/>
                </a:cubicBezTo>
                <a:close/>
                <a:moveTo>
                  <a:pt x="7665506" y="335772"/>
                </a:moveTo>
                <a:cubicBezTo>
                  <a:pt x="7672587" y="335772"/>
                  <a:pt x="7678394" y="341576"/>
                  <a:pt x="7678394" y="348659"/>
                </a:cubicBezTo>
                <a:cubicBezTo>
                  <a:pt x="7678394" y="355741"/>
                  <a:pt x="7672702" y="361547"/>
                  <a:pt x="7665506" y="361547"/>
                </a:cubicBezTo>
                <a:cubicBezTo>
                  <a:pt x="7658422" y="361547"/>
                  <a:pt x="7652618" y="355857"/>
                  <a:pt x="7652618" y="348659"/>
                </a:cubicBezTo>
                <a:cubicBezTo>
                  <a:pt x="7652618" y="341576"/>
                  <a:pt x="7658307" y="335772"/>
                  <a:pt x="7665506" y="335772"/>
                </a:cubicBezTo>
                <a:close/>
                <a:moveTo>
                  <a:pt x="5486655" y="335772"/>
                </a:moveTo>
                <a:cubicBezTo>
                  <a:pt x="5493773" y="335772"/>
                  <a:pt x="5499543" y="341542"/>
                  <a:pt x="5499543" y="348659"/>
                </a:cubicBezTo>
                <a:cubicBezTo>
                  <a:pt x="5499543" y="355777"/>
                  <a:pt x="5493773" y="361547"/>
                  <a:pt x="5486655" y="361547"/>
                </a:cubicBezTo>
                <a:cubicBezTo>
                  <a:pt x="5479539" y="361547"/>
                  <a:pt x="5473769" y="355777"/>
                  <a:pt x="5473769" y="348659"/>
                </a:cubicBezTo>
                <a:cubicBezTo>
                  <a:pt x="5473769" y="341542"/>
                  <a:pt x="5479539" y="335772"/>
                  <a:pt x="5486655" y="335772"/>
                </a:cubicBezTo>
                <a:close/>
                <a:moveTo>
                  <a:pt x="4651872" y="335772"/>
                </a:moveTo>
                <a:cubicBezTo>
                  <a:pt x="4658989" y="335772"/>
                  <a:pt x="4664758" y="341542"/>
                  <a:pt x="4664758" y="348659"/>
                </a:cubicBezTo>
                <a:cubicBezTo>
                  <a:pt x="4664758" y="355777"/>
                  <a:pt x="4658989" y="361547"/>
                  <a:pt x="4651872" y="361547"/>
                </a:cubicBezTo>
                <a:cubicBezTo>
                  <a:pt x="4644754" y="361547"/>
                  <a:pt x="4638984" y="355777"/>
                  <a:pt x="4638984" y="348659"/>
                </a:cubicBezTo>
                <a:cubicBezTo>
                  <a:pt x="4638984" y="341542"/>
                  <a:pt x="4644754" y="335772"/>
                  <a:pt x="4651872" y="335772"/>
                </a:cubicBezTo>
                <a:close/>
                <a:moveTo>
                  <a:pt x="2853891" y="335772"/>
                </a:moveTo>
                <a:cubicBezTo>
                  <a:pt x="2861009" y="335772"/>
                  <a:pt x="2866779" y="341542"/>
                  <a:pt x="2866779" y="348659"/>
                </a:cubicBezTo>
                <a:cubicBezTo>
                  <a:pt x="2866779" y="355777"/>
                  <a:pt x="2861009" y="361547"/>
                  <a:pt x="2853891" y="361547"/>
                </a:cubicBezTo>
                <a:cubicBezTo>
                  <a:pt x="2846773" y="361547"/>
                  <a:pt x="2841003" y="355777"/>
                  <a:pt x="2841003" y="348659"/>
                </a:cubicBezTo>
                <a:cubicBezTo>
                  <a:pt x="2841003" y="341542"/>
                  <a:pt x="2846773" y="335772"/>
                  <a:pt x="2853891" y="335772"/>
                </a:cubicBezTo>
                <a:close/>
                <a:moveTo>
                  <a:pt x="2340133" y="335772"/>
                </a:moveTo>
                <a:cubicBezTo>
                  <a:pt x="2347331" y="335772"/>
                  <a:pt x="2353019" y="341576"/>
                  <a:pt x="2353019" y="348659"/>
                </a:cubicBezTo>
                <a:cubicBezTo>
                  <a:pt x="2353019" y="355741"/>
                  <a:pt x="2347331" y="361547"/>
                  <a:pt x="2340133" y="361547"/>
                </a:cubicBezTo>
                <a:cubicBezTo>
                  <a:pt x="2333051" y="361547"/>
                  <a:pt x="2327245" y="355857"/>
                  <a:pt x="2327245" y="348659"/>
                </a:cubicBezTo>
                <a:cubicBezTo>
                  <a:pt x="2327245" y="341576"/>
                  <a:pt x="2332935" y="335772"/>
                  <a:pt x="2340133" y="335772"/>
                </a:cubicBezTo>
                <a:close/>
                <a:moveTo>
                  <a:pt x="2147633" y="335772"/>
                </a:moveTo>
                <a:cubicBezTo>
                  <a:pt x="2154750" y="335772"/>
                  <a:pt x="2160520" y="341542"/>
                  <a:pt x="2160520" y="348659"/>
                </a:cubicBezTo>
                <a:cubicBezTo>
                  <a:pt x="2160520" y="355777"/>
                  <a:pt x="2154750" y="361547"/>
                  <a:pt x="2147633" y="361547"/>
                </a:cubicBezTo>
                <a:cubicBezTo>
                  <a:pt x="2140515" y="361547"/>
                  <a:pt x="2134746" y="355777"/>
                  <a:pt x="2134746" y="348659"/>
                </a:cubicBezTo>
                <a:cubicBezTo>
                  <a:pt x="2134746" y="341542"/>
                  <a:pt x="2140515" y="335772"/>
                  <a:pt x="2147633" y="335772"/>
                </a:cubicBezTo>
                <a:close/>
                <a:moveTo>
                  <a:pt x="2083427" y="335772"/>
                </a:moveTo>
                <a:cubicBezTo>
                  <a:pt x="2090546" y="335772"/>
                  <a:pt x="2096314" y="341542"/>
                  <a:pt x="2096314" y="348659"/>
                </a:cubicBezTo>
                <a:cubicBezTo>
                  <a:pt x="2096314" y="355777"/>
                  <a:pt x="2090546" y="361547"/>
                  <a:pt x="2083427" y="361547"/>
                </a:cubicBezTo>
                <a:cubicBezTo>
                  <a:pt x="2076310" y="361547"/>
                  <a:pt x="2070540" y="355777"/>
                  <a:pt x="2070540" y="348659"/>
                </a:cubicBezTo>
                <a:cubicBezTo>
                  <a:pt x="2070540" y="341542"/>
                  <a:pt x="2076310" y="335772"/>
                  <a:pt x="2083427" y="335772"/>
                </a:cubicBezTo>
                <a:close/>
                <a:moveTo>
                  <a:pt x="1954901" y="335772"/>
                </a:moveTo>
                <a:cubicBezTo>
                  <a:pt x="1961983" y="335772"/>
                  <a:pt x="1967788" y="341576"/>
                  <a:pt x="1967788" y="348659"/>
                </a:cubicBezTo>
                <a:cubicBezTo>
                  <a:pt x="1967788" y="355741"/>
                  <a:pt x="1962100" y="361547"/>
                  <a:pt x="1954901" y="361547"/>
                </a:cubicBezTo>
                <a:cubicBezTo>
                  <a:pt x="1947819" y="361547"/>
                  <a:pt x="1942013" y="355857"/>
                  <a:pt x="1942013" y="348659"/>
                </a:cubicBezTo>
                <a:cubicBezTo>
                  <a:pt x="1942013" y="341576"/>
                  <a:pt x="1947704" y="335772"/>
                  <a:pt x="1954901" y="335772"/>
                </a:cubicBezTo>
                <a:close/>
                <a:moveTo>
                  <a:pt x="10619297" y="323000"/>
                </a:moveTo>
                <a:cubicBezTo>
                  <a:pt x="10633462" y="323000"/>
                  <a:pt x="10644955" y="334378"/>
                  <a:pt x="10644955" y="348659"/>
                </a:cubicBezTo>
                <a:cubicBezTo>
                  <a:pt x="10644955" y="362824"/>
                  <a:pt x="10633462" y="374318"/>
                  <a:pt x="10619297" y="374318"/>
                </a:cubicBezTo>
                <a:cubicBezTo>
                  <a:pt x="10605132" y="374318"/>
                  <a:pt x="10593639" y="362824"/>
                  <a:pt x="10593639" y="348659"/>
                </a:cubicBezTo>
                <a:cubicBezTo>
                  <a:pt x="10593639" y="334495"/>
                  <a:pt x="10605132" y="323000"/>
                  <a:pt x="10619297" y="323000"/>
                </a:cubicBezTo>
                <a:close/>
                <a:moveTo>
                  <a:pt x="4908693" y="323000"/>
                </a:moveTo>
                <a:cubicBezTo>
                  <a:pt x="4922857" y="323000"/>
                  <a:pt x="4934352" y="334378"/>
                  <a:pt x="4934352" y="348659"/>
                </a:cubicBezTo>
                <a:cubicBezTo>
                  <a:pt x="4934352" y="362824"/>
                  <a:pt x="4922857" y="374318"/>
                  <a:pt x="4908693" y="374318"/>
                </a:cubicBezTo>
                <a:cubicBezTo>
                  <a:pt x="4894527" y="374318"/>
                  <a:pt x="4883033" y="362824"/>
                  <a:pt x="4883033" y="348659"/>
                </a:cubicBezTo>
                <a:cubicBezTo>
                  <a:pt x="4883033" y="334495"/>
                  <a:pt x="4894527" y="323000"/>
                  <a:pt x="4908693" y="323000"/>
                </a:cubicBezTo>
                <a:close/>
                <a:moveTo>
                  <a:pt x="11197259" y="268548"/>
                </a:moveTo>
                <a:cubicBezTo>
                  <a:pt x="11204378" y="268548"/>
                  <a:pt x="11210147" y="274317"/>
                  <a:pt x="11210147" y="281435"/>
                </a:cubicBezTo>
                <a:cubicBezTo>
                  <a:pt x="11210147" y="288553"/>
                  <a:pt x="11204378" y="294323"/>
                  <a:pt x="11197259" y="294323"/>
                </a:cubicBezTo>
                <a:cubicBezTo>
                  <a:pt x="11190143" y="294323"/>
                  <a:pt x="11184374" y="288553"/>
                  <a:pt x="11184374" y="281435"/>
                </a:cubicBezTo>
                <a:cubicBezTo>
                  <a:pt x="11184374" y="274317"/>
                  <a:pt x="11190143" y="268548"/>
                  <a:pt x="11197259" y="268548"/>
                </a:cubicBezTo>
                <a:close/>
                <a:moveTo>
                  <a:pt x="10619297" y="268548"/>
                </a:moveTo>
                <a:cubicBezTo>
                  <a:pt x="10626378" y="268664"/>
                  <a:pt x="10632182" y="274353"/>
                  <a:pt x="10632182" y="281435"/>
                </a:cubicBezTo>
                <a:cubicBezTo>
                  <a:pt x="10632182" y="288518"/>
                  <a:pt x="10626496" y="294323"/>
                  <a:pt x="10619297" y="294323"/>
                </a:cubicBezTo>
                <a:cubicBezTo>
                  <a:pt x="10612213" y="294323"/>
                  <a:pt x="10606409" y="288634"/>
                  <a:pt x="10606409" y="281435"/>
                </a:cubicBezTo>
                <a:cubicBezTo>
                  <a:pt x="10606409" y="274353"/>
                  <a:pt x="10612098" y="268548"/>
                  <a:pt x="10619297" y="268548"/>
                </a:cubicBezTo>
                <a:close/>
                <a:moveTo>
                  <a:pt x="10362474" y="268548"/>
                </a:moveTo>
                <a:cubicBezTo>
                  <a:pt x="10369593" y="268548"/>
                  <a:pt x="10375362" y="274317"/>
                  <a:pt x="10375362" y="281435"/>
                </a:cubicBezTo>
                <a:cubicBezTo>
                  <a:pt x="10375362" y="288553"/>
                  <a:pt x="10369593" y="294323"/>
                  <a:pt x="10362474" y="294323"/>
                </a:cubicBezTo>
                <a:cubicBezTo>
                  <a:pt x="10355358" y="294323"/>
                  <a:pt x="10349589" y="288553"/>
                  <a:pt x="10349589" y="281435"/>
                </a:cubicBezTo>
                <a:cubicBezTo>
                  <a:pt x="10349589" y="274317"/>
                  <a:pt x="10355358" y="268548"/>
                  <a:pt x="10362474" y="268548"/>
                </a:cubicBezTo>
                <a:close/>
                <a:moveTo>
                  <a:pt x="8564495" y="268548"/>
                </a:moveTo>
                <a:cubicBezTo>
                  <a:pt x="8571614" y="268548"/>
                  <a:pt x="8577383" y="274317"/>
                  <a:pt x="8577383" y="281435"/>
                </a:cubicBezTo>
                <a:cubicBezTo>
                  <a:pt x="8577383" y="288553"/>
                  <a:pt x="8571614" y="294323"/>
                  <a:pt x="8564495" y="294323"/>
                </a:cubicBezTo>
                <a:cubicBezTo>
                  <a:pt x="8557376" y="294323"/>
                  <a:pt x="8551607" y="288553"/>
                  <a:pt x="8551607" y="281435"/>
                </a:cubicBezTo>
                <a:cubicBezTo>
                  <a:pt x="8551607" y="274317"/>
                  <a:pt x="8557376" y="268548"/>
                  <a:pt x="8564495" y="268548"/>
                </a:cubicBezTo>
                <a:close/>
                <a:moveTo>
                  <a:pt x="7858237" y="268548"/>
                </a:moveTo>
                <a:cubicBezTo>
                  <a:pt x="7865355" y="268548"/>
                  <a:pt x="7871124" y="274317"/>
                  <a:pt x="7871124" y="281435"/>
                </a:cubicBezTo>
                <a:cubicBezTo>
                  <a:pt x="7871124" y="288553"/>
                  <a:pt x="7865355" y="294323"/>
                  <a:pt x="7858237" y="294323"/>
                </a:cubicBezTo>
                <a:cubicBezTo>
                  <a:pt x="7851118" y="294323"/>
                  <a:pt x="7845349" y="288553"/>
                  <a:pt x="7845349" y="281435"/>
                </a:cubicBezTo>
                <a:cubicBezTo>
                  <a:pt x="7845349" y="274317"/>
                  <a:pt x="7851118" y="268548"/>
                  <a:pt x="7858237" y="268548"/>
                </a:cubicBezTo>
                <a:close/>
                <a:moveTo>
                  <a:pt x="7794032" y="268548"/>
                </a:moveTo>
                <a:cubicBezTo>
                  <a:pt x="7801148" y="268548"/>
                  <a:pt x="7806920" y="274317"/>
                  <a:pt x="7806920" y="281435"/>
                </a:cubicBezTo>
                <a:cubicBezTo>
                  <a:pt x="7806920" y="288553"/>
                  <a:pt x="7801148" y="294323"/>
                  <a:pt x="7794032" y="294323"/>
                </a:cubicBezTo>
                <a:cubicBezTo>
                  <a:pt x="7786914" y="294323"/>
                  <a:pt x="7781144" y="288553"/>
                  <a:pt x="7781144" y="281435"/>
                </a:cubicBezTo>
                <a:cubicBezTo>
                  <a:pt x="7781144" y="274317"/>
                  <a:pt x="7786914" y="268548"/>
                  <a:pt x="7794032" y="268548"/>
                </a:cubicBezTo>
                <a:close/>
                <a:moveTo>
                  <a:pt x="7665506" y="268548"/>
                </a:moveTo>
                <a:cubicBezTo>
                  <a:pt x="7672587" y="268664"/>
                  <a:pt x="7678394" y="274353"/>
                  <a:pt x="7678394" y="281435"/>
                </a:cubicBezTo>
                <a:cubicBezTo>
                  <a:pt x="7678394" y="288518"/>
                  <a:pt x="7672702" y="294323"/>
                  <a:pt x="7665506" y="294323"/>
                </a:cubicBezTo>
                <a:cubicBezTo>
                  <a:pt x="7658422" y="294323"/>
                  <a:pt x="7652618" y="288634"/>
                  <a:pt x="7652618" y="281435"/>
                </a:cubicBezTo>
                <a:cubicBezTo>
                  <a:pt x="7652618" y="274353"/>
                  <a:pt x="7658307" y="268548"/>
                  <a:pt x="7665506" y="268548"/>
                </a:cubicBezTo>
                <a:close/>
                <a:moveTo>
                  <a:pt x="5486655" y="268548"/>
                </a:moveTo>
                <a:cubicBezTo>
                  <a:pt x="5493773" y="268548"/>
                  <a:pt x="5499543" y="274317"/>
                  <a:pt x="5499543" y="281435"/>
                </a:cubicBezTo>
                <a:cubicBezTo>
                  <a:pt x="5499543" y="288553"/>
                  <a:pt x="5493773" y="294323"/>
                  <a:pt x="5486655" y="294323"/>
                </a:cubicBezTo>
                <a:cubicBezTo>
                  <a:pt x="5479539" y="294323"/>
                  <a:pt x="5473769" y="288553"/>
                  <a:pt x="5473769" y="281435"/>
                </a:cubicBezTo>
                <a:cubicBezTo>
                  <a:pt x="5473769" y="274317"/>
                  <a:pt x="5479539" y="268548"/>
                  <a:pt x="5486655" y="268548"/>
                </a:cubicBezTo>
                <a:close/>
                <a:moveTo>
                  <a:pt x="4908693" y="268548"/>
                </a:moveTo>
                <a:cubicBezTo>
                  <a:pt x="4915774" y="268664"/>
                  <a:pt x="4921580" y="274353"/>
                  <a:pt x="4921580" y="281435"/>
                </a:cubicBezTo>
                <a:cubicBezTo>
                  <a:pt x="4921580" y="288518"/>
                  <a:pt x="4915891" y="294323"/>
                  <a:pt x="4908693" y="294323"/>
                </a:cubicBezTo>
                <a:cubicBezTo>
                  <a:pt x="4901610" y="294323"/>
                  <a:pt x="4895806" y="288634"/>
                  <a:pt x="4895806" y="281435"/>
                </a:cubicBezTo>
                <a:cubicBezTo>
                  <a:pt x="4895806" y="274353"/>
                  <a:pt x="4901493" y="268548"/>
                  <a:pt x="4908693" y="268548"/>
                </a:cubicBezTo>
                <a:close/>
                <a:moveTo>
                  <a:pt x="4651872" y="268548"/>
                </a:moveTo>
                <a:cubicBezTo>
                  <a:pt x="4658989" y="268548"/>
                  <a:pt x="4664758" y="274317"/>
                  <a:pt x="4664758" y="281435"/>
                </a:cubicBezTo>
                <a:cubicBezTo>
                  <a:pt x="4664758" y="288553"/>
                  <a:pt x="4658989" y="294323"/>
                  <a:pt x="4651872" y="294323"/>
                </a:cubicBezTo>
                <a:cubicBezTo>
                  <a:pt x="4644754" y="294323"/>
                  <a:pt x="4638984" y="288553"/>
                  <a:pt x="4638984" y="281435"/>
                </a:cubicBezTo>
                <a:cubicBezTo>
                  <a:pt x="4638984" y="274317"/>
                  <a:pt x="4644754" y="268548"/>
                  <a:pt x="4651872" y="268548"/>
                </a:cubicBezTo>
                <a:close/>
                <a:moveTo>
                  <a:pt x="2853891" y="268548"/>
                </a:moveTo>
                <a:cubicBezTo>
                  <a:pt x="2861009" y="268548"/>
                  <a:pt x="2866779" y="274317"/>
                  <a:pt x="2866779" y="281435"/>
                </a:cubicBezTo>
                <a:cubicBezTo>
                  <a:pt x="2866779" y="288553"/>
                  <a:pt x="2861009" y="294323"/>
                  <a:pt x="2853891" y="294323"/>
                </a:cubicBezTo>
                <a:cubicBezTo>
                  <a:pt x="2846773" y="294323"/>
                  <a:pt x="2841003" y="288553"/>
                  <a:pt x="2841003" y="281435"/>
                </a:cubicBezTo>
                <a:cubicBezTo>
                  <a:pt x="2841003" y="274317"/>
                  <a:pt x="2846773" y="268548"/>
                  <a:pt x="2853891" y="268548"/>
                </a:cubicBezTo>
                <a:close/>
                <a:moveTo>
                  <a:pt x="2147633" y="268548"/>
                </a:moveTo>
                <a:cubicBezTo>
                  <a:pt x="2154750" y="268548"/>
                  <a:pt x="2160520" y="274317"/>
                  <a:pt x="2160520" y="281435"/>
                </a:cubicBezTo>
                <a:cubicBezTo>
                  <a:pt x="2160520" y="288553"/>
                  <a:pt x="2154750" y="294323"/>
                  <a:pt x="2147633" y="294323"/>
                </a:cubicBezTo>
                <a:cubicBezTo>
                  <a:pt x="2140515" y="294323"/>
                  <a:pt x="2134746" y="288553"/>
                  <a:pt x="2134746" y="281435"/>
                </a:cubicBezTo>
                <a:cubicBezTo>
                  <a:pt x="2134746" y="274317"/>
                  <a:pt x="2140515" y="268548"/>
                  <a:pt x="2147633" y="268548"/>
                </a:cubicBezTo>
                <a:close/>
                <a:moveTo>
                  <a:pt x="2083427" y="268548"/>
                </a:moveTo>
                <a:cubicBezTo>
                  <a:pt x="2090546" y="268548"/>
                  <a:pt x="2096314" y="274317"/>
                  <a:pt x="2096314" y="281435"/>
                </a:cubicBezTo>
                <a:cubicBezTo>
                  <a:pt x="2096314" y="288553"/>
                  <a:pt x="2090546" y="294323"/>
                  <a:pt x="2083427" y="294323"/>
                </a:cubicBezTo>
                <a:cubicBezTo>
                  <a:pt x="2076310" y="294323"/>
                  <a:pt x="2070540" y="288553"/>
                  <a:pt x="2070540" y="281435"/>
                </a:cubicBezTo>
                <a:cubicBezTo>
                  <a:pt x="2070540" y="274317"/>
                  <a:pt x="2076310" y="268548"/>
                  <a:pt x="2083427" y="268548"/>
                </a:cubicBezTo>
                <a:close/>
                <a:moveTo>
                  <a:pt x="1954901" y="268548"/>
                </a:moveTo>
                <a:cubicBezTo>
                  <a:pt x="1961983" y="268664"/>
                  <a:pt x="1967788" y="274353"/>
                  <a:pt x="1967788" y="281435"/>
                </a:cubicBezTo>
                <a:cubicBezTo>
                  <a:pt x="1967788" y="288518"/>
                  <a:pt x="1962100" y="294323"/>
                  <a:pt x="1954901" y="294323"/>
                </a:cubicBezTo>
                <a:cubicBezTo>
                  <a:pt x="1947819" y="294323"/>
                  <a:pt x="1942013" y="288634"/>
                  <a:pt x="1942013" y="281435"/>
                </a:cubicBezTo>
                <a:cubicBezTo>
                  <a:pt x="1942013" y="274353"/>
                  <a:pt x="1947704" y="268548"/>
                  <a:pt x="1954901" y="268548"/>
                </a:cubicBezTo>
                <a:close/>
                <a:moveTo>
                  <a:pt x="10619297" y="201440"/>
                </a:moveTo>
                <a:cubicBezTo>
                  <a:pt x="10626378" y="201440"/>
                  <a:pt x="10632182" y="207245"/>
                  <a:pt x="10632182" y="214327"/>
                </a:cubicBezTo>
                <a:cubicBezTo>
                  <a:pt x="10632182" y="221410"/>
                  <a:pt x="10626496" y="227215"/>
                  <a:pt x="10619297" y="227215"/>
                </a:cubicBezTo>
                <a:cubicBezTo>
                  <a:pt x="10612213" y="227215"/>
                  <a:pt x="10606409" y="221526"/>
                  <a:pt x="10606409" y="214327"/>
                </a:cubicBezTo>
                <a:cubicBezTo>
                  <a:pt x="10606409" y="207245"/>
                  <a:pt x="10612098" y="201440"/>
                  <a:pt x="10619297" y="201440"/>
                </a:cubicBezTo>
                <a:close/>
                <a:moveTo>
                  <a:pt x="10362474" y="201440"/>
                </a:moveTo>
                <a:cubicBezTo>
                  <a:pt x="10369593" y="201440"/>
                  <a:pt x="10375362" y="207209"/>
                  <a:pt x="10375362" y="214327"/>
                </a:cubicBezTo>
                <a:cubicBezTo>
                  <a:pt x="10375362" y="221445"/>
                  <a:pt x="10369593" y="227215"/>
                  <a:pt x="10362474" y="227215"/>
                </a:cubicBezTo>
                <a:cubicBezTo>
                  <a:pt x="10355358" y="227215"/>
                  <a:pt x="10349589" y="221445"/>
                  <a:pt x="10349589" y="214327"/>
                </a:cubicBezTo>
                <a:cubicBezTo>
                  <a:pt x="10349589" y="207209"/>
                  <a:pt x="10355358" y="201440"/>
                  <a:pt x="10362474" y="201440"/>
                </a:cubicBezTo>
                <a:close/>
                <a:moveTo>
                  <a:pt x="7858237" y="201440"/>
                </a:moveTo>
                <a:cubicBezTo>
                  <a:pt x="7865355" y="201440"/>
                  <a:pt x="7871124" y="207209"/>
                  <a:pt x="7871124" y="214327"/>
                </a:cubicBezTo>
                <a:cubicBezTo>
                  <a:pt x="7871124" y="221445"/>
                  <a:pt x="7865355" y="227215"/>
                  <a:pt x="7858237" y="227215"/>
                </a:cubicBezTo>
                <a:cubicBezTo>
                  <a:pt x="7851118" y="227215"/>
                  <a:pt x="7845349" y="221445"/>
                  <a:pt x="7845349" y="214327"/>
                </a:cubicBezTo>
                <a:cubicBezTo>
                  <a:pt x="7845349" y="207209"/>
                  <a:pt x="7851118" y="201440"/>
                  <a:pt x="7858237" y="201440"/>
                </a:cubicBezTo>
                <a:close/>
                <a:moveTo>
                  <a:pt x="7665506" y="201440"/>
                </a:moveTo>
                <a:cubicBezTo>
                  <a:pt x="7672587" y="201440"/>
                  <a:pt x="7678394" y="207245"/>
                  <a:pt x="7678394" y="214327"/>
                </a:cubicBezTo>
                <a:cubicBezTo>
                  <a:pt x="7678394" y="221410"/>
                  <a:pt x="7672702" y="227215"/>
                  <a:pt x="7665506" y="227215"/>
                </a:cubicBezTo>
                <a:cubicBezTo>
                  <a:pt x="7658422" y="227215"/>
                  <a:pt x="7652618" y="221526"/>
                  <a:pt x="7652618" y="214327"/>
                </a:cubicBezTo>
                <a:cubicBezTo>
                  <a:pt x="7652618" y="207245"/>
                  <a:pt x="7658307" y="201440"/>
                  <a:pt x="7665506" y="201440"/>
                </a:cubicBezTo>
                <a:close/>
                <a:moveTo>
                  <a:pt x="4908693" y="201440"/>
                </a:moveTo>
                <a:cubicBezTo>
                  <a:pt x="4915774" y="201440"/>
                  <a:pt x="4921580" y="207245"/>
                  <a:pt x="4921580" y="214327"/>
                </a:cubicBezTo>
                <a:cubicBezTo>
                  <a:pt x="4921580" y="221410"/>
                  <a:pt x="4915891" y="227215"/>
                  <a:pt x="4908693" y="227215"/>
                </a:cubicBezTo>
                <a:cubicBezTo>
                  <a:pt x="4901610" y="227215"/>
                  <a:pt x="4895806" y="221526"/>
                  <a:pt x="4895806" y="214327"/>
                </a:cubicBezTo>
                <a:cubicBezTo>
                  <a:pt x="4895806" y="207245"/>
                  <a:pt x="4901493" y="201440"/>
                  <a:pt x="4908693" y="201440"/>
                </a:cubicBezTo>
                <a:close/>
                <a:moveTo>
                  <a:pt x="4651872" y="201440"/>
                </a:moveTo>
                <a:cubicBezTo>
                  <a:pt x="4658989" y="201440"/>
                  <a:pt x="4664758" y="207209"/>
                  <a:pt x="4664758" y="214327"/>
                </a:cubicBezTo>
                <a:cubicBezTo>
                  <a:pt x="4664758" y="221445"/>
                  <a:pt x="4658989" y="227215"/>
                  <a:pt x="4651872" y="227215"/>
                </a:cubicBezTo>
                <a:cubicBezTo>
                  <a:pt x="4644754" y="227215"/>
                  <a:pt x="4638984" y="221445"/>
                  <a:pt x="4638984" y="214327"/>
                </a:cubicBezTo>
                <a:cubicBezTo>
                  <a:pt x="4638984" y="207209"/>
                  <a:pt x="4644754" y="201440"/>
                  <a:pt x="4651872" y="201440"/>
                </a:cubicBezTo>
                <a:close/>
                <a:moveTo>
                  <a:pt x="2147633" y="201440"/>
                </a:moveTo>
                <a:cubicBezTo>
                  <a:pt x="2154750" y="201440"/>
                  <a:pt x="2160520" y="207209"/>
                  <a:pt x="2160520" y="214327"/>
                </a:cubicBezTo>
                <a:cubicBezTo>
                  <a:pt x="2160520" y="221445"/>
                  <a:pt x="2154750" y="227215"/>
                  <a:pt x="2147633" y="227215"/>
                </a:cubicBezTo>
                <a:cubicBezTo>
                  <a:pt x="2140515" y="227215"/>
                  <a:pt x="2134746" y="221445"/>
                  <a:pt x="2134746" y="214327"/>
                </a:cubicBezTo>
                <a:cubicBezTo>
                  <a:pt x="2134746" y="207209"/>
                  <a:pt x="2140515" y="201440"/>
                  <a:pt x="2147633" y="201440"/>
                </a:cubicBezTo>
                <a:close/>
                <a:moveTo>
                  <a:pt x="1954901" y="201440"/>
                </a:moveTo>
                <a:cubicBezTo>
                  <a:pt x="1961983" y="201440"/>
                  <a:pt x="1967788" y="207245"/>
                  <a:pt x="1967788" y="214327"/>
                </a:cubicBezTo>
                <a:cubicBezTo>
                  <a:pt x="1967788" y="221410"/>
                  <a:pt x="1962100" y="227215"/>
                  <a:pt x="1954901" y="227215"/>
                </a:cubicBezTo>
                <a:cubicBezTo>
                  <a:pt x="1947819" y="227215"/>
                  <a:pt x="1942013" y="221526"/>
                  <a:pt x="1942013" y="214327"/>
                </a:cubicBezTo>
                <a:cubicBezTo>
                  <a:pt x="1942013" y="207245"/>
                  <a:pt x="1947704" y="201440"/>
                  <a:pt x="1954901" y="201440"/>
                </a:cubicBezTo>
                <a:close/>
                <a:moveTo>
                  <a:pt x="10619297" y="134216"/>
                </a:moveTo>
                <a:cubicBezTo>
                  <a:pt x="10626378" y="134332"/>
                  <a:pt x="10632182" y="140021"/>
                  <a:pt x="10632182" y="147103"/>
                </a:cubicBezTo>
                <a:cubicBezTo>
                  <a:pt x="10632182" y="154186"/>
                  <a:pt x="10626496" y="159991"/>
                  <a:pt x="10619297" y="159991"/>
                </a:cubicBezTo>
                <a:cubicBezTo>
                  <a:pt x="10612213" y="159991"/>
                  <a:pt x="10606409" y="154301"/>
                  <a:pt x="10606409" y="147103"/>
                </a:cubicBezTo>
                <a:cubicBezTo>
                  <a:pt x="10606409" y="140021"/>
                  <a:pt x="10612098" y="134216"/>
                  <a:pt x="10619297" y="134216"/>
                </a:cubicBezTo>
                <a:close/>
                <a:moveTo>
                  <a:pt x="10362474" y="134216"/>
                </a:moveTo>
                <a:cubicBezTo>
                  <a:pt x="10369593" y="134216"/>
                  <a:pt x="10375362" y="139985"/>
                  <a:pt x="10375362" y="147103"/>
                </a:cubicBezTo>
                <a:cubicBezTo>
                  <a:pt x="10375362" y="154221"/>
                  <a:pt x="10369593" y="159991"/>
                  <a:pt x="10362474" y="159991"/>
                </a:cubicBezTo>
                <a:cubicBezTo>
                  <a:pt x="10355358" y="159991"/>
                  <a:pt x="10349589" y="154221"/>
                  <a:pt x="10349589" y="147103"/>
                </a:cubicBezTo>
                <a:cubicBezTo>
                  <a:pt x="10349589" y="139985"/>
                  <a:pt x="10355358" y="134216"/>
                  <a:pt x="10362474" y="134216"/>
                </a:cubicBezTo>
                <a:close/>
                <a:moveTo>
                  <a:pt x="7858237" y="134216"/>
                </a:moveTo>
                <a:cubicBezTo>
                  <a:pt x="7865355" y="134216"/>
                  <a:pt x="7871124" y="139985"/>
                  <a:pt x="7871124" y="147103"/>
                </a:cubicBezTo>
                <a:cubicBezTo>
                  <a:pt x="7871124" y="154221"/>
                  <a:pt x="7865355" y="159991"/>
                  <a:pt x="7858237" y="159991"/>
                </a:cubicBezTo>
                <a:cubicBezTo>
                  <a:pt x="7851118" y="159991"/>
                  <a:pt x="7845349" y="154221"/>
                  <a:pt x="7845349" y="147103"/>
                </a:cubicBezTo>
                <a:cubicBezTo>
                  <a:pt x="7845349" y="139985"/>
                  <a:pt x="7851118" y="134216"/>
                  <a:pt x="7858237" y="134216"/>
                </a:cubicBezTo>
                <a:close/>
                <a:moveTo>
                  <a:pt x="7665506" y="134216"/>
                </a:moveTo>
                <a:cubicBezTo>
                  <a:pt x="7672587" y="134332"/>
                  <a:pt x="7678394" y="140021"/>
                  <a:pt x="7678394" y="147103"/>
                </a:cubicBezTo>
                <a:cubicBezTo>
                  <a:pt x="7678394" y="154186"/>
                  <a:pt x="7672702" y="159991"/>
                  <a:pt x="7665506" y="159991"/>
                </a:cubicBezTo>
                <a:cubicBezTo>
                  <a:pt x="7658422" y="159991"/>
                  <a:pt x="7652618" y="154301"/>
                  <a:pt x="7652618" y="147103"/>
                </a:cubicBezTo>
                <a:cubicBezTo>
                  <a:pt x="7652618" y="140021"/>
                  <a:pt x="7658307" y="134216"/>
                  <a:pt x="7665506" y="134216"/>
                </a:cubicBezTo>
                <a:close/>
                <a:moveTo>
                  <a:pt x="4908693" y="134216"/>
                </a:moveTo>
                <a:cubicBezTo>
                  <a:pt x="4915774" y="134332"/>
                  <a:pt x="4921580" y="140021"/>
                  <a:pt x="4921580" y="147103"/>
                </a:cubicBezTo>
                <a:cubicBezTo>
                  <a:pt x="4921580" y="154186"/>
                  <a:pt x="4915891" y="159991"/>
                  <a:pt x="4908693" y="159991"/>
                </a:cubicBezTo>
                <a:cubicBezTo>
                  <a:pt x="4901610" y="159991"/>
                  <a:pt x="4895806" y="154301"/>
                  <a:pt x="4895806" y="147103"/>
                </a:cubicBezTo>
                <a:cubicBezTo>
                  <a:pt x="4895806" y="140021"/>
                  <a:pt x="4901493" y="134216"/>
                  <a:pt x="4908693" y="134216"/>
                </a:cubicBezTo>
                <a:close/>
                <a:moveTo>
                  <a:pt x="4651872" y="134216"/>
                </a:moveTo>
                <a:cubicBezTo>
                  <a:pt x="4658989" y="134216"/>
                  <a:pt x="4664758" y="139985"/>
                  <a:pt x="4664758" y="147103"/>
                </a:cubicBezTo>
                <a:cubicBezTo>
                  <a:pt x="4664758" y="154221"/>
                  <a:pt x="4658989" y="159991"/>
                  <a:pt x="4651872" y="159991"/>
                </a:cubicBezTo>
                <a:cubicBezTo>
                  <a:pt x="4644754" y="159991"/>
                  <a:pt x="4638984" y="154221"/>
                  <a:pt x="4638984" y="147103"/>
                </a:cubicBezTo>
                <a:cubicBezTo>
                  <a:pt x="4638984" y="139985"/>
                  <a:pt x="4644754" y="134216"/>
                  <a:pt x="4651872" y="134216"/>
                </a:cubicBezTo>
                <a:close/>
                <a:moveTo>
                  <a:pt x="2147633" y="134216"/>
                </a:moveTo>
                <a:cubicBezTo>
                  <a:pt x="2154750" y="134216"/>
                  <a:pt x="2160520" y="139985"/>
                  <a:pt x="2160520" y="147103"/>
                </a:cubicBezTo>
                <a:cubicBezTo>
                  <a:pt x="2160520" y="154221"/>
                  <a:pt x="2154750" y="159991"/>
                  <a:pt x="2147633" y="159991"/>
                </a:cubicBezTo>
                <a:cubicBezTo>
                  <a:pt x="2140515" y="159991"/>
                  <a:pt x="2134746" y="154221"/>
                  <a:pt x="2134746" y="147103"/>
                </a:cubicBezTo>
                <a:cubicBezTo>
                  <a:pt x="2134746" y="139985"/>
                  <a:pt x="2140515" y="134216"/>
                  <a:pt x="2147633" y="134216"/>
                </a:cubicBezTo>
                <a:close/>
                <a:moveTo>
                  <a:pt x="1954901" y="134216"/>
                </a:moveTo>
                <a:cubicBezTo>
                  <a:pt x="1961983" y="134332"/>
                  <a:pt x="1967788" y="140021"/>
                  <a:pt x="1967788" y="147103"/>
                </a:cubicBezTo>
                <a:cubicBezTo>
                  <a:pt x="1967788" y="154186"/>
                  <a:pt x="1962100" y="159991"/>
                  <a:pt x="1954901" y="159991"/>
                </a:cubicBezTo>
                <a:cubicBezTo>
                  <a:pt x="1947819" y="159991"/>
                  <a:pt x="1942013" y="154301"/>
                  <a:pt x="1942013" y="147103"/>
                </a:cubicBezTo>
                <a:cubicBezTo>
                  <a:pt x="1942013" y="140021"/>
                  <a:pt x="1947704" y="134216"/>
                  <a:pt x="1954901" y="134216"/>
                </a:cubicBezTo>
                <a:close/>
                <a:moveTo>
                  <a:pt x="10619297" y="67108"/>
                </a:moveTo>
                <a:cubicBezTo>
                  <a:pt x="10626378" y="67108"/>
                  <a:pt x="10632182" y="72913"/>
                  <a:pt x="10632182" y="79995"/>
                </a:cubicBezTo>
                <a:cubicBezTo>
                  <a:pt x="10632182" y="87078"/>
                  <a:pt x="10626496" y="92883"/>
                  <a:pt x="10619297" y="92883"/>
                </a:cubicBezTo>
                <a:cubicBezTo>
                  <a:pt x="10612213" y="92883"/>
                  <a:pt x="10606409" y="87194"/>
                  <a:pt x="10606409" y="79995"/>
                </a:cubicBezTo>
                <a:cubicBezTo>
                  <a:pt x="10606409" y="72913"/>
                  <a:pt x="10612098" y="67108"/>
                  <a:pt x="10619297" y="67108"/>
                </a:cubicBezTo>
                <a:close/>
                <a:moveTo>
                  <a:pt x="4908693" y="67108"/>
                </a:moveTo>
                <a:cubicBezTo>
                  <a:pt x="4915774" y="67108"/>
                  <a:pt x="4921580" y="72913"/>
                  <a:pt x="4921580" y="79995"/>
                </a:cubicBezTo>
                <a:cubicBezTo>
                  <a:pt x="4921580" y="87078"/>
                  <a:pt x="4915891" y="92883"/>
                  <a:pt x="4908693" y="92883"/>
                </a:cubicBezTo>
                <a:cubicBezTo>
                  <a:pt x="4901610" y="92883"/>
                  <a:pt x="4895806" y="87194"/>
                  <a:pt x="4895806" y="79995"/>
                </a:cubicBezTo>
                <a:cubicBezTo>
                  <a:pt x="4895806" y="72913"/>
                  <a:pt x="4901493" y="67108"/>
                  <a:pt x="4908693" y="67108"/>
                </a:cubicBezTo>
                <a:close/>
                <a:moveTo>
                  <a:pt x="10619297" y="0"/>
                </a:moveTo>
                <a:cubicBezTo>
                  <a:pt x="10626378" y="0"/>
                  <a:pt x="10632182" y="5689"/>
                  <a:pt x="10632182" y="12888"/>
                </a:cubicBezTo>
                <a:cubicBezTo>
                  <a:pt x="10632182" y="19970"/>
                  <a:pt x="10626496" y="25775"/>
                  <a:pt x="10619297" y="25775"/>
                </a:cubicBezTo>
                <a:cubicBezTo>
                  <a:pt x="10612213" y="25775"/>
                  <a:pt x="10606409" y="20087"/>
                  <a:pt x="10606409" y="12888"/>
                </a:cubicBezTo>
                <a:cubicBezTo>
                  <a:pt x="10606409" y="5805"/>
                  <a:pt x="10612098" y="0"/>
                  <a:pt x="10619297" y="0"/>
                </a:cubicBezTo>
                <a:close/>
                <a:moveTo>
                  <a:pt x="4908693" y="0"/>
                </a:moveTo>
                <a:cubicBezTo>
                  <a:pt x="4915774" y="0"/>
                  <a:pt x="4921580" y="5689"/>
                  <a:pt x="4921580" y="12888"/>
                </a:cubicBezTo>
                <a:cubicBezTo>
                  <a:pt x="4921580" y="19970"/>
                  <a:pt x="4915891" y="25775"/>
                  <a:pt x="4908693" y="25775"/>
                </a:cubicBezTo>
                <a:cubicBezTo>
                  <a:pt x="4901610" y="25775"/>
                  <a:pt x="4895806" y="20087"/>
                  <a:pt x="4895806" y="12888"/>
                </a:cubicBezTo>
                <a:cubicBezTo>
                  <a:pt x="4895806" y="5805"/>
                  <a:pt x="4901493" y="0"/>
                  <a:pt x="4908693" y="0"/>
                </a:cubicBezTo>
                <a:close/>
              </a:path>
            </a:pathLst>
          </a:custGeom>
          <a:solidFill>
            <a:schemeClr val="accent1">
              <a:alpha val="3000"/>
            </a:schemeClr>
          </a:solidFill>
          <a:ln w="361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2" name="页面-上"/>
          <p:cNvSpPr/>
          <p:nvPr userDrawn="1"/>
        </p:nvSpPr>
        <p:spPr bwMode="auto">
          <a:xfrm>
            <a:off x="5778500" y="-22860000"/>
            <a:ext cx="635000" cy="635000"/>
          </a:xfrm>
          <a:prstGeom prst="ellipse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254000" dist="63500" algn="l" rotWithShape="0">
              <a:schemeClr val="accent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gradFill>
                  <a:gsLst>
                    <a:gs pos="100000">
                      <a:schemeClr val="accent1"/>
                    </a:gs>
                    <a:gs pos="40000">
                      <a:schemeClr val="accent1">
                        <a:alpha val="0"/>
                      </a:schemeClr>
                    </a:gs>
                  </a:gsLst>
                  <a:lin ang="0" scaled="0"/>
                </a:gra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4" name="页面-下"/>
          <p:cNvSpPr/>
          <p:nvPr userDrawn="1"/>
        </p:nvSpPr>
        <p:spPr bwMode="auto">
          <a:xfrm>
            <a:off x="5778500" y="22860000"/>
            <a:ext cx="635000" cy="635000"/>
          </a:xfrm>
          <a:prstGeom prst="ellipse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254000" dist="63500" algn="l" rotWithShape="0">
              <a:schemeClr val="accent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>
                <a:gradFill>
                  <a:gsLst>
                    <a:gs pos="100000">
                      <a:schemeClr val="accent1"/>
                    </a:gs>
                    <a:gs pos="40000">
                      <a:schemeClr val="accent1">
                        <a:alpha val="0"/>
                      </a:schemeClr>
                    </a:gs>
                  </a:gsLst>
                  <a:lin ang="0" scaled="0"/>
                </a:gra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3" name="页面-上"/>
          <p:cNvSpPr/>
          <p:nvPr userDrawn="1"/>
        </p:nvSpPr>
        <p:spPr bwMode="auto">
          <a:xfrm>
            <a:off x="5778500" y="-22860000"/>
            <a:ext cx="635000" cy="635000"/>
          </a:xfrm>
          <a:prstGeom prst="ellipse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5" name="页面-下"/>
          <p:cNvSpPr/>
          <p:nvPr userDrawn="1"/>
        </p:nvSpPr>
        <p:spPr bwMode="auto">
          <a:xfrm>
            <a:off x="5778500" y="22860000"/>
            <a:ext cx="635000" cy="635000"/>
          </a:xfrm>
          <a:prstGeom prst="ellipse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fld id="{7838ACF1-C2FA-4D89-A612-30F607EFFAD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fld id="{84F9D44C-221E-4448-960C-8AA9A474619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思源黑体 CN Bold" panose="020B0800000000000000" pitchFamily="34" charset="-122"/>
          <a:cs typeface="思源黑体 CN Normal" panose="020B04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boto" panose="02000000000000000000" charset="0"/>
          <a:ea typeface="思源黑体 CN Bold" panose="020B0800000000000000" pitchFamily="34" charset="-122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fld id="{4F708BF2-F0E7-4509-84A4-913F97B3591C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fld id="{DD0DDAD0-62D5-415E-8F4D-BC5C1043F9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思源黑体 CN Normal" panose="020B04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Normal" panose="020B0400000000000000" charset="-122"/>
                <a:cs typeface="思源黑体 CN Bold" panose="020B0800000000000000" pitchFamily="34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Normal" panose="020B0400000000000000" charset="-122"/>
                <a:cs typeface="思源黑体 CN Bold" panose="020B08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Normal" panose="020B0400000000000000" charset="-122"/>
                <a:cs typeface="思源黑体 CN Bold" panose="020B0800000000000000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defRPr>
            </a:lvl1pPr>
          </a:lstStyle>
          <a:p>
            <a:fld id="{5543C3B3-0A11-4369-9A0C-64D95D3C1F3C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defRPr>
            </a:lvl1pPr>
          </a:lstStyle>
          <a:p>
            <a:fld id="{F077451C-4E6D-4F1B-9FF2-A014A181AF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tags" Target="../tags/tag21.xml"/><Relationship Id="rId7" Type="http://schemas.openxmlformats.org/officeDocument/2006/relationships/image" Target="../media/image3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4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chart" Target="../charts/chart4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chart" Target="../charts/chart3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chart" Target="../charts/chart2.xml"/><Relationship Id="rId5" Type="http://schemas.openxmlformats.org/officeDocument/2006/relationships/tags" Target="../tags/tag41.xml"/><Relationship Id="rId10" Type="http://schemas.openxmlformats.org/officeDocument/2006/relationships/chart" Target="../charts/chart1.xml"/><Relationship Id="rId4" Type="http://schemas.openxmlformats.org/officeDocument/2006/relationships/tags" Target="../tags/tag40.xml"/><Relationship Id="rId9" Type="http://schemas.openxmlformats.org/officeDocument/2006/relationships/slideLayout" Target="../slideLayouts/slideLayout12.xml"/><Relationship Id="rId1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13" Type="http://schemas.openxmlformats.org/officeDocument/2006/relationships/chart" Target="../charts/chart8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12" Type="http://schemas.openxmlformats.org/officeDocument/2006/relationships/chart" Target="../charts/chart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chart" Target="../charts/chart6.xml"/><Relationship Id="rId5" Type="http://schemas.openxmlformats.org/officeDocument/2006/relationships/tags" Target="../tags/tag49.xml"/><Relationship Id="rId10" Type="http://schemas.openxmlformats.org/officeDocument/2006/relationships/slideLayout" Target="../slideLayouts/slideLayout12.xml"/><Relationship Id="rId4" Type="http://schemas.openxmlformats.org/officeDocument/2006/relationships/tags" Target="../tags/tag48.xml"/><Relationship Id="rId9" Type="http://schemas.openxmlformats.org/officeDocument/2006/relationships/tags" Target="../tags/tag5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chart" Target="../charts/chart11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chart" Target="../charts/chart10.xml"/><Relationship Id="rId17" Type="http://schemas.openxmlformats.org/officeDocument/2006/relationships/image" Target="../media/image8.svg"/><Relationship Id="rId2" Type="http://schemas.openxmlformats.org/officeDocument/2006/relationships/tags" Target="../tags/tag55.xml"/><Relationship Id="rId16" Type="http://schemas.openxmlformats.org/officeDocument/2006/relationships/image" Target="../media/image7.png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chart" Target="../charts/chart9.xml"/><Relationship Id="rId5" Type="http://schemas.openxmlformats.org/officeDocument/2006/relationships/tags" Target="../tags/tag58.xml"/><Relationship Id="rId15" Type="http://schemas.openxmlformats.org/officeDocument/2006/relationships/image" Target="../media/image6.svg"/><Relationship Id="rId10" Type="http://schemas.openxmlformats.org/officeDocument/2006/relationships/slideLayout" Target="../slideLayouts/slideLayout12.xml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chart" Target="../charts/chart13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chart" Target="../charts/chart12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slideLayout" Target="../slideLayouts/slideLayout12.xml"/><Relationship Id="rId5" Type="http://schemas.openxmlformats.org/officeDocument/2006/relationships/tags" Target="../tags/tag67.xml"/><Relationship Id="rId10" Type="http://schemas.openxmlformats.org/officeDocument/2006/relationships/tags" Target="../tags/tag72.xml"/><Relationship Id="rId4" Type="http://schemas.openxmlformats.org/officeDocument/2006/relationships/tags" Target="../tags/tag66.xml"/><Relationship Id="rId9" Type="http://schemas.openxmlformats.org/officeDocument/2006/relationships/tags" Target="../tags/tag7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7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7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chart" Target="../charts/chart16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75.xml"/><Relationship Id="rId6" Type="http://schemas.openxmlformats.org/officeDocument/2006/relationships/chart" Target="../charts/chart15.xml"/><Relationship Id="rId5" Type="http://schemas.openxmlformats.org/officeDocument/2006/relationships/chart" Target="../charts/chart14.xml"/><Relationship Id="rId4" Type="http://schemas.openxmlformats.org/officeDocument/2006/relationships/image" Target="../media/image1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chart" Target="../charts/chart20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76.xml"/><Relationship Id="rId6" Type="http://schemas.openxmlformats.org/officeDocument/2006/relationships/chart" Target="../charts/chart19.xml"/><Relationship Id="rId5" Type="http://schemas.openxmlformats.org/officeDocument/2006/relationships/chart" Target="../charts/chart18.xml"/><Relationship Id="rId4" Type="http://schemas.openxmlformats.org/officeDocument/2006/relationships/chart" Target="../charts/char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7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7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tags" Target="../tags/tag7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80.xml"/><Relationship Id="rId5" Type="http://schemas.openxmlformats.org/officeDocument/2006/relationships/image" Target="../media/image11.png"/><Relationship Id="rId4" Type="http://schemas.openxmlformats.org/officeDocument/2006/relationships/chart" Target="../charts/chart2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8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9.xml"/><Relationship Id="rId3" Type="http://schemas.openxmlformats.org/officeDocument/2006/relationships/chart" Target="../charts/chart24.xml"/><Relationship Id="rId7" Type="http://schemas.openxmlformats.org/officeDocument/2006/relationships/chart" Target="../charts/chart28.xml"/><Relationship Id="rId12" Type="http://schemas.openxmlformats.org/officeDocument/2006/relationships/chart" Target="../charts/chart33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82.xml"/><Relationship Id="rId6" Type="http://schemas.openxmlformats.org/officeDocument/2006/relationships/chart" Target="../charts/chart27.xml"/><Relationship Id="rId11" Type="http://schemas.openxmlformats.org/officeDocument/2006/relationships/chart" Target="../charts/chart32.xml"/><Relationship Id="rId5" Type="http://schemas.openxmlformats.org/officeDocument/2006/relationships/chart" Target="../charts/chart26.xml"/><Relationship Id="rId10" Type="http://schemas.openxmlformats.org/officeDocument/2006/relationships/chart" Target="../charts/chart31.xml"/><Relationship Id="rId4" Type="http://schemas.openxmlformats.org/officeDocument/2006/relationships/chart" Target="../charts/chart25.xml"/><Relationship Id="rId9" Type="http://schemas.openxmlformats.org/officeDocument/2006/relationships/chart" Target="../charts/chart30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7.xml"/><Relationship Id="rId3" Type="http://schemas.openxmlformats.org/officeDocument/2006/relationships/image" Target="../media/image15.png"/><Relationship Id="rId7" Type="http://schemas.openxmlformats.org/officeDocument/2006/relationships/chart" Target="../charts/chart36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83.xml"/><Relationship Id="rId6" Type="http://schemas.openxmlformats.org/officeDocument/2006/relationships/chart" Target="../charts/chart35.xml"/><Relationship Id="rId5" Type="http://schemas.openxmlformats.org/officeDocument/2006/relationships/chart" Target="../charts/chart34.xml"/><Relationship Id="rId4" Type="http://schemas.openxmlformats.org/officeDocument/2006/relationships/image" Target="../media/image16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8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8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9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85.xml"/><Relationship Id="rId6" Type="http://schemas.openxmlformats.org/officeDocument/2006/relationships/chart" Target="../charts/chart42.xml"/><Relationship Id="rId5" Type="http://schemas.openxmlformats.org/officeDocument/2006/relationships/chart" Target="../charts/chart41.xml"/><Relationship Id="rId4" Type="http://schemas.openxmlformats.org/officeDocument/2006/relationships/chart" Target="../charts/chart40.xm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tags" Target="../tags/tag98.xml"/><Relationship Id="rId18" Type="http://schemas.openxmlformats.org/officeDocument/2006/relationships/tags" Target="../tags/tag103.xml"/><Relationship Id="rId26" Type="http://schemas.openxmlformats.org/officeDocument/2006/relationships/tags" Target="../tags/tag111.xml"/><Relationship Id="rId3" Type="http://schemas.openxmlformats.org/officeDocument/2006/relationships/tags" Target="../tags/tag88.xml"/><Relationship Id="rId21" Type="http://schemas.openxmlformats.org/officeDocument/2006/relationships/tags" Target="../tags/tag106.xml"/><Relationship Id="rId34" Type="http://schemas.openxmlformats.org/officeDocument/2006/relationships/notesSlide" Target="../notesSlides/notesSlide2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5" Type="http://schemas.openxmlformats.org/officeDocument/2006/relationships/tags" Target="../tags/tag110.xml"/><Relationship Id="rId33" Type="http://schemas.openxmlformats.org/officeDocument/2006/relationships/slideLayout" Target="../slideLayouts/slideLayout26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20" Type="http://schemas.openxmlformats.org/officeDocument/2006/relationships/tags" Target="../tags/tag105.xml"/><Relationship Id="rId29" Type="http://schemas.openxmlformats.org/officeDocument/2006/relationships/tags" Target="../tags/tag114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24" Type="http://schemas.openxmlformats.org/officeDocument/2006/relationships/tags" Target="../tags/tag109.xml"/><Relationship Id="rId32" Type="http://schemas.openxmlformats.org/officeDocument/2006/relationships/tags" Target="../tags/tag117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23" Type="http://schemas.openxmlformats.org/officeDocument/2006/relationships/tags" Target="../tags/tag108.xml"/><Relationship Id="rId28" Type="http://schemas.openxmlformats.org/officeDocument/2006/relationships/tags" Target="../tags/tag113.xml"/><Relationship Id="rId10" Type="http://schemas.openxmlformats.org/officeDocument/2006/relationships/tags" Target="../tags/tag95.xml"/><Relationship Id="rId19" Type="http://schemas.openxmlformats.org/officeDocument/2006/relationships/tags" Target="../tags/tag104.xml"/><Relationship Id="rId31" Type="http://schemas.openxmlformats.org/officeDocument/2006/relationships/tags" Target="../tags/tag116.xml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Relationship Id="rId22" Type="http://schemas.openxmlformats.org/officeDocument/2006/relationships/tags" Target="../tags/tag107.xml"/><Relationship Id="rId27" Type="http://schemas.openxmlformats.org/officeDocument/2006/relationships/tags" Target="../tags/tag112.xml"/><Relationship Id="rId30" Type="http://schemas.openxmlformats.org/officeDocument/2006/relationships/tags" Target="../tags/tag115.xml"/><Relationship Id="rId35" Type="http://schemas.openxmlformats.org/officeDocument/2006/relationships/chart" Target="../charts/chart43.xml"/><Relationship Id="rId8" Type="http://schemas.openxmlformats.org/officeDocument/2006/relationships/tags" Target="../tags/tag9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125.xml"/><Relationship Id="rId13" Type="http://schemas.openxmlformats.org/officeDocument/2006/relationships/tags" Target="../tags/tag130.xml"/><Relationship Id="rId18" Type="http://schemas.openxmlformats.org/officeDocument/2006/relationships/tags" Target="../tags/tag135.xml"/><Relationship Id="rId26" Type="http://schemas.openxmlformats.org/officeDocument/2006/relationships/tags" Target="../tags/tag143.xml"/><Relationship Id="rId3" Type="http://schemas.openxmlformats.org/officeDocument/2006/relationships/tags" Target="../tags/tag120.xml"/><Relationship Id="rId21" Type="http://schemas.openxmlformats.org/officeDocument/2006/relationships/tags" Target="../tags/tag138.xml"/><Relationship Id="rId7" Type="http://schemas.openxmlformats.org/officeDocument/2006/relationships/tags" Target="../tags/tag124.xml"/><Relationship Id="rId12" Type="http://schemas.openxmlformats.org/officeDocument/2006/relationships/tags" Target="../tags/tag129.xml"/><Relationship Id="rId17" Type="http://schemas.openxmlformats.org/officeDocument/2006/relationships/tags" Target="../tags/tag134.xml"/><Relationship Id="rId25" Type="http://schemas.openxmlformats.org/officeDocument/2006/relationships/tags" Target="../tags/tag142.xml"/><Relationship Id="rId2" Type="http://schemas.openxmlformats.org/officeDocument/2006/relationships/tags" Target="../tags/tag119.xml"/><Relationship Id="rId16" Type="http://schemas.openxmlformats.org/officeDocument/2006/relationships/tags" Target="../tags/tag133.xml"/><Relationship Id="rId20" Type="http://schemas.openxmlformats.org/officeDocument/2006/relationships/tags" Target="../tags/tag137.xml"/><Relationship Id="rId29" Type="http://schemas.openxmlformats.org/officeDocument/2006/relationships/tags" Target="../tags/tag146.xml"/><Relationship Id="rId1" Type="http://schemas.openxmlformats.org/officeDocument/2006/relationships/tags" Target="../tags/tag118.xml"/><Relationship Id="rId6" Type="http://schemas.openxmlformats.org/officeDocument/2006/relationships/tags" Target="../tags/tag123.xml"/><Relationship Id="rId11" Type="http://schemas.openxmlformats.org/officeDocument/2006/relationships/tags" Target="../tags/tag128.xml"/><Relationship Id="rId24" Type="http://schemas.openxmlformats.org/officeDocument/2006/relationships/tags" Target="../tags/tag141.xml"/><Relationship Id="rId32" Type="http://schemas.openxmlformats.org/officeDocument/2006/relationships/notesSlide" Target="../notesSlides/notesSlide3.xml"/><Relationship Id="rId5" Type="http://schemas.openxmlformats.org/officeDocument/2006/relationships/tags" Target="../tags/tag122.xml"/><Relationship Id="rId15" Type="http://schemas.openxmlformats.org/officeDocument/2006/relationships/tags" Target="../tags/tag132.xml"/><Relationship Id="rId23" Type="http://schemas.openxmlformats.org/officeDocument/2006/relationships/tags" Target="../tags/tag140.xml"/><Relationship Id="rId28" Type="http://schemas.openxmlformats.org/officeDocument/2006/relationships/tags" Target="../tags/tag145.xml"/><Relationship Id="rId10" Type="http://schemas.openxmlformats.org/officeDocument/2006/relationships/tags" Target="../tags/tag127.xml"/><Relationship Id="rId19" Type="http://schemas.openxmlformats.org/officeDocument/2006/relationships/tags" Target="../tags/tag136.xml"/><Relationship Id="rId31" Type="http://schemas.openxmlformats.org/officeDocument/2006/relationships/slideLayout" Target="../slideLayouts/slideLayout26.xml"/><Relationship Id="rId4" Type="http://schemas.openxmlformats.org/officeDocument/2006/relationships/tags" Target="../tags/tag121.xml"/><Relationship Id="rId9" Type="http://schemas.openxmlformats.org/officeDocument/2006/relationships/tags" Target="../tags/tag126.xml"/><Relationship Id="rId14" Type="http://schemas.openxmlformats.org/officeDocument/2006/relationships/tags" Target="../tags/tag131.xml"/><Relationship Id="rId22" Type="http://schemas.openxmlformats.org/officeDocument/2006/relationships/tags" Target="../tags/tag139.xml"/><Relationship Id="rId27" Type="http://schemas.openxmlformats.org/officeDocument/2006/relationships/tags" Target="../tags/tag144.xml"/><Relationship Id="rId30" Type="http://schemas.openxmlformats.org/officeDocument/2006/relationships/tags" Target="../tags/tag14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155.xml"/><Relationship Id="rId13" Type="http://schemas.openxmlformats.org/officeDocument/2006/relationships/chart" Target="../charts/chart45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12" Type="http://schemas.openxmlformats.org/officeDocument/2006/relationships/chart" Target="../charts/chart44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11" Type="http://schemas.openxmlformats.org/officeDocument/2006/relationships/notesSlide" Target="../notesSlides/notesSlide4.xml"/><Relationship Id="rId5" Type="http://schemas.openxmlformats.org/officeDocument/2006/relationships/tags" Target="../tags/tag152.xml"/><Relationship Id="rId10" Type="http://schemas.openxmlformats.org/officeDocument/2006/relationships/slideLayout" Target="../slideLayouts/slideLayout26.xml"/><Relationship Id="rId4" Type="http://schemas.openxmlformats.org/officeDocument/2006/relationships/tags" Target="../tags/tag151.xml"/><Relationship Id="rId9" Type="http://schemas.openxmlformats.org/officeDocument/2006/relationships/tags" Target="../tags/tag156.xml"/><Relationship Id="rId14" Type="http://schemas.openxmlformats.org/officeDocument/2006/relationships/chart" Target="../charts/chart46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tags" Target="../tags/tag169.xml"/><Relationship Id="rId18" Type="http://schemas.openxmlformats.org/officeDocument/2006/relationships/tags" Target="../tags/tag174.xml"/><Relationship Id="rId26" Type="http://schemas.openxmlformats.org/officeDocument/2006/relationships/tags" Target="../tags/tag182.xml"/><Relationship Id="rId3" Type="http://schemas.openxmlformats.org/officeDocument/2006/relationships/tags" Target="../tags/tag159.xml"/><Relationship Id="rId21" Type="http://schemas.openxmlformats.org/officeDocument/2006/relationships/tags" Target="../tags/tag177.xml"/><Relationship Id="rId34" Type="http://schemas.openxmlformats.org/officeDocument/2006/relationships/slideLayout" Target="../slideLayouts/slideLayout26.xml"/><Relationship Id="rId7" Type="http://schemas.openxmlformats.org/officeDocument/2006/relationships/tags" Target="../tags/tag163.xml"/><Relationship Id="rId12" Type="http://schemas.openxmlformats.org/officeDocument/2006/relationships/tags" Target="../tags/tag168.xml"/><Relationship Id="rId17" Type="http://schemas.openxmlformats.org/officeDocument/2006/relationships/tags" Target="../tags/tag173.xml"/><Relationship Id="rId25" Type="http://schemas.openxmlformats.org/officeDocument/2006/relationships/tags" Target="../tags/tag181.xml"/><Relationship Id="rId33" Type="http://schemas.openxmlformats.org/officeDocument/2006/relationships/tags" Target="../tags/tag189.xml"/><Relationship Id="rId2" Type="http://schemas.openxmlformats.org/officeDocument/2006/relationships/tags" Target="../tags/tag158.xml"/><Relationship Id="rId16" Type="http://schemas.openxmlformats.org/officeDocument/2006/relationships/tags" Target="../tags/tag172.xml"/><Relationship Id="rId20" Type="http://schemas.openxmlformats.org/officeDocument/2006/relationships/tags" Target="../tags/tag176.xml"/><Relationship Id="rId29" Type="http://schemas.openxmlformats.org/officeDocument/2006/relationships/tags" Target="../tags/tag185.xml"/><Relationship Id="rId1" Type="http://schemas.openxmlformats.org/officeDocument/2006/relationships/tags" Target="../tags/tag157.xml"/><Relationship Id="rId6" Type="http://schemas.openxmlformats.org/officeDocument/2006/relationships/tags" Target="../tags/tag162.xml"/><Relationship Id="rId11" Type="http://schemas.openxmlformats.org/officeDocument/2006/relationships/tags" Target="../tags/tag167.xml"/><Relationship Id="rId24" Type="http://schemas.openxmlformats.org/officeDocument/2006/relationships/tags" Target="../tags/tag180.xml"/><Relationship Id="rId32" Type="http://schemas.openxmlformats.org/officeDocument/2006/relationships/tags" Target="../tags/tag188.xml"/><Relationship Id="rId5" Type="http://schemas.openxmlformats.org/officeDocument/2006/relationships/tags" Target="../tags/tag161.xml"/><Relationship Id="rId15" Type="http://schemas.openxmlformats.org/officeDocument/2006/relationships/tags" Target="../tags/tag171.xml"/><Relationship Id="rId23" Type="http://schemas.openxmlformats.org/officeDocument/2006/relationships/tags" Target="../tags/tag179.xml"/><Relationship Id="rId28" Type="http://schemas.openxmlformats.org/officeDocument/2006/relationships/tags" Target="../tags/tag184.xml"/><Relationship Id="rId36" Type="http://schemas.openxmlformats.org/officeDocument/2006/relationships/chart" Target="../charts/chart47.xml"/><Relationship Id="rId10" Type="http://schemas.openxmlformats.org/officeDocument/2006/relationships/tags" Target="../tags/tag166.xml"/><Relationship Id="rId19" Type="http://schemas.openxmlformats.org/officeDocument/2006/relationships/tags" Target="../tags/tag175.xml"/><Relationship Id="rId31" Type="http://schemas.openxmlformats.org/officeDocument/2006/relationships/tags" Target="../tags/tag187.xml"/><Relationship Id="rId4" Type="http://schemas.openxmlformats.org/officeDocument/2006/relationships/tags" Target="../tags/tag160.xml"/><Relationship Id="rId9" Type="http://schemas.openxmlformats.org/officeDocument/2006/relationships/tags" Target="../tags/tag165.xml"/><Relationship Id="rId14" Type="http://schemas.openxmlformats.org/officeDocument/2006/relationships/tags" Target="../tags/tag170.xml"/><Relationship Id="rId22" Type="http://schemas.openxmlformats.org/officeDocument/2006/relationships/tags" Target="../tags/tag178.xml"/><Relationship Id="rId27" Type="http://schemas.openxmlformats.org/officeDocument/2006/relationships/tags" Target="../tags/tag183.xml"/><Relationship Id="rId30" Type="http://schemas.openxmlformats.org/officeDocument/2006/relationships/tags" Target="../tags/tag186.xml"/><Relationship Id="rId35" Type="http://schemas.openxmlformats.org/officeDocument/2006/relationships/notesSlide" Target="../notesSlides/notesSlide5.xml"/><Relationship Id="rId8" Type="http://schemas.openxmlformats.org/officeDocument/2006/relationships/tags" Target="../tags/tag16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chart" Target="../charts/chart51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190.xml"/><Relationship Id="rId6" Type="http://schemas.openxmlformats.org/officeDocument/2006/relationships/chart" Target="../charts/chart50.xml"/><Relationship Id="rId5" Type="http://schemas.openxmlformats.org/officeDocument/2006/relationships/chart" Target="../charts/chart49.xml"/><Relationship Id="rId4" Type="http://schemas.openxmlformats.org/officeDocument/2006/relationships/chart" Target="../charts/chart4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19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2.xml"/><Relationship Id="rId7" Type="http://schemas.openxmlformats.org/officeDocument/2006/relationships/image" Target="../media/image18.sv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92.xml"/><Relationship Id="rId6" Type="http://schemas.openxmlformats.org/officeDocument/2006/relationships/image" Target="../media/image17.png"/><Relationship Id="rId5" Type="http://schemas.openxmlformats.org/officeDocument/2006/relationships/chart" Target="../charts/chart54.xml"/><Relationship Id="rId4" Type="http://schemas.openxmlformats.org/officeDocument/2006/relationships/chart" Target="../charts/chart5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5.xml"/><Relationship Id="rId7" Type="http://schemas.openxmlformats.org/officeDocument/2006/relationships/image" Target="../media/image18.sv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93.xml"/><Relationship Id="rId6" Type="http://schemas.openxmlformats.org/officeDocument/2006/relationships/image" Target="../media/image17.png"/><Relationship Id="rId5" Type="http://schemas.openxmlformats.org/officeDocument/2006/relationships/chart" Target="../charts/chart57.xml"/><Relationship Id="rId4" Type="http://schemas.openxmlformats.org/officeDocument/2006/relationships/chart" Target="../charts/chart5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94.xml"/><Relationship Id="rId4" Type="http://schemas.openxmlformats.org/officeDocument/2006/relationships/chart" Target="../charts/chart5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9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96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0.sv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97.xml"/><Relationship Id="rId6" Type="http://schemas.openxmlformats.org/officeDocument/2006/relationships/image" Target="../media/image19.png"/><Relationship Id="rId5" Type="http://schemas.openxmlformats.org/officeDocument/2006/relationships/chart" Target="../charts/chart61.xml"/><Relationship Id="rId4" Type="http://schemas.openxmlformats.org/officeDocument/2006/relationships/chart" Target="../charts/chart60.xml"/><Relationship Id="rId9" Type="http://schemas.openxmlformats.org/officeDocument/2006/relationships/image" Target="../media/image22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chart" Target="../charts/chart65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98.xml"/><Relationship Id="rId6" Type="http://schemas.openxmlformats.org/officeDocument/2006/relationships/chart" Target="../charts/chart64.xml"/><Relationship Id="rId5" Type="http://schemas.openxmlformats.org/officeDocument/2006/relationships/chart" Target="../charts/chart63.xml"/><Relationship Id="rId4" Type="http://schemas.openxmlformats.org/officeDocument/2006/relationships/chart" Target="../charts/chart6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206.xml"/><Relationship Id="rId13" Type="http://schemas.openxmlformats.org/officeDocument/2006/relationships/tags" Target="../tags/tag211.xml"/><Relationship Id="rId18" Type="http://schemas.openxmlformats.org/officeDocument/2006/relationships/chart" Target="../charts/chart68.xml"/><Relationship Id="rId3" Type="http://schemas.openxmlformats.org/officeDocument/2006/relationships/tags" Target="../tags/tag201.xml"/><Relationship Id="rId7" Type="http://schemas.openxmlformats.org/officeDocument/2006/relationships/tags" Target="../tags/tag205.xml"/><Relationship Id="rId12" Type="http://schemas.openxmlformats.org/officeDocument/2006/relationships/tags" Target="../tags/tag210.xml"/><Relationship Id="rId17" Type="http://schemas.openxmlformats.org/officeDocument/2006/relationships/chart" Target="../charts/chart67.xml"/><Relationship Id="rId2" Type="http://schemas.openxmlformats.org/officeDocument/2006/relationships/tags" Target="../tags/tag200.xml"/><Relationship Id="rId16" Type="http://schemas.openxmlformats.org/officeDocument/2006/relationships/chart" Target="../charts/chart66.xml"/><Relationship Id="rId1" Type="http://schemas.openxmlformats.org/officeDocument/2006/relationships/tags" Target="../tags/tag199.xml"/><Relationship Id="rId6" Type="http://schemas.openxmlformats.org/officeDocument/2006/relationships/tags" Target="../tags/tag204.xml"/><Relationship Id="rId11" Type="http://schemas.openxmlformats.org/officeDocument/2006/relationships/tags" Target="../tags/tag209.xml"/><Relationship Id="rId5" Type="http://schemas.openxmlformats.org/officeDocument/2006/relationships/tags" Target="../tags/tag203.xml"/><Relationship Id="rId15" Type="http://schemas.openxmlformats.org/officeDocument/2006/relationships/notesSlide" Target="../notesSlides/notesSlide12.xml"/><Relationship Id="rId10" Type="http://schemas.openxmlformats.org/officeDocument/2006/relationships/tags" Target="../tags/tag208.xml"/><Relationship Id="rId4" Type="http://schemas.openxmlformats.org/officeDocument/2006/relationships/tags" Target="../tags/tag202.xml"/><Relationship Id="rId9" Type="http://schemas.openxmlformats.org/officeDocument/2006/relationships/tags" Target="../tags/tag207.xml"/><Relationship Id="rId14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chart" Target="../charts/chart72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12.xml"/><Relationship Id="rId6" Type="http://schemas.openxmlformats.org/officeDocument/2006/relationships/chart" Target="../charts/chart71.xml"/><Relationship Id="rId5" Type="http://schemas.openxmlformats.org/officeDocument/2006/relationships/chart" Target="../charts/chart70.xml"/><Relationship Id="rId4" Type="http://schemas.openxmlformats.org/officeDocument/2006/relationships/chart" Target="../charts/chart69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220.xml"/><Relationship Id="rId13" Type="http://schemas.openxmlformats.org/officeDocument/2006/relationships/tags" Target="../tags/tag225.xml"/><Relationship Id="rId18" Type="http://schemas.openxmlformats.org/officeDocument/2006/relationships/tags" Target="../tags/tag230.xml"/><Relationship Id="rId26" Type="http://schemas.openxmlformats.org/officeDocument/2006/relationships/chart" Target="../charts/chart73.xml"/><Relationship Id="rId3" Type="http://schemas.openxmlformats.org/officeDocument/2006/relationships/tags" Target="../tags/tag215.xml"/><Relationship Id="rId21" Type="http://schemas.openxmlformats.org/officeDocument/2006/relationships/tags" Target="../tags/tag233.xml"/><Relationship Id="rId7" Type="http://schemas.openxmlformats.org/officeDocument/2006/relationships/tags" Target="../tags/tag219.xml"/><Relationship Id="rId12" Type="http://schemas.openxmlformats.org/officeDocument/2006/relationships/tags" Target="../tags/tag224.xml"/><Relationship Id="rId17" Type="http://schemas.openxmlformats.org/officeDocument/2006/relationships/tags" Target="../tags/tag229.xml"/><Relationship Id="rId25" Type="http://schemas.openxmlformats.org/officeDocument/2006/relationships/notesSlide" Target="../notesSlides/notesSlide14.xml"/><Relationship Id="rId2" Type="http://schemas.openxmlformats.org/officeDocument/2006/relationships/tags" Target="../tags/tag214.xml"/><Relationship Id="rId16" Type="http://schemas.openxmlformats.org/officeDocument/2006/relationships/tags" Target="../tags/tag228.xml"/><Relationship Id="rId20" Type="http://schemas.openxmlformats.org/officeDocument/2006/relationships/tags" Target="../tags/tag232.xml"/><Relationship Id="rId1" Type="http://schemas.openxmlformats.org/officeDocument/2006/relationships/tags" Target="../tags/tag213.xml"/><Relationship Id="rId6" Type="http://schemas.openxmlformats.org/officeDocument/2006/relationships/tags" Target="../tags/tag218.xml"/><Relationship Id="rId11" Type="http://schemas.openxmlformats.org/officeDocument/2006/relationships/tags" Target="../tags/tag223.xml"/><Relationship Id="rId24" Type="http://schemas.openxmlformats.org/officeDocument/2006/relationships/slideLayout" Target="../slideLayouts/slideLayout11.xml"/><Relationship Id="rId5" Type="http://schemas.openxmlformats.org/officeDocument/2006/relationships/tags" Target="../tags/tag217.xml"/><Relationship Id="rId15" Type="http://schemas.openxmlformats.org/officeDocument/2006/relationships/tags" Target="../tags/tag227.xml"/><Relationship Id="rId23" Type="http://schemas.openxmlformats.org/officeDocument/2006/relationships/tags" Target="../tags/tag235.xml"/><Relationship Id="rId28" Type="http://schemas.openxmlformats.org/officeDocument/2006/relationships/chart" Target="../charts/chart75.xml"/><Relationship Id="rId10" Type="http://schemas.openxmlformats.org/officeDocument/2006/relationships/tags" Target="../tags/tag222.xml"/><Relationship Id="rId19" Type="http://schemas.openxmlformats.org/officeDocument/2006/relationships/tags" Target="../tags/tag231.xml"/><Relationship Id="rId4" Type="http://schemas.openxmlformats.org/officeDocument/2006/relationships/tags" Target="../tags/tag216.xml"/><Relationship Id="rId9" Type="http://schemas.openxmlformats.org/officeDocument/2006/relationships/tags" Target="../tags/tag221.xml"/><Relationship Id="rId14" Type="http://schemas.openxmlformats.org/officeDocument/2006/relationships/tags" Target="../tags/tag226.xml"/><Relationship Id="rId22" Type="http://schemas.openxmlformats.org/officeDocument/2006/relationships/tags" Target="../tags/tag234.xml"/><Relationship Id="rId27" Type="http://schemas.openxmlformats.org/officeDocument/2006/relationships/chart" Target="../charts/chart7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36.xml"/><Relationship Id="rId6" Type="http://schemas.openxmlformats.org/officeDocument/2006/relationships/chart" Target="../charts/chart78.xml"/><Relationship Id="rId5" Type="http://schemas.openxmlformats.org/officeDocument/2006/relationships/chart" Target="../charts/chart77.xml"/><Relationship Id="rId4" Type="http://schemas.openxmlformats.org/officeDocument/2006/relationships/chart" Target="../charts/chart76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tags" Target="../tags/tag244.xml"/><Relationship Id="rId13" Type="http://schemas.openxmlformats.org/officeDocument/2006/relationships/tags" Target="../tags/tag249.xml"/><Relationship Id="rId18" Type="http://schemas.openxmlformats.org/officeDocument/2006/relationships/notesSlide" Target="../notesSlides/notesSlide16.xml"/><Relationship Id="rId3" Type="http://schemas.openxmlformats.org/officeDocument/2006/relationships/tags" Target="../tags/tag239.xml"/><Relationship Id="rId7" Type="http://schemas.openxmlformats.org/officeDocument/2006/relationships/tags" Target="../tags/tag243.xml"/><Relationship Id="rId12" Type="http://schemas.openxmlformats.org/officeDocument/2006/relationships/tags" Target="../tags/tag248.xml"/><Relationship Id="rId17" Type="http://schemas.openxmlformats.org/officeDocument/2006/relationships/slideLayout" Target="../slideLayouts/slideLayout11.xml"/><Relationship Id="rId2" Type="http://schemas.openxmlformats.org/officeDocument/2006/relationships/tags" Target="../tags/tag238.xml"/><Relationship Id="rId16" Type="http://schemas.openxmlformats.org/officeDocument/2006/relationships/tags" Target="../tags/tag252.xml"/><Relationship Id="rId20" Type="http://schemas.openxmlformats.org/officeDocument/2006/relationships/chart" Target="../charts/chart80.xml"/><Relationship Id="rId1" Type="http://schemas.openxmlformats.org/officeDocument/2006/relationships/tags" Target="../tags/tag237.xml"/><Relationship Id="rId6" Type="http://schemas.openxmlformats.org/officeDocument/2006/relationships/tags" Target="../tags/tag242.xml"/><Relationship Id="rId11" Type="http://schemas.openxmlformats.org/officeDocument/2006/relationships/tags" Target="../tags/tag247.xml"/><Relationship Id="rId5" Type="http://schemas.openxmlformats.org/officeDocument/2006/relationships/tags" Target="../tags/tag241.xml"/><Relationship Id="rId15" Type="http://schemas.openxmlformats.org/officeDocument/2006/relationships/tags" Target="../tags/tag251.xml"/><Relationship Id="rId10" Type="http://schemas.openxmlformats.org/officeDocument/2006/relationships/tags" Target="../tags/tag246.xml"/><Relationship Id="rId19" Type="http://schemas.openxmlformats.org/officeDocument/2006/relationships/chart" Target="../charts/chart79.xml"/><Relationship Id="rId4" Type="http://schemas.openxmlformats.org/officeDocument/2006/relationships/tags" Target="../tags/tag240.xml"/><Relationship Id="rId9" Type="http://schemas.openxmlformats.org/officeDocument/2006/relationships/tags" Target="../tags/tag245.xml"/><Relationship Id="rId14" Type="http://schemas.openxmlformats.org/officeDocument/2006/relationships/tags" Target="../tags/tag2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小红书平北职场PPT1"/>
          <p:cNvSpPr/>
          <p:nvPr/>
        </p:nvSpPr>
        <p:spPr>
          <a:xfrm>
            <a:off x="334962" y="889024"/>
            <a:ext cx="11522076" cy="47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4" name="小红书平北职场PPT2"/>
          <p:cNvGrpSpPr/>
          <p:nvPr/>
        </p:nvGrpSpPr>
        <p:grpSpPr>
          <a:xfrm>
            <a:off x="334963" y="184318"/>
            <a:ext cx="11522075" cy="506147"/>
            <a:chOff x="334963" y="184318"/>
            <a:chExt cx="11522075" cy="506147"/>
          </a:xfrm>
        </p:grpSpPr>
        <p:cxnSp>
          <p:nvCxnSpPr>
            <p:cNvPr id="197" name="小红书平北职场PPT2-1"/>
            <p:cNvCxnSpPr/>
            <p:nvPr>
              <p:custDataLst>
                <p:tags r:id="rId2"/>
              </p:custDataLst>
            </p:nvPr>
          </p:nvCxnSpPr>
          <p:spPr>
            <a:xfrm>
              <a:off x="334963" y="690465"/>
              <a:ext cx="115220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小红书平北职场PPT2-2"/>
            <p:cNvSpPr txBox="1"/>
            <p:nvPr>
              <p:custDataLst>
                <p:tags r:id="rId3"/>
              </p:custDataLst>
            </p:nvPr>
          </p:nvSpPr>
          <p:spPr>
            <a:xfrm>
              <a:off x="334963" y="184318"/>
              <a:ext cx="4308872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人事工作关键绩效指标汇总</a:t>
              </a:r>
            </a:p>
          </p:txBody>
        </p:sp>
      </p:grpSp>
      <p:sp>
        <p:nvSpPr>
          <p:cNvPr id="5" name="小红书平北职场PPT4"/>
          <p:cNvSpPr txBox="1"/>
          <p:nvPr/>
        </p:nvSpPr>
        <p:spPr>
          <a:xfrm>
            <a:off x="491582" y="1108493"/>
            <a:ext cx="2552354" cy="5613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10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思源黑体 CN Normal" panose="020B0400000000000000" charset="-122"/>
              </a:rPr>
              <a:t>2025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10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6" name="小红书平北职场PPT5"/>
          <p:cNvGrpSpPr/>
          <p:nvPr/>
        </p:nvGrpSpPr>
        <p:grpSpPr>
          <a:xfrm>
            <a:off x="1648691" y="1464255"/>
            <a:ext cx="10024857" cy="338258"/>
            <a:chOff x="2256898" y="2008619"/>
            <a:chExt cx="9360539" cy="291481"/>
          </a:xfrm>
        </p:grpSpPr>
        <p:sp>
          <p:nvSpPr>
            <p:cNvPr id="161" name="小红书平北职场PPT5-1"/>
            <p:cNvSpPr/>
            <p:nvPr/>
          </p:nvSpPr>
          <p:spPr>
            <a:xfrm>
              <a:off x="2256898" y="2008619"/>
              <a:ext cx="710195" cy="291473"/>
            </a:xfrm>
            <a:prstGeom prst="roundRect">
              <a:avLst>
                <a:gd name="adj" fmla="val 14801"/>
              </a:avLst>
            </a:prstGeom>
            <a:noFill/>
            <a:ln w="9525">
              <a:solidFill>
                <a:schemeClr val="accent1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62" name="小红书平北职场PPT5-2"/>
            <p:cNvSpPr txBox="1"/>
            <p:nvPr/>
          </p:nvSpPr>
          <p:spPr>
            <a:xfrm>
              <a:off x="2347953" y="2038215"/>
              <a:ext cx="528536" cy="170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1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月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思源黑体 CN Normal" panose="020B0400000000000000" charset="-122"/>
              </a:endParaRPr>
            </a:p>
          </p:txBody>
        </p:sp>
        <p:sp>
          <p:nvSpPr>
            <p:cNvPr id="163" name="小红书平北职场PPT5-3"/>
            <p:cNvSpPr/>
            <p:nvPr/>
          </p:nvSpPr>
          <p:spPr>
            <a:xfrm>
              <a:off x="3043292" y="2008627"/>
              <a:ext cx="710197" cy="291473"/>
            </a:xfrm>
            <a:prstGeom prst="roundRect">
              <a:avLst>
                <a:gd name="adj" fmla="val 14801"/>
              </a:avLst>
            </a:prstGeom>
            <a:noFill/>
            <a:ln w="9525">
              <a:solidFill>
                <a:schemeClr val="accent1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64" name="小红书平北职场PPT5-4"/>
            <p:cNvSpPr txBox="1"/>
            <p:nvPr/>
          </p:nvSpPr>
          <p:spPr>
            <a:xfrm>
              <a:off x="3134347" y="2038215"/>
              <a:ext cx="528538" cy="170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2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月</a:t>
              </a:r>
            </a:p>
          </p:txBody>
        </p:sp>
        <p:sp>
          <p:nvSpPr>
            <p:cNvPr id="165" name="小红书平北职场PPT5-5"/>
            <p:cNvSpPr/>
            <p:nvPr/>
          </p:nvSpPr>
          <p:spPr>
            <a:xfrm>
              <a:off x="3829688" y="2008625"/>
              <a:ext cx="710197" cy="291473"/>
            </a:xfrm>
            <a:prstGeom prst="roundRect">
              <a:avLst>
                <a:gd name="adj" fmla="val 14801"/>
              </a:avLst>
            </a:prstGeom>
            <a:noFill/>
            <a:ln w="9525">
              <a:solidFill>
                <a:schemeClr val="accent1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66" name="小红书平北职场PPT5-6"/>
            <p:cNvSpPr txBox="1"/>
            <p:nvPr/>
          </p:nvSpPr>
          <p:spPr>
            <a:xfrm>
              <a:off x="3920743" y="2038215"/>
              <a:ext cx="528538" cy="170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3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月</a:t>
              </a:r>
            </a:p>
          </p:txBody>
        </p:sp>
        <p:sp>
          <p:nvSpPr>
            <p:cNvPr id="167" name="小红书平北职场PPT5-7"/>
            <p:cNvSpPr/>
            <p:nvPr/>
          </p:nvSpPr>
          <p:spPr>
            <a:xfrm>
              <a:off x="4616082" y="2008627"/>
              <a:ext cx="710195" cy="291473"/>
            </a:xfrm>
            <a:prstGeom prst="roundRect">
              <a:avLst>
                <a:gd name="adj" fmla="val 14801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accent2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68" name="小红书平北职场PPT5-8"/>
            <p:cNvSpPr txBox="1"/>
            <p:nvPr/>
          </p:nvSpPr>
          <p:spPr>
            <a:xfrm>
              <a:off x="4707137" y="2038208"/>
              <a:ext cx="528536" cy="173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13422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4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13422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月</a:t>
              </a:r>
            </a:p>
          </p:txBody>
        </p:sp>
        <p:sp>
          <p:nvSpPr>
            <p:cNvPr id="169" name="小红书平北职场PPT5-9"/>
            <p:cNvSpPr/>
            <p:nvPr/>
          </p:nvSpPr>
          <p:spPr>
            <a:xfrm>
              <a:off x="5402477" y="2008625"/>
              <a:ext cx="710197" cy="291473"/>
            </a:xfrm>
            <a:prstGeom prst="roundRect">
              <a:avLst>
                <a:gd name="adj" fmla="val 14801"/>
              </a:avLst>
            </a:prstGeom>
            <a:noFill/>
            <a:ln w="9525">
              <a:solidFill>
                <a:schemeClr val="accent1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70" name="小红书平北职场PPT5-10"/>
            <p:cNvSpPr txBox="1"/>
            <p:nvPr/>
          </p:nvSpPr>
          <p:spPr>
            <a:xfrm>
              <a:off x="5493532" y="2038215"/>
              <a:ext cx="528538" cy="170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5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月</a:t>
              </a:r>
            </a:p>
          </p:txBody>
        </p:sp>
        <p:sp>
          <p:nvSpPr>
            <p:cNvPr id="171" name="小红书平北职场PPT5-11"/>
            <p:cNvSpPr/>
            <p:nvPr/>
          </p:nvSpPr>
          <p:spPr>
            <a:xfrm>
              <a:off x="6188872" y="2008625"/>
              <a:ext cx="710197" cy="291473"/>
            </a:xfrm>
            <a:prstGeom prst="roundRect">
              <a:avLst>
                <a:gd name="adj" fmla="val 14801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accent2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72" name="小红书平北职场PPT5-12"/>
            <p:cNvSpPr txBox="1"/>
            <p:nvPr/>
          </p:nvSpPr>
          <p:spPr>
            <a:xfrm>
              <a:off x="6279927" y="2038215"/>
              <a:ext cx="528538" cy="170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6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月</a:t>
              </a:r>
            </a:p>
          </p:txBody>
        </p:sp>
        <p:sp>
          <p:nvSpPr>
            <p:cNvPr id="173" name="小红书平北职场PPT5-13"/>
            <p:cNvSpPr/>
            <p:nvPr/>
          </p:nvSpPr>
          <p:spPr>
            <a:xfrm>
              <a:off x="6975267" y="2008625"/>
              <a:ext cx="710197" cy="291473"/>
            </a:xfrm>
            <a:prstGeom prst="roundRect">
              <a:avLst>
                <a:gd name="adj" fmla="val 14801"/>
              </a:avLst>
            </a:prstGeom>
            <a:noFill/>
            <a:ln w="9525">
              <a:solidFill>
                <a:schemeClr val="accent1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74" name="小红书平北职场PPT5-14"/>
            <p:cNvSpPr txBox="1"/>
            <p:nvPr/>
          </p:nvSpPr>
          <p:spPr>
            <a:xfrm>
              <a:off x="7066322" y="2038215"/>
              <a:ext cx="528538" cy="170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7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月</a:t>
              </a:r>
            </a:p>
          </p:txBody>
        </p:sp>
        <p:sp>
          <p:nvSpPr>
            <p:cNvPr id="175" name="小红书平北职场PPT5-15"/>
            <p:cNvSpPr/>
            <p:nvPr/>
          </p:nvSpPr>
          <p:spPr>
            <a:xfrm>
              <a:off x="7761661" y="2008625"/>
              <a:ext cx="710197" cy="291473"/>
            </a:xfrm>
            <a:prstGeom prst="roundRect">
              <a:avLst>
                <a:gd name="adj" fmla="val 14801"/>
              </a:avLst>
            </a:prstGeom>
            <a:noFill/>
            <a:ln w="9525">
              <a:solidFill>
                <a:schemeClr val="accent1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76" name="小红书平北职场PPT5-16"/>
            <p:cNvSpPr txBox="1"/>
            <p:nvPr/>
          </p:nvSpPr>
          <p:spPr>
            <a:xfrm>
              <a:off x="7852716" y="2038215"/>
              <a:ext cx="528538" cy="170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8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月</a:t>
              </a:r>
            </a:p>
          </p:txBody>
        </p:sp>
        <p:sp>
          <p:nvSpPr>
            <p:cNvPr id="177" name="小红书平北职场PPT5-17"/>
            <p:cNvSpPr/>
            <p:nvPr/>
          </p:nvSpPr>
          <p:spPr>
            <a:xfrm>
              <a:off x="8548056" y="2008625"/>
              <a:ext cx="710197" cy="291473"/>
            </a:xfrm>
            <a:prstGeom prst="roundRect">
              <a:avLst>
                <a:gd name="adj" fmla="val 14801"/>
              </a:avLst>
            </a:prstGeom>
            <a:noFill/>
            <a:ln w="9525">
              <a:solidFill>
                <a:schemeClr val="accent1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78" name="小红书平北职场PPT5-18"/>
            <p:cNvSpPr txBox="1"/>
            <p:nvPr/>
          </p:nvSpPr>
          <p:spPr>
            <a:xfrm>
              <a:off x="8639111" y="2038215"/>
              <a:ext cx="528538" cy="170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9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月</a:t>
              </a:r>
            </a:p>
          </p:txBody>
        </p:sp>
        <p:sp>
          <p:nvSpPr>
            <p:cNvPr id="179" name="小红书平北职场PPT5-19"/>
            <p:cNvSpPr/>
            <p:nvPr/>
          </p:nvSpPr>
          <p:spPr>
            <a:xfrm>
              <a:off x="9334451" y="2008625"/>
              <a:ext cx="710197" cy="291473"/>
            </a:xfrm>
            <a:prstGeom prst="roundRect">
              <a:avLst>
                <a:gd name="adj" fmla="val 14801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accent2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80" name="小红书平北职场PPT5-20"/>
            <p:cNvSpPr txBox="1"/>
            <p:nvPr/>
          </p:nvSpPr>
          <p:spPr>
            <a:xfrm>
              <a:off x="9425506" y="2038215"/>
              <a:ext cx="528538" cy="173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13422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10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13422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月</a:t>
              </a:r>
            </a:p>
          </p:txBody>
        </p:sp>
        <p:sp>
          <p:nvSpPr>
            <p:cNvPr id="181" name="小红书平北职场PPT5-21"/>
            <p:cNvSpPr/>
            <p:nvPr/>
          </p:nvSpPr>
          <p:spPr>
            <a:xfrm>
              <a:off x="10120846" y="2008625"/>
              <a:ext cx="710197" cy="291473"/>
            </a:xfrm>
            <a:prstGeom prst="roundRect">
              <a:avLst>
                <a:gd name="adj" fmla="val 14801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accent2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82" name="小红书平北职场PPT5-22"/>
            <p:cNvSpPr txBox="1"/>
            <p:nvPr/>
          </p:nvSpPr>
          <p:spPr>
            <a:xfrm>
              <a:off x="10211901" y="2038215"/>
              <a:ext cx="528538" cy="173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13422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11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13422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月</a:t>
              </a:r>
            </a:p>
          </p:txBody>
        </p:sp>
        <p:sp>
          <p:nvSpPr>
            <p:cNvPr id="183" name="小红书平北职场PPT5-23"/>
            <p:cNvSpPr/>
            <p:nvPr/>
          </p:nvSpPr>
          <p:spPr>
            <a:xfrm>
              <a:off x="10907240" y="2008625"/>
              <a:ext cx="710197" cy="291473"/>
            </a:xfrm>
            <a:prstGeom prst="roundRect">
              <a:avLst>
                <a:gd name="adj" fmla="val 14801"/>
              </a:avLst>
            </a:prstGeom>
            <a:noFill/>
            <a:ln w="9525">
              <a:solidFill>
                <a:schemeClr val="accent1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84" name="小红书平北职场PPT5-24"/>
            <p:cNvSpPr txBox="1"/>
            <p:nvPr/>
          </p:nvSpPr>
          <p:spPr>
            <a:xfrm>
              <a:off x="10998295" y="2038215"/>
              <a:ext cx="528538" cy="170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12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月</a:t>
              </a:r>
            </a:p>
          </p:txBody>
        </p:sp>
      </p:grpSp>
      <p:grpSp>
        <p:nvGrpSpPr>
          <p:cNvPr id="7" name="小红书平北职场PPT6"/>
          <p:cNvGrpSpPr/>
          <p:nvPr/>
        </p:nvGrpSpPr>
        <p:grpSpPr>
          <a:xfrm>
            <a:off x="1648734" y="1898822"/>
            <a:ext cx="10024772" cy="3602913"/>
            <a:chOff x="2313016" y="1681750"/>
            <a:chExt cx="9360460" cy="3841181"/>
          </a:xfrm>
        </p:grpSpPr>
        <p:sp>
          <p:nvSpPr>
            <p:cNvPr id="149" name="小红书平北职场PPT6-1"/>
            <p:cNvSpPr/>
            <p:nvPr/>
          </p:nvSpPr>
          <p:spPr>
            <a:xfrm>
              <a:off x="2313016" y="1681750"/>
              <a:ext cx="710116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0" name="小红书平北职场PPT6-2"/>
            <p:cNvSpPr/>
            <p:nvPr/>
          </p:nvSpPr>
          <p:spPr>
            <a:xfrm>
              <a:off x="3099410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1" name="小红书平北职场PPT6-3"/>
            <p:cNvSpPr/>
            <p:nvPr/>
          </p:nvSpPr>
          <p:spPr>
            <a:xfrm>
              <a:off x="3885806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2" name="小红书平北职场PPT6-4"/>
            <p:cNvSpPr/>
            <p:nvPr/>
          </p:nvSpPr>
          <p:spPr>
            <a:xfrm>
              <a:off x="4672200" y="1681750"/>
              <a:ext cx="710116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3" name="小红书平北职场PPT6-5"/>
            <p:cNvSpPr/>
            <p:nvPr/>
          </p:nvSpPr>
          <p:spPr>
            <a:xfrm>
              <a:off x="5458595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4" name="小红书平北职场PPT6-6"/>
            <p:cNvSpPr/>
            <p:nvPr/>
          </p:nvSpPr>
          <p:spPr>
            <a:xfrm>
              <a:off x="6244990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5" name="小红书平北职场PPT6-7"/>
            <p:cNvSpPr/>
            <p:nvPr/>
          </p:nvSpPr>
          <p:spPr>
            <a:xfrm>
              <a:off x="7031385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6" name="小红书平北职场PPT6-8"/>
            <p:cNvSpPr/>
            <p:nvPr/>
          </p:nvSpPr>
          <p:spPr>
            <a:xfrm>
              <a:off x="7817779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7" name="小红书平北职场PPT6-9"/>
            <p:cNvSpPr/>
            <p:nvPr/>
          </p:nvSpPr>
          <p:spPr>
            <a:xfrm>
              <a:off x="8604174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8" name="小红书平北职场PPT6-10"/>
            <p:cNvSpPr/>
            <p:nvPr/>
          </p:nvSpPr>
          <p:spPr>
            <a:xfrm>
              <a:off x="9390569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9" name="小红书平北职场PPT6-11"/>
            <p:cNvSpPr/>
            <p:nvPr/>
          </p:nvSpPr>
          <p:spPr>
            <a:xfrm>
              <a:off x="10176964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60" name="小红书平北职场PPT6-12"/>
            <p:cNvSpPr/>
            <p:nvPr/>
          </p:nvSpPr>
          <p:spPr>
            <a:xfrm>
              <a:off x="10963358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8" name="小红书平北职场PPT7"/>
          <p:cNvGrpSpPr/>
          <p:nvPr/>
        </p:nvGrpSpPr>
        <p:grpSpPr>
          <a:xfrm>
            <a:off x="1650040" y="1067056"/>
            <a:ext cx="10022160" cy="332829"/>
            <a:chOff x="2313009" y="985081"/>
            <a:chExt cx="9358020" cy="338530"/>
          </a:xfrm>
        </p:grpSpPr>
        <p:sp>
          <p:nvSpPr>
            <p:cNvPr id="112" name="小红书平北职场PPT7-1"/>
            <p:cNvSpPr/>
            <p:nvPr/>
          </p:nvSpPr>
          <p:spPr>
            <a:xfrm>
              <a:off x="2313009" y="985081"/>
              <a:ext cx="2266679" cy="33853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3" name="小红书平北职场PPT7-2"/>
            <p:cNvSpPr/>
            <p:nvPr/>
          </p:nvSpPr>
          <p:spPr>
            <a:xfrm>
              <a:off x="4672193" y="985081"/>
              <a:ext cx="2266680" cy="33853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4" name="小红书平北职场PPT7-3"/>
            <p:cNvSpPr/>
            <p:nvPr/>
          </p:nvSpPr>
          <p:spPr>
            <a:xfrm>
              <a:off x="7031377" y="985081"/>
              <a:ext cx="2266679" cy="33853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5" name="小红书平北职场PPT7-4"/>
            <p:cNvSpPr/>
            <p:nvPr/>
          </p:nvSpPr>
          <p:spPr>
            <a:xfrm>
              <a:off x="9404350" y="985081"/>
              <a:ext cx="2266679" cy="33853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116" name="组合 115"/>
            <p:cNvGrpSpPr/>
            <p:nvPr/>
          </p:nvGrpSpPr>
          <p:grpSpPr>
            <a:xfrm>
              <a:off x="2468720" y="1043502"/>
              <a:ext cx="9046597" cy="213620"/>
              <a:chOff x="2468720" y="1038870"/>
              <a:chExt cx="9046597" cy="256352"/>
            </a:xfrm>
          </p:grpSpPr>
          <p:grpSp>
            <p:nvGrpSpPr>
              <p:cNvPr id="117" name="组合 116"/>
              <p:cNvGrpSpPr/>
              <p:nvPr/>
            </p:nvGrpSpPr>
            <p:grpSpPr>
              <a:xfrm>
                <a:off x="2468720" y="1038870"/>
                <a:ext cx="1955257" cy="256352"/>
                <a:chOff x="4034631" y="955679"/>
                <a:chExt cx="3581054" cy="243167"/>
              </a:xfrm>
            </p:grpSpPr>
            <p:cxnSp>
              <p:nvCxnSpPr>
                <p:cNvPr id="142" name="小红书平北职场PPT7-5"/>
                <p:cNvCxnSpPr/>
                <p:nvPr/>
              </p:nvCxnSpPr>
              <p:spPr>
                <a:xfrm>
                  <a:off x="4034631" y="981074"/>
                  <a:ext cx="0" cy="168275"/>
                </a:xfrm>
                <a:prstGeom prst="line">
                  <a:avLst/>
                </a:prstGeom>
                <a:ln w="10954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小红书平北职场PPT7-6"/>
                <p:cNvCxnSpPr/>
                <p:nvPr/>
              </p:nvCxnSpPr>
              <p:spPr>
                <a:xfrm>
                  <a:off x="7615685" y="981074"/>
                  <a:ext cx="0" cy="168275"/>
                </a:xfrm>
                <a:prstGeom prst="line">
                  <a:avLst/>
                </a:prstGeom>
                <a:ln w="10954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4" name="组合 143"/>
                <p:cNvGrpSpPr/>
                <p:nvPr/>
              </p:nvGrpSpPr>
              <p:grpSpPr>
                <a:xfrm>
                  <a:off x="4065144" y="955679"/>
                  <a:ext cx="3478850" cy="243167"/>
                  <a:chOff x="4065144" y="955679"/>
                  <a:chExt cx="3478850" cy="243167"/>
                </a:xfrm>
              </p:grpSpPr>
              <p:sp>
                <p:nvSpPr>
                  <p:cNvPr id="145" name="小红书平北职场PPT7-7"/>
                  <p:cNvSpPr txBox="1"/>
                  <p:nvPr/>
                </p:nvSpPr>
                <p:spPr>
                  <a:xfrm>
                    <a:off x="5214447" y="955679"/>
                    <a:ext cx="1207242" cy="243167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第</a:t>
                    </a:r>
                    <a:r>
                      <a:rPr kumimoji="0" lang="en-US" altLang="zh-CN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1</a:t>
                    </a:r>
                    <a:r>
                      <a:rPr kumimoji="0" lang="zh-CN" altLang="en-US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季度</a:t>
                    </a:r>
                  </a:p>
                </p:txBody>
              </p:sp>
              <p:grpSp>
                <p:nvGrpSpPr>
                  <p:cNvPr id="146" name="组合 145"/>
                  <p:cNvGrpSpPr/>
                  <p:nvPr/>
                </p:nvGrpSpPr>
                <p:grpSpPr>
                  <a:xfrm>
                    <a:off x="4065144" y="1065211"/>
                    <a:ext cx="3478850" cy="0"/>
                    <a:chOff x="501444" y="1065211"/>
                    <a:chExt cx="3478850" cy="0"/>
                  </a:xfrm>
                </p:grpSpPr>
                <p:cxnSp>
                  <p:nvCxnSpPr>
                    <p:cNvPr id="147" name="小红书平北职场PPT7-8"/>
                    <p:cNvCxnSpPr/>
                    <p:nvPr/>
                  </p:nvCxnSpPr>
                  <p:spPr>
                    <a:xfrm flipH="1">
                      <a:off x="501444" y="1065211"/>
                      <a:ext cx="1146559" cy="0"/>
                    </a:xfrm>
                    <a:prstGeom prst="straightConnector1">
                      <a:avLst/>
                    </a:prstGeom>
                    <a:ln w="5478">
                      <a:solidFill>
                        <a:schemeClr val="bg1"/>
                      </a:solidFill>
                      <a:prstDash val="dash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8" name="小红书平北职场PPT7-9"/>
                    <p:cNvCxnSpPr/>
                    <p:nvPr/>
                  </p:nvCxnSpPr>
                  <p:spPr>
                    <a:xfrm>
                      <a:off x="2833735" y="1065211"/>
                      <a:ext cx="1146559" cy="0"/>
                    </a:xfrm>
                    <a:prstGeom prst="straightConnector1">
                      <a:avLst/>
                    </a:prstGeom>
                    <a:ln w="5478">
                      <a:solidFill>
                        <a:schemeClr val="bg1"/>
                      </a:solidFill>
                      <a:prstDash val="dash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118" name="组合 117"/>
              <p:cNvGrpSpPr/>
              <p:nvPr/>
            </p:nvGrpSpPr>
            <p:grpSpPr>
              <a:xfrm>
                <a:off x="4827905" y="1038870"/>
                <a:ext cx="1955257" cy="256352"/>
                <a:chOff x="4034631" y="955679"/>
                <a:chExt cx="3581054" cy="243167"/>
              </a:xfrm>
            </p:grpSpPr>
            <p:cxnSp>
              <p:nvCxnSpPr>
                <p:cNvPr id="135" name="小红书平北职场PPT7-10"/>
                <p:cNvCxnSpPr/>
                <p:nvPr/>
              </p:nvCxnSpPr>
              <p:spPr>
                <a:xfrm>
                  <a:off x="4034631" y="981074"/>
                  <a:ext cx="0" cy="168275"/>
                </a:xfrm>
                <a:prstGeom prst="line">
                  <a:avLst/>
                </a:prstGeom>
                <a:ln w="10954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小红书平北职场PPT7-11"/>
                <p:cNvCxnSpPr/>
                <p:nvPr/>
              </p:nvCxnSpPr>
              <p:spPr>
                <a:xfrm>
                  <a:off x="7615685" y="981074"/>
                  <a:ext cx="0" cy="168275"/>
                </a:xfrm>
                <a:prstGeom prst="line">
                  <a:avLst/>
                </a:prstGeom>
                <a:ln w="10954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7" name="组合 136"/>
                <p:cNvGrpSpPr/>
                <p:nvPr/>
              </p:nvGrpSpPr>
              <p:grpSpPr>
                <a:xfrm>
                  <a:off x="4065144" y="955679"/>
                  <a:ext cx="3478850" cy="243167"/>
                  <a:chOff x="4065144" y="955679"/>
                  <a:chExt cx="3478850" cy="243167"/>
                </a:xfrm>
              </p:grpSpPr>
              <p:sp>
                <p:nvSpPr>
                  <p:cNvPr id="138" name="小红书平北职场PPT7-12"/>
                  <p:cNvSpPr txBox="1"/>
                  <p:nvPr/>
                </p:nvSpPr>
                <p:spPr>
                  <a:xfrm>
                    <a:off x="5192429" y="955679"/>
                    <a:ext cx="1251281" cy="243167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第</a:t>
                    </a:r>
                    <a:r>
                      <a:rPr kumimoji="0" lang="en-US" altLang="zh-CN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2</a:t>
                    </a:r>
                    <a:r>
                      <a:rPr kumimoji="0" lang="zh-CN" altLang="en-US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季度</a:t>
                    </a:r>
                  </a:p>
                </p:txBody>
              </p:sp>
              <p:grpSp>
                <p:nvGrpSpPr>
                  <p:cNvPr id="139" name="组合 138"/>
                  <p:cNvGrpSpPr/>
                  <p:nvPr/>
                </p:nvGrpSpPr>
                <p:grpSpPr>
                  <a:xfrm>
                    <a:off x="4065144" y="1065211"/>
                    <a:ext cx="3478850" cy="0"/>
                    <a:chOff x="501444" y="1065211"/>
                    <a:chExt cx="3478850" cy="0"/>
                  </a:xfrm>
                </p:grpSpPr>
                <p:cxnSp>
                  <p:nvCxnSpPr>
                    <p:cNvPr id="140" name="小红书平北职场PPT7-13"/>
                    <p:cNvCxnSpPr/>
                    <p:nvPr/>
                  </p:nvCxnSpPr>
                  <p:spPr>
                    <a:xfrm flipH="1">
                      <a:off x="501444" y="1065211"/>
                      <a:ext cx="1146559" cy="0"/>
                    </a:xfrm>
                    <a:prstGeom prst="straightConnector1">
                      <a:avLst/>
                    </a:prstGeom>
                    <a:ln w="5478">
                      <a:solidFill>
                        <a:schemeClr val="bg1"/>
                      </a:solidFill>
                      <a:prstDash val="dash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1" name="小红书平北职场PPT7-14"/>
                    <p:cNvCxnSpPr/>
                    <p:nvPr/>
                  </p:nvCxnSpPr>
                  <p:spPr>
                    <a:xfrm>
                      <a:off x="2833735" y="1065211"/>
                      <a:ext cx="1146559" cy="0"/>
                    </a:xfrm>
                    <a:prstGeom prst="straightConnector1">
                      <a:avLst/>
                    </a:prstGeom>
                    <a:ln w="5478">
                      <a:solidFill>
                        <a:schemeClr val="bg1"/>
                      </a:solidFill>
                      <a:prstDash val="dash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119" name="组合 118"/>
              <p:cNvGrpSpPr/>
              <p:nvPr/>
            </p:nvGrpSpPr>
            <p:grpSpPr>
              <a:xfrm>
                <a:off x="7187087" y="1038870"/>
                <a:ext cx="1955257" cy="256352"/>
                <a:chOff x="4034631" y="955679"/>
                <a:chExt cx="3581054" cy="243167"/>
              </a:xfrm>
            </p:grpSpPr>
            <p:cxnSp>
              <p:nvCxnSpPr>
                <p:cNvPr id="128" name="小红书平北职场PPT7-15"/>
                <p:cNvCxnSpPr/>
                <p:nvPr/>
              </p:nvCxnSpPr>
              <p:spPr>
                <a:xfrm>
                  <a:off x="4034631" y="981074"/>
                  <a:ext cx="0" cy="168275"/>
                </a:xfrm>
                <a:prstGeom prst="line">
                  <a:avLst/>
                </a:prstGeom>
                <a:ln w="10954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小红书平北职场PPT7-16"/>
                <p:cNvCxnSpPr/>
                <p:nvPr/>
              </p:nvCxnSpPr>
              <p:spPr>
                <a:xfrm>
                  <a:off x="7615685" y="981074"/>
                  <a:ext cx="0" cy="168275"/>
                </a:xfrm>
                <a:prstGeom prst="line">
                  <a:avLst/>
                </a:prstGeom>
                <a:ln w="10954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0" name="组合 129"/>
                <p:cNvGrpSpPr/>
                <p:nvPr/>
              </p:nvGrpSpPr>
              <p:grpSpPr>
                <a:xfrm>
                  <a:off x="4065144" y="955679"/>
                  <a:ext cx="3478850" cy="243167"/>
                  <a:chOff x="4065144" y="955679"/>
                  <a:chExt cx="3478850" cy="243167"/>
                </a:xfrm>
              </p:grpSpPr>
              <p:sp>
                <p:nvSpPr>
                  <p:cNvPr id="131" name="小红书平北职场PPT7-17"/>
                  <p:cNvSpPr txBox="1"/>
                  <p:nvPr/>
                </p:nvSpPr>
                <p:spPr>
                  <a:xfrm>
                    <a:off x="5192429" y="955679"/>
                    <a:ext cx="1251281" cy="243167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第</a:t>
                    </a:r>
                    <a:r>
                      <a:rPr kumimoji="0" lang="en-US" altLang="zh-CN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3</a:t>
                    </a:r>
                    <a:r>
                      <a:rPr kumimoji="0" lang="zh-CN" altLang="en-US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季度</a:t>
                    </a:r>
                  </a:p>
                </p:txBody>
              </p:sp>
              <p:grpSp>
                <p:nvGrpSpPr>
                  <p:cNvPr id="132" name="组合 131"/>
                  <p:cNvGrpSpPr/>
                  <p:nvPr/>
                </p:nvGrpSpPr>
                <p:grpSpPr>
                  <a:xfrm>
                    <a:off x="4065144" y="1065211"/>
                    <a:ext cx="3478850" cy="0"/>
                    <a:chOff x="501444" y="1065211"/>
                    <a:chExt cx="3478850" cy="0"/>
                  </a:xfrm>
                </p:grpSpPr>
                <p:cxnSp>
                  <p:nvCxnSpPr>
                    <p:cNvPr id="133" name="小红书平北职场PPT7-18"/>
                    <p:cNvCxnSpPr/>
                    <p:nvPr/>
                  </p:nvCxnSpPr>
                  <p:spPr>
                    <a:xfrm flipH="1">
                      <a:off x="501444" y="1065211"/>
                      <a:ext cx="1146559" cy="0"/>
                    </a:xfrm>
                    <a:prstGeom prst="straightConnector1">
                      <a:avLst/>
                    </a:prstGeom>
                    <a:ln w="5478">
                      <a:solidFill>
                        <a:schemeClr val="bg1"/>
                      </a:solidFill>
                      <a:prstDash val="dash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4" name="小红书平北职场PPT7-19"/>
                    <p:cNvCxnSpPr/>
                    <p:nvPr/>
                  </p:nvCxnSpPr>
                  <p:spPr>
                    <a:xfrm>
                      <a:off x="2833735" y="1065211"/>
                      <a:ext cx="1146559" cy="0"/>
                    </a:xfrm>
                    <a:prstGeom prst="straightConnector1">
                      <a:avLst/>
                    </a:prstGeom>
                    <a:ln w="5478">
                      <a:solidFill>
                        <a:schemeClr val="bg1"/>
                      </a:solidFill>
                      <a:prstDash val="dash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120" name="组合 119"/>
              <p:cNvGrpSpPr/>
              <p:nvPr/>
            </p:nvGrpSpPr>
            <p:grpSpPr>
              <a:xfrm>
                <a:off x="9560060" y="1038870"/>
                <a:ext cx="1955257" cy="256352"/>
                <a:chOff x="4034631" y="955679"/>
                <a:chExt cx="3581054" cy="243167"/>
              </a:xfrm>
            </p:grpSpPr>
            <p:cxnSp>
              <p:nvCxnSpPr>
                <p:cNvPr id="121" name="小红书平北职场PPT7-20"/>
                <p:cNvCxnSpPr/>
                <p:nvPr/>
              </p:nvCxnSpPr>
              <p:spPr>
                <a:xfrm>
                  <a:off x="4034631" y="981074"/>
                  <a:ext cx="0" cy="168275"/>
                </a:xfrm>
                <a:prstGeom prst="line">
                  <a:avLst/>
                </a:prstGeom>
                <a:ln w="10954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小红书平北职场PPT7-21"/>
                <p:cNvCxnSpPr/>
                <p:nvPr/>
              </p:nvCxnSpPr>
              <p:spPr>
                <a:xfrm>
                  <a:off x="7615685" y="981074"/>
                  <a:ext cx="0" cy="168275"/>
                </a:xfrm>
                <a:prstGeom prst="line">
                  <a:avLst/>
                </a:prstGeom>
                <a:ln w="10954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3" name="组合 122"/>
                <p:cNvGrpSpPr/>
                <p:nvPr/>
              </p:nvGrpSpPr>
              <p:grpSpPr>
                <a:xfrm>
                  <a:off x="4065144" y="955679"/>
                  <a:ext cx="3478850" cy="243167"/>
                  <a:chOff x="4065144" y="955679"/>
                  <a:chExt cx="3478850" cy="243167"/>
                </a:xfrm>
              </p:grpSpPr>
              <p:sp>
                <p:nvSpPr>
                  <p:cNvPr id="124" name="小红书平北职场PPT7-22"/>
                  <p:cNvSpPr txBox="1"/>
                  <p:nvPr/>
                </p:nvSpPr>
                <p:spPr>
                  <a:xfrm>
                    <a:off x="5192429" y="955679"/>
                    <a:ext cx="1251281" cy="243167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第</a:t>
                    </a:r>
                    <a:r>
                      <a:rPr kumimoji="0" lang="en-US" altLang="zh-CN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4</a:t>
                    </a:r>
                    <a:r>
                      <a:rPr kumimoji="0" lang="zh-CN" altLang="en-US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季度</a:t>
                    </a:r>
                  </a:p>
                </p:txBody>
              </p:sp>
              <p:grpSp>
                <p:nvGrpSpPr>
                  <p:cNvPr id="125" name="组合 124"/>
                  <p:cNvGrpSpPr/>
                  <p:nvPr/>
                </p:nvGrpSpPr>
                <p:grpSpPr>
                  <a:xfrm>
                    <a:off x="4065144" y="1065211"/>
                    <a:ext cx="3478850" cy="0"/>
                    <a:chOff x="501444" y="1065211"/>
                    <a:chExt cx="3478850" cy="0"/>
                  </a:xfrm>
                </p:grpSpPr>
                <p:cxnSp>
                  <p:nvCxnSpPr>
                    <p:cNvPr id="126" name="小红书平北职场PPT7-23"/>
                    <p:cNvCxnSpPr/>
                    <p:nvPr/>
                  </p:nvCxnSpPr>
                  <p:spPr>
                    <a:xfrm flipH="1">
                      <a:off x="501444" y="1065211"/>
                      <a:ext cx="1146559" cy="0"/>
                    </a:xfrm>
                    <a:prstGeom prst="straightConnector1">
                      <a:avLst/>
                    </a:prstGeom>
                    <a:ln w="5478">
                      <a:solidFill>
                        <a:schemeClr val="bg1"/>
                      </a:solidFill>
                      <a:prstDash val="dash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" name="小红书平北职场PPT7-24"/>
                    <p:cNvCxnSpPr/>
                    <p:nvPr/>
                  </p:nvCxnSpPr>
                  <p:spPr>
                    <a:xfrm>
                      <a:off x="2833735" y="1065211"/>
                      <a:ext cx="1146559" cy="0"/>
                    </a:xfrm>
                    <a:prstGeom prst="straightConnector1">
                      <a:avLst/>
                    </a:prstGeom>
                    <a:ln w="5478">
                      <a:solidFill>
                        <a:schemeClr val="bg1"/>
                      </a:solidFill>
                      <a:prstDash val="dash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</p:grpSp>
      <p:grpSp>
        <p:nvGrpSpPr>
          <p:cNvPr id="9" name="小红书平北职场PPT8"/>
          <p:cNvGrpSpPr/>
          <p:nvPr/>
        </p:nvGrpSpPr>
        <p:grpSpPr>
          <a:xfrm>
            <a:off x="334962" y="5718160"/>
            <a:ext cx="11529268" cy="875264"/>
            <a:chOff x="334962" y="5718160"/>
            <a:chExt cx="11529268" cy="875264"/>
          </a:xfrm>
        </p:grpSpPr>
        <p:sp>
          <p:nvSpPr>
            <p:cNvPr id="110" name="小红书平北职场PPT8-1"/>
            <p:cNvSpPr/>
            <p:nvPr/>
          </p:nvSpPr>
          <p:spPr>
            <a:xfrm>
              <a:off x="334962" y="5718160"/>
              <a:ext cx="11529268" cy="8752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0" scaled="1"/>
              <a:tileRect/>
            </a:gradFill>
            <a:ln w="222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11" name="小红书平北职场PPT8-2"/>
            <p:cNvSpPr/>
            <p:nvPr/>
          </p:nvSpPr>
          <p:spPr>
            <a:xfrm>
              <a:off x="435286" y="5814499"/>
              <a:ext cx="2069809" cy="6825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0" name="小红书平北职场PPT9"/>
          <p:cNvGrpSpPr/>
          <p:nvPr/>
        </p:nvGrpSpPr>
        <p:grpSpPr>
          <a:xfrm>
            <a:off x="568654" y="5931795"/>
            <a:ext cx="463875" cy="451953"/>
            <a:chOff x="656083" y="5922234"/>
            <a:chExt cx="366188" cy="356776"/>
          </a:xfrm>
          <a:noFill/>
        </p:grpSpPr>
        <p:sp>
          <p:nvSpPr>
            <p:cNvPr id="97" name="小红书平北职场PPT9-1"/>
            <p:cNvSpPr/>
            <p:nvPr/>
          </p:nvSpPr>
          <p:spPr>
            <a:xfrm>
              <a:off x="701193" y="6021162"/>
              <a:ext cx="34496" cy="33188"/>
            </a:xfrm>
            <a:custGeom>
              <a:avLst/>
              <a:gdLst>
                <a:gd name="connsiteX0" fmla="*/ 34496 w 34496"/>
                <a:gd name="connsiteY0" fmla="*/ 16594 h 33188"/>
                <a:gd name="connsiteX1" fmla="*/ 17248 w 34496"/>
                <a:gd name="connsiteY1" fmla="*/ 33189 h 33188"/>
                <a:gd name="connsiteX2" fmla="*/ 0 w 34496"/>
                <a:gd name="connsiteY2" fmla="*/ 16594 h 33188"/>
                <a:gd name="connsiteX3" fmla="*/ 17248 w 34496"/>
                <a:gd name="connsiteY3" fmla="*/ 0 h 33188"/>
                <a:gd name="connsiteX4" fmla="*/ 34496 w 34496"/>
                <a:gd name="connsiteY4" fmla="*/ 16594 h 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96" h="33188">
                  <a:moveTo>
                    <a:pt x="34496" y="16594"/>
                  </a:moveTo>
                  <a:cubicBezTo>
                    <a:pt x="34496" y="25759"/>
                    <a:pt x="26774" y="33189"/>
                    <a:pt x="17248" y="33189"/>
                  </a:cubicBezTo>
                  <a:cubicBezTo>
                    <a:pt x="7722" y="33189"/>
                    <a:pt x="0" y="25759"/>
                    <a:pt x="0" y="16594"/>
                  </a:cubicBezTo>
                  <a:cubicBezTo>
                    <a:pt x="0" y="7430"/>
                    <a:pt x="7722" y="0"/>
                    <a:pt x="17248" y="0"/>
                  </a:cubicBezTo>
                  <a:cubicBezTo>
                    <a:pt x="26774" y="0"/>
                    <a:pt x="34496" y="7430"/>
                    <a:pt x="34496" y="16594"/>
                  </a:cubicBezTo>
                  <a:close/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8" name="小红书平北职场PPT9-2"/>
            <p:cNvSpPr/>
            <p:nvPr/>
          </p:nvSpPr>
          <p:spPr>
            <a:xfrm>
              <a:off x="701193" y="6086262"/>
              <a:ext cx="34496" cy="33188"/>
            </a:xfrm>
            <a:custGeom>
              <a:avLst/>
              <a:gdLst>
                <a:gd name="connsiteX0" fmla="*/ 34496 w 34496"/>
                <a:gd name="connsiteY0" fmla="*/ 16594 h 33188"/>
                <a:gd name="connsiteX1" fmla="*/ 17248 w 34496"/>
                <a:gd name="connsiteY1" fmla="*/ 33189 h 33188"/>
                <a:gd name="connsiteX2" fmla="*/ 0 w 34496"/>
                <a:gd name="connsiteY2" fmla="*/ 16594 h 33188"/>
                <a:gd name="connsiteX3" fmla="*/ 17248 w 34496"/>
                <a:gd name="connsiteY3" fmla="*/ 0 h 33188"/>
                <a:gd name="connsiteX4" fmla="*/ 34496 w 34496"/>
                <a:gd name="connsiteY4" fmla="*/ 16594 h 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96" h="33188">
                  <a:moveTo>
                    <a:pt x="34496" y="16594"/>
                  </a:moveTo>
                  <a:cubicBezTo>
                    <a:pt x="34496" y="25759"/>
                    <a:pt x="26774" y="33189"/>
                    <a:pt x="17248" y="33189"/>
                  </a:cubicBezTo>
                  <a:cubicBezTo>
                    <a:pt x="7722" y="33189"/>
                    <a:pt x="0" y="25759"/>
                    <a:pt x="0" y="16594"/>
                  </a:cubicBezTo>
                  <a:cubicBezTo>
                    <a:pt x="0" y="7430"/>
                    <a:pt x="7722" y="0"/>
                    <a:pt x="17248" y="0"/>
                  </a:cubicBezTo>
                  <a:cubicBezTo>
                    <a:pt x="26774" y="0"/>
                    <a:pt x="34496" y="7430"/>
                    <a:pt x="34496" y="16594"/>
                  </a:cubicBezTo>
                  <a:close/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9" name="小红书平北职场PPT9-3"/>
            <p:cNvSpPr/>
            <p:nvPr/>
          </p:nvSpPr>
          <p:spPr>
            <a:xfrm>
              <a:off x="701193" y="6150725"/>
              <a:ext cx="34496" cy="33188"/>
            </a:xfrm>
            <a:custGeom>
              <a:avLst/>
              <a:gdLst>
                <a:gd name="connsiteX0" fmla="*/ 34496 w 34496"/>
                <a:gd name="connsiteY0" fmla="*/ 16594 h 33188"/>
                <a:gd name="connsiteX1" fmla="*/ 17248 w 34496"/>
                <a:gd name="connsiteY1" fmla="*/ 33189 h 33188"/>
                <a:gd name="connsiteX2" fmla="*/ 0 w 34496"/>
                <a:gd name="connsiteY2" fmla="*/ 16594 h 33188"/>
                <a:gd name="connsiteX3" fmla="*/ 17248 w 34496"/>
                <a:gd name="connsiteY3" fmla="*/ 0 h 33188"/>
                <a:gd name="connsiteX4" fmla="*/ 34496 w 34496"/>
                <a:gd name="connsiteY4" fmla="*/ 16594 h 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96" h="33188">
                  <a:moveTo>
                    <a:pt x="34496" y="16594"/>
                  </a:moveTo>
                  <a:cubicBezTo>
                    <a:pt x="34496" y="25759"/>
                    <a:pt x="26774" y="33189"/>
                    <a:pt x="17248" y="33189"/>
                  </a:cubicBezTo>
                  <a:cubicBezTo>
                    <a:pt x="7722" y="33189"/>
                    <a:pt x="0" y="25759"/>
                    <a:pt x="0" y="16594"/>
                  </a:cubicBezTo>
                  <a:cubicBezTo>
                    <a:pt x="0" y="7430"/>
                    <a:pt x="7722" y="0"/>
                    <a:pt x="17248" y="0"/>
                  </a:cubicBezTo>
                  <a:cubicBezTo>
                    <a:pt x="26774" y="0"/>
                    <a:pt x="34496" y="7430"/>
                    <a:pt x="34496" y="16594"/>
                  </a:cubicBezTo>
                  <a:close/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0" name="小红书平北职场PPT9-4"/>
            <p:cNvSpPr/>
            <p:nvPr/>
          </p:nvSpPr>
          <p:spPr>
            <a:xfrm>
              <a:off x="760235" y="6021162"/>
              <a:ext cx="34496" cy="33188"/>
            </a:xfrm>
            <a:custGeom>
              <a:avLst/>
              <a:gdLst>
                <a:gd name="connsiteX0" fmla="*/ 34496 w 34496"/>
                <a:gd name="connsiteY0" fmla="*/ 16594 h 33188"/>
                <a:gd name="connsiteX1" fmla="*/ 17248 w 34496"/>
                <a:gd name="connsiteY1" fmla="*/ 33189 h 33188"/>
                <a:gd name="connsiteX2" fmla="*/ 0 w 34496"/>
                <a:gd name="connsiteY2" fmla="*/ 16594 h 33188"/>
                <a:gd name="connsiteX3" fmla="*/ 17248 w 34496"/>
                <a:gd name="connsiteY3" fmla="*/ 0 h 33188"/>
                <a:gd name="connsiteX4" fmla="*/ 34496 w 34496"/>
                <a:gd name="connsiteY4" fmla="*/ 16594 h 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96" h="33188">
                  <a:moveTo>
                    <a:pt x="34496" y="16594"/>
                  </a:moveTo>
                  <a:cubicBezTo>
                    <a:pt x="34496" y="25759"/>
                    <a:pt x="26774" y="33189"/>
                    <a:pt x="17248" y="33189"/>
                  </a:cubicBezTo>
                  <a:cubicBezTo>
                    <a:pt x="7722" y="33189"/>
                    <a:pt x="0" y="25759"/>
                    <a:pt x="0" y="16594"/>
                  </a:cubicBezTo>
                  <a:cubicBezTo>
                    <a:pt x="0" y="7430"/>
                    <a:pt x="7722" y="0"/>
                    <a:pt x="17248" y="0"/>
                  </a:cubicBezTo>
                  <a:cubicBezTo>
                    <a:pt x="26774" y="0"/>
                    <a:pt x="34496" y="7430"/>
                    <a:pt x="34496" y="16594"/>
                  </a:cubicBezTo>
                  <a:close/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1" name="小红书平北职场PPT9-5"/>
            <p:cNvSpPr/>
            <p:nvPr/>
          </p:nvSpPr>
          <p:spPr>
            <a:xfrm>
              <a:off x="760235" y="6086262"/>
              <a:ext cx="34496" cy="33188"/>
            </a:xfrm>
            <a:custGeom>
              <a:avLst/>
              <a:gdLst>
                <a:gd name="connsiteX0" fmla="*/ 34496 w 34496"/>
                <a:gd name="connsiteY0" fmla="*/ 16594 h 33188"/>
                <a:gd name="connsiteX1" fmla="*/ 17248 w 34496"/>
                <a:gd name="connsiteY1" fmla="*/ 33189 h 33188"/>
                <a:gd name="connsiteX2" fmla="*/ 0 w 34496"/>
                <a:gd name="connsiteY2" fmla="*/ 16594 h 33188"/>
                <a:gd name="connsiteX3" fmla="*/ 17248 w 34496"/>
                <a:gd name="connsiteY3" fmla="*/ 0 h 33188"/>
                <a:gd name="connsiteX4" fmla="*/ 34496 w 34496"/>
                <a:gd name="connsiteY4" fmla="*/ 16594 h 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96" h="33188">
                  <a:moveTo>
                    <a:pt x="34496" y="16594"/>
                  </a:moveTo>
                  <a:cubicBezTo>
                    <a:pt x="34496" y="25759"/>
                    <a:pt x="26774" y="33189"/>
                    <a:pt x="17248" y="33189"/>
                  </a:cubicBezTo>
                  <a:cubicBezTo>
                    <a:pt x="7722" y="33189"/>
                    <a:pt x="0" y="25759"/>
                    <a:pt x="0" y="16594"/>
                  </a:cubicBezTo>
                  <a:cubicBezTo>
                    <a:pt x="0" y="7430"/>
                    <a:pt x="7722" y="0"/>
                    <a:pt x="17248" y="0"/>
                  </a:cubicBezTo>
                  <a:cubicBezTo>
                    <a:pt x="26774" y="0"/>
                    <a:pt x="34496" y="7430"/>
                    <a:pt x="34496" y="16594"/>
                  </a:cubicBezTo>
                  <a:close/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2" name="小红书平北职场PPT9-6"/>
            <p:cNvSpPr/>
            <p:nvPr/>
          </p:nvSpPr>
          <p:spPr>
            <a:xfrm>
              <a:off x="819939" y="6021162"/>
              <a:ext cx="34496" cy="33188"/>
            </a:xfrm>
            <a:custGeom>
              <a:avLst/>
              <a:gdLst>
                <a:gd name="connsiteX0" fmla="*/ 34496 w 34496"/>
                <a:gd name="connsiteY0" fmla="*/ 16594 h 33188"/>
                <a:gd name="connsiteX1" fmla="*/ 17248 w 34496"/>
                <a:gd name="connsiteY1" fmla="*/ 33189 h 33188"/>
                <a:gd name="connsiteX2" fmla="*/ 0 w 34496"/>
                <a:gd name="connsiteY2" fmla="*/ 16594 h 33188"/>
                <a:gd name="connsiteX3" fmla="*/ 17248 w 34496"/>
                <a:gd name="connsiteY3" fmla="*/ 0 h 33188"/>
                <a:gd name="connsiteX4" fmla="*/ 34496 w 34496"/>
                <a:gd name="connsiteY4" fmla="*/ 16594 h 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96" h="33188">
                  <a:moveTo>
                    <a:pt x="34496" y="16594"/>
                  </a:moveTo>
                  <a:cubicBezTo>
                    <a:pt x="34496" y="25759"/>
                    <a:pt x="26774" y="33189"/>
                    <a:pt x="17248" y="33189"/>
                  </a:cubicBezTo>
                  <a:cubicBezTo>
                    <a:pt x="7722" y="33189"/>
                    <a:pt x="0" y="25759"/>
                    <a:pt x="0" y="16594"/>
                  </a:cubicBezTo>
                  <a:cubicBezTo>
                    <a:pt x="0" y="7430"/>
                    <a:pt x="7722" y="0"/>
                    <a:pt x="17248" y="0"/>
                  </a:cubicBezTo>
                  <a:cubicBezTo>
                    <a:pt x="26774" y="0"/>
                    <a:pt x="34496" y="7430"/>
                    <a:pt x="34496" y="16594"/>
                  </a:cubicBezTo>
                  <a:close/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3" name="小红书平北职场PPT9-7"/>
            <p:cNvSpPr/>
            <p:nvPr/>
          </p:nvSpPr>
          <p:spPr>
            <a:xfrm>
              <a:off x="878981" y="6021162"/>
              <a:ext cx="34496" cy="33188"/>
            </a:xfrm>
            <a:custGeom>
              <a:avLst/>
              <a:gdLst>
                <a:gd name="connsiteX0" fmla="*/ 34496 w 34496"/>
                <a:gd name="connsiteY0" fmla="*/ 16594 h 33188"/>
                <a:gd name="connsiteX1" fmla="*/ 17248 w 34496"/>
                <a:gd name="connsiteY1" fmla="*/ 33189 h 33188"/>
                <a:gd name="connsiteX2" fmla="*/ 0 w 34496"/>
                <a:gd name="connsiteY2" fmla="*/ 16594 h 33188"/>
                <a:gd name="connsiteX3" fmla="*/ 17248 w 34496"/>
                <a:gd name="connsiteY3" fmla="*/ 0 h 33188"/>
                <a:gd name="connsiteX4" fmla="*/ 34496 w 34496"/>
                <a:gd name="connsiteY4" fmla="*/ 16594 h 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96" h="33188">
                  <a:moveTo>
                    <a:pt x="34496" y="16594"/>
                  </a:moveTo>
                  <a:cubicBezTo>
                    <a:pt x="34496" y="25759"/>
                    <a:pt x="26774" y="33189"/>
                    <a:pt x="17248" y="33189"/>
                  </a:cubicBezTo>
                  <a:cubicBezTo>
                    <a:pt x="7722" y="33189"/>
                    <a:pt x="0" y="25759"/>
                    <a:pt x="0" y="16594"/>
                  </a:cubicBezTo>
                  <a:cubicBezTo>
                    <a:pt x="0" y="7430"/>
                    <a:pt x="7722" y="0"/>
                    <a:pt x="17248" y="0"/>
                  </a:cubicBezTo>
                  <a:cubicBezTo>
                    <a:pt x="26774" y="0"/>
                    <a:pt x="34496" y="7430"/>
                    <a:pt x="34496" y="16594"/>
                  </a:cubicBezTo>
                  <a:close/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4" name="小红书平北职场PPT9-8"/>
            <p:cNvSpPr/>
            <p:nvPr/>
          </p:nvSpPr>
          <p:spPr>
            <a:xfrm>
              <a:off x="656083" y="5950955"/>
              <a:ext cx="301176" cy="291676"/>
            </a:xfrm>
            <a:custGeom>
              <a:avLst/>
              <a:gdLst>
                <a:gd name="connsiteX0" fmla="*/ 142628 w 301176"/>
                <a:gd name="connsiteY0" fmla="*/ 291676 h 291676"/>
                <a:gd name="connsiteX1" fmla="*/ 0 w 301176"/>
                <a:gd name="connsiteY1" fmla="*/ 291676 h 291676"/>
                <a:gd name="connsiteX2" fmla="*/ 0 w 301176"/>
                <a:gd name="connsiteY2" fmla="*/ 0 h 291676"/>
                <a:gd name="connsiteX3" fmla="*/ 301177 w 301176"/>
                <a:gd name="connsiteY3" fmla="*/ 0 h 291676"/>
                <a:gd name="connsiteX4" fmla="*/ 301177 w 301176"/>
                <a:gd name="connsiteY4" fmla="*/ 109139 h 291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176" h="291676">
                  <a:moveTo>
                    <a:pt x="142628" y="291676"/>
                  </a:moveTo>
                  <a:lnTo>
                    <a:pt x="0" y="291676"/>
                  </a:lnTo>
                  <a:lnTo>
                    <a:pt x="0" y="0"/>
                  </a:lnTo>
                  <a:lnTo>
                    <a:pt x="301177" y="0"/>
                  </a:lnTo>
                  <a:lnTo>
                    <a:pt x="301177" y="109139"/>
                  </a:lnTo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5" name="小红书平北职场PPT9-9"/>
            <p:cNvSpPr/>
            <p:nvPr/>
          </p:nvSpPr>
          <p:spPr>
            <a:xfrm>
              <a:off x="816622" y="6081156"/>
              <a:ext cx="205649" cy="197854"/>
            </a:xfrm>
            <a:custGeom>
              <a:avLst/>
              <a:gdLst>
                <a:gd name="connsiteX0" fmla="*/ 205649 w 205649"/>
                <a:gd name="connsiteY0" fmla="*/ 98927 h 197854"/>
                <a:gd name="connsiteX1" fmla="*/ 102825 w 205649"/>
                <a:gd name="connsiteY1" fmla="*/ 197855 h 197854"/>
                <a:gd name="connsiteX2" fmla="*/ 0 w 205649"/>
                <a:gd name="connsiteY2" fmla="*/ 98927 h 197854"/>
                <a:gd name="connsiteX3" fmla="*/ 102825 w 205649"/>
                <a:gd name="connsiteY3" fmla="*/ 0 h 197854"/>
                <a:gd name="connsiteX4" fmla="*/ 205649 w 205649"/>
                <a:gd name="connsiteY4" fmla="*/ 98927 h 197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649" h="197854">
                  <a:moveTo>
                    <a:pt x="205649" y="98927"/>
                  </a:moveTo>
                  <a:cubicBezTo>
                    <a:pt x="205649" y="153564"/>
                    <a:pt x="159613" y="197855"/>
                    <a:pt x="102825" y="197855"/>
                  </a:cubicBezTo>
                  <a:cubicBezTo>
                    <a:pt x="46036" y="197855"/>
                    <a:pt x="0" y="153564"/>
                    <a:pt x="0" y="98927"/>
                  </a:cubicBezTo>
                  <a:cubicBezTo>
                    <a:pt x="0" y="44291"/>
                    <a:pt x="46036" y="0"/>
                    <a:pt x="102825" y="0"/>
                  </a:cubicBezTo>
                  <a:cubicBezTo>
                    <a:pt x="159613" y="0"/>
                    <a:pt x="205649" y="44291"/>
                    <a:pt x="205649" y="98927"/>
                  </a:cubicBezTo>
                  <a:close/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6" name="小红书平北职场PPT9-10"/>
            <p:cNvSpPr/>
            <p:nvPr/>
          </p:nvSpPr>
          <p:spPr>
            <a:xfrm>
              <a:off x="919447" y="6099027"/>
              <a:ext cx="74299" cy="81056"/>
            </a:xfrm>
            <a:custGeom>
              <a:avLst/>
              <a:gdLst>
                <a:gd name="connsiteX0" fmla="*/ 0 w 74299"/>
                <a:gd name="connsiteY0" fmla="*/ 0 h 81056"/>
                <a:gd name="connsiteX1" fmla="*/ 0 w 74299"/>
                <a:gd name="connsiteY1" fmla="*/ 81057 h 81056"/>
                <a:gd name="connsiteX2" fmla="*/ 74299 w 74299"/>
                <a:gd name="connsiteY2" fmla="*/ 81057 h 81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4299" h="81056">
                  <a:moveTo>
                    <a:pt x="0" y="0"/>
                  </a:moveTo>
                  <a:lnTo>
                    <a:pt x="0" y="81057"/>
                  </a:lnTo>
                  <a:lnTo>
                    <a:pt x="74299" y="81057"/>
                  </a:lnTo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7" name="小红书平北职场PPT9-11"/>
            <p:cNvSpPr/>
            <p:nvPr/>
          </p:nvSpPr>
          <p:spPr>
            <a:xfrm>
              <a:off x="748294" y="5922234"/>
              <a:ext cx="6633" cy="54250"/>
            </a:xfrm>
            <a:custGeom>
              <a:avLst/>
              <a:gdLst>
                <a:gd name="connsiteX0" fmla="*/ 0 w 6633"/>
                <a:gd name="connsiteY0" fmla="*/ 0 h 54250"/>
                <a:gd name="connsiteX1" fmla="*/ 0 w 6633"/>
                <a:gd name="connsiteY1" fmla="*/ 54251 h 5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3" h="54250">
                  <a:moveTo>
                    <a:pt x="0" y="0"/>
                  </a:moveTo>
                  <a:lnTo>
                    <a:pt x="0" y="54251"/>
                  </a:lnTo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8" name="小红书平北职场PPT9-12"/>
            <p:cNvSpPr/>
            <p:nvPr/>
          </p:nvSpPr>
          <p:spPr>
            <a:xfrm>
              <a:off x="807335" y="5922234"/>
              <a:ext cx="6633" cy="54250"/>
            </a:xfrm>
            <a:custGeom>
              <a:avLst/>
              <a:gdLst>
                <a:gd name="connsiteX0" fmla="*/ 0 w 6633"/>
                <a:gd name="connsiteY0" fmla="*/ 0 h 54250"/>
                <a:gd name="connsiteX1" fmla="*/ 0 w 6633"/>
                <a:gd name="connsiteY1" fmla="*/ 54251 h 5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3" h="54250">
                  <a:moveTo>
                    <a:pt x="0" y="0"/>
                  </a:moveTo>
                  <a:lnTo>
                    <a:pt x="0" y="54251"/>
                  </a:lnTo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9" name="小红书平北职场PPT9-13"/>
            <p:cNvSpPr/>
            <p:nvPr/>
          </p:nvSpPr>
          <p:spPr>
            <a:xfrm>
              <a:off x="865713" y="5922234"/>
              <a:ext cx="6633" cy="54250"/>
            </a:xfrm>
            <a:custGeom>
              <a:avLst/>
              <a:gdLst>
                <a:gd name="connsiteX0" fmla="*/ 0 w 6633"/>
                <a:gd name="connsiteY0" fmla="*/ 0 h 54250"/>
                <a:gd name="connsiteX1" fmla="*/ 0 w 6633"/>
                <a:gd name="connsiteY1" fmla="*/ 54251 h 5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3" h="54250">
                  <a:moveTo>
                    <a:pt x="0" y="0"/>
                  </a:moveTo>
                  <a:lnTo>
                    <a:pt x="0" y="54251"/>
                  </a:lnTo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1" name="小红书平北职场PPT10"/>
          <p:cNvGrpSpPr/>
          <p:nvPr/>
        </p:nvGrpSpPr>
        <p:grpSpPr>
          <a:xfrm>
            <a:off x="1139059" y="5863676"/>
            <a:ext cx="1892140" cy="588807"/>
            <a:chOff x="1167656" y="5828653"/>
            <a:chExt cx="1892140" cy="588807"/>
          </a:xfrm>
        </p:grpSpPr>
        <p:sp>
          <p:nvSpPr>
            <p:cNvPr id="95" name="小红书平北职场PPT10-1"/>
            <p:cNvSpPr txBox="1"/>
            <p:nvPr/>
          </p:nvSpPr>
          <p:spPr>
            <a:xfrm>
              <a:off x="1167656" y="5828653"/>
              <a:ext cx="14048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项目进度</a:t>
              </a:r>
            </a:p>
          </p:txBody>
        </p:sp>
        <p:sp>
          <p:nvSpPr>
            <p:cNvPr id="96" name="小红书平北职场PPT10-2"/>
            <p:cNvSpPr txBox="1"/>
            <p:nvPr/>
          </p:nvSpPr>
          <p:spPr>
            <a:xfrm>
              <a:off x="1167656" y="6155850"/>
              <a:ext cx="18921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总剩余天数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:26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天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2" name="小红书平北职场PPT11"/>
          <p:cNvGrpSpPr/>
          <p:nvPr/>
        </p:nvGrpSpPr>
        <p:grpSpPr>
          <a:xfrm>
            <a:off x="2603912" y="5816328"/>
            <a:ext cx="9160922" cy="706366"/>
            <a:chOff x="2829218" y="5816328"/>
            <a:chExt cx="8920117" cy="706366"/>
          </a:xfrm>
        </p:grpSpPr>
        <p:grpSp>
          <p:nvGrpSpPr>
            <p:cNvPr id="63" name="组合 62"/>
            <p:cNvGrpSpPr/>
            <p:nvPr/>
          </p:nvGrpSpPr>
          <p:grpSpPr>
            <a:xfrm>
              <a:off x="2829218" y="5816328"/>
              <a:ext cx="1042647" cy="706366"/>
              <a:chOff x="2829218" y="5816328"/>
              <a:chExt cx="1042647" cy="706366"/>
            </a:xfrm>
          </p:grpSpPr>
          <p:sp>
            <p:nvSpPr>
              <p:cNvPr id="92" name="小红书平北职场PPT11-1"/>
              <p:cNvSpPr/>
              <p:nvPr/>
            </p:nvSpPr>
            <p:spPr>
              <a:xfrm>
                <a:off x="2829218" y="5816328"/>
                <a:ext cx="1042647" cy="706366"/>
              </a:xfrm>
              <a:prstGeom prst="roundRect">
                <a:avLst>
                  <a:gd name="adj" fmla="val 11168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93" name="小红书平北职场PPT11-2"/>
              <p:cNvSpPr txBox="1"/>
              <p:nvPr/>
            </p:nvSpPr>
            <p:spPr>
              <a:xfrm>
                <a:off x="2846542" y="6222530"/>
                <a:ext cx="10080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绩效签约率</a:t>
                </a:r>
              </a:p>
            </p:txBody>
          </p:sp>
          <p:sp>
            <p:nvSpPr>
              <p:cNvPr id="94" name="小红书平北职场PPT11-3"/>
              <p:cNvSpPr txBox="1"/>
              <p:nvPr/>
            </p:nvSpPr>
            <p:spPr>
              <a:xfrm>
                <a:off x="2951787" y="5873468"/>
                <a:ext cx="797510" cy="391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95%</a:t>
                </a:r>
              </a:p>
            </p:txBody>
          </p:sp>
        </p:grpSp>
        <p:grpSp>
          <p:nvGrpSpPr>
            <p:cNvPr id="64" name="组合 63"/>
            <p:cNvGrpSpPr/>
            <p:nvPr/>
          </p:nvGrpSpPr>
          <p:grpSpPr>
            <a:xfrm>
              <a:off x="3920078" y="5816328"/>
              <a:ext cx="1111634" cy="706366"/>
              <a:chOff x="2794725" y="5816328"/>
              <a:chExt cx="1111634" cy="706366"/>
            </a:xfrm>
          </p:grpSpPr>
          <p:sp>
            <p:nvSpPr>
              <p:cNvPr id="89" name="小红书平北职场PPT11-4"/>
              <p:cNvSpPr/>
              <p:nvPr/>
            </p:nvSpPr>
            <p:spPr>
              <a:xfrm>
                <a:off x="2829218" y="5816328"/>
                <a:ext cx="1042647" cy="706366"/>
              </a:xfrm>
              <a:prstGeom prst="roundRect">
                <a:avLst>
                  <a:gd name="adj" fmla="val 11168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90" name="小红书平北职场PPT11-5"/>
              <p:cNvSpPr txBox="1"/>
              <p:nvPr/>
            </p:nvSpPr>
            <p:spPr>
              <a:xfrm>
                <a:off x="2794725" y="6222530"/>
                <a:ext cx="111163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核心岗到岗率</a:t>
                </a:r>
              </a:p>
            </p:txBody>
          </p:sp>
          <p:sp>
            <p:nvSpPr>
              <p:cNvPr id="91" name="小红书平北职场PPT11-6"/>
              <p:cNvSpPr txBox="1"/>
              <p:nvPr/>
            </p:nvSpPr>
            <p:spPr>
              <a:xfrm>
                <a:off x="2951787" y="5873468"/>
                <a:ext cx="797510" cy="391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98%</a:t>
                </a:r>
              </a:p>
            </p:txBody>
          </p:sp>
        </p:grpSp>
        <p:grpSp>
          <p:nvGrpSpPr>
            <p:cNvPr id="65" name="组合 64"/>
            <p:cNvGrpSpPr/>
            <p:nvPr/>
          </p:nvGrpSpPr>
          <p:grpSpPr>
            <a:xfrm>
              <a:off x="5079924" y="5816328"/>
              <a:ext cx="1042647" cy="706366"/>
              <a:chOff x="2829218" y="5816328"/>
              <a:chExt cx="1042647" cy="706366"/>
            </a:xfrm>
          </p:grpSpPr>
          <p:sp>
            <p:nvSpPr>
              <p:cNvPr id="86" name="小红书平北职场PPT11-7"/>
              <p:cNvSpPr/>
              <p:nvPr/>
            </p:nvSpPr>
            <p:spPr>
              <a:xfrm>
                <a:off x="2829218" y="5816328"/>
                <a:ext cx="1042647" cy="706366"/>
              </a:xfrm>
              <a:prstGeom prst="roundRect">
                <a:avLst>
                  <a:gd name="adj" fmla="val 11168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7" name="小红书平北职场PPT11-8"/>
              <p:cNvSpPr txBox="1"/>
              <p:nvPr/>
            </p:nvSpPr>
            <p:spPr>
              <a:xfrm>
                <a:off x="2846542" y="6222530"/>
                <a:ext cx="10080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招聘周期</a:t>
                </a:r>
              </a:p>
            </p:txBody>
          </p:sp>
          <p:sp>
            <p:nvSpPr>
              <p:cNvPr id="88" name="小红书平北职场PPT11-9"/>
              <p:cNvSpPr txBox="1"/>
              <p:nvPr/>
            </p:nvSpPr>
            <p:spPr>
              <a:xfrm>
                <a:off x="2951787" y="5873468"/>
                <a:ext cx="797510" cy="391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32</a:t>
                </a:r>
                <a:r>
                  <a:rPr kumimoji="0" lang="zh-CN" altLang="en-US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天</a:t>
                </a:r>
                <a:endParaRPr kumimoji="0" lang="en-US" altLang="zh-CN" sz="19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6087714" y="5816328"/>
              <a:ext cx="1277774" cy="706366"/>
              <a:chOff x="2711655" y="5816328"/>
              <a:chExt cx="1277774" cy="706366"/>
            </a:xfrm>
          </p:grpSpPr>
          <p:sp>
            <p:nvSpPr>
              <p:cNvPr id="83" name="小红书平北职场PPT11-10"/>
              <p:cNvSpPr/>
              <p:nvPr/>
            </p:nvSpPr>
            <p:spPr>
              <a:xfrm>
                <a:off x="2829218" y="5816328"/>
                <a:ext cx="1042647" cy="706366"/>
              </a:xfrm>
              <a:prstGeom prst="roundRect">
                <a:avLst>
                  <a:gd name="adj" fmla="val 11168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4" name="小红书平北职场PPT11-11"/>
              <p:cNvSpPr txBox="1"/>
              <p:nvPr/>
            </p:nvSpPr>
            <p:spPr>
              <a:xfrm>
                <a:off x="2711655" y="6222530"/>
                <a:ext cx="127777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关键人才留存率</a:t>
                </a:r>
              </a:p>
            </p:txBody>
          </p:sp>
          <p:sp>
            <p:nvSpPr>
              <p:cNvPr id="85" name="小红书平北职场PPT11-12"/>
              <p:cNvSpPr txBox="1"/>
              <p:nvPr/>
            </p:nvSpPr>
            <p:spPr>
              <a:xfrm>
                <a:off x="2951787" y="5873468"/>
                <a:ext cx="797510" cy="391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92%</a:t>
                </a:r>
              </a:p>
            </p:txBody>
          </p:sp>
        </p:grpSp>
        <p:grpSp>
          <p:nvGrpSpPr>
            <p:cNvPr id="67" name="组合 66"/>
            <p:cNvGrpSpPr/>
            <p:nvPr/>
          </p:nvGrpSpPr>
          <p:grpSpPr>
            <a:xfrm>
              <a:off x="7330630" y="5816328"/>
              <a:ext cx="1042647" cy="706366"/>
              <a:chOff x="2829218" y="5816328"/>
              <a:chExt cx="1042647" cy="706366"/>
            </a:xfrm>
          </p:grpSpPr>
          <p:sp>
            <p:nvSpPr>
              <p:cNvPr id="80" name="小红书平北职场PPT11-13"/>
              <p:cNvSpPr/>
              <p:nvPr/>
            </p:nvSpPr>
            <p:spPr>
              <a:xfrm>
                <a:off x="2829218" y="5816328"/>
                <a:ext cx="1042647" cy="706366"/>
              </a:xfrm>
              <a:prstGeom prst="roundRect">
                <a:avLst>
                  <a:gd name="adj" fmla="val 11168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1" name="小红书平北职场PPT11-14"/>
              <p:cNvSpPr txBox="1"/>
              <p:nvPr/>
            </p:nvSpPr>
            <p:spPr>
              <a:xfrm>
                <a:off x="2846542" y="6222530"/>
                <a:ext cx="10080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校招完成</a:t>
                </a:r>
              </a:p>
            </p:txBody>
          </p:sp>
          <p:sp>
            <p:nvSpPr>
              <p:cNvPr id="82" name="小红书平北职场PPT11-15"/>
              <p:cNvSpPr txBox="1"/>
              <p:nvPr/>
            </p:nvSpPr>
            <p:spPr>
              <a:xfrm>
                <a:off x="2951787" y="5873468"/>
                <a:ext cx="797510" cy="391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30</a:t>
                </a:r>
                <a:r>
                  <a:rPr kumimoji="0" lang="zh-CN" altLang="en-US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人</a:t>
                </a:r>
                <a:endParaRPr kumimoji="0" lang="en-US" altLang="zh-CN" sz="19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8455983" y="5816328"/>
              <a:ext cx="1042647" cy="706366"/>
              <a:chOff x="2829218" y="5816328"/>
              <a:chExt cx="1042647" cy="706366"/>
            </a:xfrm>
          </p:grpSpPr>
          <p:sp>
            <p:nvSpPr>
              <p:cNvPr id="77" name="小红书平北职场PPT11-16"/>
              <p:cNvSpPr/>
              <p:nvPr/>
            </p:nvSpPr>
            <p:spPr>
              <a:xfrm>
                <a:off x="2829218" y="5816328"/>
                <a:ext cx="1042647" cy="706366"/>
              </a:xfrm>
              <a:prstGeom prst="roundRect">
                <a:avLst>
                  <a:gd name="adj" fmla="val 11168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8" name="小红书平北职场PPT11-17"/>
              <p:cNvSpPr txBox="1"/>
              <p:nvPr/>
            </p:nvSpPr>
            <p:spPr>
              <a:xfrm>
                <a:off x="2846542" y="6222530"/>
                <a:ext cx="10080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招聘成本降</a:t>
                </a:r>
              </a:p>
            </p:txBody>
          </p:sp>
          <p:sp>
            <p:nvSpPr>
              <p:cNvPr id="79" name="小红书平北职场PPT11-18"/>
              <p:cNvSpPr txBox="1"/>
              <p:nvPr/>
            </p:nvSpPr>
            <p:spPr>
              <a:xfrm>
                <a:off x="2951787" y="5873468"/>
                <a:ext cx="797510" cy="391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8%</a:t>
                </a:r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>
              <a:off x="9581336" y="5816328"/>
              <a:ext cx="1042647" cy="706366"/>
              <a:chOff x="2829218" y="5816328"/>
              <a:chExt cx="1042647" cy="706366"/>
            </a:xfrm>
          </p:grpSpPr>
          <p:sp>
            <p:nvSpPr>
              <p:cNvPr id="74" name="小红书平北职场PPT11-19"/>
              <p:cNvSpPr/>
              <p:nvPr/>
            </p:nvSpPr>
            <p:spPr>
              <a:xfrm>
                <a:off x="2829218" y="5816328"/>
                <a:ext cx="1042647" cy="706366"/>
              </a:xfrm>
              <a:prstGeom prst="roundRect">
                <a:avLst>
                  <a:gd name="adj" fmla="val 11168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5" name="小红书平北职场PPT11-20"/>
              <p:cNvSpPr txBox="1"/>
              <p:nvPr/>
            </p:nvSpPr>
            <p:spPr>
              <a:xfrm>
                <a:off x="2846542" y="6222530"/>
                <a:ext cx="10080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内推占比</a:t>
                </a:r>
              </a:p>
            </p:txBody>
          </p:sp>
          <p:sp>
            <p:nvSpPr>
              <p:cNvPr id="76" name="小红书平北职场PPT11-21"/>
              <p:cNvSpPr txBox="1"/>
              <p:nvPr/>
            </p:nvSpPr>
            <p:spPr>
              <a:xfrm>
                <a:off x="2951787" y="5873468"/>
                <a:ext cx="797510" cy="391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30%</a:t>
                </a:r>
              </a:p>
            </p:txBody>
          </p:sp>
        </p:grpSp>
        <p:grpSp>
          <p:nvGrpSpPr>
            <p:cNvPr id="70" name="组合 69"/>
            <p:cNvGrpSpPr/>
            <p:nvPr/>
          </p:nvGrpSpPr>
          <p:grpSpPr>
            <a:xfrm>
              <a:off x="10706688" y="5816328"/>
              <a:ext cx="1042647" cy="706366"/>
              <a:chOff x="2829218" y="5816328"/>
              <a:chExt cx="1042647" cy="706366"/>
            </a:xfrm>
          </p:grpSpPr>
          <p:sp>
            <p:nvSpPr>
              <p:cNvPr id="71" name="小红书平北职场PPT11-22"/>
              <p:cNvSpPr/>
              <p:nvPr/>
            </p:nvSpPr>
            <p:spPr>
              <a:xfrm>
                <a:off x="2829218" y="5816328"/>
                <a:ext cx="1042647" cy="706366"/>
              </a:xfrm>
              <a:prstGeom prst="roundRect">
                <a:avLst>
                  <a:gd name="adj" fmla="val 11168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2" name="小红书平北职场PPT11-23"/>
              <p:cNvSpPr txBox="1"/>
              <p:nvPr/>
            </p:nvSpPr>
            <p:spPr>
              <a:xfrm>
                <a:off x="2846542" y="6222530"/>
                <a:ext cx="10080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绩奖关联</a:t>
                </a:r>
              </a:p>
            </p:txBody>
          </p:sp>
          <p:sp>
            <p:nvSpPr>
              <p:cNvPr id="73" name="小红书平北职场PPT11-24"/>
              <p:cNvSpPr txBox="1"/>
              <p:nvPr/>
            </p:nvSpPr>
            <p:spPr>
              <a:xfrm>
                <a:off x="2868232" y="5873468"/>
                <a:ext cx="995616" cy="391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100%</a:t>
                </a:r>
              </a:p>
            </p:txBody>
          </p:sp>
        </p:grpSp>
      </p:grpSp>
      <p:grpSp>
        <p:nvGrpSpPr>
          <p:cNvPr id="13" name="小红书平北职场PPT12"/>
          <p:cNvGrpSpPr/>
          <p:nvPr/>
        </p:nvGrpSpPr>
        <p:grpSpPr>
          <a:xfrm>
            <a:off x="455957" y="1855765"/>
            <a:ext cx="1089134" cy="3661436"/>
            <a:chOff x="413227" y="1855765"/>
            <a:chExt cx="1089134" cy="3661436"/>
          </a:xfrm>
        </p:grpSpPr>
        <p:grpSp>
          <p:nvGrpSpPr>
            <p:cNvPr id="54" name="组合 53"/>
            <p:cNvGrpSpPr/>
            <p:nvPr/>
          </p:nvGrpSpPr>
          <p:grpSpPr>
            <a:xfrm>
              <a:off x="413227" y="1855765"/>
              <a:ext cx="1089134" cy="3661436"/>
              <a:chOff x="413227" y="1855765"/>
              <a:chExt cx="1089134" cy="3661436"/>
            </a:xfrm>
          </p:grpSpPr>
          <p:grpSp>
            <p:nvGrpSpPr>
              <p:cNvPr id="57" name="组合 56"/>
              <p:cNvGrpSpPr/>
              <p:nvPr/>
            </p:nvGrpSpPr>
            <p:grpSpPr>
              <a:xfrm>
                <a:off x="413227" y="1855765"/>
                <a:ext cx="1089134" cy="3661436"/>
                <a:chOff x="442914" y="1295953"/>
                <a:chExt cx="617536" cy="5228673"/>
              </a:xfrm>
            </p:grpSpPr>
            <p:sp>
              <p:nvSpPr>
                <p:cNvPr id="61" name="小红书平北职场PPT12-1"/>
                <p:cNvSpPr/>
                <p:nvPr/>
              </p:nvSpPr>
              <p:spPr>
                <a:xfrm>
                  <a:off x="442914" y="1295953"/>
                  <a:ext cx="617536" cy="2470376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2" name="小红书平北职场PPT12-2"/>
                <p:cNvSpPr/>
                <p:nvPr/>
              </p:nvSpPr>
              <p:spPr>
                <a:xfrm>
                  <a:off x="442914" y="3955680"/>
                  <a:ext cx="617536" cy="2568946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</p:grpSp>
          <p:grpSp>
            <p:nvGrpSpPr>
              <p:cNvPr id="58" name="组合 57"/>
              <p:cNvGrpSpPr/>
              <p:nvPr/>
            </p:nvGrpSpPr>
            <p:grpSpPr>
              <a:xfrm>
                <a:off x="469329" y="2796548"/>
                <a:ext cx="976930" cy="2457559"/>
                <a:chOff x="494306" y="2703560"/>
                <a:chExt cx="1548535" cy="2457559"/>
              </a:xfrm>
            </p:grpSpPr>
            <p:sp>
              <p:nvSpPr>
                <p:cNvPr id="59" name="小红书平北职场PPT12-3"/>
                <p:cNvSpPr txBox="1"/>
                <p:nvPr/>
              </p:nvSpPr>
              <p:spPr>
                <a:xfrm>
                  <a:off x="494306" y="2703560"/>
                  <a:ext cx="1548535" cy="707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绩效</a:t>
                  </a:r>
                  <a:endPara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制定</a:t>
                  </a:r>
                </a:p>
              </p:txBody>
            </p:sp>
            <p:sp>
              <p:nvSpPr>
                <p:cNvPr id="60" name="小红书平北职场PPT12-4"/>
                <p:cNvSpPr txBox="1"/>
                <p:nvPr/>
              </p:nvSpPr>
              <p:spPr>
                <a:xfrm>
                  <a:off x="494306" y="4453233"/>
                  <a:ext cx="1548535" cy="707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招聘</a:t>
                  </a:r>
                  <a:endPara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安排</a:t>
                  </a:r>
                </a:p>
              </p:txBody>
            </p:sp>
          </p:grpSp>
        </p:grpSp>
        <p:pic>
          <p:nvPicPr>
            <p:cNvPr id="55" name="小红书平北职场PPT12-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11985" y="2191479"/>
              <a:ext cx="509248" cy="509248"/>
            </a:xfrm>
            <a:prstGeom prst="rect">
              <a:avLst/>
            </a:prstGeom>
            <a:effectLst>
              <a:outerShdw blurRad="50800" dist="38100" dir="5400000" algn="t" rotWithShape="0">
                <a:srgbClr val="420003">
                  <a:alpha val="20000"/>
                </a:srgbClr>
              </a:outerShdw>
            </a:effectLst>
          </p:spPr>
        </p:pic>
        <p:pic>
          <p:nvPicPr>
            <p:cNvPr id="56" name="小红书平北职场PPT12-6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11985" y="3949938"/>
              <a:ext cx="509248" cy="509248"/>
            </a:xfrm>
            <a:prstGeom prst="rect">
              <a:avLst/>
            </a:prstGeom>
            <a:effectLst>
              <a:outerShdw blurRad="50800" dist="38100" dir="5400000" algn="t" rotWithShape="0">
                <a:srgbClr val="420003">
                  <a:alpha val="20000"/>
                </a:srgbClr>
              </a:outerShdw>
            </a:effectLst>
          </p:spPr>
        </p:pic>
      </p:grpSp>
      <p:grpSp>
        <p:nvGrpSpPr>
          <p:cNvPr id="14" name="小红书平北职场PPT13"/>
          <p:cNvGrpSpPr/>
          <p:nvPr/>
        </p:nvGrpSpPr>
        <p:grpSpPr>
          <a:xfrm>
            <a:off x="2332819" y="2119275"/>
            <a:ext cx="4180444" cy="374119"/>
            <a:chOff x="1690107" y="2666752"/>
            <a:chExt cx="1867767" cy="259972"/>
          </a:xfrm>
        </p:grpSpPr>
        <p:sp>
          <p:nvSpPr>
            <p:cNvPr id="52" name="小红书平北职场PPT13-1"/>
            <p:cNvSpPr/>
            <p:nvPr/>
          </p:nvSpPr>
          <p:spPr>
            <a:xfrm>
              <a:off x="1690107" y="2666752"/>
              <a:ext cx="1867767" cy="259972"/>
            </a:xfrm>
            <a:prstGeom prst="roundRect">
              <a:avLst>
                <a:gd name="adj" fmla="val 14096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1">
                  <a:alpha val="2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+mj-ea"/>
              </a:endParaRPr>
            </a:p>
          </p:txBody>
        </p:sp>
        <p:sp>
          <p:nvSpPr>
            <p:cNvPr id="53" name="小红书平北职场PPT13-2"/>
            <p:cNvSpPr txBox="1"/>
            <p:nvPr/>
          </p:nvSpPr>
          <p:spPr>
            <a:xfrm>
              <a:off x="1781553" y="2695346"/>
              <a:ext cx="1686964" cy="192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100%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  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 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| 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绩效体系重构 ：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流程再造与指标库建设</a:t>
              </a:r>
            </a:p>
          </p:txBody>
        </p:sp>
      </p:grpSp>
      <p:grpSp>
        <p:nvGrpSpPr>
          <p:cNvPr id="15" name="小红书平北职场PPT14"/>
          <p:cNvGrpSpPr/>
          <p:nvPr/>
        </p:nvGrpSpPr>
        <p:grpSpPr>
          <a:xfrm>
            <a:off x="3810151" y="2950213"/>
            <a:ext cx="6919308" cy="374118"/>
            <a:chOff x="1688374" y="2658819"/>
            <a:chExt cx="3091454" cy="259972"/>
          </a:xfrm>
        </p:grpSpPr>
        <p:sp>
          <p:nvSpPr>
            <p:cNvPr id="50" name="小红书平北职场PPT14-1"/>
            <p:cNvSpPr/>
            <p:nvPr/>
          </p:nvSpPr>
          <p:spPr>
            <a:xfrm>
              <a:off x="1688374" y="2658819"/>
              <a:ext cx="3091454" cy="259972"/>
            </a:xfrm>
            <a:prstGeom prst="roundRect">
              <a:avLst>
                <a:gd name="adj" fmla="val 14096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1">
                  <a:alpha val="2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+mj-ea"/>
              </a:endParaRPr>
            </a:p>
          </p:txBody>
        </p:sp>
        <p:sp>
          <p:nvSpPr>
            <p:cNvPr id="51" name="小红书平北职场PPT14-2"/>
            <p:cNvSpPr txBox="1"/>
            <p:nvPr/>
          </p:nvSpPr>
          <p:spPr>
            <a:xfrm>
              <a:off x="1711021" y="2687406"/>
              <a:ext cx="1834874" cy="1924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80%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  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 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| 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绩效数字化落地：系统实施与线上流程部署</a:t>
              </a:r>
            </a:p>
          </p:txBody>
        </p:sp>
      </p:grpSp>
      <p:grpSp>
        <p:nvGrpSpPr>
          <p:cNvPr id="16" name="小红书平北职场PPT15"/>
          <p:cNvGrpSpPr/>
          <p:nvPr/>
        </p:nvGrpSpPr>
        <p:grpSpPr>
          <a:xfrm>
            <a:off x="7189268" y="2345139"/>
            <a:ext cx="4315617" cy="374119"/>
            <a:chOff x="1688373" y="2634980"/>
            <a:chExt cx="1928160" cy="259972"/>
          </a:xfrm>
        </p:grpSpPr>
        <p:sp>
          <p:nvSpPr>
            <p:cNvPr id="48" name="小红书平北职场PPT15-1"/>
            <p:cNvSpPr/>
            <p:nvPr/>
          </p:nvSpPr>
          <p:spPr>
            <a:xfrm>
              <a:off x="1688373" y="2634980"/>
              <a:ext cx="1928160" cy="259972"/>
            </a:xfrm>
            <a:prstGeom prst="roundRect">
              <a:avLst>
                <a:gd name="adj" fmla="val 14096"/>
              </a:avLst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2">
                  <a:alpha val="2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+mj-ea"/>
              </a:endParaRPr>
            </a:p>
          </p:txBody>
        </p:sp>
        <p:sp>
          <p:nvSpPr>
            <p:cNvPr id="49" name="小红书平北职场PPT15-2"/>
            <p:cNvSpPr txBox="1"/>
            <p:nvPr/>
          </p:nvSpPr>
          <p:spPr>
            <a:xfrm>
              <a:off x="1762089" y="2671517"/>
              <a:ext cx="1753140" cy="192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90%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  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 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| 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管理者绩效赋能：绩效管理全流程培训认证</a:t>
              </a:r>
            </a:p>
          </p:txBody>
        </p:sp>
      </p:grpSp>
      <p:grpSp>
        <p:nvGrpSpPr>
          <p:cNvPr id="17" name="小红书平北职场PPT16"/>
          <p:cNvGrpSpPr/>
          <p:nvPr/>
        </p:nvGrpSpPr>
        <p:grpSpPr>
          <a:xfrm>
            <a:off x="7710371" y="4903977"/>
            <a:ext cx="3866142" cy="374119"/>
            <a:chOff x="1690107" y="2666752"/>
            <a:chExt cx="1727341" cy="259972"/>
          </a:xfrm>
        </p:grpSpPr>
        <p:sp>
          <p:nvSpPr>
            <p:cNvPr id="46" name="小红书平北职场PPT16-1"/>
            <p:cNvSpPr/>
            <p:nvPr/>
          </p:nvSpPr>
          <p:spPr>
            <a:xfrm>
              <a:off x="1690107" y="2666752"/>
              <a:ext cx="1703169" cy="259972"/>
            </a:xfrm>
            <a:prstGeom prst="roundRect">
              <a:avLst>
                <a:gd name="adj" fmla="val 14096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1">
                  <a:alpha val="2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+mj-ea"/>
              </a:endParaRPr>
            </a:p>
          </p:txBody>
        </p:sp>
        <p:sp>
          <p:nvSpPr>
            <p:cNvPr id="47" name="小红书平北职场PPT16-2"/>
            <p:cNvSpPr txBox="1"/>
            <p:nvPr/>
          </p:nvSpPr>
          <p:spPr>
            <a:xfrm>
              <a:off x="1730484" y="2695346"/>
              <a:ext cx="1686964" cy="192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100%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  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 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| 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关键技术人才猎聘 ：核心技术岗位系统性寻访</a:t>
              </a:r>
            </a:p>
          </p:txBody>
        </p:sp>
      </p:grpSp>
      <p:grpSp>
        <p:nvGrpSpPr>
          <p:cNvPr id="18" name="小红书平北职场PPT17"/>
          <p:cNvGrpSpPr/>
          <p:nvPr/>
        </p:nvGrpSpPr>
        <p:grpSpPr>
          <a:xfrm>
            <a:off x="1769068" y="3747861"/>
            <a:ext cx="3530772" cy="374119"/>
            <a:chOff x="1690107" y="2666752"/>
            <a:chExt cx="1577502" cy="259972"/>
          </a:xfrm>
        </p:grpSpPr>
        <p:sp>
          <p:nvSpPr>
            <p:cNvPr id="44" name="小红书平北职场PPT17-1"/>
            <p:cNvSpPr/>
            <p:nvPr/>
          </p:nvSpPr>
          <p:spPr>
            <a:xfrm>
              <a:off x="1690107" y="2666752"/>
              <a:ext cx="1577502" cy="259972"/>
            </a:xfrm>
            <a:prstGeom prst="roundRect">
              <a:avLst>
                <a:gd name="adj" fmla="val 14096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1">
                  <a:alpha val="2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+mj-ea"/>
              </a:endParaRPr>
            </a:p>
          </p:txBody>
        </p:sp>
        <p:sp>
          <p:nvSpPr>
            <p:cNvPr id="45" name="小红书平北职场PPT17-2"/>
            <p:cNvSpPr txBox="1"/>
            <p:nvPr/>
          </p:nvSpPr>
          <p:spPr>
            <a:xfrm>
              <a:off x="1715163" y="2703289"/>
              <a:ext cx="1537125" cy="192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100%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  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 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| 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全球人才引进 ：海外渠道搭建与人才落地</a:t>
              </a:r>
            </a:p>
          </p:txBody>
        </p:sp>
      </p:grpSp>
      <p:grpSp>
        <p:nvGrpSpPr>
          <p:cNvPr id="19" name="小红书平北职场PPT18"/>
          <p:cNvGrpSpPr/>
          <p:nvPr/>
        </p:nvGrpSpPr>
        <p:grpSpPr>
          <a:xfrm>
            <a:off x="5836221" y="4054261"/>
            <a:ext cx="5494054" cy="374119"/>
            <a:chOff x="1688373" y="2634980"/>
            <a:chExt cx="2454670" cy="259972"/>
          </a:xfrm>
        </p:grpSpPr>
        <p:sp>
          <p:nvSpPr>
            <p:cNvPr id="42" name="小红书平北职场PPT18-1"/>
            <p:cNvSpPr/>
            <p:nvPr/>
          </p:nvSpPr>
          <p:spPr>
            <a:xfrm>
              <a:off x="1688373" y="2634980"/>
              <a:ext cx="2454670" cy="259972"/>
            </a:xfrm>
            <a:prstGeom prst="roundRect">
              <a:avLst>
                <a:gd name="adj" fmla="val 14096"/>
              </a:avLst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2">
                  <a:alpha val="2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+mj-ea"/>
              </a:endParaRPr>
            </a:p>
          </p:txBody>
        </p:sp>
        <p:sp>
          <p:nvSpPr>
            <p:cNvPr id="43" name="小红书平北职场PPT18-2"/>
            <p:cNvSpPr txBox="1"/>
            <p:nvPr/>
          </p:nvSpPr>
          <p:spPr>
            <a:xfrm>
              <a:off x="1762089" y="2671517"/>
              <a:ext cx="1753140" cy="192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90%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  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 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| 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校园招聘体系重建：流程优化与高校战略合作</a:t>
              </a:r>
            </a:p>
          </p:txBody>
        </p:sp>
      </p:grpSp>
      <p:grpSp>
        <p:nvGrpSpPr>
          <p:cNvPr id="20" name="小红书平北职场PPT19"/>
          <p:cNvGrpSpPr/>
          <p:nvPr/>
        </p:nvGrpSpPr>
        <p:grpSpPr>
          <a:xfrm>
            <a:off x="2225798" y="4659006"/>
            <a:ext cx="4961945" cy="374119"/>
            <a:chOff x="1690107" y="2666752"/>
            <a:chExt cx="2216931" cy="259972"/>
          </a:xfrm>
        </p:grpSpPr>
        <p:sp>
          <p:nvSpPr>
            <p:cNvPr id="40" name="小红书平北职场PPT19-1"/>
            <p:cNvSpPr/>
            <p:nvPr/>
          </p:nvSpPr>
          <p:spPr>
            <a:xfrm>
              <a:off x="1690107" y="2666752"/>
              <a:ext cx="2216931" cy="259972"/>
            </a:xfrm>
            <a:prstGeom prst="roundRect">
              <a:avLst>
                <a:gd name="adj" fmla="val 14096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2">
                  <a:alpha val="2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+mj-ea"/>
              </a:endParaRPr>
            </a:p>
          </p:txBody>
        </p:sp>
        <p:sp>
          <p:nvSpPr>
            <p:cNvPr id="41" name="小红书平北职场PPT19-2"/>
            <p:cNvSpPr txBox="1"/>
            <p:nvPr/>
          </p:nvSpPr>
          <p:spPr>
            <a:xfrm>
              <a:off x="1715162" y="2703289"/>
              <a:ext cx="1641419" cy="192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90%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  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 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| 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雇主品牌升级：品牌形象提升与影响力拓展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小红书平北职场PPT1"/>
          <p:cNvSpPr/>
          <p:nvPr/>
        </p:nvSpPr>
        <p:spPr>
          <a:xfrm>
            <a:off x="334963" y="851921"/>
            <a:ext cx="11522075" cy="4168119"/>
          </a:xfrm>
          <a:prstGeom prst="rect">
            <a:avLst/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4" name="小红书平北职场PPT2"/>
          <p:cNvGrpSpPr/>
          <p:nvPr/>
        </p:nvGrpSpPr>
        <p:grpSpPr>
          <a:xfrm>
            <a:off x="351686" y="5260184"/>
            <a:ext cx="11522075" cy="1170860"/>
            <a:chOff x="351687" y="5288547"/>
            <a:chExt cx="11488624" cy="1170860"/>
          </a:xfrm>
        </p:grpSpPr>
        <p:grpSp>
          <p:nvGrpSpPr>
            <p:cNvPr id="89" name="组合 88"/>
            <p:cNvGrpSpPr/>
            <p:nvPr/>
          </p:nvGrpSpPr>
          <p:grpSpPr>
            <a:xfrm>
              <a:off x="351687" y="5288547"/>
              <a:ext cx="11488624" cy="1170860"/>
              <a:chOff x="351687" y="5356639"/>
              <a:chExt cx="11488624" cy="1055144"/>
            </a:xfrm>
          </p:grpSpPr>
          <p:sp>
            <p:nvSpPr>
              <p:cNvPr id="114" name="小红书平北职场PPT2-1"/>
              <p:cNvSpPr/>
              <p:nvPr/>
            </p:nvSpPr>
            <p:spPr>
              <a:xfrm>
                <a:off x="351687" y="5356643"/>
                <a:ext cx="5657978" cy="1055140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 w="9525">
                <a:noFill/>
                <a:round/>
              </a:ln>
              <a:effectLst>
                <a:outerShdw blurRad="165100" dist="76200" dir="5400000" algn="ctr" rotWithShape="0">
                  <a:schemeClr val="accent2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15" name="小红书平北职场PPT2-2"/>
              <p:cNvSpPr/>
              <p:nvPr/>
            </p:nvSpPr>
            <p:spPr>
              <a:xfrm>
                <a:off x="6182333" y="5356639"/>
                <a:ext cx="5657978" cy="1055140"/>
              </a:xfrm>
              <a:prstGeom prst="roundRect">
                <a:avLst>
                  <a:gd name="adj" fmla="val 0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</a:ln>
              <a:effectLst>
                <a:outerShdw blurRad="165100" dist="76200" dir="5400000" algn="ctr" rotWithShape="0">
                  <a:schemeClr val="accent1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90" name="组合 89"/>
            <p:cNvGrpSpPr/>
            <p:nvPr/>
          </p:nvGrpSpPr>
          <p:grpSpPr>
            <a:xfrm>
              <a:off x="527327" y="5406747"/>
              <a:ext cx="10975680" cy="389827"/>
              <a:chOff x="527327" y="5406747"/>
              <a:chExt cx="10975680" cy="389827"/>
            </a:xfrm>
          </p:grpSpPr>
          <p:sp>
            <p:nvSpPr>
              <p:cNvPr id="108" name="小红书平北职场PPT2-3"/>
              <p:cNvSpPr txBox="1"/>
              <p:nvPr/>
            </p:nvSpPr>
            <p:spPr>
              <a:xfrm>
                <a:off x="527327" y="5406747"/>
                <a:ext cx="1210589" cy="33855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项目完成度</a:t>
                </a:r>
              </a:p>
            </p:txBody>
          </p:sp>
          <p:grpSp>
            <p:nvGrpSpPr>
              <p:cNvPr id="109" name="组合 108"/>
              <p:cNvGrpSpPr/>
              <p:nvPr/>
            </p:nvGrpSpPr>
            <p:grpSpPr>
              <a:xfrm>
                <a:off x="608805" y="5406747"/>
                <a:ext cx="10894202" cy="389827"/>
                <a:chOff x="608805" y="5406747"/>
                <a:chExt cx="10894202" cy="389827"/>
              </a:xfrm>
            </p:grpSpPr>
            <p:cxnSp>
              <p:nvCxnSpPr>
                <p:cNvPr id="110" name="小红书平北职场PPT2-4"/>
                <p:cNvCxnSpPr/>
                <p:nvPr/>
              </p:nvCxnSpPr>
              <p:spPr>
                <a:xfrm>
                  <a:off x="608805" y="5796574"/>
                  <a:ext cx="4891042" cy="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11" name="组合 110"/>
                <p:cNvGrpSpPr/>
                <p:nvPr/>
              </p:nvGrpSpPr>
              <p:grpSpPr>
                <a:xfrm>
                  <a:off x="6515584" y="5406747"/>
                  <a:ext cx="4987423" cy="389827"/>
                  <a:chOff x="6152515" y="5406747"/>
                  <a:chExt cx="4987423" cy="389827"/>
                </a:xfrm>
              </p:grpSpPr>
              <p:cxnSp>
                <p:nvCxnSpPr>
                  <p:cNvPr id="112" name="小红书平北职场PPT2-5"/>
                  <p:cNvCxnSpPr/>
                  <p:nvPr/>
                </p:nvCxnSpPr>
                <p:spPr>
                  <a:xfrm>
                    <a:off x="6248896" y="5796574"/>
                    <a:ext cx="4891042" cy="0"/>
                  </a:xfrm>
                  <a:prstGeom prst="line">
                    <a:avLst/>
                  </a:prstGeom>
                  <a:ln w="127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3" name="小红书平北职场PPT2-6"/>
                  <p:cNvSpPr txBox="1"/>
                  <p:nvPr/>
                </p:nvSpPr>
                <p:spPr>
                  <a:xfrm>
                    <a:off x="6152515" y="5406747"/>
                    <a:ext cx="1210589" cy="33855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下半年规划</a:t>
                    </a:r>
                  </a:p>
                </p:txBody>
              </p:sp>
            </p:grpSp>
          </p:grpSp>
        </p:grpSp>
        <p:grpSp>
          <p:nvGrpSpPr>
            <p:cNvPr id="91" name="组合 90"/>
            <p:cNvGrpSpPr/>
            <p:nvPr/>
          </p:nvGrpSpPr>
          <p:grpSpPr>
            <a:xfrm>
              <a:off x="1718389" y="5360838"/>
              <a:ext cx="3753695" cy="400110"/>
              <a:chOff x="1415161" y="5354421"/>
              <a:chExt cx="3985724" cy="379634"/>
            </a:xfrm>
          </p:grpSpPr>
          <p:sp>
            <p:nvSpPr>
              <p:cNvPr id="105" name="小红书平北职场PPT2-7"/>
              <p:cNvSpPr txBox="1"/>
              <p:nvPr/>
            </p:nvSpPr>
            <p:spPr>
              <a:xfrm>
                <a:off x="1415161" y="5354421"/>
                <a:ext cx="784423" cy="37963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90%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06" name="小红书平北职场PPT2-8"/>
              <p:cNvSpPr/>
              <p:nvPr/>
            </p:nvSpPr>
            <p:spPr>
              <a:xfrm>
                <a:off x="2296602" y="5498620"/>
                <a:ext cx="3104283" cy="13983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07" name="小红书平北职场PPT2-9"/>
              <p:cNvSpPr/>
              <p:nvPr/>
            </p:nvSpPr>
            <p:spPr>
              <a:xfrm>
                <a:off x="2341815" y="5526752"/>
                <a:ext cx="2793852" cy="8431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  <a:alpha val="70000"/>
                    </a:schemeClr>
                  </a:gs>
                  <a:gs pos="54000">
                    <a:schemeClr val="accent2">
                      <a:alpha val="70000"/>
                    </a:schemeClr>
                  </a:gs>
                </a:gsLst>
                <a:lin ang="0" scaled="1"/>
              </a:gradFill>
              <a:ln w="9525">
                <a:noFill/>
                <a:round/>
              </a:ln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92" name="组合 91"/>
            <p:cNvGrpSpPr/>
            <p:nvPr/>
          </p:nvGrpSpPr>
          <p:grpSpPr>
            <a:xfrm>
              <a:off x="5826666" y="5643223"/>
              <a:ext cx="502538" cy="504000"/>
              <a:chOff x="5767998" y="5584561"/>
              <a:chExt cx="617037" cy="618833"/>
            </a:xfrm>
          </p:grpSpPr>
          <p:sp>
            <p:nvSpPr>
              <p:cNvPr id="101" name="小红书平北职场PPT2-10"/>
              <p:cNvSpPr/>
              <p:nvPr/>
            </p:nvSpPr>
            <p:spPr>
              <a:xfrm>
                <a:off x="5767998" y="5584561"/>
                <a:ext cx="617037" cy="61883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grpSp>
            <p:nvGrpSpPr>
              <p:cNvPr id="102" name="组合 101"/>
              <p:cNvGrpSpPr/>
              <p:nvPr/>
            </p:nvGrpSpPr>
            <p:grpSpPr>
              <a:xfrm>
                <a:off x="5952545" y="5779471"/>
                <a:ext cx="304129" cy="220622"/>
                <a:chOff x="5979579" y="5876585"/>
                <a:chExt cx="304129" cy="220622"/>
              </a:xfrm>
              <a:solidFill>
                <a:schemeClr val="bg1"/>
              </a:solidFill>
            </p:grpSpPr>
            <p:sp>
              <p:nvSpPr>
                <p:cNvPr id="103" name="小红书平北职场PPT2-11"/>
                <p:cNvSpPr/>
                <p:nvPr/>
              </p:nvSpPr>
              <p:spPr>
                <a:xfrm>
                  <a:off x="5979579" y="5876585"/>
                  <a:ext cx="152064" cy="220622"/>
                </a:xfrm>
                <a:custGeom>
                  <a:avLst/>
                  <a:gdLst>
                    <a:gd name="connsiteX0" fmla="*/ 49438 w 241228"/>
                    <a:gd name="connsiteY0" fmla="*/ 0 h 349986"/>
                    <a:gd name="connsiteX1" fmla="*/ 49438 w 241228"/>
                    <a:gd name="connsiteY1" fmla="*/ 0 h 349986"/>
                    <a:gd name="connsiteX2" fmla="*/ 16805 w 241228"/>
                    <a:gd name="connsiteY2" fmla="*/ 86344 h 349986"/>
                    <a:gd name="connsiteX3" fmla="*/ 75355 w 241228"/>
                    <a:gd name="connsiteY3" fmla="*/ 137989 h 349986"/>
                    <a:gd name="connsiteX4" fmla="*/ 75355 w 241228"/>
                    <a:gd name="connsiteY4" fmla="*/ 211998 h 349986"/>
                    <a:gd name="connsiteX5" fmla="*/ 16805 w 241228"/>
                    <a:gd name="connsiteY5" fmla="*/ 263642 h 349986"/>
                    <a:gd name="connsiteX6" fmla="*/ 49438 w 241228"/>
                    <a:gd name="connsiteY6" fmla="*/ 349987 h 349986"/>
                    <a:gd name="connsiteX7" fmla="*/ 49438 w 241228"/>
                    <a:gd name="connsiteY7" fmla="*/ 349987 h 349986"/>
                    <a:gd name="connsiteX8" fmla="*/ 82070 w 241228"/>
                    <a:gd name="connsiteY8" fmla="*/ 337652 h 349986"/>
                    <a:gd name="connsiteX9" fmla="*/ 224526 w 241228"/>
                    <a:gd name="connsiteY9" fmla="*/ 212008 h 349986"/>
                    <a:gd name="connsiteX10" fmla="*/ 224526 w 241228"/>
                    <a:gd name="connsiteY10" fmla="*/ 137998 h 349986"/>
                    <a:gd name="connsiteX11" fmla="*/ 82070 w 241228"/>
                    <a:gd name="connsiteY11" fmla="*/ 12354 h 349986"/>
                    <a:gd name="connsiteX12" fmla="*/ 49438 w 241228"/>
                    <a:gd name="connsiteY12" fmla="*/ 0 h 3499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41228" h="349986">
                      <a:moveTo>
                        <a:pt x="49438" y="0"/>
                      </a:moveTo>
                      <a:lnTo>
                        <a:pt x="49438" y="0"/>
                      </a:lnTo>
                      <a:cubicBezTo>
                        <a:pt x="3975" y="0"/>
                        <a:pt x="-17295" y="56274"/>
                        <a:pt x="16805" y="86344"/>
                      </a:cubicBezTo>
                      <a:lnTo>
                        <a:pt x="75355" y="137989"/>
                      </a:lnTo>
                      <a:cubicBezTo>
                        <a:pt x="97625" y="157629"/>
                        <a:pt x="97625" y="192348"/>
                        <a:pt x="75355" y="211998"/>
                      </a:cubicBezTo>
                      <a:lnTo>
                        <a:pt x="16805" y="263642"/>
                      </a:lnTo>
                      <a:cubicBezTo>
                        <a:pt x="-17285" y="293713"/>
                        <a:pt x="3984" y="349987"/>
                        <a:pt x="49438" y="349987"/>
                      </a:cubicBezTo>
                      <a:lnTo>
                        <a:pt x="49438" y="349987"/>
                      </a:lnTo>
                      <a:cubicBezTo>
                        <a:pt x="61458" y="349987"/>
                        <a:pt x="73060" y="345605"/>
                        <a:pt x="82070" y="337652"/>
                      </a:cubicBezTo>
                      <a:lnTo>
                        <a:pt x="224526" y="212008"/>
                      </a:lnTo>
                      <a:cubicBezTo>
                        <a:pt x="246796" y="192367"/>
                        <a:pt x="246796" y="157648"/>
                        <a:pt x="224526" y="137998"/>
                      </a:cubicBezTo>
                      <a:lnTo>
                        <a:pt x="82070" y="12354"/>
                      </a:lnTo>
                      <a:cubicBezTo>
                        <a:pt x="73060" y="4391"/>
                        <a:pt x="61458" y="0"/>
                        <a:pt x="49438" y="0"/>
                      </a:cubicBezTo>
                      <a:close/>
                    </a:path>
                  </a:pathLst>
                </a:custGeom>
                <a:grpFill/>
                <a:ln w="8944" cap="flat">
                  <a:noFill/>
                  <a:prstDash val="solid"/>
                  <a:miter/>
                </a:ln>
                <a:effectLst>
                  <a:outerShdw blurRad="304800" dist="292100" dir="5400000" algn="t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04" name="小红书平北职场PPT2-12"/>
                <p:cNvSpPr/>
                <p:nvPr/>
              </p:nvSpPr>
              <p:spPr>
                <a:xfrm>
                  <a:off x="6131643" y="5876585"/>
                  <a:ext cx="152065" cy="220622"/>
                </a:xfrm>
                <a:custGeom>
                  <a:avLst/>
                  <a:gdLst>
                    <a:gd name="connsiteX0" fmla="*/ 49440 w 241230"/>
                    <a:gd name="connsiteY0" fmla="*/ 0 h 349986"/>
                    <a:gd name="connsiteX1" fmla="*/ 49440 w 241230"/>
                    <a:gd name="connsiteY1" fmla="*/ 0 h 349986"/>
                    <a:gd name="connsiteX2" fmla="*/ 16798 w 241230"/>
                    <a:gd name="connsiteY2" fmla="*/ 86344 h 349986"/>
                    <a:gd name="connsiteX3" fmla="*/ 75348 w 241230"/>
                    <a:gd name="connsiteY3" fmla="*/ 137989 h 349986"/>
                    <a:gd name="connsiteX4" fmla="*/ 75348 w 241230"/>
                    <a:gd name="connsiteY4" fmla="*/ 211998 h 349986"/>
                    <a:gd name="connsiteX5" fmla="*/ 16798 w 241230"/>
                    <a:gd name="connsiteY5" fmla="*/ 263642 h 349986"/>
                    <a:gd name="connsiteX6" fmla="*/ 49440 w 241230"/>
                    <a:gd name="connsiteY6" fmla="*/ 349987 h 349986"/>
                    <a:gd name="connsiteX7" fmla="*/ 49440 w 241230"/>
                    <a:gd name="connsiteY7" fmla="*/ 349987 h 349986"/>
                    <a:gd name="connsiteX8" fmla="*/ 82073 w 241230"/>
                    <a:gd name="connsiteY8" fmla="*/ 337652 h 349986"/>
                    <a:gd name="connsiteX9" fmla="*/ 224529 w 241230"/>
                    <a:gd name="connsiteY9" fmla="*/ 212008 h 349986"/>
                    <a:gd name="connsiteX10" fmla="*/ 224529 w 241230"/>
                    <a:gd name="connsiteY10" fmla="*/ 137998 h 349986"/>
                    <a:gd name="connsiteX11" fmla="*/ 82073 w 241230"/>
                    <a:gd name="connsiteY11" fmla="*/ 12354 h 349986"/>
                    <a:gd name="connsiteX12" fmla="*/ 49440 w 241230"/>
                    <a:gd name="connsiteY12" fmla="*/ 0 h 3499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41230" h="349986">
                      <a:moveTo>
                        <a:pt x="49440" y="0"/>
                      </a:moveTo>
                      <a:lnTo>
                        <a:pt x="49440" y="0"/>
                      </a:lnTo>
                      <a:cubicBezTo>
                        <a:pt x="3978" y="0"/>
                        <a:pt x="-17292" y="56274"/>
                        <a:pt x="16798" y="86344"/>
                      </a:cubicBezTo>
                      <a:lnTo>
                        <a:pt x="75348" y="137989"/>
                      </a:lnTo>
                      <a:cubicBezTo>
                        <a:pt x="97618" y="157629"/>
                        <a:pt x="97618" y="192348"/>
                        <a:pt x="75348" y="211998"/>
                      </a:cubicBezTo>
                      <a:lnTo>
                        <a:pt x="16798" y="263642"/>
                      </a:lnTo>
                      <a:cubicBezTo>
                        <a:pt x="-17292" y="293713"/>
                        <a:pt x="3978" y="349987"/>
                        <a:pt x="49440" y="349987"/>
                      </a:cubicBezTo>
                      <a:lnTo>
                        <a:pt x="49440" y="349987"/>
                      </a:lnTo>
                      <a:cubicBezTo>
                        <a:pt x="61461" y="349987"/>
                        <a:pt x="73062" y="345605"/>
                        <a:pt x="82073" y="337652"/>
                      </a:cubicBezTo>
                      <a:lnTo>
                        <a:pt x="224529" y="212008"/>
                      </a:lnTo>
                      <a:cubicBezTo>
                        <a:pt x="246798" y="192367"/>
                        <a:pt x="246798" y="157648"/>
                        <a:pt x="224529" y="137998"/>
                      </a:cubicBezTo>
                      <a:lnTo>
                        <a:pt x="82073" y="12354"/>
                      </a:lnTo>
                      <a:cubicBezTo>
                        <a:pt x="73062" y="4391"/>
                        <a:pt x="61461" y="0"/>
                        <a:pt x="49440" y="0"/>
                      </a:cubicBezTo>
                      <a:close/>
                    </a:path>
                  </a:pathLst>
                </a:custGeom>
                <a:grpFill/>
                <a:ln w="8944" cap="flat">
                  <a:noFill/>
                  <a:prstDash val="solid"/>
                  <a:miter/>
                </a:ln>
                <a:effectLst>
                  <a:outerShdw blurRad="304800" dist="292100" dir="5400000" algn="t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</p:grpSp>
        </p:grpSp>
        <p:sp>
          <p:nvSpPr>
            <p:cNvPr id="93" name="小红书平北职场PPT2-13"/>
            <p:cNvSpPr txBox="1"/>
            <p:nvPr/>
          </p:nvSpPr>
          <p:spPr>
            <a:xfrm>
              <a:off x="6547546" y="5863391"/>
              <a:ext cx="5115770" cy="52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下半年将重点突破直播带货、私域运营和双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11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大促，力争全年获客超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10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万、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ROI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达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1:5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，并申请增加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名技术人员支持数据运营工作</a:t>
              </a:r>
            </a:p>
          </p:txBody>
        </p:sp>
        <p:sp>
          <p:nvSpPr>
            <p:cNvPr id="94" name="小红书平北职场PPT2-14"/>
            <p:cNvSpPr txBox="1"/>
            <p:nvPr/>
          </p:nvSpPr>
          <p:spPr>
            <a:xfrm>
              <a:off x="528684" y="5863391"/>
              <a:ext cx="5217370" cy="52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2025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年上半年，我们围绕年度目标扎实推进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6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大核心项目，实现获客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4.5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万、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ROI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提升至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1:4.3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等关键成果，同时发现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X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平台转化率不足等问题</a:t>
              </a:r>
            </a:p>
          </p:txBody>
        </p:sp>
        <p:grpSp>
          <p:nvGrpSpPr>
            <p:cNvPr id="95" name="组合 94"/>
            <p:cNvGrpSpPr/>
            <p:nvPr/>
          </p:nvGrpSpPr>
          <p:grpSpPr>
            <a:xfrm>
              <a:off x="7758052" y="5479498"/>
              <a:ext cx="3605662" cy="268022"/>
              <a:chOff x="3699190" y="8111677"/>
              <a:chExt cx="7040985" cy="268022"/>
            </a:xfrm>
          </p:grpSpPr>
          <p:sp>
            <p:nvSpPr>
              <p:cNvPr id="96" name="小红书平北职场PPT2-15"/>
              <p:cNvSpPr txBox="1"/>
              <p:nvPr/>
            </p:nvSpPr>
            <p:spPr>
              <a:xfrm>
                <a:off x="3699190" y="8111677"/>
                <a:ext cx="1408197" cy="263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defTabSz="45720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直播突破</a:t>
                </a:r>
              </a:p>
            </p:txBody>
          </p:sp>
          <p:sp>
            <p:nvSpPr>
              <p:cNvPr id="97" name="小红书平北职场PPT2-16"/>
              <p:cNvSpPr txBox="1"/>
              <p:nvPr/>
            </p:nvSpPr>
            <p:spPr>
              <a:xfrm>
                <a:off x="5107387" y="8111677"/>
                <a:ext cx="1408197" cy="263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defTabSz="45720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私域深耕</a:t>
                </a:r>
              </a:p>
            </p:txBody>
          </p:sp>
          <p:sp>
            <p:nvSpPr>
              <p:cNvPr id="98" name="小红书平北职场PPT2-17"/>
              <p:cNvSpPr txBox="1"/>
              <p:nvPr/>
            </p:nvSpPr>
            <p:spPr>
              <a:xfrm>
                <a:off x="6515586" y="8111677"/>
                <a:ext cx="1408197" cy="263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defTabSz="45720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大促冲刺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99" name="小红书平北职场PPT2-18"/>
              <p:cNvSpPr txBox="1"/>
              <p:nvPr/>
            </p:nvSpPr>
            <p:spPr>
              <a:xfrm>
                <a:off x="7923779" y="8111677"/>
                <a:ext cx="1408197" cy="263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defTabSz="45720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技术赋能</a:t>
                </a:r>
              </a:p>
            </p:txBody>
          </p:sp>
          <p:sp>
            <p:nvSpPr>
              <p:cNvPr id="100" name="小红书平北职场PPT2-19"/>
              <p:cNvSpPr txBox="1"/>
              <p:nvPr/>
            </p:nvSpPr>
            <p:spPr>
              <a:xfrm>
                <a:off x="9331978" y="8111677"/>
                <a:ext cx="1408197" cy="2680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defTabSz="45720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ROI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升级</a:t>
                </a:r>
              </a:p>
            </p:txBody>
          </p:sp>
        </p:grpSp>
      </p:grpSp>
      <p:grpSp>
        <p:nvGrpSpPr>
          <p:cNvPr id="5" name="小红书平北职场PPT3"/>
          <p:cNvGrpSpPr/>
          <p:nvPr/>
        </p:nvGrpSpPr>
        <p:grpSpPr>
          <a:xfrm>
            <a:off x="534273" y="976953"/>
            <a:ext cx="11123455" cy="469236"/>
            <a:chOff x="534273" y="1124453"/>
            <a:chExt cx="11123455" cy="469236"/>
          </a:xfrm>
        </p:grpSpPr>
        <p:sp>
          <p:nvSpPr>
            <p:cNvPr id="78" name="小红书平北职场PPT3-1"/>
            <p:cNvSpPr/>
            <p:nvPr/>
          </p:nvSpPr>
          <p:spPr>
            <a:xfrm>
              <a:off x="534273" y="1124453"/>
              <a:ext cx="11123455" cy="469236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79" name="组合 78"/>
            <p:cNvGrpSpPr/>
            <p:nvPr/>
          </p:nvGrpSpPr>
          <p:grpSpPr>
            <a:xfrm>
              <a:off x="2273541" y="1240913"/>
              <a:ext cx="8144200" cy="234357"/>
              <a:chOff x="8217402" y="1655595"/>
              <a:chExt cx="3203081" cy="311694"/>
            </a:xfr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3"/>
                </a:gs>
              </a:gsLst>
              <a:lin ang="0" scaled="1"/>
            </a:gradFill>
          </p:grpSpPr>
          <p:sp>
            <p:nvSpPr>
              <p:cNvPr id="83" name="小红书平北职场PPT3-2"/>
              <p:cNvSpPr/>
              <p:nvPr/>
            </p:nvSpPr>
            <p:spPr>
              <a:xfrm>
                <a:off x="8217402" y="1655598"/>
                <a:ext cx="482319" cy="311688"/>
              </a:xfrm>
              <a:prstGeom prst="homePlate">
                <a:avLst/>
              </a:prstGeom>
              <a:grpFill/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1</a:t>
                </a: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月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4" name="小红书平北职场PPT3-3"/>
              <p:cNvSpPr/>
              <p:nvPr/>
            </p:nvSpPr>
            <p:spPr>
              <a:xfrm>
                <a:off x="8761551" y="1655598"/>
                <a:ext cx="482319" cy="311688"/>
              </a:xfrm>
              <a:prstGeom prst="chevron">
                <a:avLst/>
              </a:prstGeom>
              <a:grpFill/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2</a:t>
                </a: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月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5" name="小红书平北职场PPT3-4"/>
              <p:cNvSpPr/>
              <p:nvPr/>
            </p:nvSpPr>
            <p:spPr>
              <a:xfrm>
                <a:off x="9305701" y="1655595"/>
                <a:ext cx="482319" cy="311688"/>
              </a:xfrm>
              <a:prstGeom prst="chevron">
                <a:avLst/>
              </a:prstGeom>
              <a:grpFill/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3</a:t>
                </a: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月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6" name="小红书平北职场PPT3-5"/>
              <p:cNvSpPr/>
              <p:nvPr/>
            </p:nvSpPr>
            <p:spPr>
              <a:xfrm>
                <a:off x="9849853" y="1655600"/>
                <a:ext cx="482319" cy="311689"/>
              </a:xfrm>
              <a:prstGeom prst="chevron">
                <a:avLst/>
              </a:prstGeom>
              <a:grpFill/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4</a:t>
                </a: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月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7" name="小红书平北职场PPT3-6"/>
              <p:cNvSpPr/>
              <p:nvPr/>
            </p:nvSpPr>
            <p:spPr>
              <a:xfrm>
                <a:off x="10394008" y="1655600"/>
                <a:ext cx="482319" cy="311689"/>
              </a:xfrm>
              <a:prstGeom prst="chevron">
                <a:avLst/>
              </a:prstGeom>
              <a:grpFill/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5</a:t>
                </a: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月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8" name="小红书平北职场PPT3-7"/>
              <p:cNvSpPr/>
              <p:nvPr/>
            </p:nvSpPr>
            <p:spPr>
              <a:xfrm>
                <a:off x="10938164" y="1655600"/>
                <a:ext cx="482319" cy="311689"/>
              </a:xfrm>
              <a:prstGeom prst="chevron">
                <a:avLst/>
              </a:prstGeom>
              <a:grpFill/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6</a:t>
                </a: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月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80" name="组合 79"/>
            <p:cNvGrpSpPr/>
            <p:nvPr/>
          </p:nvGrpSpPr>
          <p:grpSpPr>
            <a:xfrm>
              <a:off x="815354" y="1203599"/>
              <a:ext cx="10771417" cy="338298"/>
              <a:chOff x="805080" y="1305013"/>
              <a:chExt cx="10771417" cy="338298"/>
            </a:xfrm>
          </p:grpSpPr>
          <p:sp>
            <p:nvSpPr>
              <p:cNvPr id="81" name="小红书平北职场PPT3-8"/>
              <p:cNvSpPr txBox="1"/>
              <p:nvPr/>
            </p:nvSpPr>
            <p:spPr>
              <a:xfrm>
                <a:off x="805080" y="1305013"/>
                <a:ext cx="902811" cy="33829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任务名称</a:t>
                </a:r>
              </a:p>
            </p:txBody>
          </p:sp>
          <p:sp>
            <p:nvSpPr>
              <p:cNvPr id="82" name="小红书平北职场PPT3-9"/>
              <p:cNvSpPr txBox="1"/>
              <p:nvPr/>
            </p:nvSpPr>
            <p:spPr>
              <a:xfrm>
                <a:off x="10673686" y="1305013"/>
                <a:ext cx="902811" cy="32893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完成情况</a:t>
                </a:r>
              </a:p>
            </p:txBody>
          </p:sp>
        </p:grpSp>
      </p:grpSp>
      <p:grpSp>
        <p:nvGrpSpPr>
          <p:cNvPr id="6" name="小红书平北职场PPT4"/>
          <p:cNvGrpSpPr/>
          <p:nvPr/>
        </p:nvGrpSpPr>
        <p:grpSpPr>
          <a:xfrm>
            <a:off x="334963" y="184318"/>
            <a:ext cx="11522075" cy="506147"/>
            <a:chOff x="334963" y="184318"/>
            <a:chExt cx="11522075" cy="506147"/>
          </a:xfrm>
        </p:grpSpPr>
        <p:cxnSp>
          <p:nvCxnSpPr>
            <p:cNvPr id="76" name="小红书平北职场PPT4-1"/>
            <p:cNvCxnSpPr/>
            <p:nvPr>
              <p:custDataLst>
                <p:tags r:id="rId2"/>
              </p:custDataLst>
            </p:nvPr>
          </p:nvCxnSpPr>
          <p:spPr>
            <a:xfrm>
              <a:off x="334963" y="690465"/>
              <a:ext cx="115220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小红书平北职场PPT4-2"/>
            <p:cNvSpPr txBox="1"/>
            <p:nvPr>
              <p:custDataLst>
                <p:tags r:id="rId3"/>
              </p:custDataLst>
            </p:nvPr>
          </p:nvSpPr>
          <p:spPr>
            <a:xfrm>
              <a:off x="334963" y="184318"/>
              <a:ext cx="4924425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2025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年度上半年关键动作汇报</a:t>
              </a:r>
            </a:p>
          </p:txBody>
        </p:sp>
      </p:grpSp>
      <p:grpSp>
        <p:nvGrpSpPr>
          <p:cNvPr id="7" name="小红书平北职场PPT5"/>
          <p:cNvGrpSpPr/>
          <p:nvPr/>
        </p:nvGrpSpPr>
        <p:grpSpPr>
          <a:xfrm>
            <a:off x="534273" y="1532536"/>
            <a:ext cx="11144884" cy="3365754"/>
            <a:chOff x="534273" y="1760440"/>
            <a:chExt cx="11144884" cy="3137849"/>
          </a:xfrm>
        </p:grpSpPr>
        <p:sp>
          <p:nvSpPr>
            <p:cNvPr id="27" name="小红书平北职场PPT5-1"/>
            <p:cNvSpPr/>
            <p:nvPr/>
          </p:nvSpPr>
          <p:spPr>
            <a:xfrm>
              <a:off x="534273" y="1760440"/>
              <a:ext cx="11123455" cy="4188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8" name="小红书平北职场PPT5-2"/>
            <p:cNvSpPr/>
            <p:nvPr/>
          </p:nvSpPr>
          <p:spPr>
            <a:xfrm>
              <a:off x="534273" y="2213605"/>
              <a:ext cx="11123455" cy="4188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9" name="小红书平北职场PPT5-3"/>
            <p:cNvSpPr/>
            <p:nvPr/>
          </p:nvSpPr>
          <p:spPr>
            <a:xfrm>
              <a:off x="534273" y="2666769"/>
              <a:ext cx="11123455" cy="4188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0" name="小红书平北职场PPT5-4"/>
            <p:cNvSpPr/>
            <p:nvPr/>
          </p:nvSpPr>
          <p:spPr>
            <a:xfrm>
              <a:off x="534273" y="3119935"/>
              <a:ext cx="11123455" cy="4188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1" name="小红书平北职场PPT5-5"/>
            <p:cNvSpPr/>
            <p:nvPr/>
          </p:nvSpPr>
          <p:spPr>
            <a:xfrm>
              <a:off x="534273" y="3573099"/>
              <a:ext cx="11123455" cy="4188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2" name="小红书平北职场PPT5-6"/>
            <p:cNvSpPr/>
            <p:nvPr/>
          </p:nvSpPr>
          <p:spPr>
            <a:xfrm>
              <a:off x="534273" y="4026264"/>
              <a:ext cx="11123455" cy="4188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3" name="小红书平北职场PPT5-7"/>
            <p:cNvSpPr/>
            <p:nvPr/>
          </p:nvSpPr>
          <p:spPr>
            <a:xfrm>
              <a:off x="534273" y="4479428"/>
              <a:ext cx="11123455" cy="4188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4" name="小红书平北职场PPT5-8"/>
            <p:cNvSpPr txBox="1"/>
            <p:nvPr/>
          </p:nvSpPr>
          <p:spPr>
            <a:xfrm>
              <a:off x="805080" y="1871689"/>
              <a:ext cx="1047594" cy="268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KOL</a:t>
              </a: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直播试点</a:t>
              </a:r>
            </a:p>
          </p:txBody>
        </p:sp>
        <p:sp>
          <p:nvSpPr>
            <p:cNvPr id="35" name="小红书平北职场PPT5-9"/>
            <p:cNvSpPr txBox="1"/>
            <p:nvPr/>
          </p:nvSpPr>
          <p:spPr>
            <a:xfrm>
              <a:off x="805080" y="2324854"/>
              <a:ext cx="913002" cy="262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直播间搭建</a:t>
              </a:r>
            </a:p>
          </p:txBody>
        </p:sp>
        <p:sp>
          <p:nvSpPr>
            <p:cNvPr id="36" name="小红书平北职场PPT5-10"/>
            <p:cNvSpPr txBox="1"/>
            <p:nvPr/>
          </p:nvSpPr>
          <p:spPr>
            <a:xfrm>
              <a:off x="805080" y="2778018"/>
              <a:ext cx="772881" cy="262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主播培训</a:t>
              </a:r>
            </a:p>
          </p:txBody>
        </p:sp>
        <p:sp>
          <p:nvSpPr>
            <p:cNvPr id="37" name="小红书平北职场PPT5-11"/>
            <p:cNvSpPr txBox="1"/>
            <p:nvPr/>
          </p:nvSpPr>
          <p:spPr>
            <a:xfrm>
              <a:off x="805080" y="3231182"/>
              <a:ext cx="1373928" cy="262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企业微信社群搭建</a:t>
              </a:r>
            </a:p>
          </p:txBody>
        </p:sp>
        <p:sp>
          <p:nvSpPr>
            <p:cNvPr id="38" name="小红书平北职场PPT5-12"/>
            <p:cNvSpPr txBox="1"/>
            <p:nvPr/>
          </p:nvSpPr>
          <p:spPr>
            <a:xfrm>
              <a:off x="805080" y="3684348"/>
              <a:ext cx="1053123" cy="262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会员体系升级</a:t>
              </a:r>
            </a:p>
          </p:txBody>
        </p:sp>
        <p:sp>
          <p:nvSpPr>
            <p:cNvPr id="39" name="小红书平北职场PPT5-13"/>
            <p:cNvSpPr txBox="1"/>
            <p:nvPr/>
          </p:nvSpPr>
          <p:spPr>
            <a:xfrm>
              <a:off x="805080" y="4137512"/>
              <a:ext cx="913002" cy="262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预售期运营</a:t>
              </a:r>
            </a:p>
          </p:txBody>
        </p:sp>
        <p:sp>
          <p:nvSpPr>
            <p:cNvPr id="40" name="小红书平北职场PPT5-14"/>
            <p:cNvSpPr txBox="1"/>
            <p:nvPr/>
          </p:nvSpPr>
          <p:spPr>
            <a:xfrm>
              <a:off x="805080" y="4590678"/>
              <a:ext cx="1244871" cy="262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爆发期流量承接</a:t>
              </a: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11061882" y="1881530"/>
              <a:ext cx="216000" cy="2501975"/>
              <a:chOff x="11164622" y="1881530"/>
              <a:chExt cx="216000" cy="2501975"/>
            </a:xfrm>
          </p:grpSpPr>
          <p:sp>
            <p:nvSpPr>
              <p:cNvPr id="71" name="小红书平北职场PPT5-15"/>
              <p:cNvSpPr/>
              <p:nvPr/>
            </p:nvSpPr>
            <p:spPr>
              <a:xfrm>
                <a:off x="11164622" y="1881530"/>
                <a:ext cx="216000" cy="201374"/>
              </a:xfrm>
              <a:custGeom>
                <a:avLst/>
                <a:gdLst>
                  <a:gd name="connsiteX0" fmla="*/ 951114 w 1902264"/>
                  <a:gd name="connsiteY0" fmla="*/ 0 h 1902272"/>
                  <a:gd name="connsiteX1" fmla="*/ 0 w 1902264"/>
                  <a:gd name="connsiteY1" fmla="*/ 951115 h 1902272"/>
                  <a:gd name="connsiteX2" fmla="*/ 951114 w 1902264"/>
                  <a:gd name="connsiteY2" fmla="*/ 1902272 h 1902272"/>
                  <a:gd name="connsiteX3" fmla="*/ 1902265 w 1902264"/>
                  <a:gd name="connsiteY3" fmla="*/ 951115 h 1902272"/>
                  <a:gd name="connsiteX4" fmla="*/ 951114 w 1902264"/>
                  <a:gd name="connsiteY4" fmla="*/ 0 h 1902272"/>
                  <a:gd name="connsiteX5" fmla="*/ 1483345 w 1902264"/>
                  <a:gd name="connsiteY5" fmla="*/ 768754 h 1902272"/>
                  <a:gd name="connsiteX6" fmla="*/ 864697 w 1902264"/>
                  <a:gd name="connsiteY6" fmla="*/ 1402904 h 1902272"/>
                  <a:gd name="connsiteX7" fmla="*/ 808414 w 1902264"/>
                  <a:gd name="connsiteY7" fmla="*/ 1426629 h 1902272"/>
                  <a:gd name="connsiteX8" fmla="*/ 807980 w 1902264"/>
                  <a:gd name="connsiteY8" fmla="*/ 1426629 h 1902272"/>
                  <a:gd name="connsiteX9" fmla="*/ 751956 w 1902264"/>
                  <a:gd name="connsiteY9" fmla="*/ 1403508 h 1902272"/>
                  <a:gd name="connsiteX10" fmla="*/ 419490 w 1902264"/>
                  <a:gd name="connsiteY10" fmla="*/ 1070827 h 1902272"/>
                  <a:gd name="connsiteX11" fmla="*/ 419386 w 1902264"/>
                  <a:gd name="connsiteY11" fmla="*/ 958839 h 1902272"/>
                  <a:gd name="connsiteX12" fmla="*/ 419490 w 1902264"/>
                  <a:gd name="connsiteY12" fmla="*/ 958735 h 1902272"/>
                  <a:gd name="connsiteX13" fmla="*/ 531478 w 1902264"/>
                  <a:gd name="connsiteY13" fmla="*/ 958631 h 1902272"/>
                  <a:gd name="connsiteX14" fmla="*/ 531582 w 1902264"/>
                  <a:gd name="connsiteY14" fmla="*/ 958735 h 1902272"/>
                  <a:gd name="connsiteX15" fmla="*/ 807589 w 1902264"/>
                  <a:gd name="connsiteY15" fmla="*/ 1234527 h 1902272"/>
                  <a:gd name="connsiteX16" fmla="*/ 1369998 w 1902264"/>
                  <a:gd name="connsiteY16" fmla="*/ 657701 h 1902272"/>
                  <a:gd name="connsiteX17" fmla="*/ 1482090 w 1902264"/>
                  <a:gd name="connsiteY17" fmla="*/ 656402 h 1902272"/>
                  <a:gd name="connsiteX18" fmla="*/ 1483345 w 1902264"/>
                  <a:gd name="connsiteY18" fmla="*/ 768754 h 1902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02264" h="1902272">
                    <a:moveTo>
                      <a:pt x="951114" y="0"/>
                    </a:moveTo>
                    <a:cubicBezTo>
                      <a:pt x="426762" y="0"/>
                      <a:pt x="0" y="426719"/>
                      <a:pt x="0" y="951115"/>
                    </a:cubicBezTo>
                    <a:cubicBezTo>
                      <a:pt x="0" y="1475509"/>
                      <a:pt x="426720" y="1902272"/>
                      <a:pt x="951114" y="1902272"/>
                    </a:cubicBezTo>
                    <a:cubicBezTo>
                      <a:pt x="1475510" y="1902272"/>
                      <a:pt x="1902265" y="1475552"/>
                      <a:pt x="1902265" y="951115"/>
                    </a:cubicBezTo>
                    <a:cubicBezTo>
                      <a:pt x="1902228" y="426719"/>
                      <a:pt x="1475510" y="0"/>
                      <a:pt x="951114" y="0"/>
                    </a:cubicBezTo>
                    <a:close/>
                    <a:moveTo>
                      <a:pt x="1483345" y="768754"/>
                    </a:moveTo>
                    <a:lnTo>
                      <a:pt x="864697" y="1402904"/>
                    </a:lnTo>
                    <a:cubicBezTo>
                      <a:pt x="849870" y="1418028"/>
                      <a:pt x="829594" y="1426575"/>
                      <a:pt x="808414" y="1426629"/>
                    </a:cubicBezTo>
                    <a:lnTo>
                      <a:pt x="807980" y="1426629"/>
                    </a:lnTo>
                    <a:cubicBezTo>
                      <a:pt x="786979" y="1426651"/>
                      <a:pt x="766827" y="1418335"/>
                      <a:pt x="751956" y="1403508"/>
                    </a:cubicBezTo>
                    <a:lnTo>
                      <a:pt x="419490" y="1070827"/>
                    </a:lnTo>
                    <a:cubicBezTo>
                      <a:pt x="388536" y="1039930"/>
                      <a:pt x="388489" y="989792"/>
                      <a:pt x="419386" y="958839"/>
                    </a:cubicBezTo>
                    <a:cubicBezTo>
                      <a:pt x="419420" y="958804"/>
                      <a:pt x="419455" y="958769"/>
                      <a:pt x="419490" y="958735"/>
                    </a:cubicBezTo>
                    <a:cubicBezTo>
                      <a:pt x="450385" y="927781"/>
                      <a:pt x="500524" y="927734"/>
                      <a:pt x="531478" y="958631"/>
                    </a:cubicBezTo>
                    <a:cubicBezTo>
                      <a:pt x="531511" y="958665"/>
                      <a:pt x="531547" y="958700"/>
                      <a:pt x="531582" y="958735"/>
                    </a:cubicBezTo>
                    <a:lnTo>
                      <a:pt x="807589" y="1234527"/>
                    </a:lnTo>
                    <a:lnTo>
                      <a:pt x="1369998" y="657701"/>
                    </a:lnTo>
                    <a:cubicBezTo>
                      <a:pt x="1400625" y="626465"/>
                      <a:pt x="1450748" y="625883"/>
                      <a:pt x="1482090" y="656402"/>
                    </a:cubicBezTo>
                    <a:cubicBezTo>
                      <a:pt x="1513345" y="687131"/>
                      <a:pt x="1513905" y="737335"/>
                      <a:pt x="1483345" y="768754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2" name="小红书平北职场PPT5-16"/>
              <p:cNvSpPr/>
              <p:nvPr/>
            </p:nvSpPr>
            <p:spPr>
              <a:xfrm>
                <a:off x="11164622" y="2324561"/>
                <a:ext cx="216000" cy="201374"/>
              </a:xfrm>
              <a:custGeom>
                <a:avLst/>
                <a:gdLst>
                  <a:gd name="connsiteX0" fmla="*/ 951114 w 1902264"/>
                  <a:gd name="connsiteY0" fmla="*/ 0 h 1902272"/>
                  <a:gd name="connsiteX1" fmla="*/ 0 w 1902264"/>
                  <a:gd name="connsiteY1" fmla="*/ 951115 h 1902272"/>
                  <a:gd name="connsiteX2" fmla="*/ 951114 w 1902264"/>
                  <a:gd name="connsiteY2" fmla="*/ 1902272 h 1902272"/>
                  <a:gd name="connsiteX3" fmla="*/ 1902265 w 1902264"/>
                  <a:gd name="connsiteY3" fmla="*/ 951115 h 1902272"/>
                  <a:gd name="connsiteX4" fmla="*/ 951114 w 1902264"/>
                  <a:gd name="connsiteY4" fmla="*/ 0 h 1902272"/>
                  <a:gd name="connsiteX5" fmla="*/ 1483345 w 1902264"/>
                  <a:gd name="connsiteY5" fmla="*/ 768754 h 1902272"/>
                  <a:gd name="connsiteX6" fmla="*/ 864697 w 1902264"/>
                  <a:gd name="connsiteY6" fmla="*/ 1402904 h 1902272"/>
                  <a:gd name="connsiteX7" fmla="*/ 808414 w 1902264"/>
                  <a:gd name="connsiteY7" fmla="*/ 1426629 h 1902272"/>
                  <a:gd name="connsiteX8" fmla="*/ 807980 w 1902264"/>
                  <a:gd name="connsiteY8" fmla="*/ 1426629 h 1902272"/>
                  <a:gd name="connsiteX9" fmla="*/ 751956 w 1902264"/>
                  <a:gd name="connsiteY9" fmla="*/ 1403508 h 1902272"/>
                  <a:gd name="connsiteX10" fmla="*/ 419490 w 1902264"/>
                  <a:gd name="connsiteY10" fmla="*/ 1070827 h 1902272"/>
                  <a:gd name="connsiteX11" fmla="*/ 419386 w 1902264"/>
                  <a:gd name="connsiteY11" fmla="*/ 958839 h 1902272"/>
                  <a:gd name="connsiteX12" fmla="*/ 419490 w 1902264"/>
                  <a:gd name="connsiteY12" fmla="*/ 958735 h 1902272"/>
                  <a:gd name="connsiteX13" fmla="*/ 531478 w 1902264"/>
                  <a:gd name="connsiteY13" fmla="*/ 958631 h 1902272"/>
                  <a:gd name="connsiteX14" fmla="*/ 531582 w 1902264"/>
                  <a:gd name="connsiteY14" fmla="*/ 958735 h 1902272"/>
                  <a:gd name="connsiteX15" fmla="*/ 807589 w 1902264"/>
                  <a:gd name="connsiteY15" fmla="*/ 1234527 h 1902272"/>
                  <a:gd name="connsiteX16" fmla="*/ 1369998 w 1902264"/>
                  <a:gd name="connsiteY16" fmla="*/ 657701 h 1902272"/>
                  <a:gd name="connsiteX17" fmla="*/ 1482090 w 1902264"/>
                  <a:gd name="connsiteY17" fmla="*/ 656402 h 1902272"/>
                  <a:gd name="connsiteX18" fmla="*/ 1483345 w 1902264"/>
                  <a:gd name="connsiteY18" fmla="*/ 768754 h 1902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02264" h="1902272">
                    <a:moveTo>
                      <a:pt x="951114" y="0"/>
                    </a:moveTo>
                    <a:cubicBezTo>
                      <a:pt x="426762" y="0"/>
                      <a:pt x="0" y="426719"/>
                      <a:pt x="0" y="951115"/>
                    </a:cubicBezTo>
                    <a:cubicBezTo>
                      <a:pt x="0" y="1475509"/>
                      <a:pt x="426720" y="1902272"/>
                      <a:pt x="951114" y="1902272"/>
                    </a:cubicBezTo>
                    <a:cubicBezTo>
                      <a:pt x="1475510" y="1902272"/>
                      <a:pt x="1902265" y="1475552"/>
                      <a:pt x="1902265" y="951115"/>
                    </a:cubicBezTo>
                    <a:cubicBezTo>
                      <a:pt x="1902228" y="426719"/>
                      <a:pt x="1475510" y="0"/>
                      <a:pt x="951114" y="0"/>
                    </a:cubicBezTo>
                    <a:close/>
                    <a:moveTo>
                      <a:pt x="1483345" y="768754"/>
                    </a:moveTo>
                    <a:lnTo>
                      <a:pt x="864697" y="1402904"/>
                    </a:lnTo>
                    <a:cubicBezTo>
                      <a:pt x="849870" y="1418028"/>
                      <a:pt x="829594" y="1426575"/>
                      <a:pt x="808414" y="1426629"/>
                    </a:cubicBezTo>
                    <a:lnTo>
                      <a:pt x="807980" y="1426629"/>
                    </a:lnTo>
                    <a:cubicBezTo>
                      <a:pt x="786979" y="1426651"/>
                      <a:pt x="766827" y="1418335"/>
                      <a:pt x="751956" y="1403508"/>
                    </a:cubicBezTo>
                    <a:lnTo>
                      <a:pt x="419490" y="1070827"/>
                    </a:lnTo>
                    <a:cubicBezTo>
                      <a:pt x="388536" y="1039930"/>
                      <a:pt x="388489" y="989792"/>
                      <a:pt x="419386" y="958839"/>
                    </a:cubicBezTo>
                    <a:cubicBezTo>
                      <a:pt x="419420" y="958804"/>
                      <a:pt x="419455" y="958769"/>
                      <a:pt x="419490" y="958735"/>
                    </a:cubicBezTo>
                    <a:cubicBezTo>
                      <a:pt x="450385" y="927781"/>
                      <a:pt x="500524" y="927734"/>
                      <a:pt x="531478" y="958631"/>
                    </a:cubicBezTo>
                    <a:cubicBezTo>
                      <a:pt x="531511" y="958665"/>
                      <a:pt x="531547" y="958700"/>
                      <a:pt x="531582" y="958735"/>
                    </a:cubicBezTo>
                    <a:lnTo>
                      <a:pt x="807589" y="1234527"/>
                    </a:lnTo>
                    <a:lnTo>
                      <a:pt x="1369998" y="657701"/>
                    </a:lnTo>
                    <a:cubicBezTo>
                      <a:pt x="1400625" y="626465"/>
                      <a:pt x="1450748" y="625883"/>
                      <a:pt x="1482090" y="656402"/>
                    </a:cubicBezTo>
                    <a:cubicBezTo>
                      <a:pt x="1513345" y="687131"/>
                      <a:pt x="1513905" y="737335"/>
                      <a:pt x="1483345" y="768754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3" name="小红书平北职场PPT5-17"/>
              <p:cNvSpPr/>
              <p:nvPr/>
            </p:nvSpPr>
            <p:spPr>
              <a:xfrm>
                <a:off x="11164622" y="3268102"/>
                <a:ext cx="216000" cy="201374"/>
              </a:xfrm>
              <a:custGeom>
                <a:avLst/>
                <a:gdLst>
                  <a:gd name="connsiteX0" fmla="*/ 951114 w 1902264"/>
                  <a:gd name="connsiteY0" fmla="*/ 0 h 1902272"/>
                  <a:gd name="connsiteX1" fmla="*/ 0 w 1902264"/>
                  <a:gd name="connsiteY1" fmla="*/ 951115 h 1902272"/>
                  <a:gd name="connsiteX2" fmla="*/ 951114 w 1902264"/>
                  <a:gd name="connsiteY2" fmla="*/ 1902272 h 1902272"/>
                  <a:gd name="connsiteX3" fmla="*/ 1902265 w 1902264"/>
                  <a:gd name="connsiteY3" fmla="*/ 951115 h 1902272"/>
                  <a:gd name="connsiteX4" fmla="*/ 951114 w 1902264"/>
                  <a:gd name="connsiteY4" fmla="*/ 0 h 1902272"/>
                  <a:gd name="connsiteX5" fmla="*/ 1483345 w 1902264"/>
                  <a:gd name="connsiteY5" fmla="*/ 768754 h 1902272"/>
                  <a:gd name="connsiteX6" fmla="*/ 864697 w 1902264"/>
                  <a:gd name="connsiteY6" fmla="*/ 1402904 h 1902272"/>
                  <a:gd name="connsiteX7" fmla="*/ 808414 w 1902264"/>
                  <a:gd name="connsiteY7" fmla="*/ 1426629 h 1902272"/>
                  <a:gd name="connsiteX8" fmla="*/ 807980 w 1902264"/>
                  <a:gd name="connsiteY8" fmla="*/ 1426629 h 1902272"/>
                  <a:gd name="connsiteX9" fmla="*/ 751956 w 1902264"/>
                  <a:gd name="connsiteY9" fmla="*/ 1403508 h 1902272"/>
                  <a:gd name="connsiteX10" fmla="*/ 419490 w 1902264"/>
                  <a:gd name="connsiteY10" fmla="*/ 1070827 h 1902272"/>
                  <a:gd name="connsiteX11" fmla="*/ 419386 w 1902264"/>
                  <a:gd name="connsiteY11" fmla="*/ 958839 h 1902272"/>
                  <a:gd name="connsiteX12" fmla="*/ 419490 w 1902264"/>
                  <a:gd name="connsiteY12" fmla="*/ 958735 h 1902272"/>
                  <a:gd name="connsiteX13" fmla="*/ 531478 w 1902264"/>
                  <a:gd name="connsiteY13" fmla="*/ 958631 h 1902272"/>
                  <a:gd name="connsiteX14" fmla="*/ 531582 w 1902264"/>
                  <a:gd name="connsiteY14" fmla="*/ 958735 h 1902272"/>
                  <a:gd name="connsiteX15" fmla="*/ 807589 w 1902264"/>
                  <a:gd name="connsiteY15" fmla="*/ 1234527 h 1902272"/>
                  <a:gd name="connsiteX16" fmla="*/ 1369998 w 1902264"/>
                  <a:gd name="connsiteY16" fmla="*/ 657701 h 1902272"/>
                  <a:gd name="connsiteX17" fmla="*/ 1482090 w 1902264"/>
                  <a:gd name="connsiteY17" fmla="*/ 656402 h 1902272"/>
                  <a:gd name="connsiteX18" fmla="*/ 1483345 w 1902264"/>
                  <a:gd name="connsiteY18" fmla="*/ 768754 h 1902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02264" h="1902272">
                    <a:moveTo>
                      <a:pt x="951114" y="0"/>
                    </a:moveTo>
                    <a:cubicBezTo>
                      <a:pt x="426762" y="0"/>
                      <a:pt x="0" y="426719"/>
                      <a:pt x="0" y="951115"/>
                    </a:cubicBezTo>
                    <a:cubicBezTo>
                      <a:pt x="0" y="1475509"/>
                      <a:pt x="426720" y="1902272"/>
                      <a:pt x="951114" y="1902272"/>
                    </a:cubicBezTo>
                    <a:cubicBezTo>
                      <a:pt x="1475510" y="1902272"/>
                      <a:pt x="1902265" y="1475552"/>
                      <a:pt x="1902265" y="951115"/>
                    </a:cubicBezTo>
                    <a:cubicBezTo>
                      <a:pt x="1902228" y="426719"/>
                      <a:pt x="1475510" y="0"/>
                      <a:pt x="951114" y="0"/>
                    </a:cubicBezTo>
                    <a:close/>
                    <a:moveTo>
                      <a:pt x="1483345" y="768754"/>
                    </a:moveTo>
                    <a:lnTo>
                      <a:pt x="864697" y="1402904"/>
                    </a:lnTo>
                    <a:cubicBezTo>
                      <a:pt x="849870" y="1418028"/>
                      <a:pt x="829594" y="1426575"/>
                      <a:pt x="808414" y="1426629"/>
                    </a:cubicBezTo>
                    <a:lnTo>
                      <a:pt x="807980" y="1426629"/>
                    </a:lnTo>
                    <a:cubicBezTo>
                      <a:pt x="786979" y="1426651"/>
                      <a:pt x="766827" y="1418335"/>
                      <a:pt x="751956" y="1403508"/>
                    </a:cubicBezTo>
                    <a:lnTo>
                      <a:pt x="419490" y="1070827"/>
                    </a:lnTo>
                    <a:cubicBezTo>
                      <a:pt x="388536" y="1039930"/>
                      <a:pt x="388489" y="989792"/>
                      <a:pt x="419386" y="958839"/>
                    </a:cubicBezTo>
                    <a:cubicBezTo>
                      <a:pt x="419420" y="958804"/>
                      <a:pt x="419455" y="958769"/>
                      <a:pt x="419490" y="958735"/>
                    </a:cubicBezTo>
                    <a:cubicBezTo>
                      <a:pt x="450385" y="927781"/>
                      <a:pt x="500524" y="927734"/>
                      <a:pt x="531478" y="958631"/>
                    </a:cubicBezTo>
                    <a:cubicBezTo>
                      <a:pt x="531511" y="958665"/>
                      <a:pt x="531547" y="958700"/>
                      <a:pt x="531582" y="958735"/>
                    </a:cubicBezTo>
                    <a:lnTo>
                      <a:pt x="807589" y="1234527"/>
                    </a:lnTo>
                    <a:lnTo>
                      <a:pt x="1369998" y="657701"/>
                    </a:lnTo>
                    <a:cubicBezTo>
                      <a:pt x="1400625" y="626465"/>
                      <a:pt x="1450748" y="625883"/>
                      <a:pt x="1482090" y="656402"/>
                    </a:cubicBezTo>
                    <a:cubicBezTo>
                      <a:pt x="1513345" y="687131"/>
                      <a:pt x="1513905" y="737335"/>
                      <a:pt x="1483345" y="768754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4" name="小红书平北职场PPT5-18"/>
              <p:cNvSpPr/>
              <p:nvPr/>
            </p:nvSpPr>
            <p:spPr>
              <a:xfrm>
                <a:off x="11164622" y="3730079"/>
                <a:ext cx="216000" cy="201374"/>
              </a:xfrm>
              <a:custGeom>
                <a:avLst/>
                <a:gdLst>
                  <a:gd name="connsiteX0" fmla="*/ 951114 w 1902264"/>
                  <a:gd name="connsiteY0" fmla="*/ 0 h 1902272"/>
                  <a:gd name="connsiteX1" fmla="*/ 0 w 1902264"/>
                  <a:gd name="connsiteY1" fmla="*/ 951115 h 1902272"/>
                  <a:gd name="connsiteX2" fmla="*/ 951114 w 1902264"/>
                  <a:gd name="connsiteY2" fmla="*/ 1902272 h 1902272"/>
                  <a:gd name="connsiteX3" fmla="*/ 1902265 w 1902264"/>
                  <a:gd name="connsiteY3" fmla="*/ 951115 h 1902272"/>
                  <a:gd name="connsiteX4" fmla="*/ 951114 w 1902264"/>
                  <a:gd name="connsiteY4" fmla="*/ 0 h 1902272"/>
                  <a:gd name="connsiteX5" fmla="*/ 1483345 w 1902264"/>
                  <a:gd name="connsiteY5" fmla="*/ 768754 h 1902272"/>
                  <a:gd name="connsiteX6" fmla="*/ 864697 w 1902264"/>
                  <a:gd name="connsiteY6" fmla="*/ 1402904 h 1902272"/>
                  <a:gd name="connsiteX7" fmla="*/ 808414 w 1902264"/>
                  <a:gd name="connsiteY7" fmla="*/ 1426629 h 1902272"/>
                  <a:gd name="connsiteX8" fmla="*/ 807980 w 1902264"/>
                  <a:gd name="connsiteY8" fmla="*/ 1426629 h 1902272"/>
                  <a:gd name="connsiteX9" fmla="*/ 751956 w 1902264"/>
                  <a:gd name="connsiteY9" fmla="*/ 1403508 h 1902272"/>
                  <a:gd name="connsiteX10" fmla="*/ 419490 w 1902264"/>
                  <a:gd name="connsiteY10" fmla="*/ 1070827 h 1902272"/>
                  <a:gd name="connsiteX11" fmla="*/ 419386 w 1902264"/>
                  <a:gd name="connsiteY11" fmla="*/ 958839 h 1902272"/>
                  <a:gd name="connsiteX12" fmla="*/ 419490 w 1902264"/>
                  <a:gd name="connsiteY12" fmla="*/ 958735 h 1902272"/>
                  <a:gd name="connsiteX13" fmla="*/ 531478 w 1902264"/>
                  <a:gd name="connsiteY13" fmla="*/ 958631 h 1902272"/>
                  <a:gd name="connsiteX14" fmla="*/ 531582 w 1902264"/>
                  <a:gd name="connsiteY14" fmla="*/ 958735 h 1902272"/>
                  <a:gd name="connsiteX15" fmla="*/ 807589 w 1902264"/>
                  <a:gd name="connsiteY15" fmla="*/ 1234527 h 1902272"/>
                  <a:gd name="connsiteX16" fmla="*/ 1369998 w 1902264"/>
                  <a:gd name="connsiteY16" fmla="*/ 657701 h 1902272"/>
                  <a:gd name="connsiteX17" fmla="*/ 1482090 w 1902264"/>
                  <a:gd name="connsiteY17" fmla="*/ 656402 h 1902272"/>
                  <a:gd name="connsiteX18" fmla="*/ 1483345 w 1902264"/>
                  <a:gd name="connsiteY18" fmla="*/ 768754 h 1902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02264" h="1902272">
                    <a:moveTo>
                      <a:pt x="951114" y="0"/>
                    </a:moveTo>
                    <a:cubicBezTo>
                      <a:pt x="426762" y="0"/>
                      <a:pt x="0" y="426719"/>
                      <a:pt x="0" y="951115"/>
                    </a:cubicBezTo>
                    <a:cubicBezTo>
                      <a:pt x="0" y="1475509"/>
                      <a:pt x="426720" y="1902272"/>
                      <a:pt x="951114" y="1902272"/>
                    </a:cubicBezTo>
                    <a:cubicBezTo>
                      <a:pt x="1475510" y="1902272"/>
                      <a:pt x="1902265" y="1475552"/>
                      <a:pt x="1902265" y="951115"/>
                    </a:cubicBezTo>
                    <a:cubicBezTo>
                      <a:pt x="1902228" y="426719"/>
                      <a:pt x="1475510" y="0"/>
                      <a:pt x="951114" y="0"/>
                    </a:cubicBezTo>
                    <a:close/>
                    <a:moveTo>
                      <a:pt x="1483345" y="768754"/>
                    </a:moveTo>
                    <a:lnTo>
                      <a:pt x="864697" y="1402904"/>
                    </a:lnTo>
                    <a:cubicBezTo>
                      <a:pt x="849870" y="1418028"/>
                      <a:pt x="829594" y="1426575"/>
                      <a:pt x="808414" y="1426629"/>
                    </a:cubicBezTo>
                    <a:lnTo>
                      <a:pt x="807980" y="1426629"/>
                    </a:lnTo>
                    <a:cubicBezTo>
                      <a:pt x="786979" y="1426651"/>
                      <a:pt x="766827" y="1418335"/>
                      <a:pt x="751956" y="1403508"/>
                    </a:cubicBezTo>
                    <a:lnTo>
                      <a:pt x="419490" y="1070827"/>
                    </a:lnTo>
                    <a:cubicBezTo>
                      <a:pt x="388536" y="1039930"/>
                      <a:pt x="388489" y="989792"/>
                      <a:pt x="419386" y="958839"/>
                    </a:cubicBezTo>
                    <a:cubicBezTo>
                      <a:pt x="419420" y="958804"/>
                      <a:pt x="419455" y="958769"/>
                      <a:pt x="419490" y="958735"/>
                    </a:cubicBezTo>
                    <a:cubicBezTo>
                      <a:pt x="450385" y="927781"/>
                      <a:pt x="500524" y="927734"/>
                      <a:pt x="531478" y="958631"/>
                    </a:cubicBezTo>
                    <a:cubicBezTo>
                      <a:pt x="531511" y="958665"/>
                      <a:pt x="531547" y="958700"/>
                      <a:pt x="531582" y="958735"/>
                    </a:cubicBezTo>
                    <a:lnTo>
                      <a:pt x="807589" y="1234527"/>
                    </a:lnTo>
                    <a:lnTo>
                      <a:pt x="1369998" y="657701"/>
                    </a:lnTo>
                    <a:cubicBezTo>
                      <a:pt x="1400625" y="626465"/>
                      <a:pt x="1450748" y="625883"/>
                      <a:pt x="1482090" y="656402"/>
                    </a:cubicBezTo>
                    <a:cubicBezTo>
                      <a:pt x="1513345" y="687131"/>
                      <a:pt x="1513905" y="737335"/>
                      <a:pt x="1483345" y="768754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5" name="小红书平北职场PPT5-19"/>
              <p:cNvSpPr/>
              <p:nvPr/>
            </p:nvSpPr>
            <p:spPr>
              <a:xfrm>
                <a:off x="11164622" y="4182131"/>
                <a:ext cx="216000" cy="201374"/>
              </a:xfrm>
              <a:custGeom>
                <a:avLst/>
                <a:gdLst>
                  <a:gd name="connsiteX0" fmla="*/ 951114 w 1902264"/>
                  <a:gd name="connsiteY0" fmla="*/ 0 h 1902272"/>
                  <a:gd name="connsiteX1" fmla="*/ 0 w 1902264"/>
                  <a:gd name="connsiteY1" fmla="*/ 951115 h 1902272"/>
                  <a:gd name="connsiteX2" fmla="*/ 951114 w 1902264"/>
                  <a:gd name="connsiteY2" fmla="*/ 1902272 h 1902272"/>
                  <a:gd name="connsiteX3" fmla="*/ 1902265 w 1902264"/>
                  <a:gd name="connsiteY3" fmla="*/ 951115 h 1902272"/>
                  <a:gd name="connsiteX4" fmla="*/ 951114 w 1902264"/>
                  <a:gd name="connsiteY4" fmla="*/ 0 h 1902272"/>
                  <a:gd name="connsiteX5" fmla="*/ 1483345 w 1902264"/>
                  <a:gd name="connsiteY5" fmla="*/ 768754 h 1902272"/>
                  <a:gd name="connsiteX6" fmla="*/ 864697 w 1902264"/>
                  <a:gd name="connsiteY6" fmla="*/ 1402904 h 1902272"/>
                  <a:gd name="connsiteX7" fmla="*/ 808414 w 1902264"/>
                  <a:gd name="connsiteY7" fmla="*/ 1426629 h 1902272"/>
                  <a:gd name="connsiteX8" fmla="*/ 807980 w 1902264"/>
                  <a:gd name="connsiteY8" fmla="*/ 1426629 h 1902272"/>
                  <a:gd name="connsiteX9" fmla="*/ 751956 w 1902264"/>
                  <a:gd name="connsiteY9" fmla="*/ 1403508 h 1902272"/>
                  <a:gd name="connsiteX10" fmla="*/ 419490 w 1902264"/>
                  <a:gd name="connsiteY10" fmla="*/ 1070827 h 1902272"/>
                  <a:gd name="connsiteX11" fmla="*/ 419386 w 1902264"/>
                  <a:gd name="connsiteY11" fmla="*/ 958839 h 1902272"/>
                  <a:gd name="connsiteX12" fmla="*/ 419490 w 1902264"/>
                  <a:gd name="connsiteY12" fmla="*/ 958735 h 1902272"/>
                  <a:gd name="connsiteX13" fmla="*/ 531478 w 1902264"/>
                  <a:gd name="connsiteY13" fmla="*/ 958631 h 1902272"/>
                  <a:gd name="connsiteX14" fmla="*/ 531582 w 1902264"/>
                  <a:gd name="connsiteY14" fmla="*/ 958735 h 1902272"/>
                  <a:gd name="connsiteX15" fmla="*/ 807589 w 1902264"/>
                  <a:gd name="connsiteY15" fmla="*/ 1234527 h 1902272"/>
                  <a:gd name="connsiteX16" fmla="*/ 1369998 w 1902264"/>
                  <a:gd name="connsiteY16" fmla="*/ 657701 h 1902272"/>
                  <a:gd name="connsiteX17" fmla="*/ 1482090 w 1902264"/>
                  <a:gd name="connsiteY17" fmla="*/ 656402 h 1902272"/>
                  <a:gd name="connsiteX18" fmla="*/ 1483345 w 1902264"/>
                  <a:gd name="connsiteY18" fmla="*/ 768754 h 1902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02264" h="1902272">
                    <a:moveTo>
                      <a:pt x="951114" y="0"/>
                    </a:moveTo>
                    <a:cubicBezTo>
                      <a:pt x="426762" y="0"/>
                      <a:pt x="0" y="426719"/>
                      <a:pt x="0" y="951115"/>
                    </a:cubicBezTo>
                    <a:cubicBezTo>
                      <a:pt x="0" y="1475509"/>
                      <a:pt x="426720" y="1902272"/>
                      <a:pt x="951114" y="1902272"/>
                    </a:cubicBezTo>
                    <a:cubicBezTo>
                      <a:pt x="1475510" y="1902272"/>
                      <a:pt x="1902265" y="1475552"/>
                      <a:pt x="1902265" y="951115"/>
                    </a:cubicBezTo>
                    <a:cubicBezTo>
                      <a:pt x="1902228" y="426719"/>
                      <a:pt x="1475510" y="0"/>
                      <a:pt x="951114" y="0"/>
                    </a:cubicBezTo>
                    <a:close/>
                    <a:moveTo>
                      <a:pt x="1483345" y="768754"/>
                    </a:moveTo>
                    <a:lnTo>
                      <a:pt x="864697" y="1402904"/>
                    </a:lnTo>
                    <a:cubicBezTo>
                      <a:pt x="849870" y="1418028"/>
                      <a:pt x="829594" y="1426575"/>
                      <a:pt x="808414" y="1426629"/>
                    </a:cubicBezTo>
                    <a:lnTo>
                      <a:pt x="807980" y="1426629"/>
                    </a:lnTo>
                    <a:cubicBezTo>
                      <a:pt x="786979" y="1426651"/>
                      <a:pt x="766827" y="1418335"/>
                      <a:pt x="751956" y="1403508"/>
                    </a:cubicBezTo>
                    <a:lnTo>
                      <a:pt x="419490" y="1070827"/>
                    </a:lnTo>
                    <a:cubicBezTo>
                      <a:pt x="388536" y="1039930"/>
                      <a:pt x="388489" y="989792"/>
                      <a:pt x="419386" y="958839"/>
                    </a:cubicBezTo>
                    <a:cubicBezTo>
                      <a:pt x="419420" y="958804"/>
                      <a:pt x="419455" y="958769"/>
                      <a:pt x="419490" y="958735"/>
                    </a:cubicBezTo>
                    <a:cubicBezTo>
                      <a:pt x="450385" y="927781"/>
                      <a:pt x="500524" y="927734"/>
                      <a:pt x="531478" y="958631"/>
                    </a:cubicBezTo>
                    <a:cubicBezTo>
                      <a:pt x="531511" y="958665"/>
                      <a:pt x="531547" y="958700"/>
                      <a:pt x="531582" y="958735"/>
                    </a:cubicBezTo>
                    <a:lnTo>
                      <a:pt x="807589" y="1234527"/>
                    </a:lnTo>
                    <a:lnTo>
                      <a:pt x="1369998" y="657701"/>
                    </a:lnTo>
                    <a:cubicBezTo>
                      <a:pt x="1400625" y="626465"/>
                      <a:pt x="1450748" y="625883"/>
                      <a:pt x="1482090" y="656402"/>
                    </a:cubicBezTo>
                    <a:cubicBezTo>
                      <a:pt x="1513345" y="687131"/>
                      <a:pt x="1513905" y="737335"/>
                      <a:pt x="1483345" y="768754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2242368" y="1827363"/>
              <a:ext cx="9436789" cy="3014625"/>
              <a:chOff x="2242368" y="1827363"/>
              <a:chExt cx="9436789" cy="3014625"/>
            </a:xfrm>
          </p:grpSpPr>
          <p:grpSp>
            <p:nvGrpSpPr>
              <p:cNvPr id="43" name="组合 42"/>
              <p:cNvGrpSpPr/>
              <p:nvPr/>
            </p:nvGrpSpPr>
            <p:grpSpPr>
              <a:xfrm>
                <a:off x="5052223" y="3197478"/>
                <a:ext cx="3984039" cy="285015"/>
                <a:chOff x="3206951" y="3108447"/>
                <a:chExt cx="4550190" cy="285015"/>
              </a:xfrm>
            </p:grpSpPr>
            <p:sp>
              <p:nvSpPr>
                <p:cNvPr id="68" name="小红书平北职场PPT5-20"/>
                <p:cNvSpPr/>
                <p:nvPr/>
              </p:nvSpPr>
              <p:spPr>
                <a:xfrm>
                  <a:off x="5591156" y="3108447"/>
                  <a:ext cx="2165985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51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9" name="小红书平北职场PPT5-21"/>
                <p:cNvSpPr txBox="1"/>
                <p:nvPr/>
              </p:nvSpPr>
              <p:spPr>
                <a:xfrm>
                  <a:off x="6365044" y="3158621"/>
                  <a:ext cx="1230296" cy="1721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/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92D37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提高会员满意度</a:t>
                  </a:r>
                </a:p>
              </p:txBody>
            </p:sp>
            <p:sp>
              <p:nvSpPr>
                <p:cNvPr id="70" name="小红书平北职场PPT5-22"/>
                <p:cNvSpPr/>
                <p:nvPr/>
              </p:nvSpPr>
              <p:spPr>
                <a:xfrm>
                  <a:off x="3206951" y="3108447"/>
                  <a:ext cx="3014910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3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月 </a:t>
                  </a: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- 4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月：优化会员权益</a:t>
                  </a:r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7807812" y="4556973"/>
                <a:ext cx="3871345" cy="285015"/>
                <a:chOff x="3977733" y="3108447"/>
                <a:chExt cx="2936029" cy="285015"/>
              </a:xfrm>
            </p:grpSpPr>
            <p:sp>
              <p:nvSpPr>
                <p:cNvPr id="65" name="小红书平北职场PPT5-23"/>
                <p:cNvSpPr/>
                <p:nvPr/>
              </p:nvSpPr>
              <p:spPr>
                <a:xfrm>
                  <a:off x="5578194" y="3108447"/>
                  <a:ext cx="1335568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51000">
                      <a:schemeClr val="accent2">
                        <a:lumMod val="20000"/>
                        <a:lumOff val="80000"/>
                      </a:schemeClr>
                    </a:gs>
                    <a:gs pos="100000">
                      <a:schemeClr val="accent2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6" name="小红书平北职场PPT5-24"/>
                <p:cNvSpPr txBox="1"/>
                <p:nvPr/>
              </p:nvSpPr>
              <p:spPr>
                <a:xfrm>
                  <a:off x="6031124" y="3158621"/>
                  <a:ext cx="700254" cy="1721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/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92D37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有效利用流量</a:t>
                  </a:r>
                </a:p>
              </p:txBody>
            </p:sp>
            <p:sp>
              <p:nvSpPr>
                <p:cNvPr id="67" name="小红书平北职场PPT5-25"/>
                <p:cNvSpPr/>
                <p:nvPr/>
              </p:nvSpPr>
              <p:spPr>
                <a:xfrm>
                  <a:off x="3977733" y="3108447"/>
                  <a:ext cx="1979371" cy="285015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5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月 </a:t>
                  </a: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- 6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月：引导和转化流量</a:t>
                  </a:r>
                </a:p>
              </p:txBody>
            </p:sp>
          </p:grpSp>
          <p:grpSp>
            <p:nvGrpSpPr>
              <p:cNvPr id="45" name="组合 44"/>
              <p:cNvGrpSpPr/>
              <p:nvPr/>
            </p:nvGrpSpPr>
            <p:grpSpPr>
              <a:xfrm>
                <a:off x="2242368" y="1827363"/>
                <a:ext cx="4387823" cy="285015"/>
                <a:chOff x="2986854" y="3108447"/>
                <a:chExt cx="5074445" cy="285015"/>
              </a:xfrm>
            </p:grpSpPr>
            <p:sp>
              <p:nvSpPr>
                <p:cNvPr id="62" name="小红书平北职场PPT5-26"/>
                <p:cNvSpPr/>
                <p:nvPr/>
              </p:nvSpPr>
              <p:spPr>
                <a:xfrm>
                  <a:off x="5591155" y="3108447"/>
                  <a:ext cx="2470144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51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3" name="小红书平北职场PPT5-27"/>
                <p:cNvSpPr txBox="1"/>
                <p:nvPr/>
              </p:nvSpPr>
              <p:spPr>
                <a:xfrm>
                  <a:off x="6154263" y="3158621"/>
                  <a:ext cx="1423754" cy="1721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/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92D37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确保直播流程顺畅</a:t>
                  </a:r>
                  <a:endPara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4273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4" name="小红书平北职场PPT5-28"/>
                <p:cNvSpPr/>
                <p:nvPr/>
              </p:nvSpPr>
              <p:spPr>
                <a:xfrm>
                  <a:off x="2986854" y="3108447"/>
                  <a:ext cx="3054372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1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月 </a:t>
                  </a: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- 2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月：测试直播功能</a:t>
                  </a:r>
                </a:p>
              </p:txBody>
            </p:sp>
          </p:grpSp>
          <p:grpSp>
            <p:nvGrpSpPr>
              <p:cNvPr id="46" name="组合 45"/>
              <p:cNvGrpSpPr/>
              <p:nvPr/>
            </p:nvGrpSpPr>
            <p:grpSpPr>
              <a:xfrm>
                <a:off x="3657101" y="4103807"/>
                <a:ext cx="4019543" cy="285015"/>
                <a:chOff x="3166402" y="3108447"/>
                <a:chExt cx="4590739" cy="285015"/>
              </a:xfrm>
            </p:grpSpPr>
            <p:sp>
              <p:nvSpPr>
                <p:cNvPr id="59" name="小红书平北职场PPT5-29"/>
                <p:cNvSpPr/>
                <p:nvPr/>
              </p:nvSpPr>
              <p:spPr>
                <a:xfrm>
                  <a:off x="5591156" y="3108447"/>
                  <a:ext cx="2165985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51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0" name="小红书平北职场PPT5-30"/>
                <p:cNvSpPr txBox="1"/>
                <p:nvPr/>
              </p:nvSpPr>
              <p:spPr>
                <a:xfrm>
                  <a:off x="6251868" y="3158621"/>
                  <a:ext cx="1054540" cy="1721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/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92D37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提升预售销量</a:t>
                  </a:r>
                  <a:endPara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4273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1" name="小红书平北职场PPT5-31"/>
                <p:cNvSpPr/>
                <p:nvPr/>
              </p:nvSpPr>
              <p:spPr>
                <a:xfrm>
                  <a:off x="3166402" y="3108447"/>
                  <a:ext cx="2980797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2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月 </a:t>
                  </a: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- 3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月：策划预售活动</a:t>
                  </a:r>
                </a:p>
              </p:txBody>
            </p:sp>
          </p:grpSp>
          <p:grpSp>
            <p:nvGrpSpPr>
              <p:cNvPr id="47" name="组合 46"/>
              <p:cNvGrpSpPr/>
              <p:nvPr/>
            </p:nvGrpSpPr>
            <p:grpSpPr>
              <a:xfrm>
                <a:off x="3657101" y="2280528"/>
                <a:ext cx="4019543" cy="285015"/>
                <a:chOff x="3166402" y="3108447"/>
                <a:chExt cx="4590739" cy="285015"/>
              </a:xfrm>
            </p:grpSpPr>
            <p:sp>
              <p:nvSpPr>
                <p:cNvPr id="56" name="小红书平北职场PPT5-32"/>
                <p:cNvSpPr/>
                <p:nvPr/>
              </p:nvSpPr>
              <p:spPr>
                <a:xfrm>
                  <a:off x="5591156" y="3108447"/>
                  <a:ext cx="2165985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51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7" name="小红书平北职场PPT5-33"/>
                <p:cNvSpPr txBox="1"/>
                <p:nvPr/>
              </p:nvSpPr>
              <p:spPr>
                <a:xfrm>
                  <a:off x="6251867" y="3158621"/>
                  <a:ext cx="1230296" cy="1721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/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92D37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完成直播间搭建</a:t>
                  </a:r>
                  <a:endPara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4273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8" name="小红书平北职场PPT5-34"/>
                <p:cNvSpPr/>
                <p:nvPr/>
              </p:nvSpPr>
              <p:spPr>
                <a:xfrm>
                  <a:off x="3166402" y="3108447"/>
                  <a:ext cx="2980797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2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月 </a:t>
                  </a: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- 3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月：安装设备，布置环境</a:t>
                  </a:r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6424235" y="2708445"/>
                <a:ext cx="5254922" cy="285015"/>
                <a:chOff x="2928428" y="3108447"/>
                <a:chExt cx="3985334" cy="285015"/>
              </a:xfrm>
            </p:grpSpPr>
            <p:sp>
              <p:nvSpPr>
                <p:cNvPr id="53" name="小红书平北职场PPT5-35"/>
                <p:cNvSpPr/>
                <p:nvPr/>
              </p:nvSpPr>
              <p:spPr>
                <a:xfrm>
                  <a:off x="5578194" y="3108447"/>
                  <a:ext cx="1335568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51000">
                      <a:schemeClr val="accent2">
                        <a:lumMod val="20000"/>
                        <a:lumOff val="80000"/>
                      </a:schemeClr>
                    </a:gs>
                    <a:gs pos="100000">
                      <a:schemeClr val="accent2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4" name="小红书平北职场PPT5-36"/>
                <p:cNvSpPr txBox="1"/>
                <p:nvPr/>
              </p:nvSpPr>
              <p:spPr>
                <a:xfrm>
                  <a:off x="6031124" y="3158621"/>
                  <a:ext cx="700254" cy="1721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/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92D37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提升主播能力</a:t>
                  </a:r>
                </a:p>
              </p:txBody>
            </p:sp>
            <p:sp>
              <p:nvSpPr>
                <p:cNvPr id="55" name="小红书平北职场PPT5-37"/>
                <p:cNvSpPr/>
                <p:nvPr/>
              </p:nvSpPr>
              <p:spPr>
                <a:xfrm>
                  <a:off x="2928428" y="3108447"/>
                  <a:ext cx="3028677" cy="285015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4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月 </a:t>
                  </a: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- 6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月：培训主播专业技能</a:t>
                  </a:r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5052223" y="3659523"/>
                <a:ext cx="6009659" cy="285015"/>
                <a:chOff x="3206951" y="3108447"/>
                <a:chExt cx="4550190" cy="285015"/>
              </a:xfrm>
            </p:grpSpPr>
            <p:sp>
              <p:nvSpPr>
                <p:cNvPr id="50" name="小红书平北职场PPT5-38"/>
                <p:cNvSpPr/>
                <p:nvPr/>
              </p:nvSpPr>
              <p:spPr>
                <a:xfrm>
                  <a:off x="5591156" y="3108447"/>
                  <a:ext cx="2165985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51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1" name="小红书平北职场PPT5-39"/>
                <p:cNvSpPr txBox="1"/>
                <p:nvPr/>
              </p:nvSpPr>
              <p:spPr>
                <a:xfrm>
                  <a:off x="6242107" y="3158621"/>
                  <a:ext cx="699096" cy="1721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/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92D37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增强用户互动</a:t>
                  </a:r>
                </a:p>
              </p:txBody>
            </p:sp>
            <p:sp>
              <p:nvSpPr>
                <p:cNvPr id="52" name="小红书平北职场PPT5-40"/>
                <p:cNvSpPr/>
                <p:nvPr/>
              </p:nvSpPr>
              <p:spPr>
                <a:xfrm>
                  <a:off x="3206951" y="3108447"/>
                  <a:ext cx="2967602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3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月 </a:t>
                  </a: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- 5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月：建立社群，规划内容</a:t>
                  </a:r>
                </a:p>
              </p:txBody>
            </p:sp>
          </p:grpSp>
        </p:grpSp>
      </p:grp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小红书平北职场PPT1"/>
          <p:cNvSpPr/>
          <p:nvPr/>
        </p:nvSpPr>
        <p:spPr>
          <a:xfrm>
            <a:off x="674222" y="1168905"/>
            <a:ext cx="3668273" cy="4078004"/>
          </a:xfrm>
          <a:prstGeom prst="roundRect">
            <a:avLst>
              <a:gd name="adj" fmla="val 2911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1"/>
            <a:tileRect/>
          </a:gradFill>
          <a:ln w="9525">
            <a:noFill/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" name="小红书平北职场PPT2"/>
          <p:cNvSpPr/>
          <p:nvPr/>
        </p:nvSpPr>
        <p:spPr>
          <a:xfrm>
            <a:off x="4393203" y="1168905"/>
            <a:ext cx="3668273" cy="4078004"/>
          </a:xfrm>
          <a:prstGeom prst="roundRect">
            <a:avLst>
              <a:gd name="adj" fmla="val 2998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1"/>
            <a:tileRect/>
          </a:gradFill>
          <a:ln w="9525">
            <a:noFill/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" name="小红书平北职场PPT3"/>
          <p:cNvSpPr/>
          <p:nvPr/>
        </p:nvSpPr>
        <p:spPr>
          <a:xfrm>
            <a:off x="8112186" y="1168905"/>
            <a:ext cx="3668273" cy="4078004"/>
          </a:xfrm>
          <a:prstGeom prst="roundRect">
            <a:avLst>
              <a:gd name="adj" fmla="val 2998"/>
            </a:avLst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 w="9525">
            <a:noFill/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" name="小红书平北职场PPT4"/>
          <p:cNvSpPr txBox="1"/>
          <p:nvPr/>
        </p:nvSpPr>
        <p:spPr>
          <a:xfrm>
            <a:off x="1801966" y="829335"/>
            <a:ext cx="1412783" cy="297517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spAutoFit/>
          </a:bodyPr>
          <a:lstStyle>
            <a:lvl1pPr>
              <a:defRPr sz="2500"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Roboto" panose="02000000000000000000" charset="0"/>
              </a:rPr>
              <a:t>待办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Roboto" panose="02000000000000000000" charset="0"/>
            </a:endParaRPr>
          </a:p>
        </p:txBody>
      </p:sp>
      <p:sp>
        <p:nvSpPr>
          <p:cNvPr id="7" name="小红书平北职场PPT5"/>
          <p:cNvSpPr txBox="1"/>
          <p:nvPr/>
        </p:nvSpPr>
        <p:spPr>
          <a:xfrm>
            <a:off x="5520949" y="829335"/>
            <a:ext cx="1412784" cy="297517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spAutoFit/>
          </a:bodyPr>
          <a:lstStyle>
            <a:lvl1pPr>
              <a:defRPr sz="2500"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Roboto" panose="02000000000000000000" charset="0"/>
              </a:rPr>
              <a:t>进行中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Roboto" panose="02000000000000000000" charset="0"/>
            </a:endParaRPr>
          </a:p>
        </p:txBody>
      </p:sp>
      <p:sp>
        <p:nvSpPr>
          <p:cNvPr id="8" name="小红书平北职场PPT6"/>
          <p:cNvSpPr txBox="1"/>
          <p:nvPr/>
        </p:nvSpPr>
        <p:spPr>
          <a:xfrm>
            <a:off x="9239930" y="829335"/>
            <a:ext cx="1412783" cy="297517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spAutoFit/>
          </a:bodyPr>
          <a:lstStyle>
            <a:lvl1pPr>
              <a:defRPr sz="2500"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Roboto" panose="02000000000000000000" charset="0"/>
              </a:rPr>
              <a:t>完成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Roboto" panose="02000000000000000000" charset="0"/>
            </a:endParaRPr>
          </a:p>
        </p:txBody>
      </p:sp>
      <p:sp>
        <p:nvSpPr>
          <p:cNvPr id="9" name="小红书平北职场PPT7"/>
          <p:cNvSpPr/>
          <p:nvPr/>
        </p:nvSpPr>
        <p:spPr>
          <a:xfrm flipV="1">
            <a:off x="653289" y="2512366"/>
            <a:ext cx="11148103" cy="1"/>
          </a:xfrm>
          <a:prstGeom prst="line">
            <a:avLst/>
          </a:prstGeom>
          <a:ln w="38100">
            <a:solidFill>
              <a:schemeClr val="lt1"/>
            </a:solidFill>
          </a:ln>
        </p:spPr>
        <p:txBody>
          <a:bodyPr lIns="22859" tIns="22859" rIns="22859" bIns="22859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" name="小红书平北职场PPT8"/>
          <p:cNvSpPr/>
          <p:nvPr/>
        </p:nvSpPr>
        <p:spPr>
          <a:xfrm flipV="1">
            <a:off x="653289" y="3889497"/>
            <a:ext cx="11148103" cy="1"/>
          </a:xfrm>
          <a:prstGeom prst="line">
            <a:avLst/>
          </a:prstGeom>
          <a:ln w="38100">
            <a:solidFill>
              <a:schemeClr val="lt1"/>
            </a:solidFill>
          </a:ln>
        </p:spPr>
        <p:txBody>
          <a:bodyPr lIns="22859" tIns="22859" rIns="22859" bIns="22859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1" name="小红书平北职场PPT9"/>
          <p:cNvGrpSpPr/>
          <p:nvPr/>
        </p:nvGrpSpPr>
        <p:grpSpPr>
          <a:xfrm>
            <a:off x="749717" y="1235140"/>
            <a:ext cx="9766756" cy="3949693"/>
            <a:chOff x="749717" y="1235140"/>
            <a:chExt cx="9766756" cy="3949693"/>
          </a:xfrm>
        </p:grpSpPr>
        <p:grpSp>
          <p:nvGrpSpPr>
            <p:cNvPr id="59" name="组合 58"/>
            <p:cNvGrpSpPr/>
            <p:nvPr/>
          </p:nvGrpSpPr>
          <p:grpSpPr>
            <a:xfrm>
              <a:off x="749717" y="1235140"/>
              <a:ext cx="6047466" cy="3949693"/>
              <a:chOff x="749717" y="1235140"/>
              <a:chExt cx="6047466" cy="3949693"/>
            </a:xfrm>
          </p:grpSpPr>
          <p:grpSp>
            <p:nvGrpSpPr>
              <p:cNvPr id="93" name="Group"/>
              <p:cNvGrpSpPr/>
              <p:nvPr/>
            </p:nvGrpSpPr>
            <p:grpSpPr>
              <a:xfrm>
                <a:off x="749717" y="1235140"/>
                <a:ext cx="3514413" cy="1213525"/>
                <a:chOff x="-2" y="0"/>
                <a:chExt cx="6360218" cy="2415383"/>
              </a:xfrm>
            </p:grpSpPr>
            <p:grpSp>
              <p:nvGrpSpPr>
                <p:cNvPr id="137" name="Group"/>
                <p:cNvGrpSpPr/>
                <p:nvPr/>
              </p:nvGrpSpPr>
              <p:grpSpPr>
                <a:xfrm>
                  <a:off x="-2" y="0"/>
                  <a:ext cx="2066625" cy="2415383"/>
                  <a:chOff x="-1" y="0"/>
                  <a:chExt cx="2066623" cy="2415382"/>
                </a:xfrm>
              </p:grpSpPr>
              <p:grpSp>
                <p:nvGrpSpPr>
                  <p:cNvPr id="148" name="Group"/>
                  <p:cNvGrpSpPr/>
                  <p:nvPr/>
                </p:nvGrpSpPr>
                <p:grpSpPr>
                  <a:xfrm>
                    <a:off x="-1" y="0"/>
                    <a:ext cx="2066623" cy="2415382"/>
                    <a:chOff x="0" y="0"/>
                    <a:chExt cx="2066621" cy="2415381"/>
                  </a:xfrm>
                </p:grpSpPr>
                <p:sp>
                  <p:nvSpPr>
                    <p:cNvPr id="150" name="小红书平北职场PPT9-1"/>
                    <p:cNvSpPr/>
                    <p:nvPr/>
                  </p:nvSpPr>
                  <p:spPr>
                    <a:xfrm>
                      <a:off x="92" y="0"/>
                      <a:ext cx="2066530" cy="241538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7" h="21600" extrusionOk="0">
                          <a:moveTo>
                            <a:pt x="1746" y="0"/>
                          </a:moveTo>
                          <a:cubicBezTo>
                            <a:pt x="1234" y="0"/>
                            <a:pt x="927" y="1"/>
                            <a:pt x="722" y="75"/>
                          </a:cubicBezTo>
                          <a:cubicBezTo>
                            <a:pt x="426" y="166"/>
                            <a:pt x="195" y="365"/>
                            <a:pt x="87" y="618"/>
                          </a:cubicBezTo>
                          <a:cubicBezTo>
                            <a:pt x="2" y="793"/>
                            <a:pt x="0" y="1056"/>
                            <a:pt x="0" y="1494"/>
                          </a:cubicBezTo>
                          <a:lnTo>
                            <a:pt x="0" y="17621"/>
                          </a:lnTo>
                          <a:lnTo>
                            <a:pt x="4650" y="21600"/>
                          </a:lnTo>
                          <a:lnTo>
                            <a:pt x="19855" y="21600"/>
                          </a:lnTo>
                          <a:cubicBezTo>
                            <a:pt x="20367" y="21600"/>
                            <a:pt x="20671" y="21599"/>
                            <a:pt x="20876" y="21525"/>
                          </a:cubicBezTo>
                          <a:cubicBezTo>
                            <a:pt x="21171" y="21434"/>
                            <a:pt x="21407" y="21235"/>
                            <a:pt x="21514" y="20982"/>
                          </a:cubicBezTo>
                          <a:cubicBezTo>
                            <a:pt x="21600" y="20807"/>
                            <a:pt x="21597" y="20544"/>
                            <a:pt x="21597" y="20106"/>
                          </a:cubicBezTo>
                          <a:lnTo>
                            <a:pt x="21597" y="1494"/>
                          </a:lnTo>
                          <a:cubicBezTo>
                            <a:pt x="21597" y="1056"/>
                            <a:pt x="21600" y="793"/>
                            <a:pt x="21514" y="618"/>
                          </a:cubicBezTo>
                          <a:cubicBezTo>
                            <a:pt x="21407" y="365"/>
                            <a:pt x="21171" y="166"/>
                            <a:pt x="20876" y="75"/>
                          </a:cubicBezTo>
                          <a:cubicBezTo>
                            <a:pt x="20671" y="1"/>
                            <a:pt x="20367" y="0"/>
                            <a:pt x="19855" y="0"/>
                          </a:cubicBezTo>
                          <a:lnTo>
                            <a:pt x="1746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  <p:sp>
                  <p:nvSpPr>
                    <p:cNvPr id="151" name="小红书平北职场PPT9-2"/>
                    <p:cNvSpPr/>
                    <p:nvPr/>
                  </p:nvSpPr>
                  <p:spPr>
                    <a:xfrm rot="10800000">
                      <a:off x="0" y="1970484"/>
                      <a:ext cx="444897" cy="44489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0"/>
                          </a:moveTo>
                          <a:lnTo>
                            <a:pt x="0" y="13488"/>
                          </a:lnTo>
                          <a:cubicBezTo>
                            <a:pt x="0" y="15867"/>
                            <a:pt x="7" y="17296"/>
                            <a:pt x="405" y="18247"/>
                          </a:cubicBezTo>
                          <a:cubicBezTo>
                            <a:pt x="904" y="19619"/>
                            <a:pt x="1981" y="20696"/>
                            <a:pt x="3353" y="21195"/>
                          </a:cubicBezTo>
                          <a:cubicBezTo>
                            <a:pt x="4304" y="21593"/>
                            <a:pt x="5733" y="21600"/>
                            <a:pt x="8112" y="21600"/>
                          </a:cubicBezTo>
                          <a:lnTo>
                            <a:pt x="2160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</p:grpSp>
              <p:sp>
                <p:nvSpPr>
                  <p:cNvPr id="149" name="小红书平北职场PPT9-3"/>
                  <p:cNvSpPr txBox="1"/>
                  <p:nvPr/>
                </p:nvSpPr>
                <p:spPr>
                  <a:xfrm>
                    <a:off x="157339" y="719791"/>
                    <a:ext cx="1765803" cy="90102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zh-CN"/>
                    </a:defPPr>
                    <a:lvl1pPr marR="0" lvl="0" indent="0" defTabSz="457200" fontAlgn="auto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defRPr>
                    </a:lvl1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完成</a:t>
                    </a: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12</a:t>
                    </a: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支品牌宣传视频拍摄</a:t>
                    </a:r>
                    <a:endParaRPr kumimoji="0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endParaRPr>
                  </a:p>
                </p:txBody>
              </p:sp>
            </p:grpSp>
            <p:grpSp>
              <p:nvGrpSpPr>
                <p:cNvPr id="138" name="Group"/>
                <p:cNvGrpSpPr/>
                <p:nvPr/>
              </p:nvGrpSpPr>
              <p:grpSpPr>
                <a:xfrm>
                  <a:off x="2146795" y="0"/>
                  <a:ext cx="2066624" cy="2415383"/>
                  <a:chOff x="-1" y="0"/>
                  <a:chExt cx="2066623" cy="2415382"/>
                </a:xfrm>
              </p:grpSpPr>
              <p:grpSp>
                <p:nvGrpSpPr>
                  <p:cNvPr id="144" name="Group"/>
                  <p:cNvGrpSpPr/>
                  <p:nvPr/>
                </p:nvGrpSpPr>
                <p:grpSpPr>
                  <a:xfrm>
                    <a:off x="-1" y="0"/>
                    <a:ext cx="2066623" cy="2415382"/>
                    <a:chOff x="0" y="0"/>
                    <a:chExt cx="2066621" cy="2415381"/>
                  </a:xfrm>
                </p:grpSpPr>
                <p:sp>
                  <p:nvSpPr>
                    <p:cNvPr id="146" name="小红书平北职场PPT9-4"/>
                    <p:cNvSpPr/>
                    <p:nvPr/>
                  </p:nvSpPr>
                  <p:spPr>
                    <a:xfrm>
                      <a:off x="92" y="0"/>
                      <a:ext cx="2066530" cy="241538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7" h="21600" extrusionOk="0">
                          <a:moveTo>
                            <a:pt x="1746" y="0"/>
                          </a:moveTo>
                          <a:cubicBezTo>
                            <a:pt x="1234" y="0"/>
                            <a:pt x="927" y="1"/>
                            <a:pt x="722" y="75"/>
                          </a:cubicBezTo>
                          <a:cubicBezTo>
                            <a:pt x="426" y="166"/>
                            <a:pt x="195" y="365"/>
                            <a:pt x="87" y="618"/>
                          </a:cubicBezTo>
                          <a:cubicBezTo>
                            <a:pt x="2" y="793"/>
                            <a:pt x="0" y="1056"/>
                            <a:pt x="0" y="1494"/>
                          </a:cubicBezTo>
                          <a:lnTo>
                            <a:pt x="0" y="17621"/>
                          </a:lnTo>
                          <a:lnTo>
                            <a:pt x="4650" y="21600"/>
                          </a:lnTo>
                          <a:lnTo>
                            <a:pt x="19855" y="21600"/>
                          </a:lnTo>
                          <a:cubicBezTo>
                            <a:pt x="20367" y="21600"/>
                            <a:pt x="20671" y="21599"/>
                            <a:pt x="20876" y="21525"/>
                          </a:cubicBezTo>
                          <a:cubicBezTo>
                            <a:pt x="21171" y="21434"/>
                            <a:pt x="21407" y="21235"/>
                            <a:pt x="21514" y="20982"/>
                          </a:cubicBezTo>
                          <a:cubicBezTo>
                            <a:pt x="21600" y="20807"/>
                            <a:pt x="21597" y="20544"/>
                            <a:pt x="21597" y="20106"/>
                          </a:cubicBezTo>
                          <a:lnTo>
                            <a:pt x="21597" y="1494"/>
                          </a:lnTo>
                          <a:cubicBezTo>
                            <a:pt x="21597" y="1056"/>
                            <a:pt x="21600" y="793"/>
                            <a:pt x="21514" y="618"/>
                          </a:cubicBezTo>
                          <a:cubicBezTo>
                            <a:pt x="21407" y="365"/>
                            <a:pt x="21171" y="166"/>
                            <a:pt x="20876" y="75"/>
                          </a:cubicBezTo>
                          <a:cubicBezTo>
                            <a:pt x="20671" y="1"/>
                            <a:pt x="20367" y="0"/>
                            <a:pt x="19855" y="0"/>
                          </a:cubicBezTo>
                          <a:lnTo>
                            <a:pt x="1746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  <p:sp>
                  <p:nvSpPr>
                    <p:cNvPr id="147" name="小红书平北职场PPT9-5"/>
                    <p:cNvSpPr/>
                    <p:nvPr/>
                  </p:nvSpPr>
                  <p:spPr>
                    <a:xfrm rot="10800000">
                      <a:off x="0" y="1970484"/>
                      <a:ext cx="444897" cy="44489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0"/>
                          </a:moveTo>
                          <a:lnTo>
                            <a:pt x="0" y="13488"/>
                          </a:lnTo>
                          <a:cubicBezTo>
                            <a:pt x="0" y="15867"/>
                            <a:pt x="7" y="17296"/>
                            <a:pt x="405" y="18247"/>
                          </a:cubicBezTo>
                          <a:cubicBezTo>
                            <a:pt x="904" y="19619"/>
                            <a:pt x="1981" y="20696"/>
                            <a:pt x="3353" y="21195"/>
                          </a:cubicBezTo>
                          <a:cubicBezTo>
                            <a:pt x="4304" y="21593"/>
                            <a:pt x="5733" y="21600"/>
                            <a:pt x="8112" y="21600"/>
                          </a:cubicBezTo>
                          <a:lnTo>
                            <a:pt x="2160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</p:grpSp>
              <p:sp>
                <p:nvSpPr>
                  <p:cNvPr id="145" name="小红书平北职场PPT9-6"/>
                  <p:cNvSpPr txBox="1"/>
                  <p:nvPr/>
                </p:nvSpPr>
                <p:spPr>
                  <a:xfrm>
                    <a:off x="157339" y="719791"/>
                    <a:ext cx="1765802" cy="90102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zh-CN"/>
                    </a:defPPr>
                    <a:lvl1pPr marR="0" lvl="0" indent="0" defTabSz="457200" fontAlgn="auto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defRPr>
                    </a:lvl1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搭建</a:t>
                    </a: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3</a:t>
                    </a: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个虚拟摄影棚</a:t>
                    </a:r>
                    <a:endParaRPr kumimoji="0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endParaRPr>
                  </a:p>
                </p:txBody>
              </p:sp>
            </p:grpSp>
            <p:grpSp>
              <p:nvGrpSpPr>
                <p:cNvPr id="139" name="Group"/>
                <p:cNvGrpSpPr/>
                <p:nvPr/>
              </p:nvGrpSpPr>
              <p:grpSpPr>
                <a:xfrm>
                  <a:off x="4293592" y="0"/>
                  <a:ext cx="2066624" cy="2415383"/>
                  <a:chOff x="-1" y="0"/>
                  <a:chExt cx="2066623" cy="2415382"/>
                </a:xfrm>
              </p:grpSpPr>
              <p:grpSp>
                <p:nvGrpSpPr>
                  <p:cNvPr id="140" name="Group"/>
                  <p:cNvGrpSpPr/>
                  <p:nvPr/>
                </p:nvGrpSpPr>
                <p:grpSpPr>
                  <a:xfrm>
                    <a:off x="-1" y="0"/>
                    <a:ext cx="2066623" cy="2415382"/>
                    <a:chOff x="0" y="0"/>
                    <a:chExt cx="2066621" cy="2415381"/>
                  </a:xfrm>
                </p:grpSpPr>
                <p:sp>
                  <p:nvSpPr>
                    <p:cNvPr id="142" name="小红书平北职场PPT9-7"/>
                    <p:cNvSpPr/>
                    <p:nvPr/>
                  </p:nvSpPr>
                  <p:spPr>
                    <a:xfrm>
                      <a:off x="92" y="0"/>
                      <a:ext cx="2066530" cy="241538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7" h="21600" extrusionOk="0">
                          <a:moveTo>
                            <a:pt x="1746" y="0"/>
                          </a:moveTo>
                          <a:cubicBezTo>
                            <a:pt x="1234" y="0"/>
                            <a:pt x="927" y="1"/>
                            <a:pt x="722" y="75"/>
                          </a:cubicBezTo>
                          <a:cubicBezTo>
                            <a:pt x="426" y="166"/>
                            <a:pt x="195" y="365"/>
                            <a:pt x="87" y="618"/>
                          </a:cubicBezTo>
                          <a:cubicBezTo>
                            <a:pt x="2" y="793"/>
                            <a:pt x="0" y="1056"/>
                            <a:pt x="0" y="1494"/>
                          </a:cubicBezTo>
                          <a:lnTo>
                            <a:pt x="0" y="17621"/>
                          </a:lnTo>
                          <a:lnTo>
                            <a:pt x="4650" y="21600"/>
                          </a:lnTo>
                          <a:lnTo>
                            <a:pt x="19855" y="21600"/>
                          </a:lnTo>
                          <a:cubicBezTo>
                            <a:pt x="20367" y="21600"/>
                            <a:pt x="20671" y="21599"/>
                            <a:pt x="20876" y="21525"/>
                          </a:cubicBezTo>
                          <a:cubicBezTo>
                            <a:pt x="21171" y="21434"/>
                            <a:pt x="21407" y="21235"/>
                            <a:pt x="21514" y="20982"/>
                          </a:cubicBezTo>
                          <a:cubicBezTo>
                            <a:pt x="21600" y="20807"/>
                            <a:pt x="21597" y="20544"/>
                            <a:pt x="21597" y="20106"/>
                          </a:cubicBezTo>
                          <a:lnTo>
                            <a:pt x="21597" y="1494"/>
                          </a:lnTo>
                          <a:cubicBezTo>
                            <a:pt x="21597" y="1056"/>
                            <a:pt x="21600" y="793"/>
                            <a:pt x="21514" y="618"/>
                          </a:cubicBezTo>
                          <a:cubicBezTo>
                            <a:pt x="21407" y="365"/>
                            <a:pt x="21171" y="166"/>
                            <a:pt x="20876" y="75"/>
                          </a:cubicBezTo>
                          <a:cubicBezTo>
                            <a:pt x="20671" y="1"/>
                            <a:pt x="20367" y="0"/>
                            <a:pt x="19855" y="0"/>
                          </a:cubicBezTo>
                          <a:lnTo>
                            <a:pt x="1746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  <p:sp>
                  <p:nvSpPr>
                    <p:cNvPr id="143" name="小红书平北职场PPT9-8"/>
                    <p:cNvSpPr/>
                    <p:nvPr/>
                  </p:nvSpPr>
                  <p:spPr>
                    <a:xfrm rot="10800000">
                      <a:off x="0" y="1970484"/>
                      <a:ext cx="444897" cy="44489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0"/>
                          </a:moveTo>
                          <a:lnTo>
                            <a:pt x="0" y="13488"/>
                          </a:lnTo>
                          <a:cubicBezTo>
                            <a:pt x="0" y="15867"/>
                            <a:pt x="7" y="17296"/>
                            <a:pt x="405" y="18247"/>
                          </a:cubicBezTo>
                          <a:cubicBezTo>
                            <a:pt x="904" y="19619"/>
                            <a:pt x="1981" y="20696"/>
                            <a:pt x="3353" y="21195"/>
                          </a:cubicBezTo>
                          <a:cubicBezTo>
                            <a:pt x="4304" y="21593"/>
                            <a:pt x="5733" y="21600"/>
                            <a:pt x="8112" y="21600"/>
                          </a:cubicBezTo>
                          <a:lnTo>
                            <a:pt x="2160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</p:grpSp>
              <p:sp>
                <p:nvSpPr>
                  <p:cNvPr id="141" name="小红书平北职场PPT9-9"/>
                  <p:cNvSpPr txBox="1"/>
                  <p:nvPr/>
                </p:nvSpPr>
                <p:spPr>
                  <a:xfrm>
                    <a:off x="157339" y="719791"/>
                    <a:ext cx="1765802" cy="90102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zh-CN"/>
                    </a:defPPr>
                    <a:lvl1pPr marR="0" lvl="0" indent="0" defTabSz="457200" fontAlgn="auto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defRPr>
                    </a:lvl1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采购</a:t>
                    </a: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8K</a:t>
                    </a: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摄影设备</a:t>
                    </a: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3</a:t>
                    </a: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套</a:t>
                    </a:r>
                    <a:endParaRPr kumimoji="0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endParaRPr>
                  </a:p>
                </p:txBody>
              </p:sp>
            </p:grpSp>
          </p:grpSp>
          <p:grpSp>
            <p:nvGrpSpPr>
              <p:cNvPr id="94" name="Group"/>
              <p:cNvGrpSpPr/>
              <p:nvPr/>
            </p:nvGrpSpPr>
            <p:grpSpPr>
              <a:xfrm>
                <a:off x="749717" y="2603225"/>
                <a:ext cx="2328175" cy="1213525"/>
                <a:chOff x="-2" y="0"/>
                <a:chExt cx="4213421" cy="2415383"/>
              </a:xfrm>
            </p:grpSpPr>
            <p:grpSp>
              <p:nvGrpSpPr>
                <p:cNvPr id="127" name="Group"/>
                <p:cNvGrpSpPr/>
                <p:nvPr/>
              </p:nvGrpSpPr>
              <p:grpSpPr>
                <a:xfrm>
                  <a:off x="-2" y="0"/>
                  <a:ext cx="2066625" cy="2415383"/>
                  <a:chOff x="-1" y="0"/>
                  <a:chExt cx="2066623" cy="2415382"/>
                </a:xfrm>
              </p:grpSpPr>
              <p:grpSp>
                <p:nvGrpSpPr>
                  <p:cNvPr id="133" name="Group"/>
                  <p:cNvGrpSpPr/>
                  <p:nvPr/>
                </p:nvGrpSpPr>
                <p:grpSpPr>
                  <a:xfrm>
                    <a:off x="-1" y="0"/>
                    <a:ext cx="2066623" cy="2415382"/>
                    <a:chOff x="0" y="0"/>
                    <a:chExt cx="2066621" cy="2415381"/>
                  </a:xfrm>
                </p:grpSpPr>
                <p:sp>
                  <p:nvSpPr>
                    <p:cNvPr id="135" name="小红书平北职场PPT9-10"/>
                    <p:cNvSpPr/>
                    <p:nvPr/>
                  </p:nvSpPr>
                  <p:spPr>
                    <a:xfrm>
                      <a:off x="92" y="0"/>
                      <a:ext cx="2066530" cy="241538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7" h="21600" extrusionOk="0">
                          <a:moveTo>
                            <a:pt x="1746" y="0"/>
                          </a:moveTo>
                          <a:cubicBezTo>
                            <a:pt x="1234" y="0"/>
                            <a:pt x="927" y="1"/>
                            <a:pt x="722" y="75"/>
                          </a:cubicBezTo>
                          <a:cubicBezTo>
                            <a:pt x="426" y="166"/>
                            <a:pt x="195" y="365"/>
                            <a:pt x="87" y="618"/>
                          </a:cubicBezTo>
                          <a:cubicBezTo>
                            <a:pt x="2" y="793"/>
                            <a:pt x="0" y="1056"/>
                            <a:pt x="0" y="1494"/>
                          </a:cubicBezTo>
                          <a:lnTo>
                            <a:pt x="0" y="17621"/>
                          </a:lnTo>
                          <a:lnTo>
                            <a:pt x="4650" y="21600"/>
                          </a:lnTo>
                          <a:lnTo>
                            <a:pt x="19855" y="21600"/>
                          </a:lnTo>
                          <a:cubicBezTo>
                            <a:pt x="20367" y="21600"/>
                            <a:pt x="20671" y="21599"/>
                            <a:pt x="20876" y="21525"/>
                          </a:cubicBezTo>
                          <a:cubicBezTo>
                            <a:pt x="21171" y="21434"/>
                            <a:pt x="21407" y="21235"/>
                            <a:pt x="21514" y="20982"/>
                          </a:cubicBezTo>
                          <a:cubicBezTo>
                            <a:pt x="21600" y="20807"/>
                            <a:pt x="21597" y="20544"/>
                            <a:pt x="21597" y="20106"/>
                          </a:cubicBezTo>
                          <a:lnTo>
                            <a:pt x="21597" y="1494"/>
                          </a:lnTo>
                          <a:cubicBezTo>
                            <a:pt x="21597" y="1056"/>
                            <a:pt x="21600" y="793"/>
                            <a:pt x="21514" y="618"/>
                          </a:cubicBezTo>
                          <a:cubicBezTo>
                            <a:pt x="21407" y="365"/>
                            <a:pt x="21171" y="166"/>
                            <a:pt x="20876" y="75"/>
                          </a:cubicBezTo>
                          <a:cubicBezTo>
                            <a:pt x="20671" y="1"/>
                            <a:pt x="20367" y="0"/>
                            <a:pt x="19855" y="0"/>
                          </a:cubicBezTo>
                          <a:lnTo>
                            <a:pt x="1746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  <p:sp>
                  <p:nvSpPr>
                    <p:cNvPr id="136" name="小红书平北职场PPT9-11"/>
                    <p:cNvSpPr/>
                    <p:nvPr/>
                  </p:nvSpPr>
                  <p:spPr>
                    <a:xfrm rot="10800000">
                      <a:off x="0" y="1970484"/>
                      <a:ext cx="444897" cy="44489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0"/>
                          </a:moveTo>
                          <a:lnTo>
                            <a:pt x="0" y="13488"/>
                          </a:lnTo>
                          <a:cubicBezTo>
                            <a:pt x="0" y="15867"/>
                            <a:pt x="7" y="17296"/>
                            <a:pt x="405" y="18247"/>
                          </a:cubicBezTo>
                          <a:cubicBezTo>
                            <a:pt x="904" y="19619"/>
                            <a:pt x="1981" y="20696"/>
                            <a:pt x="3353" y="21195"/>
                          </a:cubicBezTo>
                          <a:cubicBezTo>
                            <a:pt x="4304" y="21593"/>
                            <a:pt x="5733" y="21600"/>
                            <a:pt x="8112" y="21600"/>
                          </a:cubicBezTo>
                          <a:lnTo>
                            <a:pt x="2160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</p:grpSp>
              <p:sp>
                <p:nvSpPr>
                  <p:cNvPr id="134" name="小红书平北职场PPT9-12"/>
                  <p:cNvSpPr/>
                  <p:nvPr/>
                </p:nvSpPr>
                <p:spPr>
                  <a:xfrm>
                    <a:off x="157339" y="719791"/>
                    <a:ext cx="1765803" cy="90102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extrusionOk="0">
                        <a:moveTo>
                          <a:pt x="0" y="0"/>
                        </a:moveTo>
                        <a:lnTo>
                          <a:pt x="21600" y="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</p:spPr>
                <p:txBody>
                  <a:bodyPr wrap="square" rtlCol="0">
                    <a:spAutoFit/>
                  </a:bodyPr>
                  <a:lstStyle>
                    <a:lvl1pPr>
                      <a:defRPr sz="2000">
                        <a:solidFill>
                          <a:srgbClr val="A7A7A7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defRPr>
                    </a:lvl1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输出品牌</a:t>
                    </a:r>
                    <a:r>
                      <a:rPr kumimoji="0" lang="en-US" altLang="zh-CN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VI</a:t>
                    </a:r>
                    <a:r>
                      <a:rPr kumimoji="0" lang="zh-CN" alt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手册</a:t>
                    </a: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4</a:t>
                    </a: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套</a:t>
                    </a:r>
                    <a:endParaRPr kumimoji="0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endParaRPr>
                  </a:p>
                </p:txBody>
              </p:sp>
            </p:grpSp>
            <p:grpSp>
              <p:nvGrpSpPr>
                <p:cNvPr id="128" name="Group"/>
                <p:cNvGrpSpPr/>
                <p:nvPr/>
              </p:nvGrpSpPr>
              <p:grpSpPr>
                <a:xfrm>
                  <a:off x="2146795" y="0"/>
                  <a:ext cx="2066624" cy="2415383"/>
                  <a:chOff x="-1" y="0"/>
                  <a:chExt cx="2066623" cy="2415382"/>
                </a:xfrm>
              </p:grpSpPr>
              <p:grpSp>
                <p:nvGrpSpPr>
                  <p:cNvPr id="129" name="Group"/>
                  <p:cNvGrpSpPr/>
                  <p:nvPr/>
                </p:nvGrpSpPr>
                <p:grpSpPr>
                  <a:xfrm>
                    <a:off x="-1" y="0"/>
                    <a:ext cx="2066623" cy="2415382"/>
                    <a:chOff x="0" y="0"/>
                    <a:chExt cx="2066621" cy="2415381"/>
                  </a:xfrm>
                </p:grpSpPr>
                <p:sp>
                  <p:nvSpPr>
                    <p:cNvPr id="131" name="小红书平北职场PPT9-13"/>
                    <p:cNvSpPr/>
                    <p:nvPr/>
                  </p:nvSpPr>
                  <p:spPr>
                    <a:xfrm>
                      <a:off x="92" y="0"/>
                      <a:ext cx="2066530" cy="241538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7" h="21600" extrusionOk="0">
                          <a:moveTo>
                            <a:pt x="1746" y="0"/>
                          </a:moveTo>
                          <a:cubicBezTo>
                            <a:pt x="1234" y="0"/>
                            <a:pt x="927" y="1"/>
                            <a:pt x="722" y="75"/>
                          </a:cubicBezTo>
                          <a:cubicBezTo>
                            <a:pt x="426" y="166"/>
                            <a:pt x="195" y="365"/>
                            <a:pt x="87" y="618"/>
                          </a:cubicBezTo>
                          <a:cubicBezTo>
                            <a:pt x="2" y="793"/>
                            <a:pt x="0" y="1056"/>
                            <a:pt x="0" y="1494"/>
                          </a:cubicBezTo>
                          <a:lnTo>
                            <a:pt x="0" y="17621"/>
                          </a:lnTo>
                          <a:lnTo>
                            <a:pt x="4650" y="21600"/>
                          </a:lnTo>
                          <a:lnTo>
                            <a:pt x="19855" y="21600"/>
                          </a:lnTo>
                          <a:cubicBezTo>
                            <a:pt x="20367" y="21600"/>
                            <a:pt x="20671" y="21599"/>
                            <a:pt x="20876" y="21525"/>
                          </a:cubicBezTo>
                          <a:cubicBezTo>
                            <a:pt x="21171" y="21434"/>
                            <a:pt x="21407" y="21235"/>
                            <a:pt x="21514" y="20982"/>
                          </a:cubicBezTo>
                          <a:cubicBezTo>
                            <a:pt x="21600" y="20807"/>
                            <a:pt x="21597" y="20544"/>
                            <a:pt x="21597" y="20106"/>
                          </a:cubicBezTo>
                          <a:lnTo>
                            <a:pt x="21597" y="1494"/>
                          </a:lnTo>
                          <a:cubicBezTo>
                            <a:pt x="21597" y="1056"/>
                            <a:pt x="21600" y="793"/>
                            <a:pt x="21514" y="618"/>
                          </a:cubicBezTo>
                          <a:cubicBezTo>
                            <a:pt x="21407" y="365"/>
                            <a:pt x="21171" y="166"/>
                            <a:pt x="20876" y="75"/>
                          </a:cubicBezTo>
                          <a:cubicBezTo>
                            <a:pt x="20671" y="1"/>
                            <a:pt x="20367" y="0"/>
                            <a:pt x="19855" y="0"/>
                          </a:cubicBezTo>
                          <a:lnTo>
                            <a:pt x="1746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  <p:sp>
                  <p:nvSpPr>
                    <p:cNvPr id="132" name="小红书平北职场PPT9-14"/>
                    <p:cNvSpPr/>
                    <p:nvPr/>
                  </p:nvSpPr>
                  <p:spPr>
                    <a:xfrm rot="10800000">
                      <a:off x="0" y="1970484"/>
                      <a:ext cx="444897" cy="44489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0"/>
                          </a:moveTo>
                          <a:lnTo>
                            <a:pt x="0" y="13488"/>
                          </a:lnTo>
                          <a:cubicBezTo>
                            <a:pt x="0" y="15867"/>
                            <a:pt x="7" y="17296"/>
                            <a:pt x="405" y="18247"/>
                          </a:cubicBezTo>
                          <a:cubicBezTo>
                            <a:pt x="904" y="19619"/>
                            <a:pt x="1981" y="20696"/>
                            <a:pt x="3353" y="21195"/>
                          </a:cubicBezTo>
                          <a:cubicBezTo>
                            <a:pt x="4304" y="21593"/>
                            <a:pt x="5733" y="21600"/>
                            <a:pt x="8112" y="21600"/>
                          </a:cubicBezTo>
                          <a:lnTo>
                            <a:pt x="2160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</p:grpSp>
              <p:sp>
                <p:nvSpPr>
                  <p:cNvPr id="130" name="小红书平北职场PPT9-15"/>
                  <p:cNvSpPr/>
                  <p:nvPr/>
                </p:nvSpPr>
                <p:spPr>
                  <a:xfrm>
                    <a:off x="157339" y="719791"/>
                    <a:ext cx="1765802" cy="90102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extrusionOk="0">
                        <a:moveTo>
                          <a:pt x="0" y="0"/>
                        </a:moveTo>
                        <a:lnTo>
                          <a:pt x="21600" y="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</p:spPr>
                <p:txBody>
                  <a:bodyPr wrap="square" rtlCol="0">
                    <a:spAutoFit/>
                  </a:bodyPr>
                  <a:lstStyle>
                    <a:lvl1pPr>
                      <a:defRPr sz="2000">
                        <a:solidFill>
                          <a:srgbClr val="A7A7A7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defRPr>
                    </a:lvl1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开发动态图形模板库</a:t>
                    </a:r>
                    <a:endParaRPr kumimoji="0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endParaRPr>
                  </a:p>
                </p:txBody>
              </p:sp>
            </p:grpSp>
          </p:grpSp>
          <p:grpSp>
            <p:nvGrpSpPr>
              <p:cNvPr id="95" name="Group"/>
              <p:cNvGrpSpPr/>
              <p:nvPr/>
            </p:nvGrpSpPr>
            <p:grpSpPr>
              <a:xfrm>
                <a:off x="749717" y="3971309"/>
                <a:ext cx="1141937" cy="1213524"/>
                <a:chOff x="-1" y="0"/>
                <a:chExt cx="2066623" cy="2415382"/>
              </a:xfrm>
            </p:grpSpPr>
            <p:grpSp>
              <p:nvGrpSpPr>
                <p:cNvPr id="123" name="Group"/>
                <p:cNvGrpSpPr/>
                <p:nvPr/>
              </p:nvGrpSpPr>
              <p:grpSpPr>
                <a:xfrm>
                  <a:off x="-1" y="0"/>
                  <a:ext cx="2066623" cy="2415382"/>
                  <a:chOff x="0" y="0"/>
                  <a:chExt cx="2066621" cy="2415381"/>
                </a:xfrm>
              </p:grpSpPr>
              <p:sp>
                <p:nvSpPr>
                  <p:cNvPr id="125" name="小红书平北职场PPT9-16"/>
                  <p:cNvSpPr/>
                  <p:nvPr/>
                </p:nvSpPr>
                <p:spPr>
                  <a:xfrm>
                    <a:off x="92" y="0"/>
                    <a:ext cx="2066530" cy="241538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97" h="21600" extrusionOk="0">
                        <a:moveTo>
                          <a:pt x="1746" y="0"/>
                        </a:moveTo>
                        <a:cubicBezTo>
                          <a:pt x="1234" y="0"/>
                          <a:pt x="927" y="1"/>
                          <a:pt x="722" y="75"/>
                        </a:cubicBezTo>
                        <a:cubicBezTo>
                          <a:pt x="426" y="166"/>
                          <a:pt x="195" y="365"/>
                          <a:pt x="87" y="618"/>
                        </a:cubicBezTo>
                        <a:cubicBezTo>
                          <a:pt x="2" y="793"/>
                          <a:pt x="0" y="1056"/>
                          <a:pt x="0" y="1494"/>
                        </a:cubicBezTo>
                        <a:lnTo>
                          <a:pt x="0" y="17621"/>
                        </a:lnTo>
                        <a:lnTo>
                          <a:pt x="4650" y="21600"/>
                        </a:lnTo>
                        <a:lnTo>
                          <a:pt x="19855" y="21600"/>
                        </a:lnTo>
                        <a:cubicBezTo>
                          <a:pt x="20367" y="21600"/>
                          <a:pt x="20671" y="21599"/>
                          <a:pt x="20876" y="21525"/>
                        </a:cubicBezTo>
                        <a:cubicBezTo>
                          <a:pt x="21171" y="21434"/>
                          <a:pt x="21407" y="21235"/>
                          <a:pt x="21514" y="20982"/>
                        </a:cubicBezTo>
                        <a:cubicBezTo>
                          <a:pt x="21600" y="20807"/>
                          <a:pt x="21597" y="20544"/>
                          <a:pt x="21597" y="20106"/>
                        </a:cubicBezTo>
                        <a:lnTo>
                          <a:pt x="21597" y="1494"/>
                        </a:lnTo>
                        <a:cubicBezTo>
                          <a:pt x="21597" y="1056"/>
                          <a:pt x="21600" y="793"/>
                          <a:pt x="21514" y="618"/>
                        </a:cubicBezTo>
                        <a:cubicBezTo>
                          <a:pt x="21407" y="365"/>
                          <a:pt x="21171" y="166"/>
                          <a:pt x="20876" y="75"/>
                        </a:cubicBezTo>
                        <a:cubicBezTo>
                          <a:pt x="20671" y="1"/>
                          <a:pt x="20367" y="0"/>
                          <a:pt x="19855" y="0"/>
                        </a:cubicBezTo>
                        <a:lnTo>
                          <a:pt x="1746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endParaRPr>
                  </a:p>
                </p:txBody>
              </p:sp>
              <p:sp>
                <p:nvSpPr>
                  <p:cNvPr id="126" name="小红书平北职场PPT9-17"/>
                  <p:cNvSpPr/>
                  <p:nvPr/>
                </p:nvSpPr>
                <p:spPr>
                  <a:xfrm rot="10800000">
                    <a:off x="0" y="1970484"/>
                    <a:ext cx="444897" cy="44489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0" y="13488"/>
                        </a:lnTo>
                        <a:cubicBezTo>
                          <a:pt x="0" y="15867"/>
                          <a:pt x="7" y="17296"/>
                          <a:pt x="405" y="18247"/>
                        </a:cubicBezTo>
                        <a:cubicBezTo>
                          <a:pt x="904" y="19619"/>
                          <a:pt x="1981" y="20696"/>
                          <a:pt x="3353" y="21195"/>
                        </a:cubicBezTo>
                        <a:cubicBezTo>
                          <a:pt x="4304" y="21593"/>
                          <a:pt x="5733" y="21600"/>
                          <a:pt x="8112" y="21600"/>
                        </a:cubicBezTo>
                        <a:lnTo>
                          <a:pt x="21600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20000"/>
                      <a:lumOff val="80000"/>
                    </a:scheme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endParaRPr>
                  </a:p>
                </p:txBody>
              </p:sp>
            </p:grpSp>
            <p:sp>
              <p:nvSpPr>
                <p:cNvPr id="124" name="小红书平北职场PPT9-18"/>
                <p:cNvSpPr/>
                <p:nvPr/>
              </p:nvSpPr>
              <p:spPr>
                <a:xfrm>
                  <a:off x="157339" y="719790"/>
                  <a:ext cx="1765802" cy="90102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</p:spPr>
              <p:txBody>
                <a:bodyPr wrap="square" rtlCol="0">
                  <a:spAutoFit/>
                </a:bodyPr>
                <a:lstStyle>
                  <a:lvl1pPr>
                    <a:defRPr sz="2000">
                      <a:solidFill>
                        <a:srgbClr val="A7A7A7"/>
                      </a:solidFill>
                      <a:latin typeface="Barlow Medium"/>
                      <a:ea typeface="Barlow Medium"/>
                      <a:cs typeface="Barlow Medium"/>
                      <a:sym typeface="Barlow Medium"/>
                    </a:defRPr>
                  </a:lvl1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rPr>
                    <a:t>自研</a:t>
                  </a: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rPr>
                    <a:t>AIGC</a:t>
                  </a: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rPr>
                    <a:t>内容引擎</a:t>
                  </a:r>
                  <a:endParaRPr kumimoji="0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endParaRPr>
                </a:p>
              </p:txBody>
            </p:sp>
          </p:grpSp>
          <p:grpSp>
            <p:nvGrpSpPr>
              <p:cNvPr id="96" name="Group"/>
              <p:cNvGrpSpPr/>
              <p:nvPr/>
            </p:nvGrpSpPr>
            <p:grpSpPr>
              <a:xfrm>
                <a:off x="4469008" y="1235140"/>
                <a:ext cx="2328175" cy="1213525"/>
                <a:chOff x="-2" y="0"/>
                <a:chExt cx="4213421" cy="2415383"/>
              </a:xfrm>
            </p:grpSpPr>
            <p:grpSp>
              <p:nvGrpSpPr>
                <p:cNvPr id="113" name="Group"/>
                <p:cNvGrpSpPr/>
                <p:nvPr/>
              </p:nvGrpSpPr>
              <p:grpSpPr>
                <a:xfrm>
                  <a:off x="-2" y="0"/>
                  <a:ext cx="2066625" cy="2415383"/>
                  <a:chOff x="-1" y="0"/>
                  <a:chExt cx="2066623" cy="2415382"/>
                </a:xfrm>
              </p:grpSpPr>
              <p:grpSp>
                <p:nvGrpSpPr>
                  <p:cNvPr id="119" name="Group"/>
                  <p:cNvGrpSpPr/>
                  <p:nvPr/>
                </p:nvGrpSpPr>
                <p:grpSpPr>
                  <a:xfrm>
                    <a:off x="-1" y="0"/>
                    <a:ext cx="2066623" cy="2415382"/>
                    <a:chOff x="0" y="0"/>
                    <a:chExt cx="2066621" cy="2415381"/>
                  </a:xfrm>
                </p:grpSpPr>
                <p:sp>
                  <p:nvSpPr>
                    <p:cNvPr id="121" name="小红书平北职场PPT9-19"/>
                    <p:cNvSpPr/>
                    <p:nvPr/>
                  </p:nvSpPr>
                  <p:spPr>
                    <a:xfrm>
                      <a:off x="92" y="0"/>
                      <a:ext cx="2066530" cy="241538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7" h="21600" extrusionOk="0">
                          <a:moveTo>
                            <a:pt x="1746" y="0"/>
                          </a:moveTo>
                          <a:cubicBezTo>
                            <a:pt x="1234" y="0"/>
                            <a:pt x="927" y="1"/>
                            <a:pt x="722" y="75"/>
                          </a:cubicBezTo>
                          <a:cubicBezTo>
                            <a:pt x="426" y="166"/>
                            <a:pt x="195" y="365"/>
                            <a:pt x="87" y="618"/>
                          </a:cubicBezTo>
                          <a:cubicBezTo>
                            <a:pt x="2" y="793"/>
                            <a:pt x="0" y="1056"/>
                            <a:pt x="0" y="1494"/>
                          </a:cubicBezTo>
                          <a:lnTo>
                            <a:pt x="0" y="17621"/>
                          </a:lnTo>
                          <a:lnTo>
                            <a:pt x="4650" y="21600"/>
                          </a:lnTo>
                          <a:lnTo>
                            <a:pt x="19855" y="21600"/>
                          </a:lnTo>
                          <a:cubicBezTo>
                            <a:pt x="20367" y="21600"/>
                            <a:pt x="20671" y="21599"/>
                            <a:pt x="20876" y="21525"/>
                          </a:cubicBezTo>
                          <a:cubicBezTo>
                            <a:pt x="21171" y="21434"/>
                            <a:pt x="21407" y="21235"/>
                            <a:pt x="21514" y="20982"/>
                          </a:cubicBezTo>
                          <a:cubicBezTo>
                            <a:pt x="21600" y="20807"/>
                            <a:pt x="21597" y="20544"/>
                            <a:pt x="21597" y="20106"/>
                          </a:cubicBezTo>
                          <a:lnTo>
                            <a:pt x="21597" y="1494"/>
                          </a:lnTo>
                          <a:cubicBezTo>
                            <a:pt x="21597" y="1056"/>
                            <a:pt x="21600" y="793"/>
                            <a:pt x="21514" y="618"/>
                          </a:cubicBezTo>
                          <a:cubicBezTo>
                            <a:pt x="21407" y="365"/>
                            <a:pt x="21171" y="166"/>
                            <a:pt x="20876" y="75"/>
                          </a:cubicBezTo>
                          <a:cubicBezTo>
                            <a:pt x="20671" y="1"/>
                            <a:pt x="20367" y="0"/>
                            <a:pt x="19855" y="0"/>
                          </a:cubicBezTo>
                          <a:lnTo>
                            <a:pt x="1746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  <p:sp>
                  <p:nvSpPr>
                    <p:cNvPr id="122" name="小红书平北职场PPT9-20"/>
                    <p:cNvSpPr/>
                    <p:nvPr/>
                  </p:nvSpPr>
                  <p:spPr>
                    <a:xfrm rot="10800000">
                      <a:off x="0" y="1970484"/>
                      <a:ext cx="444897" cy="44489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0"/>
                          </a:moveTo>
                          <a:lnTo>
                            <a:pt x="0" y="13488"/>
                          </a:lnTo>
                          <a:cubicBezTo>
                            <a:pt x="0" y="15867"/>
                            <a:pt x="7" y="17296"/>
                            <a:pt x="405" y="18247"/>
                          </a:cubicBezTo>
                          <a:cubicBezTo>
                            <a:pt x="904" y="19619"/>
                            <a:pt x="1981" y="20696"/>
                            <a:pt x="3353" y="21195"/>
                          </a:cubicBezTo>
                          <a:cubicBezTo>
                            <a:pt x="4304" y="21593"/>
                            <a:pt x="5733" y="21600"/>
                            <a:pt x="8112" y="21600"/>
                          </a:cubicBezTo>
                          <a:lnTo>
                            <a:pt x="2160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</p:grpSp>
              <p:sp>
                <p:nvSpPr>
                  <p:cNvPr id="120" name="小红书平北职场PPT9-21"/>
                  <p:cNvSpPr/>
                  <p:nvPr/>
                </p:nvSpPr>
                <p:spPr>
                  <a:xfrm>
                    <a:off x="157339" y="719791"/>
                    <a:ext cx="1765803" cy="90102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extrusionOk="0">
                        <a:moveTo>
                          <a:pt x="0" y="0"/>
                        </a:moveTo>
                        <a:lnTo>
                          <a:pt x="21600" y="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</p:spPr>
                <p:txBody>
                  <a:bodyPr wrap="square" rtlCol="0">
                    <a:spAutoFit/>
                  </a:bodyPr>
                  <a:lstStyle>
                    <a:lvl1pPr>
                      <a:defRPr sz="2000">
                        <a:solidFill>
                          <a:srgbClr val="A7A7A7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defRPr>
                    </a:lvl1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建立供应商白名单</a:t>
                    </a:r>
                  </a:p>
                </p:txBody>
              </p:sp>
            </p:grpSp>
            <p:grpSp>
              <p:nvGrpSpPr>
                <p:cNvPr id="114" name="Group"/>
                <p:cNvGrpSpPr/>
                <p:nvPr/>
              </p:nvGrpSpPr>
              <p:grpSpPr>
                <a:xfrm>
                  <a:off x="2146795" y="0"/>
                  <a:ext cx="2066624" cy="2415383"/>
                  <a:chOff x="-1" y="0"/>
                  <a:chExt cx="2066623" cy="2415382"/>
                </a:xfrm>
              </p:grpSpPr>
              <p:grpSp>
                <p:nvGrpSpPr>
                  <p:cNvPr id="115" name="Group"/>
                  <p:cNvGrpSpPr/>
                  <p:nvPr/>
                </p:nvGrpSpPr>
                <p:grpSpPr>
                  <a:xfrm>
                    <a:off x="-1" y="0"/>
                    <a:ext cx="2066623" cy="2415382"/>
                    <a:chOff x="0" y="0"/>
                    <a:chExt cx="2066621" cy="2415381"/>
                  </a:xfrm>
                </p:grpSpPr>
                <p:sp>
                  <p:nvSpPr>
                    <p:cNvPr id="117" name="小红书平北职场PPT9-22"/>
                    <p:cNvSpPr/>
                    <p:nvPr/>
                  </p:nvSpPr>
                  <p:spPr>
                    <a:xfrm>
                      <a:off x="92" y="0"/>
                      <a:ext cx="2066530" cy="241538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7" h="21600" extrusionOk="0">
                          <a:moveTo>
                            <a:pt x="1746" y="0"/>
                          </a:moveTo>
                          <a:cubicBezTo>
                            <a:pt x="1234" y="0"/>
                            <a:pt x="927" y="1"/>
                            <a:pt x="722" y="75"/>
                          </a:cubicBezTo>
                          <a:cubicBezTo>
                            <a:pt x="426" y="166"/>
                            <a:pt x="195" y="365"/>
                            <a:pt x="87" y="618"/>
                          </a:cubicBezTo>
                          <a:cubicBezTo>
                            <a:pt x="2" y="793"/>
                            <a:pt x="0" y="1056"/>
                            <a:pt x="0" y="1494"/>
                          </a:cubicBezTo>
                          <a:lnTo>
                            <a:pt x="0" y="17621"/>
                          </a:lnTo>
                          <a:lnTo>
                            <a:pt x="4650" y="21600"/>
                          </a:lnTo>
                          <a:lnTo>
                            <a:pt x="19855" y="21600"/>
                          </a:lnTo>
                          <a:cubicBezTo>
                            <a:pt x="20367" y="21600"/>
                            <a:pt x="20671" y="21599"/>
                            <a:pt x="20876" y="21525"/>
                          </a:cubicBezTo>
                          <a:cubicBezTo>
                            <a:pt x="21171" y="21434"/>
                            <a:pt x="21407" y="21235"/>
                            <a:pt x="21514" y="20982"/>
                          </a:cubicBezTo>
                          <a:cubicBezTo>
                            <a:pt x="21600" y="20807"/>
                            <a:pt x="21597" y="20544"/>
                            <a:pt x="21597" y="20106"/>
                          </a:cubicBezTo>
                          <a:lnTo>
                            <a:pt x="21597" y="1494"/>
                          </a:lnTo>
                          <a:cubicBezTo>
                            <a:pt x="21597" y="1056"/>
                            <a:pt x="21600" y="793"/>
                            <a:pt x="21514" y="618"/>
                          </a:cubicBezTo>
                          <a:cubicBezTo>
                            <a:pt x="21407" y="365"/>
                            <a:pt x="21171" y="166"/>
                            <a:pt x="20876" y="75"/>
                          </a:cubicBezTo>
                          <a:cubicBezTo>
                            <a:pt x="20671" y="1"/>
                            <a:pt x="20367" y="0"/>
                            <a:pt x="19855" y="0"/>
                          </a:cubicBezTo>
                          <a:lnTo>
                            <a:pt x="1746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  <p:sp>
                  <p:nvSpPr>
                    <p:cNvPr id="118" name="小红书平北职场PPT9-23"/>
                    <p:cNvSpPr/>
                    <p:nvPr/>
                  </p:nvSpPr>
                  <p:spPr>
                    <a:xfrm rot="10800000">
                      <a:off x="0" y="1970484"/>
                      <a:ext cx="444897" cy="44489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0"/>
                          </a:moveTo>
                          <a:lnTo>
                            <a:pt x="0" y="13488"/>
                          </a:lnTo>
                          <a:cubicBezTo>
                            <a:pt x="0" y="15867"/>
                            <a:pt x="7" y="17296"/>
                            <a:pt x="405" y="18247"/>
                          </a:cubicBezTo>
                          <a:cubicBezTo>
                            <a:pt x="904" y="19619"/>
                            <a:pt x="1981" y="20696"/>
                            <a:pt x="3353" y="21195"/>
                          </a:cubicBezTo>
                          <a:cubicBezTo>
                            <a:pt x="4304" y="21593"/>
                            <a:pt x="5733" y="21600"/>
                            <a:pt x="8112" y="21600"/>
                          </a:cubicBezTo>
                          <a:lnTo>
                            <a:pt x="2160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</p:grpSp>
              <p:sp>
                <p:nvSpPr>
                  <p:cNvPr id="116" name="小红书平北职场PPT9-24"/>
                  <p:cNvSpPr/>
                  <p:nvPr/>
                </p:nvSpPr>
                <p:spPr>
                  <a:xfrm>
                    <a:off x="157339" y="719791"/>
                    <a:ext cx="1765802" cy="90102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extrusionOk="0">
                        <a:moveTo>
                          <a:pt x="0" y="0"/>
                        </a:moveTo>
                        <a:lnTo>
                          <a:pt x="21600" y="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</p:spPr>
                <p:txBody>
                  <a:bodyPr wrap="square" rtlCol="0">
                    <a:spAutoFit/>
                  </a:bodyPr>
                  <a:lstStyle>
                    <a:lvl1pPr>
                      <a:defRPr sz="2000">
                        <a:solidFill>
                          <a:srgbClr val="A7A7A7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defRPr>
                    </a:lvl1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标准化素材管理流程</a:t>
                    </a:r>
                  </a:p>
                </p:txBody>
              </p:sp>
            </p:grpSp>
          </p:grpSp>
          <p:grpSp>
            <p:nvGrpSpPr>
              <p:cNvPr id="97" name="Group"/>
              <p:cNvGrpSpPr/>
              <p:nvPr/>
            </p:nvGrpSpPr>
            <p:grpSpPr>
              <a:xfrm>
                <a:off x="4469008" y="2603225"/>
                <a:ext cx="1141937" cy="1213524"/>
                <a:chOff x="-1" y="0"/>
                <a:chExt cx="2066623" cy="2415382"/>
              </a:xfrm>
            </p:grpSpPr>
            <p:grpSp>
              <p:nvGrpSpPr>
                <p:cNvPr id="109" name="Group"/>
                <p:cNvGrpSpPr/>
                <p:nvPr/>
              </p:nvGrpSpPr>
              <p:grpSpPr>
                <a:xfrm>
                  <a:off x="-1" y="0"/>
                  <a:ext cx="2066623" cy="2415382"/>
                  <a:chOff x="0" y="0"/>
                  <a:chExt cx="2066621" cy="2415381"/>
                </a:xfrm>
              </p:grpSpPr>
              <p:sp>
                <p:nvSpPr>
                  <p:cNvPr id="111" name="小红书平北职场PPT9-25"/>
                  <p:cNvSpPr/>
                  <p:nvPr/>
                </p:nvSpPr>
                <p:spPr>
                  <a:xfrm>
                    <a:off x="92" y="0"/>
                    <a:ext cx="2066530" cy="241538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97" h="21600" extrusionOk="0">
                        <a:moveTo>
                          <a:pt x="1746" y="0"/>
                        </a:moveTo>
                        <a:cubicBezTo>
                          <a:pt x="1234" y="0"/>
                          <a:pt x="927" y="1"/>
                          <a:pt x="722" y="75"/>
                        </a:cubicBezTo>
                        <a:cubicBezTo>
                          <a:pt x="426" y="166"/>
                          <a:pt x="195" y="365"/>
                          <a:pt x="87" y="618"/>
                        </a:cubicBezTo>
                        <a:cubicBezTo>
                          <a:pt x="2" y="793"/>
                          <a:pt x="0" y="1056"/>
                          <a:pt x="0" y="1494"/>
                        </a:cubicBezTo>
                        <a:lnTo>
                          <a:pt x="0" y="17621"/>
                        </a:lnTo>
                        <a:lnTo>
                          <a:pt x="4650" y="21600"/>
                        </a:lnTo>
                        <a:lnTo>
                          <a:pt x="19855" y="21600"/>
                        </a:lnTo>
                        <a:cubicBezTo>
                          <a:pt x="20367" y="21600"/>
                          <a:pt x="20671" y="21599"/>
                          <a:pt x="20876" y="21525"/>
                        </a:cubicBezTo>
                        <a:cubicBezTo>
                          <a:pt x="21171" y="21434"/>
                          <a:pt x="21407" y="21235"/>
                          <a:pt x="21514" y="20982"/>
                        </a:cubicBezTo>
                        <a:cubicBezTo>
                          <a:pt x="21600" y="20807"/>
                          <a:pt x="21597" y="20544"/>
                          <a:pt x="21597" y="20106"/>
                        </a:cubicBezTo>
                        <a:lnTo>
                          <a:pt x="21597" y="1494"/>
                        </a:lnTo>
                        <a:cubicBezTo>
                          <a:pt x="21597" y="1056"/>
                          <a:pt x="21600" y="793"/>
                          <a:pt x="21514" y="618"/>
                        </a:cubicBezTo>
                        <a:cubicBezTo>
                          <a:pt x="21407" y="365"/>
                          <a:pt x="21171" y="166"/>
                          <a:pt x="20876" y="75"/>
                        </a:cubicBezTo>
                        <a:cubicBezTo>
                          <a:pt x="20671" y="1"/>
                          <a:pt x="20367" y="0"/>
                          <a:pt x="19855" y="0"/>
                        </a:cubicBezTo>
                        <a:lnTo>
                          <a:pt x="1746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endParaRPr>
                  </a:p>
                </p:txBody>
              </p:sp>
              <p:sp>
                <p:nvSpPr>
                  <p:cNvPr id="112" name="小红书平北职场PPT9-26"/>
                  <p:cNvSpPr/>
                  <p:nvPr/>
                </p:nvSpPr>
                <p:spPr>
                  <a:xfrm rot="10800000">
                    <a:off x="0" y="1970484"/>
                    <a:ext cx="444897" cy="44489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0" y="13488"/>
                        </a:lnTo>
                        <a:cubicBezTo>
                          <a:pt x="0" y="15867"/>
                          <a:pt x="7" y="17296"/>
                          <a:pt x="405" y="18247"/>
                        </a:cubicBezTo>
                        <a:cubicBezTo>
                          <a:pt x="904" y="19619"/>
                          <a:pt x="1981" y="20696"/>
                          <a:pt x="3353" y="21195"/>
                        </a:cubicBezTo>
                        <a:cubicBezTo>
                          <a:pt x="4304" y="21593"/>
                          <a:pt x="5733" y="21600"/>
                          <a:pt x="8112" y="21600"/>
                        </a:cubicBezTo>
                        <a:lnTo>
                          <a:pt x="21600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20000"/>
                      <a:lumOff val="80000"/>
                    </a:scheme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endParaRPr>
                  </a:p>
                </p:txBody>
              </p:sp>
            </p:grpSp>
            <p:sp>
              <p:nvSpPr>
                <p:cNvPr id="110" name="小红书平北职场PPT9-27"/>
                <p:cNvSpPr/>
                <p:nvPr/>
              </p:nvSpPr>
              <p:spPr>
                <a:xfrm>
                  <a:off x="157339" y="719790"/>
                  <a:ext cx="1765802" cy="90102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</p:spPr>
              <p:txBody>
                <a:bodyPr wrap="square" rtlCol="0">
                  <a:spAutoFit/>
                </a:bodyPr>
                <a:lstStyle>
                  <a:lvl1pPr>
                    <a:defRPr sz="2000">
                      <a:solidFill>
                        <a:srgbClr val="A7A7A7"/>
                      </a:solidFill>
                      <a:latin typeface="Barlow Medium"/>
                      <a:ea typeface="Barlow Medium"/>
                      <a:cs typeface="Barlow Medium"/>
                      <a:sym typeface="Barlow Medium"/>
                    </a:defRPr>
                  </a:lvl1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rPr>
                    <a:t>原创</a:t>
                  </a: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rPr>
                    <a:t>3D</a:t>
                  </a:r>
                  <a:r>
                    <a:rPr kumimoji="0" lang="zh-CN" alt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rPr>
                    <a:t>角色建模</a:t>
                  </a: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rPr>
                    <a:t>28</a:t>
                  </a: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rPr>
                    <a:t>个</a:t>
                  </a:r>
                  <a:endParaRPr kumimoji="0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endParaRPr>
                </a:p>
              </p:txBody>
            </p:sp>
          </p:grpSp>
          <p:grpSp>
            <p:nvGrpSpPr>
              <p:cNvPr id="98" name="Group"/>
              <p:cNvGrpSpPr/>
              <p:nvPr/>
            </p:nvGrpSpPr>
            <p:grpSpPr>
              <a:xfrm>
                <a:off x="4469008" y="3971308"/>
                <a:ext cx="2328175" cy="1213525"/>
                <a:chOff x="-3" y="0"/>
                <a:chExt cx="4213422" cy="2415383"/>
              </a:xfrm>
            </p:grpSpPr>
            <p:grpSp>
              <p:nvGrpSpPr>
                <p:cNvPr id="99" name="Group"/>
                <p:cNvGrpSpPr/>
                <p:nvPr/>
              </p:nvGrpSpPr>
              <p:grpSpPr>
                <a:xfrm>
                  <a:off x="-3" y="0"/>
                  <a:ext cx="2066626" cy="2415383"/>
                  <a:chOff x="-1" y="0"/>
                  <a:chExt cx="2066623" cy="2415382"/>
                </a:xfrm>
              </p:grpSpPr>
              <p:grpSp>
                <p:nvGrpSpPr>
                  <p:cNvPr id="105" name="Group"/>
                  <p:cNvGrpSpPr/>
                  <p:nvPr/>
                </p:nvGrpSpPr>
                <p:grpSpPr>
                  <a:xfrm>
                    <a:off x="-1" y="0"/>
                    <a:ext cx="2066623" cy="2415382"/>
                    <a:chOff x="0" y="0"/>
                    <a:chExt cx="2066621" cy="2415381"/>
                  </a:xfrm>
                </p:grpSpPr>
                <p:sp>
                  <p:nvSpPr>
                    <p:cNvPr id="107" name="小红书平北职场PPT9-28"/>
                    <p:cNvSpPr/>
                    <p:nvPr/>
                  </p:nvSpPr>
                  <p:spPr>
                    <a:xfrm>
                      <a:off x="92" y="0"/>
                      <a:ext cx="2066530" cy="241538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7" h="21600" extrusionOk="0">
                          <a:moveTo>
                            <a:pt x="1746" y="0"/>
                          </a:moveTo>
                          <a:cubicBezTo>
                            <a:pt x="1234" y="0"/>
                            <a:pt x="927" y="1"/>
                            <a:pt x="722" y="75"/>
                          </a:cubicBezTo>
                          <a:cubicBezTo>
                            <a:pt x="426" y="166"/>
                            <a:pt x="195" y="365"/>
                            <a:pt x="87" y="618"/>
                          </a:cubicBezTo>
                          <a:cubicBezTo>
                            <a:pt x="2" y="793"/>
                            <a:pt x="0" y="1056"/>
                            <a:pt x="0" y="1494"/>
                          </a:cubicBezTo>
                          <a:lnTo>
                            <a:pt x="0" y="17621"/>
                          </a:lnTo>
                          <a:lnTo>
                            <a:pt x="4650" y="21600"/>
                          </a:lnTo>
                          <a:lnTo>
                            <a:pt x="19855" y="21600"/>
                          </a:lnTo>
                          <a:cubicBezTo>
                            <a:pt x="20367" y="21600"/>
                            <a:pt x="20671" y="21599"/>
                            <a:pt x="20876" y="21525"/>
                          </a:cubicBezTo>
                          <a:cubicBezTo>
                            <a:pt x="21171" y="21434"/>
                            <a:pt x="21407" y="21235"/>
                            <a:pt x="21514" y="20982"/>
                          </a:cubicBezTo>
                          <a:cubicBezTo>
                            <a:pt x="21600" y="20807"/>
                            <a:pt x="21597" y="20544"/>
                            <a:pt x="21597" y="20106"/>
                          </a:cubicBezTo>
                          <a:lnTo>
                            <a:pt x="21597" y="1494"/>
                          </a:lnTo>
                          <a:cubicBezTo>
                            <a:pt x="21597" y="1056"/>
                            <a:pt x="21600" y="793"/>
                            <a:pt x="21514" y="618"/>
                          </a:cubicBezTo>
                          <a:cubicBezTo>
                            <a:pt x="21407" y="365"/>
                            <a:pt x="21171" y="166"/>
                            <a:pt x="20876" y="75"/>
                          </a:cubicBezTo>
                          <a:cubicBezTo>
                            <a:pt x="20671" y="1"/>
                            <a:pt x="20367" y="0"/>
                            <a:pt x="19855" y="0"/>
                          </a:cubicBezTo>
                          <a:lnTo>
                            <a:pt x="1746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  <p:sp>
                  <p:nvSpPr>
                    <p:cNvPr id="108" name="小红书平北职场PPT9-29"/>
                    <p:cNvSpPr/>
                    <p:nvPr/>
                  </p:nvSpPr>
                  <p:spPr>
                    <a:xfrm rot="10800000">
                      <a:off x="0" y="1970484"/>
                      <a:ext cx="444897" cy="44489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0"/>
                          </a:moveTo>
                          <a:lnTo>
                            <a:pt x="0" y="13488"/>
                          </a:lnTo>
                          <a:cubicBezTo>
                            <a:pt x="0" y="15867"/>
                            <a:pt x="7" y="17296"/>
                            <a:pt x="405" y="18247"/>
                          </a:cubicBezTo>
                          <a:cubicBezTo>
                            <a:pt x="904" y="19619"/>
                            <a:pt x="1981" y="20696"/>
                            <a:pt x="3353" y="21195"/>
                          </a:cubicBezTo>
                          <a:cubicBezTo>
                            <a:pt x="4304" y="21593"/>
                            <a:pt x="5733" y="21600"/>
                            <a:pt x="8112" y="21600"/>
                          </a:cubicBezTo>
                          <a:lnTo>
                            <a:pt x="2160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</p:grpSp>
              <p:sp>
                <p:nvSpPr>
                  <p:cNvPr id="106" name="小红书平北职场PPT9-30"/>
                  <p:cNvSpPr/>
                  <p:nvPr/>
                </p:nvSpPr>
                <p:spPr>
                  <a:xfrm>
                    <a:off x="157339" y="719791"/>
                    <a:ext cx="1765803" cy="90102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extrusionOk="0">
                        <a:moveTo>
                          <a:pt x="0" y="0"/>
                        </a:moveTo>
                        <a:lnTo>
                          <a:pt x="21600" y="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</p:spPr>
                <p:txBody>
                  <a:bodyPr wrap="square" rtlCol="0">
                    <a:spAutoFit/>
                  </a:bodyPr>
                  <a:lstStyle>
                    <a:lvl1pPr>
                      <a:defRPr sz="2000">
                        <a:solidFill>
                          <a:srgbClr val="A7A7A7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defRPr>
                    </a:lvl1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上线实时渲染云平台</a:t>
                    </a:r>
                    <a:endParaRPr kumimoji="0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endParaRPr>
                  </a:p>
                </p:txBody>
              </p:sp>
            </p:grpSp>
            <p:grpSp>
              <p:nvGrpSpPr>
                <p:cNvPr id="100" name="Group"/>
                <p:cNvGrpSpPr/>
                <p:nvPr/>
              </p:nvGrpSpPr>
              <p:grpSpPr>
                <a:xfrm>
                  <a:off x="2146795" y="0"/>
                  <a:ext cx="2066624" cy="2415383"/>
                  <a:chOff x="-1" y="0"/>
                  <a:chExt cx="2066623" cy="2415382"/>
                </a:xfrm>
              </p:grpSpPr>
              <p:grpSp>
                <p:nvGrpSpPr>
                  <p:cNvPr id="101" name="Group"/>
                  <p:cNvGrpSpPr/>
                  <p:nvPr/>
                </p:nvGrpSpPr>
                <p:grpSpPr>
                  <a:xfrm>
                    <a:off x="-1" y="0"/>
                    <a:ext cx="2066623" cy="2415382"/>
                    <a:chOff x="0" y="0"/>
                    <a:chExt cx="2066621" cy="2415381"/>
                  </a:xfrm>
                </p:grpSpPr>
                <p:sp>
                  <p:nvSpPr>
                    <p:cNvPr id="103" name="小红书平北职场PPT9-31"/>
                    <p:cNvSpPr/>
                    <p:nvPr/>
                  </p:nvSpPr>
                  <p:spPr>
                    <a:xfrm>
                      <a:off x="92" y="0"/>
                      <a:ext cx="2066530" cy="241538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7" h="21600" extrusionOk="0">
                          <a:moveTo>
                            <a:pt x="1746" y="0"/>
                          </a:moveTo>
                          <a:cubicBezTo>
                            <a:pt x="1234" y="0"/>
                            <a:pt x="927" y="1"/>
                            <a:pt x="722" y="75"/>
                          </a:cubicBezTo>
                          <a:cubicBezTo>
                            <a:pt x="426" y="166"/>
                            <a:pt x="195" y="365"/>
                            <a:pt x="87" y="618"/>
                          </a:cubicBezTo>
                          <a:cubicBezTo>
                            <a:pt x="2" y="793"/>
                            <a:pt x="0" y="1056"/>
                            <a:pt x="0" y="1494"/>
                          </a:cubicBezTo>
                          <a:lnTo>
                            <a:pt x="0" y="17621"/>
                          </a:lnTo>
                          <a:lnTo>
                            <a:pt x="4650" y="21600"/>
                          </a:lnTo>
                          <a:lnTo>
                            <a:pt x="19855" y="21600"/>
                          </a:lnTo>
                          <a:cubicBezTo>
                            <a:pt x="20367" y="21600"/>
                            <a:pt x="20671" y="21599"/>
                            <a:pt x="20876" y="21525"/>
                          </a:cubicBezTo>
                          <a:cubicBezTo>
                            <a:pt x="21171" y="21434"/>
                            <a:pt x="21407" y="21235"/>
                            <a:pt x="21514" y="20982"/>
                          </a:cubicBezTo>
                          <a:cubicBezTo>
                            <a:pt x="21600" y="20807"/>
                            <a:pt x="21597" y="20544"/>
                            <a:pt x="21597" y="20106"/>
                          </a:cubicBezTo>
                          <a:lnTo>
                            <a:pt x="21597" y="1494"/>
                          </a:lnTo>
                          <a:cubicBezTo>
                            <a:pt x="21597" y="1056"/>
                            <a:pt x="21600" y="793"/>
                            <a:pt x="21514" y="618"/>
                          </a:cubicBezTo>
                          <a:cubicBezTo>
                            <a:pt x="21407" y="365"/>
                            <a:pt x="21171" y="166"/>
                            <a:pt x="20876" y="75"/>
                          </a:cubicBezTo>
                          <a:cubicBezTo>
                            <a:pt x="20671" y="1"/>
                            <a:pt x="20367" y="0"/>
                            <a:pt x="19855" y="0"/>
                          </a:cubicBezTo>
                          <a:lnTo>
                            <a:pt x="1746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  <p:sp>
                  <p:nvSpPr>
                    <p:cNvPr id="104" name="小红书平北职场PPT9-32"/>
                    <p:cNvSpPr/>
                    <p:nvPr/>
                  </p:nvSpPr>
                  <p:spPr>
                    <a:xfrm rot="10800000">
                      <a:off x="0" y="1970484"/>
                      <a:ext cx="444897" cy="44489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0"/>
                          </a:moveTo>
                          <a:lnTo>
                            <a:pt x="0" y="13488"/>
                          </a:lnTo>
                          <a:cubicBezTo>
                            <a:pt x="0" y="15867"/>
                            <a:pt x="7" y="17296"/>
                            <a:pt x="405" y="18247"/>
                          </a:cubicBezTo>
                          <a:cubicBezTo>
                            <a:pt x="904" y="19619"/>
                            <a:pt x="1981" y="20696"/>
                            <a:pt x="3353" y="21195"/>
                          </a:cubicBezTo>
                          <a:cubicBezTo>
                            <a:pt x="4304" y="21593"/>
                            <a:pt x="5733" y="21600"/>
                            <a:pt x="8112" y="21600"/>
                          </a:cubicBezTo>
                          <a:lnTo>
                            <a:pt x="2160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</p:grpSp>
              <p:sp>
                <p:nvSpPr>
                  <p:cNvPr id="102" name="小红书平北职场PPT9-33"/>
                  <p:cNvSpPr/>
                  <p:nvPr/>
                </p:nvSpPr>
                <p:spPr>
                  <a:xfrm>
                    <a:off x="157339" y="719791"/>
                    <a:ext cx="1765802" cy="90102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extrusionOk="0">
                        <a:moveTo>
                          <a:pt x="0" y="0"/>
                        </a:moveTo>
                        <a:lnTo>
                          <a:pt x="21600" y="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</p:spPr>
                <p:txBody>
                  <a:bodyPr wrap="square" rtlCol="0">
                    <a:spAutoFit/>
                  </a:bodyPr>
                  <a:lstStyle>
                    <a:lvl1pPr>
                      <a:defRPr sz="2000">
                        <a:solidFill>
                          <a:srgbClr val="A7A7A7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defRPr>
                    </a:lvl1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实现</a:t>
                    </a:r>
                    <a:r>
                      <a:rPr kumimoji="0" lang="en-US" altLang="zh-CN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8</a:t>
                    </a:r>
                    <a:r>
                      <a: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K HDR</a:t>
                    </a: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直播</a:t>
                    </a:r>
                    <a:endParaRPr kumimoji="0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endParaRPr>
                  </a:p>
                </p:txBody>
              </p:sp>
            </p:grpSp>
          </p:grpSp>
        </p:grpSp>
        <p:grpSp>
          <p:nvGrpSpPr>
            <p:cNvPr id="60" name="组合 59"/>
            <p:cNvGrpSpPr/>
            <p:nvPr/>
          </p:nvGrpSpPr>
          <p:grpSpPr>
            <a:xfrm>
              <a:off x="8188298" y="1235140"/>
              <a:ext cx="2328175" cy="3949693"/>
              <a:chOff x="8188298" y="1235140"/>
              <a:chExt cx="2328175" cy="3949693"/>
            </a:xfrm>
          </p:grpSpPr>
          <p:grpSp>
            <p:nvGrpSpPr>
              <p:cNvPr id="61" name="Group"/>
              <p:cNvGrpSpPr/>
              <p:nvPr/>
            </p:nvGrpSpPr>
            <p:grpSpPr>
              <a:xfrm>
                <a:off x="8188298" y="1235140"/>
                <a:ext cx="2328175" cy="1213525"/>
                <a:chOff x="-2" y="0"/>
                <a:chExt cx="4213421" cy="2415383"/>
              </a:xfrm>
            </p:grpSpPr>
            <p:grpSp>
              <p:nvGrpSpPr>
                <p:cNvPr id="81" name="Group"/>
                <p:cNvGrpSpPr/>
                <p:nvPr/>
              </p:nvGrpSpPr>
              <p:grpSpPr>
                <a:xfrm>
                  <a:off x="-2" y="0"/>
                  <a:ext cx="2066625" cy="2415383"/>
                  <a:chOff x="-1" y="0"/>
                  <a:chExt cx="2066623" cy="2415382"/>
                </a:xfrm>
              </p:grpSpPr>
              <p:grpSp>
                <p:nvGrpSpPr>
                  <p:cNvPr id="88" name="Group"/>
                  <p:cNvGrpSpPr/>
                  <p:nvPr/>
                </p:nvGrpSpPr>
                <p:grpSpPr>
                  <a:xfrm>
                    <a:off x="-1" y="0"/>
                    <a:ext cx="2066623" cy="2415382"/>
                    <a:chOff x="0" y="0"/>
                    <a:chExt cx="2066621" cy="2415381"/>
                  </a:xfrm>
                </p:grpSpPr>
                <p:sp>
                  <p:nvSpPr>
                    <p:cNvPr id="91" name="小红书平北职场PPT9-34"/>
                    <p:cNvSpPr/>
                    <p:nvPr/>
                  </p:nvSpPr>
                  <p:spPr>
                    <a:xfrm>
                      <a:off x="92" y="0"/>
                      <a:ext cx="2066530" cy="241538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7" h="21600" extrusionOk="0">
                          <a:moveTo>
                            <a:pt x="1746" y="0"/>
                          </a:moveTo>
                          <a:cubicBezTo>
                            <a:pt x="1234" y="0"/>
                            <a:pt x="927" y="1"/>
                            <a:pt x="722" y="75"/>
                          </a:cubicBezTo>
                          <a:cubicBezTo>
                            <a:pt x="426" y="166"/>
                            <a:pt x="195" y="365"/>
                            <a:pt x="87" y="618"/>
                          </a:cubicBezTo>
                          <a:cubicBezTo>
                            <a:pt x="2" y="793"/>
                            <a:pt x="0" y="1056"/>
                            <a:pt x="0" y="1494"/>
                          </a:cubicBezTo>
                          <a:lnTo>
                            <a:pt x="0" y="17621"/>
                          </a:lnTo>
                          <a:lnTo>
                            <a:pt x="4650" y="21600"/>
                          </a:lnTo>
                          <a:lnTo>
                            <a:pt x="19855" y="21600"/>
                          </a:lnTo>
                          <a:cubicBezTo>
                            <a:pt x="20367" y="21600"/>
                            <a:pt x="20671" y="21599"/>
                            <a:pt x="20876" y="21525"/>
                          </a:cubicBezTo>
                          <a:cubicBezTo>
                            <a:pt x="21171" y="21434"/>
                            <a:pt x="21407" y="21235"/>
                            <a:pt x="21514" y="20982"/>
                          </a:cubicBezTo>
                          <a:cubicBezTo>
                            <a:pt x="21600" y="20807"/>
                            <a:pt x="21597" y="20544"/>
                            <a:pt x="21597" y="20106"/>
                          </a:cubicBezTo>
                          <a:lnTo>
                            <a:pt x="21597" y="1494"/>
                          </a:lnTo>
                          <a:cubicBezTo>
                            <a:pt x="21597" y="1056"/>
                            <a:pt x="21600" y="793"/>
                            <a:pt x="21514" y="618"/>
                          </a:cubicBezTo>
                          <a:cubicBezTo>
                            <a:pt x="21407" y="365"/>
                            <a:pt x="21171" y="166"/>
                            <a:pt x="20876" y="75"/>
                          </a:cubicBezTo>
                          <a:cubicBezTo>
                            <a:pt x="20671" y="1"/>
                            <a:pt x="20367" y="0"/>
                            <a:pt x="19855" y="0"/>
                          </a:cubicBezTo>
                          <a:lnTo>
                            <a:pt x="1746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  <p:sp>
                  <p:nvSpPr>
                    <p:cNvPr id="92" name="小红书平北职场PPT9-35"/>
                    <p:cNvSpPr/>
                    <p:nvPr/>
                  </p:nvSpPr>
                  <p:spPr>
                    <a:xfrm rot="10800000">
                      <a:off x="0" y="1970484"/>
                      <a:ext cx="444897" cy="44489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0"/>
                          </a:moveTo>
                          <a:lnTo>
                            <a:pt x="0" y="13488"/>
                          </a:lnTo>
                          <a:cubicBezTo>
                            <a:pt x="0" y="15867"/>
                            <a:pt x="7" y="17296"/>
                            <a:pt x="405" y="18247"/>
                          </a:cubicBezTo>
                          <a:cubicBezTo>
                            <a:pt x="904" y="19619"/>
                            <a:pt x="1981" y="20696"/>
                            <a:pt x="3353" y="21195"/>
                          </a:cubicBezTo>
                          <a:cubicBezTo>
                            <a:pt x="4304" y="21593"/>
                            <a:pt x="5733" y="21600"/>
                            <a:pt x="8112" y="21600"/>
                          </a:cubicBezTo>
                          <a:lnTo>
                            <a:pt x="2160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</p:grpSp>
              <p:sp>
                <p:nvSpPr>
                  <p:cNvPr id="89" name="小红书平北职场PPT9-36"/>
                  <p:cNvSpPr/>
                  <p:nvPr/>
                </p:nvSpPr>
                <p:spPr>
                  <a:xfrm>
                    <a:off x="157339" y="719791"/>
                    <a:ext cx="1765803" cy="90102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extrusionOk="0">
                        <a:moveTo>
                          <a:pt x="0" y="0"/>
                        </a:moveTo>
                        <a:lnTo>
                          <a:pt x="21600" y="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</p:spPr>
                <p:txBody>
                  <a:bodyPr wrap="square" rtlCol="0">
                    <a:spAutoFit/>
                  </a:bodyPr>
                  <a:lstStyle>
                    <a:lvl1pPr>
                      <a:defRPr sz="2000">
                        <a:solidFill>
                          <a:srgbClr val="A7A7A7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defRPr>
                    </a:lvl1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实施碳中和拍摄方案</a:t>
                    </a:r>
                    <a:endParaRPr kumimoji="0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endParaRPr>
                  </a:p>
                </p:txBody>
              </p:sp>
              <p:sp>
                <p:nvSpPr>
                  <p:cNvPr id="90" name="小红书平北职场PPT9-37"/>
                  <p:cNvSpPr/>
                  <p:nvPr/>
                </p:nvSpPr>
                <p:spPr>
                  <a:xfrm>
                    <a:off x="184874" y="188273"/>
                    <a:ext cx="335750" cy="319394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200" h="21588" extrusionOk="0">
                        <a:moveTo>
                          <a:pt x="20573" y="720"/>
                        </a:moveTo>
                        <a:lnTo>
                          <a:pt x="20467" y="606"/>
                        </a:lnTo>
                        <a:cubicBezTo>
                          <a:pt x="20091" y="206"/>
                          <a:pt x="19582" y="-12"/>
                          <a:pt x="19053" y="0"/>
                        </a:cubicBezTo>
                        <a:cubicBezTo>
                          <a:pt x="18525" y="11"/>
                          <a:pt x="18024" y="254"/>
                          <a:pt x="17665" y="671"/>
                        </a:cubicBezTo>
                        <a:lnTo>
                          <a:pt x="6825" y="13328"/>
                        </a:lnTo>
                        <a:lnTo>
                          <a:pt x="6612" y="13426"/>
                        </a:lnTo>
                        <a:lnTo>
                          <a:pt x="6405" y="13324"/>
                        </a:lnTo>
                        <a:lnTo>
                          <a:pt x="3715" y="9962"/>
                        </a:lnTo>
                        <a:cubicBezTo>
                          <a:pt x="3326" y="9477"/>
                          <a:pt x="2767" y="9187"/>
                          <a:pt x="2170" y="9162"/>
                        </a:cubicBezTo>
                        <a:cubicBezTo>
                          <a:pt x="1573" y="9136"/>
                          <a:pt x="992" y="9381"/>
                          <a:pt x="570" y="9831"/>
                        </a:cubicBezTo>
                        <a:cubicBezTo>
                          <a:pt x="-103" y="10553"/>
                          <a:pt x="-191" y="11689"/>
                          <a:pt x="363" y="12519"/>
                        </a:cubicBezTo>
                        <a:lnTo>
                          <a:pt x="5911" y="20836"/>
                        </a:lnTo>
                        <a:cubicBezTo>
                          <a:pt x="6227" y="21309"/>
                          <a:pt x="6736" y="21588"/>
                          <a:pt x="7278" y="21588"/>
                        </a:cubicBezTo>
                        <a:lnTo>
                          <a:pt x="7762" y="21588"/>
                        </a:lnTo>
                        <a:cubicBezTo>
                          <a:pt x="8675" y="21588"/>
                          <a:pt x="9529" y="21111"/>
                          <a:pt x="10046" y="20308"/>
                        </a:cubicBezTo>
                        <a:lnTo>
                          <a:pt x="20820" y="3650"/>
                        </a:lnTo>
                        <a:cubicBezTo>
                          <a:pt x="21409" y="2739"/>
                          <a:pt x="21302" y="1505"/>
                          <a:pt x="20573" y="72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22860" tIns="22860" rIns="22860" bIns="22860" numCol="1" anchor="ctr"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 sz="18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defRPr>
                    </a:pPr>
                    <a:endParaRPr kumimoji="0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思源黑体 CN Normal" panose="020B0400000000000000" charset="-122"/>
                    </a:endParaRPr>
                  </a:p>
                </p:txBody>
              </p:sp>
            </p:grpSp>
            <p:grpSp>
              <p:nvGrpSpPr>
                <p:cNvPr id="82" name="Group"/>
                <p:cNvGrpSpPr/>
                <p:nvPr/>
              </p:nvGrpSpPr>
              <p:grpSpPr>
                <a:xfrm>
                  <a:off x="2146795" y="0"/>
                  <a:ext cx="2066624" cy="2415383"/>
                  <a:chOff x="-1" y="0"/>
                  <a:chExt cx="2066623" cy="2415382"/>
                </a:xfrm>
              </p:grpSpPr>
              <p:grpSp>
                <p:nvGrpSpPr>
                  <p:cNvPr id="83" name="Group"/>
                  <p:cNvGrpSpPr/>
                  <p:nvPr/>
                </p:nvGrpSpPr>
                <p:grpSpPr>
                  <a:xfrm>
                    <a:off x="-1" y="0"/>
                    <a:ext cx="2066623" cy="2415382"/>
                    <a:chOff x="0" y="0"/>
                    <a:chExt cx="2066621" cy="2415381"/>
                  </a:xfrm>
                </p:grpSpPr>
                <p:sp>
                  <p:nvSpPr>
                    <p:cNvPr id="86" name="小红书平北职场PPT9-38"/>
                    <p:cNvSpPr/>
                    <p:nvPr/>
                  </p:nvSpPr>
                  <p:spPr>
                    <a:xfrm>
                      <a:off x="92" y="0"/>
                      <a:ext cx="2066530" cy="241538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7" h="21600" extrusionOk="0">
                          <a:moveTo>
                            <a:pt x="1746" y="0"/>
                          </a:moveTo>
                          <a:cubicBezTo>
                            <a:pt x="1234" y="0"/>
                            <a:pt x="927" y="1"/>
                            <a:pt x="722" y="75"/>
                          </a:cubicBezTo>
                          <a:cubicBezTo>
                            <a:pt x="426" y="166"/>
                            <a:pt x="195" y="365"/>
                            <a:pt x="87" y="618"/>
                          </a:cubicBezTo>
                          <a:cubicBezTo>
                            <a:pt x="2" y="793"/>
                            <a:pt x="0" y="1056"/>
                            <a:pt x="0" y="1494"/>
                          </a:cubicBezTo>
                          <a:lnTo>
                            <a:pt x="0" y="17621"/>
                          </a:lnTo>
                          <a:lnTo>
                            <a:pt x="4650" y="21600"/>
                          </a:lnTo>
                          <a:lnTo>
                            <a:pt x="19855" y="21600"/>
                          </a:lnTo>
                          <a:cubicBezTo>
                            <a:pt x="20367" y="21600"/>
                            <a:pt x="20671" y="21599"/>
                            <a:pt x="20876" y="21525"/>
                          </a:cubicBezTo>
                          <a:cubicBezTo>
                            <a:pt x="21171" y="21434"/>
                            <a:pt x="21407" y="21235"/>
                            <a:pt x="21514" y="20982"/>
                          </a:cubicBezTo>
                          <a:cubicBezTo>
                            <a:pt x="21600" y="20807"/>
                            <a:pt x="21597" y="20544"/>
                            <a:pt x="21597" y="20106"/>
                          </a:cubicBezTo>
                          <a:lnTo>
                            <a:pt x="21597" y="1494"/>
                          </a:lnTo>
                          <a:cubicBezTo>
                            <a:pt x="21597" y="1056"/>
                            <a:pt x="21600" y="793"/>
                            <a:pt x="21514" y="618"/>
                          </a:cubicBezTo>
                          <a:cubicBezTo>
                            <a:pt x="21407" y="365"/>
                            <a:pt x="21171" y="166"/>
                            <a:pt x="20876" y="75"/>
                          </a:cubicBezTo>
                          <a:cubicBezTo>
                            <a:pt x="20671" y="1"/>
                            <a:pt x="20367" y="0"/>
                            <a:pt x="19855" y="0"/>
                          </a:cubicBezTo>
                          <a:lnTo>
                            <a:pt x="1746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  <p:sp>
                  <p:nvSpPr>
                    <p:cNvPr id="87" name="小红书平北职场PPT9-39"/>
                    <p:cNvSpPr/>
                    <p:nvPr/>
                  </p:nvSpPr>
                  <p:spPr>
                    <a:xfrm rot="10800000">
                      <a:off x="0" y="1970484"/>
                      <a:ext cx="444897" cy="44489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0"/>
                          </a:moveTo>
                          <a:lnTo>
                            <a:pt x="0" y="13488"/>
                          </a:lnTo>
                          <a:cubicBezTo>
                            <a:pt x="0" y="15867"/>
                            <a:pt x="7" y="17296"/>
                            <a:pt x="405" y="18247"/>
                          </a:cubicBezTo>
                          <a:cubicBezTo>
                            <a:pt x="904" y="19619"/>
                            <a:pt x="1981" y="20696"/>
                            <a:pt x="3353" y="21195"/>
                          </a:cubicBezTo>
                          <a:cubicBezTo>
                            <a:pt x="4304" y="21593"/>
                            <a:pt x="5733" y="21600"/>
                            <a:pt x="8112" y="21600"/>
                          </a:cubicBezTo>
                          <a:lnTo>
                            <a:pt x="2160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</p:grpSp>
              <p:sp>
                <p:nvSpPr>
                  <p:cNvPr id="84" name="小红书平北职场PPT9-40"/>
                  <p:cNvSpPr/>
                  <p:nvPr/>
                </p:nvSpPr>
                <p:spPr>
                  <a:xfrm>
                    <a:off x="157339" y="719791"/>
                    <a:ext cx="1765802" cy="90102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extrusionOk="0">
                        <a:moveTo>
                          <a:pt x="0" y="0"/>
                        </a:moveTo>
                        <a:lnTo>
                          <a:pt x="21600" y="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</p:spPr>
                <p:txBody>
                  <a:bodyPr wrap="square" rtlCol="0">
                    <a:spAutoFit/>
                  </a:bodyPr>
                  <a:lstStyle>
                    <a:lvl1pPr>
                      <a:defRPr sz="2000">
                        <a:solidFill>
                          <a:srgbClr val="A7A7A7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defRPr>
                    </a:lvl1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培养多技能制片人</a:t>
                    </a:r>
                    <a:endParaRPr kumimoji="0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endParaRPr>
                  </a:p>
                </p:txBody>
              </p:sp>
              <p:sp>
                <p:nvSpPr>
                  <p:cNvPr id="85" name="小红书平北职场PPT9-41"/>
                  <p:cNvSpPr/>
                  <p:nvPr/>
                </p:nvSpPr>
                <p:spPr>
                  <a:xfrm>
                    <a:off x="184874" y="188273"/>
                    <a:ext cx="335750" cy="319394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200" h="21588" extrusionOk="0">
                        <a:moveTo>
                          <a:pt x="20573" y="720"/>
                        </a:moveTo>
                        <a:lnTo>
                          <a:pt x="20467" y="606"/>
                        </a:lnTo>
                        <a:cubicBezTo>
                          <a:pt x="20091" y="206"/>
                          <a:pt x="19582" y="-12"/>
                          <a:pt x="19053" y="0"/>
                        </a:cubicBezTo>
                        <a:cubicBezTo>
                          <a:pt x="18525" y="11"/>
                          <a:pt x="18024" y="254"/>
                          <a:pt x="17665" y="671"/>
                        </a:cubicBezTo>
                        <a:lnTo>
                          <a:pt x="6825" y="13328"/>
                        </a:lnTo>
                        <a:lnTo>
                          <a:pt x="6612" y="13426"/>
                        </a:lnTo>
                        <a:lnTo>
                          <a:pt x="6405" y="13324"/>
                        </a:lnTo>
                        <a:lnTo>
                          <a:pt x="3715" y="9962"/>
                        </a:lnTo>
                        <a:cubicBezTo>
                          <a:pt x="3326" y="9477"/>
                          <a:pt x="2767" y="9187"/>
                          <a:pt x="2170" y="9162"/>
                        </a:cubicBezTo>
                        <a:cubicBezTo>
                          <a:pt x="1573" y="9136"/>
                          <a:pt x="992" y="9381"/>
                          <a:pt x="570" y="9831"/>
                        </a:cubicBezTo>
                        <a:cubicBezTo>
                          <a:pt x="-103" y="10553"/>
                          <a:pt x="-191" y="11689"/>
                          <a:pt x="363" y="12519"/>
                        </a:cubicBezTo>
                        <a:lnTo>
                          <a:pt x="5911" y="20836"/>
                        </a:lnTo>
                        <a:cubicBezTo>
                          <a:pt x="6227" y="21309"/>
                          <a:pt x="6736" y="21588"/>
                          <a:pt x="7278" y="21588"/>
                        </a:cubicBezTo>
                        <a:lnTo>
                          <a:pt x="7762" y="21588"/>
                        </a:lnTo>
                        <a:cubicBezTo>
                          <a:pt x="8675" y="21588"/>
                          <a:pt x="9529" y="21111"/>
                          <a:pt x="10046" y="20308"/>
                        </a:cubicBezTo>
                        <a:lnTo>
                          <a:pt x="20820" y="3650"/>
                        </a:lnTo>
                        <a:cubicBezTo>
                          <a:pt x="21409" y="2739"/>
                          <a:pt x="21302" y="1505"/>
                          <a:pt x="20573" y="72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22860" tIns="22860" rIns="22860" bIns="22860" numCol="1" anchor="ctr"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 sz="18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defRPr>
                    </a:pPr>
                    <a:endParaRPr kumimoji="0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思源黑体 CN Normal" panose="020B0400000000000000" charset="-122"/>
                    </a:endParaRPr>
                  </a:p>
                </p:txBody>
              </p:sp>
            </p:grpSp>
          </p:grpSp>
          <p:grpSp>
            <p:nvGrpSpPr>
              <p:cNvPr id="62" name="Group"/>
              <p:cNvGrpSpPr/>
              <p:nvPr/>
            </p:nvGrpSpPr>
            <p:grpSpPr>
              <a:xfrm>
                <a:off x="8188298" y="2603225"/>
                <a:ext cx="1141937" cy="1213524"/>
                <a:chOff x="-1" y="0"/>
                <a:chExt cx="2066623" cy="2415382"/>
              </a:xfrm>
            </p:grpSpPr>
            <p:grpSp>
              <p:nvGrpSpPr>
                <p:cNvPr id="76" name="Group"/>
                <p:cNvGrpSpPr/>
                <p:nvPr/>
              </p:nvGrpSpPr>
              <p:grpSpPr>
                <a:xfrm>
                  <a:off x="-1" y="0"/>
                  <a:ext cx="2066623" cy="2415382"/>
                  <a:chOff x="0" y="0"/>
                  <a:chExt cx="2066621" cy="2415381"/>
                </a:xfrm>
              </p:grpSpPr>
              <p:sp>
                <p:nvSpPr>
                  <p:cNvPr id="79" name="小红书平北职场PPT9-42"/>
                  <p:cNvSpPr/>
                  <p:nvPr/>
                </p:nvSpPr>
                <p:spPr>
                  <a:xfrm>
                    <a:off x="92" y="0"/>
                    <a:ext cx="2066530" cy="241538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97" h="21600" extrusionOk="0">
                        <a:moveTo>
                          <a:pt x="1746" y="0"/>
                        </a:moveTo>
                        <a:cubicBezTo>
                          <a:pt x="1234" y="0"/>
                          <a:pt x="927" y="1"/>
                          <a:pt x="722" y="75"/>
                        </a:cubicBezTo>
                        <a:cubicBezTo>
                          <a:pt x="426" y="166"/>
                          <a:pt x="195" y="365"/>
                          <a:pt x="87" y="618"/>
                        </a:cubicBezTo>
                        <a:cubicBezTo>
                          <a:pt x="2" y="793"/>
                          <a:pt x="0" y="1056"/>
                          <a:pt x="0" y="1494"/>
                        </a:cubicBezTo>
                        <a:lnTo>
                          <a:pt x="0" y="17621"/>
                        </a:lnTo>
                        <a:lnTo>
                          <a:pt x="4650" y="21600"/>
                        </a:lnTo>
                        <a:lnTo>
                          <a:pt x="19855" y="21600"/>
                        </a:lnTo>
                        <a:cubicBezTo>
                          <a:pt x="20367" y="21600"/>
                          <a:pt x="20671" y="21599"/>
                          <a:pt x="20876" y="21525"/>
                        </a:cubicBezTo>
                        <a:cubicBezTo>
                          <a:pt x="21171" y="21434"/>
                          <a:pt x="21407" y="21235"/>
                          <a:pt x="21514" y="20982"/>
                        </a:cubicBezTo>
                        <a:cubicBezTo>
                          <a:pt x="21600" y="20807"/>
                          <a:pt x="21597" y="20544"/>
                          <a:pt x="21597" y="20106"/>
                        </a:cubicBezTo>
                        <a:lnTo>
                          <a:pt x="21597" y="1494"/>
                        </a:lnTo>
                        <a:cubicBezTo>
                          <a:pt x="21597" y="1056"/>
                          <a:pt x="21600" y="793"/>
                          <a:pt x="21514" y="618"/>
                        </a:cubicBezTo>
                        <a:cubicBezTo>
                          <a:pt x="21407" y="365"/>
                          <a:pt x="21171" y="166"/>
                          <a:pt x="20876" y="75"/>
                        </a:cubicBezTo>
                        <a:cubicBezTo>
                          <a:pt x="20671" y="1"/>
                          <a:pt x="20367" y="0"/>
                          <a:pt x="19855" y="0"/>
                        </a:cubicBezTo>
                        <a:lnTo>
                          <a:pt x="1746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endParaRPr>
                  </a:p>
                </p:txBody>
              </p:sp>
              <p:sp>
                <p:nvSpPr>
                  <p:cNvPr id="80" name="小红书平北职场PPT9-43"/>
                  <p:cNvSpPr/>
                  <p:nvPr/>
                </p:nvSpPr>
                <p:spPr>
                  <a:xfrm rot="10800000">
                    <a:off x="0" y="1970484"/>
                    <a:ext cx="444897" cy="44489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0" y="13488"/>
                        </a:lnTo>
                        <a:cubicBezTo>
                          <a:pt x="0" y="15867"/>
                          <a:pt x="7" y="17296"/>
                          <a:pt x="405" y="18247"/>
                        </a:cubicBezTo>
                        <a:cubicBezTo>
                          <a:pt x="904" y="19619"/>
                          <a:pt x="1981" y="20696"/>
                          <a:pt x="3353" y="21195"/>
                        </a:cubicBezTo>
                        <a:cubicBezTo>
                          <a:pt x="4304" y="21593"/>
                          <a:pt x="5733" y="21600"/>
                          <a:pt x="8112" y="21600"/>
                        </a:cubicBezTo>
                        <a:lnTo>
                          <a:pt x="21600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20000"/>
                      <a:lumOff val="80000"/>
                    </a:scheme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endParaRPr>
                  </a:p>
                </p:txBody>
              </p:sp>
            </p:grpSp>
            <p:sp>
              <p:nvSpPr>
                <p:cNvPr id="77" name="小红书平北职场PPT9-44"/>
                <p:cNvSpPr/>
                <p:nvPr/>
              </p:nvSpPr>
              <p:spPr>
                <a:xfrm>
                  <a:off x="157339" y="719790"/>
                  <a:ext cx="1765802" cy="90102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</p:spPr>
              <p:txBody>
                <a:bodyPr wrap="square" rtlCol="0">
                  <a:spAutoFit/>
                </a:bodyPr>
                <a:lstStyle>
                  <a:lvl1pPr>
                    <a:defRPr sz="2000">
                      <a:solidFill>
                        <a:srgbClr val="A7A7A7"/>
                      </a:solidFill>
                      <a:latin typeface="Barlow Medium"/>
                      <a:ea typeface="Barlow Medium"/>
                      <a:cs typeface="Barlow Medium"/>
                      <a:sym typeface="Barlow Medium"/>
                    </a:defRPr>
                  </a:lvl1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rPr>
                    <a:t>落地</a:t>
                  </a: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rPr>
                    <a:t>AR</a:t>
                  </a:r>
                  <a:r>
                    <a:rPr kumimoji="0" lang="zh-CN" alt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rPr>
                    <a:t>交互设计</a:t>
                  </a: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rPr>
                    <a:t>3</a:t>
                  </a: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rPr>
                    <a:t>例</a:t>
                  </a:r>
                  <a:endParaRPr kumimoji="0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endParaRPr>
                </a:p>
              </p:txBody>
            </p:sp>
            <p:sp>
              <p:nvSpPr>
                <p:cNvPr id="78" name="小红书平北职场PPT9-45"/>
                <p:cNvSpPr/>
                <p:nvPr/>
              </p:nvSpPr>
              <p:spPr>
                <a:xfrm>
                  <a:off x="184874" y="188273"/>
                  <a:ext cx="335750" cy="31939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200" h="21588" extrusionOk="0">
                      <a:moveTo>
                        <a:pt x="20573" y="720"/>
                      </a:moveTo>
                      <a:lnTo>
                        <a:pt x="20467" y="606"/>
                      </a:lnTo>
                      <a:cubicBezTo>
                        <a:pt x="20091" y="206"/>
                        <a:pt x="19582" y="-12"/>
                        <a:pt x="19053" y="0"/>
                      </a:cubicBezTo>
                      <a:cubicBezTo>
                        <a:pt x="18525" y="11"/>
                        <a:pt x="18024" y="254"/>
                        <a:pt x="17665" y="671"/>
                      </a:cubicBezTo>
                      <a:lnTo>
                        <a:pt x="6825" y="13328"/>
                      </a:lnTo>
                      <a:lnTo>
                        <a:pt x="6612" y="13426"/>
                      </a:lnTo>
                      <a:lnTo>
                        <a:pt x="6405" y="13324"/>
                      </a:lnTo>
                      <a:lnTo>
                        <a:pt x="3715" y="9962"/>
                      </a:lnTo>
                      <a:cubicBezTo>
                        <a:pt x="3326" y="9477"/>
                        <a:pt x="2767" y="9187"/>
                        <a:pt x="2170" y="9162"/>
                      </a:cubicBezTo>
                      <a:cubicBezTo>
                        <a:pt x="1573" y="9136"/>
                        <a:pt x="992" y="9381"/>
                        <a:pt x="570" y="9831"/>
                      </a:cubicBezTo>
                      <a:cubicBezTo>
                        <a:pt x="-103" y="10553"/>
                        <a:pt x="-191" y="11689"/>
                        <a:pt x="363" y="12519"/>
                      </a:cubicBezTo>
                      <a:lnTo>
                        <a:pt x="5911" y="20836"/>
                      </a:lnTo>
                      <a:cubicBezTo>
                        <a:pt x="6227" y="21309"/>
                        <a:pt x="6736" y="21588"/>
                        <a:pt x="7278" y="21588"/>
                      </a:cubicBezTo>
                      <a:lnTo>
                        <a:pt x="7762" y="21588"/>
                      </a:lnTo>
                      <a:cubicBezTo>
                        <a:pt x="8675" y="21588"/>
                        <a:pt x="9529" y="21111"/>
                        <a:pt x="10046" y="20308"/>
                      </a:cubicBezTo>
                      <a:lnTo>
                        <a:pt x="20820" y="3650"/>
                      </a:lnTo>
                      <a:cubicBezTo>
                        <a:pt x="21409" y="2739"/>
                        <a:pt x="21302" y="1505"/>
                        <a:pt x="20573" y="72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ctr"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180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defRPr>
                  </a:pPr>
                  <a:endParaRPr kumimoji="0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Bold" panose="020B0800000000000000" pitchFamily="34" charset="-122"/>
                    <a:cs typeface="思源黑体 CN Normal" panose="020B0400000000000000" charset="-122"/>
                    <a:sym typeface="思源黑体 CN Normal" panose="020B0400000000000000" charset="-122"/>
                  </a:endParaRPr>
                </a:p>
              </p:txBody>
            </p:sp>
          </p:grpSp>
          <p:grpSp>
            <p:nvGrpSpPr>
              <p:cNvPr id="63" name="Group"/>
              <p:cNvGrpSpPr/>
              <p:nvPr/>
            </p:nvGrpSpPr>
            <p:grpSpPr>
              <a:xfrm>
                <a:off x="8188298" y="3971308"/>
                <a:ext cx="2328175" cy="1213525"/>
                <a:chOff x="-2" y="0"/>
                <a:chExt cx="4213421" cy="2415383"/>
              </a:xfrm>
            </p:grpSpPr>
            <p:grpSp>
              <p:nvGrpSpPr>
                <p:cNvPr id="64" name="Group"/>
                <p:cNvGrpSpPr/>
                <p:nvPr/>
              </p:nvGrpSpPr>
              <p:grpSpPr>
                <a:xfrm>
                  <a:off x="-2" y="0"/>
                  <a:ext cx="2066625" cy="2415383"/>
                  <a:chOff x="-1" y="0"/>
                  <a:chExt cx="2066623" cy="2415382"/>
                </a:xfrm>
              </p:grpSpPr>
              <p:grpSp>
                <p:nvGrpSpPr>
                  <p:cNvPr id="71" name="Group"/>
                  <p:cNvGrpSpPr/>
                  <p:nvPr/>
                </p:nvGrpSpPr>
                <p:grpSpPr>
                  <a:xfrm>
                    <a:off x="-1" y="0"/>
                    <a:ext cx="2066623" cy="2415382"/>
                    <a:chOff x="0" y="0"/>
                    <a:chExt cx="2066621" cy="2415381"/>
                  </a:xfrm>
                </p:grpSpPr>
                <p:sp>
                  <p:nvSpPr>
                    <p:cNvPr id="74" name="小红书平北职场PPT9-46"/>
                    <p:cNvSpPr/>
                    <p:nvPr/>
                  </p:nvSpPr>
                  <p:spPr>
                    <a:xfrm>
                      <a:off x="92" y="0"/>
                      <a:ext cx="2066530" cy="241538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7" h="21600" extrusionOk="0">
                          <a:moveTo>
                            <a:pt x="1746" y="0"/>
                          </a:moveTo>
                          <a:cubicBezTo>
                            <a:pt x="1234" y="0"/>
                            <a:pt x="927" y="1"/>
                            <a:pt x="722" y="75"/>
                          </a:cubicBezTo>
                          <a:cubicBezTo>
                            <a:pt x="426" y="166"/>
                            <a:pt x="195" y="365"/>
                            <a:pt x="87" y="618"/>
                          </a:cubicBezTo>
                          <a:cubicBezTo>
                            <a:pt x="2" y="793"/>
                            <a:pt x="0" y="1056"/>
                            <a:pt x="0" y="1494"/>
                          </a:cubicBezTo>
                          <a:lnTo>
                            <a:pt x="0" y="17621"/>
                          </a:lnTo>
                          <a:lnTo>
                            <a:pt x="4650" y="21600"/>
                          </a:lnTo>
                          <a:lnTo>
                            <a:pt x="19855" y="21600"/>
                          </a:lnTo>
                          <a:cubicBezTo>
                            <a:pt x="20367" y="21600"/>
                            <a:pt x="20671" y="21599"/>
                            <a:pt x="20876" y="21525"/>
                          </a:cubicBezTo>
                          <a:cubicBezTo>
                            <a:pt x="21171" y="21434"/>
                            <a:pt x="21407" y="21235"/>
                            <a:pt x="21514" y="20982"/>
                          </a:cubicBezTo>
                          <a:cubicBezTo>
                            <a:pt x="21600" y="20807"/>
                            <a:pt x="21597" y="20544"/>
                            <a:pt x="21597" y="20106"/>
                          </a:cubicBezTo>
                          <a:lnTo>
                            <a:pt x="21597" y="1494"/>
                          </a:lnTo>
                          <a:cubicBezTo>
                            <a:pt x="21597" y="1056"/>
                            <a:pt x="21600" y="793"/>
                            <a:pt x="21514" y="618"/>
                          </a:cubicBezTo>
                          <a:cubicBezTo>
                            <a:pt x="21407" y="365"/>
                            <a:pt x="21171" y="166"/>
                            <a:pt x="20876" y="75"/>
                          </a:cubicBezTo>
                          <a:cubicBezTo>
                            <a:pt x="20671" y="1"/>
                            <a:pt x="20367" y="0"/>
                            <a:pt x="19855" y="0"/>
                          </a:cubicBezTo>
                          <a:lnTo>
                            <a:pt x="1746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  <p:sp>
                  <p:nvSpPr>
                    <p:cNvPr id="75" name="小红书平北职场PPT9-47"/>
                    <p:cNvSpPr/>
                    <p:nvPr/>
                  </p:nvSpPr>
                  <p:spPr>
                    <a:xfrm rot="10800000">
                      <a:off x="0" y="1970484"/>
                      <a:ext cx="444897" cy="44489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0"/>
                          </a:moveTo>
                          <a:lnTo>
                            <a:pt x="0" y="13488"/>
                          </a:lnTo>
                          <a:cubicBezTo>
                            <a:pt x="0" y="15867"/>
                            <a:pt x="7" y="17296"/>
                            <a:pt x="405" y="18247"/>
                          </a:cubicBezTo>
                          <a:cubicBezTo>
                            <a:pt x="904" y="19619"/>
                            <a:pt x="1981" y="20696"/>
                            <a:pt x="3353" y="21195"/>
                          </a:cubicBezTo>
                          <a:cubicBezTo>
                            <a:pt x="4304" y="21593"/>
                            <a:pt x="5733" y="21600"/>
                            <a:pt x="8112" y="21600"/>
                          </a:cubicBezTo>
                          <a:lnTo>
                            <a:pt x="2160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</p:grpSp>
              <p:sp>
                <p:nvSpPr>
                  <p:cNvPr id="72" name="小红书平北职场PPT9-48"/>
                  <p:cNvSpPr/>
                  <p:nvPr/>
                </p:nvSpPr>
                <p:spPr>
                  <a:xfrm>
                    <a:off x="157339" y="719791"/>
                    <a:ext cx="1765803" cy="90102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extrusionOk="0">
                        <a:moveTo>
                          <a:pt x="0" y="0"/>
                        </a:moveTo>
                        <a:lnTo>
                          <a:pt x="21600" y="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</p:spPr>
                <p:txBody>
                  <a:bodyPr wrap="square" rtlCol="0">
                    <a:spAutoFit/>
                  </a:bodyPr>
                  <a:lstStyle>
                    <a:lvl1pPr>
                      <a:defRPr sz="2000">
                        <a:solidFill>
                          <a:srgbClr val="A7A7A7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defRPr>
                    </a:lvl1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构建用户行为分析系统</a:t>
                    </a:r>
                    <a:endParaRPr kumimoji="0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endParaRPr>
                  </a:p>
                </p:txBody>
              </p:sp>
              <p:sp>
                <p:nvSpPr>
                  <p:cNvPr id="73" name="小红书平北职场PPT9-49"/>
                  <p:cNvSpPr/>
                  <p:nvPr/>
                </p:nvSpPr>
                <p:spPr>
                  <a:xfrm>
                    <a:off x="184874" y="188273"/>
                    <a:ext cx="335750" cy="319394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200" h="21588" extrusionOk="0">
                        <a:moveTo>
                          <a:pt x="20573" y="720"/>
                        </a:moveTo>
                        <a:lnTo>
                          <a:pt x="20467" y="606"/>
                        </a:lnTo>
                        <a:cubicBezTo>
                          <a:pt x="20091" y="206"/>
                          <a:pt x="19582" y="-12"/>
                          <a:pt x="19053" y="0"/>
                        </a:cubicBezTo>
                        <a:cubicBezTo>
                          <a:pt x="18525" y="11"/>
                          <a:pt x="18024" y="254"/>
                          <a:pt x="17665" y="671"/>
                        </a:cubicBezTo>
                        <a:lnTo>
                          <a:pt x="6825" y="13328"/>
                        </a:lnTo>
                        <a:lnTo>
                          <a:pt x="6612" y="13426"/>
                        </a:lnTo>
                        <a:lnTo>
                          <a:pt x="6405" y="13324"/>
                        </a:lnTo>
                        <a:lnTo>
                          <a:pt x="3715" y="9962"/>
                        </a:lnTo>
                        <a:cubicBezTo>
                          <a:pt x="3326" y="9477"/>
                          <a:pt x="2767" y="9187"/>
                          <a:pt x="2170" y="9162"/>
                        </a:cubicBezTo>
                        <a:cubicBezTo>
                          <a:pt x="1573" y="9136"/>
                          <a:pt x="992" y="9381"/>
                          <a:pt x="570" y="9831"/>
                        </a:cubicBezTo>
                        <a:cubicBezTo>
                          <a:pt x="-103" y="10553"/>
                          <a:pt x="-191" y="11689"/>
                          <a:pt x="363" y="12519"/>
                        </a:cubicBezTo>
                        <a:lnTo>
                          <a:pt x="5911" y="20836"/>
                        </a:lnTo>
                        <a:cubicBezTo>
                          <a:pt x="6227" y="21309"/>
                          <a:pt x="6736" y="21588"/>
                          <a:pt x="7278" y="21588"/>
                        </a:cubicBezTo>
                        <a:lnTo>
                          <a:pt x="7762" y="21588"/>
                        </a:lnTo>
                        <a:cubicBezTo>
                          <a:pt x="8675" y="21588"/>
                          <a:pt x="9529" y="21111"/>
                          <a:pt x="10046" y="20308"/>
                        </a:cubicBezTo>
                        <a:lnTo>
                          <a:pt x="20820" y="3650"/>
                        </a:lnTo>
                        <a:cubicBezTo>
                          <a:pt x="21409" y="2739"/>
                          <a:pt x="21302" y="1505"/>
                          <a:pt x="20573" y="72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22860" tIns="22860" rIns="22860" bIns="22860" numCol="1" anchor="ctr"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 sz="18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defRPr>
                    </a:pPr>
                    <a:endParaRPr kumimoji="0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思源黑体 CN Normal" panose="020B0400000000000000" charset="-122"/>
                    </a:endParaRPr>
                  </a:p>
                </p:txBody>
              </p:sp>
            </p:grpSp>
            <p:grpSp>
              <p:nvGrpSpPr>
                <p:cNvPr id="65" name="Group"/>
                <p:cNvGrpSpPr/>
                <p:nvPr/>
              </p:nvGrpSpPr>
              <p:grpSpPr>
                <a:xfrm>
                  <a:off x="2146795" y="0"/>
                  <a:ext cx="2066624" cy="2415383"/>
                  <a:chOff x="-1" y="0"/>
                  <a:chExt cx="2066623" cy="2415382"/>
                </a:xfrm>
              </p:grpSpPr>
              <p:grpSp>
                <p:nvGrpSpPr>
                  <p:cNvPr id="66" name="Group"/>
                  <p:cNvGrpSpPr/>
                  <p:nvPr/>
                </p:nvGrpSpPr>
                <p:grpSpPr>
                  <a:xfrm>
                    <a:off x="-1" y="0"/>
                    <a:ext cx="2066623" cy="2415382"/>
                    <a:chOff x="0" y="0"/>
                    <a:chExt cx="2066621" cy="2415381"/>
                  </a:xfrm>
                </p:grpSpPr>
                <p:sp>
                  <p:nvSpPr>
                    <p:cNvPr id="69" name="小红书平北职场PPT9-50"/>
                    <p:cNvSpPr/>
                    <p:nvPr/>
                  </p:nvSpPr>
                  <p:spPr>
                    <a:xfrm>
                      <a:off x="92" y="0"/>
                      <a:ext cx="2066530" cy="241538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7" h="21600" extrusionOk="0">
                          <a:moveTo>
                            <a:pt x="1746" y="0"/>
                          </a:moveTo>
                          <a:cubicBezTo>
                            <a:pt x="1234" y="0"/>
                            <a:pt x="927" y="1"/>
                            <a:pt x="722" y="75"/>
                          </a:cubicBezTo>
                          <a:cubicBezTo>
                            <a:pt x="426" y="166"/>
                            <a:pt x="195" y="365"/>
                            <a:pt x="87" y="618"/>
                          </a:cubicBezTo>
                          <a:cubicBezTo>
                            <a:pt x="2" y="793"/>
                            <a:pt x="0" y="1056"/>
                            <a:pt x="0" y="1494"/>
                          </a:cubicBezTo>
                          <a:lnTo>
                            <a:pt x="0" y="17621"/>
                          </a:lnTo>
                          <a:lnTo>
                            <a:pt x="4650" y="21600"/>
                          </a:lnTo>
                          <a:lnTo>
                            <a:pt x="19855" y="21600"/>
                          </a:lnTo>
                          <a:cubicBezTo>
                            <a:pt x="20367" y="21600"/>
                            <a:pt x="20671" y="21599"/>
                            <a:pt x="20876" y="21525"/>
                          </a:cubicBezTo>
                          <a:cubicBezTo>
                            <a:pt x="21171" y="21434"/>
                            <a:pt x="21407" y="21235"/>
                            <a:pt x="21514" y="20982"/>
                          </a:cubicBezTo>
                          <a:cubicBezTo>
                            <a:pt x="21600" y="20807"/>
                            <a:pt x="21597" y="20544"/>
                            <a:pt x="21597" y="20106"/>
                          </a:cubicBezTo>
                          <a:lnTo>
                            <a:pt x="21597" y="1494"/>
                          </a:lnTo>
                          <a:cubicBezTo>
                            <a:pt x="21597" y="1056"/>
                            <a:pt x="21600" y="793"/>
                            <a:pt x="21514" y="618"/>
                          </a:cubicBezTo>
                          <a:cubicBezTo>
                            <a:pt x="21407" y="365"/>
                            <a:pt x="21171" y="166"/>
                            <a:pt x="20876" y="75"/>
                          </a:cubicBezTo>
                          <a:cubicBezTo>
                            <a:pt x="20671" y="1"/>
                            <a:pt x="20367" y="0"/>
                            <a:pt x="19855" y="0"/>
                          </a:cubicBezTo>
                          <a:lnTo>
                            <a:pt x="1746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  <p:sp>
                  <p:nvSpPr>
                    <p:cNvPr id="70" name="小红书平北职场PPT9-51"/>
                    <p:cNvSpPr/>
                    <p:nvPr/>
                  </p:nvSpPr>
                  <p:spPr>
                    <a:xfrm rot="10800000">
                      <a:off x="0" y="1970484"/>
                      <a:ext cx="444897" cy="44489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0"/>
                          </a:moveTo>
                          <a:lnTo>
                            <a:pt x="0" y="13488"/>
                          </a:lnTo>
                          <a:cubicBezTo>
                            <a:pt x="0" y="15867"/>
                            <a:pt x="7" y="17296"/>
                            <a:pt x="405" y="18247"/>
                          </a:cubicBezTo>
                          <a:cubicBezTo>
                            <a:pt x="904" y="19619"/>
                            <a:pt x="1981" y="20696"/>
                            <a:pt x="3353" y="21195"/>
                          </a:cubicBezTo>
                          <a:cubicBezTo>
                            <a:pt x="4304" y="21593"/>
                            <a:pt x="5733" y="21600"/>
                            <a:pt x="8112" y="21600"/>
                          </a:cubicBezTo>
                          <a:lnTo>
                            <a:pt x="2160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</p:grpSp>
              <p:sp>
                <p:nvSpPr>
                  <p:cNvPr id="67" name="小红书平北职场PPT9-52"/>
                  <p:cNvSpPr/>
                  <p:nvPr/>
                </p:nvSpPr>
                <p:spPr>
                  <a:xfrm>
                    <a:off x="157339" y="719791"/>
                    <a:ext cx="1765802" cy="126858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extrusionOk="0">
                        <a:moveTo>
                          <a:pt x="0" y="0"/>
                        </a:moveTo>
                        <a:lnTo>
                          <a:pt x="21600" y="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</p:spPr>
                <p:txBody>
                  <a:bodyPr wrap="square" rtlCol="0">
                    <a:spAutoFit/>
                  </a:bodyPr>
                  <a:lstStyle>
                    <a:lvl1pPr>
                      <a:defRPr sz="2000">
                        <a:solidFill>
                          <a:srgbClr val="A7A7A7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defRPr>
                    </a:lvl1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通过</a:t>
                    </a: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ISO27001</a:t>
                    </a: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信息安全认证</a:t>
                    </a:r>
                  </a:p>
                </p:txBody>
              </p:sp>
              <p:sp>
                <p:nvSpPr>
                  <p:cNvPr id="68" name="小红书平北职场PPT9-53"/>
                  <p:cNvSpPr/>
                  <p:nvPr/>
                </p:nvSpPr>
                <p:spPr>
                  <a:xfrm>
                    <a:off x="184874" y="188273"/>
                    <a:ext cx="335750" cy="319394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200" h="21588" extrusionOk="0">
                        <a:moveTo>
                          <a:pt x="20573" y="720"/>
                        </a:moveTo>
                        <a:lnTo>
                          <a:pt x="20467" y="606"/>
                        </a:lnTo>
                        <a:cubicBezTo>
                          <a:pt x="20091" y="206"/>
                          <a:pt x="19582" y="-12"/>
                          <a:pt x="19053" y="0"/>
                        </a:cubicBezTo>
                        <a:cubicBezTo>
                          <a:pt x="18525" y="11"/>
                          <a:pt x="18024" y="254"/>
                          <a:pt x="17665" y="671"/>
                        </a:cubicBezTo>
                        <a:lnTo>
                          <a:pt x="6825" y="13328"/>
                        </a:lnTo>
                        <a:lnTo>
                          <a:pt x="6612" y="13426"/>
                        </a:lnTo>
                        <a:lnTo>
                          <a:pt x="6405" y="13324"/>
                        </a:lnTo>
                        <a:lnTo>
                          <a:pt x="3715" y="9962"/>
                        </a:lnTo>
                        <a:cubicBezTo>
                          <a:pt x="3326" y="9477"/>
                          <a:pt x="2767" y="9187"/>
                          <a:pt x="2170" y="9162"/>
                        </a:cubicBezTo>
                        <a:cubicBezTo>
                          <a:pt x="1573" y="9136"/>
                          <a:pt x="992" y="9381"/>
                          <a:pt x="570" y="9831"/>
                        </a:cubicBezTo>
                        <a:cubicBezTo>
                          <a:pt x="-103" y="10553"/>
                          <a:pt x="-191" y="11689"/>
                          <a:pt x="363" y="12519"/>
                        </a:cubicBezTo>
                        <a:lnTo>
                          <a:pt x="5911" y="20836"/>
                        </a:lnTo>
                        <a:cubicBezTo>
                          <a:pt x="6227" y="21309"/>
                          <a:pt x="6736" y="21588"/>
                          <a:pt x="7278" y="21588"/>
                        </a:cubicBezTo>
                        <a:lnTo>
                          <a:pt x="7762" y="21588"/>
                        </a:lnTo>
                        <a:cubicBezTo>
                          <a:pt x="8675" y="21588"/>
                          <a:pt x="9529" y="21111"/>
                          <a:pt x="10046" y="20308"/>
                        </a:cubicBezTo>
                        <a:lnTo>
                          <a:pt x="20820" y="3650"/>
                        </a:lnTo>
                        <a:cubicBezTo>
                          <a:pt x="21409" y="2739"/>
                          <a:pt x="21302" y="1505"/>
                          <a:pt x="20573" y="72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22860" tIns="22860" rIns="22860" bIns="22860" numCol="1" anchor="ctr"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 sz="18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defRPr>
                    </a:pPr>
                    <a:endParaRPr kumimoji="0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思源黑体 CN Normal" panose="020B0400000000000000" charset="-122"/>
                    </a:endParaRPr>
                  </a:p>
                </p:txBody>
              </p:sp>
            </p:grpSp>
          </p:grpSp>
        </p:grpSp>
      </p:grpSp>
      <p:sp>
        <p:nvSpPr>
          <p:cNvPr id="12" name="小红书平北职场PPT10"/>
          <p:cNvSpPr txBox="1"/>
          <p:nvPr/>
        </p:nvSpPr>
        <p:spPr>
          <a:xfrm>
            <a:off x="316098" y="1584702"/>
            <a:ext cx="244307" cy="543739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2500"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Roboto" panose="02000000000000000000" charset="0"/>
              </a:rPr>
              <a:t>制作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Roboto" panose="02000000000000000000" charset="0"/>
            </a:endParaRPr>
          </a:p>
        </p:txBody>
      </p:sp>
      <p:sp>
        <p:nvSpPr>
          <p:cNvPr id="13" name="小红书平北职场PPT11"/>
          <p:cNvSpPr txBox="1"/>
          <p:nvPr/>
        </p:nvSpPr>
        <p:spPr>
          <a:xfrm>
            <a:off x="316098" y="2912711"/>
            <a:ext cx="244307" cy="543739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2500"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Roboto" panose="02000000000000000000" charset="0"/>
              </a:rPr>
              <a:t>设计 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Roboto" panose="02000000000000000000" charset="0"/>
            </a:endParaRPr>
          </a:p>
        </p:txBody>
      </p:sp>
      <p:sp>
        <p:nvSpPr>
          <p:cNvPr id="14" name="小红书平北职场PPT12"/>
          <p:cNvSpPr txBox="1"/>
          <p:nvPr/>
        </p:nvSpPr>
        <p:spPr>
          <a:xfrm>
            <a:off x="316098" y="4255636"/>
            <a:ext cx="244307" cy="543739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2500"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Roboto" panose="02000000000000000000" charset="0"/>
              </a:rPr>
              <a:t>开发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Roboto" panose="02000000000000000000" charset="0"/>
            </a:endParaRPr>
          </a:p>
        </p:txBody>
      </p:sp>
      <p:sp>
        <p:nvSpPr>
          <p:cNvPr id="15" name="小红书平北职场PPT13"/>
          <p:cNvSpPr/>
          <p:nvPr/>
        </p:nvSpPr>
        <p:spPr>
          <a:xfrm>
            <a:off x="316100" y="5531439"/>
            <a:ext cx="1748959" cy="919479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round/>
          </a:ln>
          <a:effectLst>
            <a:outerShdw blurRad="165100" dist="76200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6" name="小红书平北职场PPT14"/>
          <p:cNvSpPr txBox="1"/>
          <p:nvPr/>
        </p:nvSpPr>
        <p:spPr>
          <a:xfrm>
            <a:off x="469870" y="6032631"/>
            <a:ext cx="144142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年度总结与亮点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" name="小红书平北职场PPT15"/>
          <p:cNvSpPr/>
          <p:nvPr/>
        </p:nvSpPr>
        <p:spPr>
          <a:xfrm>
            <a:off x="1023408" y="5687347"/>
            <a:ext cx="334343" cy="330200"/>
          </a:xfrm>
          <a:custGeom>
            <a:avLst/>
            <a:gdLst>
              <a:gd name="connsiteX0" fmla="*/ 407670 w 816483"/>
              <a:gd name="connsiteY0" fmla="*/ 95 h 814579"/>
              <a:gd name="connsiteX1" fmla="*/ 431959 w 816483"/>
              <a:gd name="connsiteY1" fmla="*/ 19145 h 814579"/>
              <a:gd name="connsiteX2" fmla="*/ 489204 w 816483"/>
              <a:gd name="connsiteY2" fmla="*/ 176022 h 814579"/>
              <a:gd name="connsiteX3" fmla="*/ 525780 w 816483"/>
              <a:gd name="connsiteY3" fmla="*/ 276606 h 814579"/>
              <a:gd name="connsiteX4" fmla="*/ 539877 w 816483"/>
              <a:gd name="connsiteY4" fmla="*/ 290513 h 814579"/>
              <a:gd name="connsiteX5" fmla="*/ 797528 w 816483"/>
              <a:gd name="connsiteY5" fmla="*/ 383572 h 814579"/>
              <a:gd name="connsiteX6" fmla="*/ 816483 w 816483"/>
              <a:gd name="connsiteY6" fmla="*/ 407670 h 814579"/>
              <a:gd name="connsiteX7" fmla="*/ 797147 w 816483"/>
              <a:gd name="connsiteY7" fmla="*/ 431483 h 814579"/>
              <a:gd name="connsiteX8" fmla="*/ 540544 w 816483"/>
              <a:gd name="connsiteY8" fmla="*/ 524256 h 814579"/>
              <a:gd name="connsiteX9" fmla="*/ 525494 w 816483"/>
              <a:gd name="connsiteY9" fmla="*/ 538734 h 814579"/>
              <a:gd name="connsiteX10" fmla="*/ 435007 w 816483"/>
              <a:gd name="connsiteY10" fmla="*/ 787432 h 814579"/>
              <a:gd name="connsiteX11" fmla="*/ 408527 w 816483"/>
              <a:gd name="connsiteY11" fmla="*/ 814578 h 814579"/>
              <a:gd name="connsiteX12" fmla="*/ 381095 w 816483"/>
              <a:gd name="connsiteY12" fmla="*/ 786956 h 814579"/>
              <a:gd name="connsiteX13" fmla="*/ 290608 w 816483"/>
              <a:gd name="connsiteY13" fmla="*/ 538353 h 814579"/>
              <a:gd name="connsiteX14" fmla="*/ 276511 w 816483"/>
              <a:gd name="connsiteY14" fmla="*/ 524447 h 814579"/>
              <a:gd name="connsiteX15" fmla="*/ 18764 w 816483"/>
              <a:gd name="connsiteY15" fmla="*/ 431387 h 814579"/>
              <a:gd name="connsiteX16" fmla="*/ 0 w 816483"/>
              <a:gd name="connsiteY16" fmla="*/ 407194 h 814579"/>
              <a:gd name="connsiteX17" fmla="*/ 19336 w 816483"/>
              <a:gd name="connsiteY17" fmla="*/ 383381 h 814579"/>
              <a:gd name="connsiteX18" fmla="*/ 275939 w 816483"/>
              <a:gd name="connsiteY18" fmla="*/ 290703 h 814579"/>
              <a:gd name="connsiteX19" fmla="*/ 290989 w 816483"/>
              <a:gd name="connsiteY19" fmla="*/ 276225 h 814579"/>
              <a:gd name="connsiteX20" fmla="*/ 381857 w 816483"/>
              <a:gd name="connsiteY20" fmla="*/ 26480 h 814579"/>
              <a:gd name="connsiteX21" fmla="*/ 402050 w 816483"/>
              <a:gd name="connsiteY21" fmla="*/ 1048 h 814579"/>
              <a:gd name="connsiteX22" fmla="*/ 407670 w 816483"/>
              <a:gd name="connsiteY22" fmla="*/ 0 h 814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16483" h="814579">
                <a:moveTo>
                  <a:pt x="407670" y="95"/>
                </a:moveTo>
                <a:cubicBezTo>
                  <a:pt x="420338" y="857"/>
                  <a:pt x="427768" y="7430"/>
                  <a:pt x="431959" y="19145"/>
                </a:cubicBezTo>
                <a:cubicBezTo>
                  <a:pt x="450818" y="71533"/>
                  <a:pt x="470059" y="123730"/>
                  <a:pt x="489204" y="176022"/>
                </a:cubicBezTo>
                <a:cubicBezTo>
                  <a:pt x="501396" y="209550"/>
                  <a:pt x="513874" y="242983"/>
                  <a:pt x="525780" y="276606"/>
                </a:cubicBezTo>
                <a:cubicBezTo>
                  <a:pt x="528352" y="283845"/>
                  <a:pt x="532448" y="287846"/>
                  <a:pt x="539877" y="290513"/>
                </a:cubicBezTo>
                <a:cubicBezTo>
                  <a:pt x="625888" y="321278"/>
                  <a:pt x="711708" y="352520"/>
                  <a:pt x="797528" y="383572"/>
                </a:cubicBezTo>
                <a:cubicBezTo>
                  <a:pt x="808863" y="387668"/>
                  <a:pt x="816578" y="394907"/>
                  <a:pt x="816483" y="407670"/>
                </a:cubicBezTo>
                <a:cubicBezTo>
                  <a:pt x="816388" y="420434"/>
                  <a:pt x="808482" y="427387"/>
                  <a:pt x="797147" y="431483"/>
                </a:cubicBezTo>
                <a:cubicBezTo>
                  <a:pt x="711613" y="462439"/>
                  <a:pt x="626174" y="493490"/>
                  <a:pt x="540544" y="524256"/>
                </a:cubicBezTo>
                <a:cubicBezTo>
                  <a:pt x="532829" y="527018"/>
                  <a:pt x="528352" y="530924"/>
                  <a:pt x="525494" y="538734"/>
                </a:cubicBezTo>
                <a:cubicBezTo>
                  <a:pt x="495491" y="621697"/>
                  <a:pt x="465106" y="704469"/>
                  <a:pt x="435007" y="787432"/>
                </a:cubicBezTo>
                <a:cubicBezTo>
                  <a:pt x="430149" y="800672"/>
                  <a:pt x="425863" y="814388"/>
                  <a:pt x="408527" y="814578"/>
                </a:cubicBezTo>
                <a:cubicBezTo>
                  <a:pt x="390525" y="814769"/>
                  <a:pt x="386048" y="800576"/>
                  <a:pt x="381095" y="786956"/>
                </a:cubicBezTo>
                <a:cubicBezTo>
                  <a:pt x="350996" y="704088"/>
                  <a:pt x="320612" y="621221"/>
                  <a:pt x="290608" y="538353"/>
                </a:cubicBezTo>
                <a:cubicBezTo>
                  <a:pt x="287941" y="531114"/>
                  <a:pt x="283940" y="527114"/>
                  <a:pt x="276511" y="524447"/>
                </a:cubicBezTo>
                <a:cubicBezTo>
                  <a:pt x="190500" y="493681"/>
                  <a:pt x="104680" y="462439"/>
                  <a:pt x="18764" y="431387"/>
                </a:cubicBezTo>
                <a:cubicBezTo>
                  <a:pt x="7620" y="427196"/>
                  <a:pt x="0" y="419957"/>
                  <a:pt x="0" y="407194"/>
                </a:cubicBezTo>
                <a:cubicBezTo>
                  <a:pt x="0" y="394430"/>
                  <a:pt x="8001" y="387477"/>
                  <a:pt x="19336" y="383381"/>
                </a:cubicBezTo>
                <a:cubicBezTo>
                  <a:pt x="104870" y="352425"/>
                  <a:pt x="190310" y="321374"/>
                  <a:pt x="275939" y="290703"/>
                </a:cubicBezTo>
                <a:cubicBezTo>
                  <a:pt x="283750" y="287941"/>
                  <a:pt x="288131" y="284036"/>
                  <a:pt x="290989" y="276225"/>
                </a:cubicBezTo>
                <a:cubicBezTo>
                  <a:pt x="321088" y="192881"/>
                  <a:pt x="351568" y="109728"/>
                  <a:pt x="381857" y="26480"/>
                </a:cubicBezTo>
                <a:cubicBezTo>
                  <a:pt x="385763" y="15716"/>
                  <a:pt x="389096" y="4572"/>
                  <a:pt x="402050" y="1048"/>
                </a:cubicBezTo>
                <a:cubicBezTo>
                  <a:pt x="403955" y="572"/>
                  <a:pt x="405860" y="381"/>
                  <a:pt x="407670" y="0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8" name="小红书平北职场PPT16"/>
          <p:cNvSpPr/>
          <p:nvPr/>
        </p:nvSpPr>
        <p:spPr>
          <a:xfrm>
            <a:off x="1086344" y="5749658"/>
            <a:ext cx="49045" cy="48348"/>
          </a:xfrm>
          <a:custGeom>
            <a:avLst/>
            <a:gdLst>
              <a:gd name="connsiteX0" fmla="*/ 119772 w 119771"/>
              <a:gd name="connsiteY0" fmla="*/ 30307 h 119270"/>
              <a:gd name="connsiteX1" fmla="*/ 98150 w 119771"/>
              <a:gd name="connsiteY1" fmla="*/ 90314 h 119270"/>
              <a:gd name="connsiteX2" fmla="*/ 92244 w 119771"/>
              <a:gd name="connsiteY2" fmla="*/ 96886 h 119270"/>
              <a:gd name="connsiteX3" fmla="*/ 30999 w 119771"/>
              <a:gd name="connsiteY3" fmla="*/ 119270 h 119270"/>
              <a:gd name="connsiteX4" fmla="*/ 16997 w 119771"/>
              <a:gd name="connsiteY4" fmla="*/ 79170 h 119270"/>
              <a:gd name="connsiteX5" fmla="*/ 2328 w 119771"/>
              <a:gd name="connsiteY5" fmla="*/ 35736 h 119270"/>
              <a:gd name="connsiteX6" fmla="*/ 6710 w 119771"/>
              <a:gd name="connsiteY6" fmla="*/ 7256 h 119270"/>
              <a:gd name="connsiteX7" fmla="*/ 36047 w 119771"/>
              <a:gd name="connsiteY7" fmla="*/ 2494 h 119270"/>
              <a:gd name="connsiteX8" fmla="*/ 119676 w 119771"/>
              <a:gd name="connsiteY8" fmla="*/ 30402 h 119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771" h="119270">
                <a:moveTo>
                  <a:pt x="119772" y="30307"/>
                </a:moveTo>
                <a:cubicBezTo>
                  <a:pt x="112247" y="51357"/>
                  <a:pt x="105389" y="70883"/>
                  <a:pt x="98150" y="90314"/>
                </a:cubicBezTo>
                <a:cubicBezTo>
                  <a:pt x="97197" y="92886"/>
                  <a:pt x="94721" y="95934"/>
                  <a:pt x="92244" y="96886"/>
                </a:cubicBezTo>
                <a:cubicBezTo>
                  <a:pt x="72528" y="104411"/>
                  <a:pt x="52620" y="111460"/>
                  <a:pt x="30999" y="119270"/>
                </a:cubicBezTo>
                <a:cubicBezTo>
                  <a:pt x="26141" y="105459"/>
                  <a:pt x="21474" y="92315"/>
                  <a:pt x="16997" y="79170"/>
                </a:cubicBezTo>
                <a:cubicBezTo>
                  <a:pt x="12044" y="64692"/>
                  <a:pt x="7186" y="50214"/>
                  <a:pt x="2328" y="35736"/>
                </a:cubicBezTo>
                <a:cubicBezTo>
                  <a:pt x="-1101" y="25449"/>
                  <a:pt x="-1577" y="15638"/>
                  <a:pt x="6710" y="7256"/>
                </a:cubicBezTo>
                <a:cubicBezTo>
                  <a:pt x="15282" y="-1507"/>
                  <a:pt x="25188" y="-1316"/>
                  <a:pt x="36047" y="2494"/>
                </a:cubicBezTo>
                <a:cubicBezTo>
                  <a:pt x="63384" y="11923"/>
                  <a:pt x="90911" y="20877"/>
                  <a:pt x="119676" y="30402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9" name="小红书平北职场PPT17"/>
          <p:cNvSpPr/>
          <p:nvPr/>
        </p:nvSpPr>
        <p:spPr>
          <a:xfrm>
            <a:off x="1086373" y="5906965"/>
            <a:ext cx="48977" cy="48409"/>
          </a:xfrm>
          <a:custGeom>
            <a:avLst/>
            <a:gdLst>
              <a:gd name="connsiteX0" fmla="*/ 30544 w 119603"/>
              <a:gd name="connsiteY0" fmla="*/ 0 h 119422"/>
              <a:gd name="connsiteX1" fmla="*/ 92362 w 119603"/>
              <a:gd name="connsiteY1" fmla="*/ 22479 h 119422"/>
              <a:gd name="connsiteX2" fmla="*/ 97600 w 119603"/>
              <a:gd name="connsiteY2" fmla="*/ 28194 h 119422"/>
              <a:gd name="connsiteX3" fmla="*/ 119603 w 119603"/>
              <a:gd name="connsiteY3" fmla="*/ 88868 h 119422"/>
              <a:gd name="connsiteX4" fmla="*/ 43498 w 119603"/>
              <a:gd name="connsiteY4" fmla="*/ 114395 h 119422"/>
              <a:gd name="connsiteX5" fmla="*/ 6446 w 119603"/>
              <a:gd name="connsiteY5" fmla="*/ 111919 h 119422"/>
              <a:gd name="connsiteX6" fmla="*/ 5208 w 119603"/>
              <a:gd name="connsiteY6" fmla="*/ 75628 h 119422"/>
              <a:gd name="connsiteX7" fmla="*/ 30544 w 119603"/>
              <a:gd name="connsiteY7" fmla="*/ 95 h 11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9603" h="119422">
                <a:moveTo>
                  <a:pt x="30544" y="0"/>
                </a:moveTo>
                <a:cubicBezTo>
                  <a:pt x="52071" y="7715"/>
                  <a:pt x="72264" y="14954"/>
                  <a:pt x="92362" y="22479"/>
                </a:cubicBezTo>
                <a:cubicBezTo>
                  <a:pt x="94552" y="23336"/>
                  <a:pt x="96743" y="25908"/>
                  <a:pt x="97600" y="28194"/>
                </a:cubicBezTo>
                <a:cubicBezTo>
                  <a:pt x="104935" y="47911"/>
                  <a:pt x="112078" y="67818"/>
                  <a:pt x="119603" y="88868"/>
                </a:cubicBezTo>
                <a:cubicBezTo>
                  <a:pt x="93790" y="97536"/>
                  <a:pt x="68644" y="106013"/>
                  <a:pt x="43498" y="114395"/>
                </a:cubicBezTo>
                <a:cubicBezTo>
                  <a:pt x="30830" y="118682"/>
                  <a:pt x="17971" y="124206"/>
                  <a:pt x="6446" y="111919"/>
                </a:cubicBezTo>
                <a:cubicBezTo>
                  <a:pt x="-4603" y="100108"/>
                  <a:pt x="1017" y="87916"/>
                  <a:pt x="5208" y="75628"/>
                </a:cubicBezTo>
                <a:cubicBezTo>
                  <a:pt x="13685" y="50864"/>
                  <a:pt x="21877" y="26003"/>
                  <a:pt x="30544" y="95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0" name="小红书平北职场PPT18"/>
          <p:cNvSpPr/>
          <p:nvPr/>
        </p:nvSpPr>
        <p:spPr>
          <a:xfrm>
            <a:off x="1245848" y="5749593"/>
            <a:ext cx="48936" cy="48412"/>
          </a:xfrm>
          <a:custGeom>
            <a:avLst/>
            <a:gdLst>
              <a:gd name="connsiteX0" fmla="*/ 88964 w 119504"/>
              <a:gd name="connsiteY0" fmla="*/ 119431 h 119430"/>
              <a:gd name="connsiteX1" fmla="*/ 27432 w 119504"/>
              <a:gd name="connsiteY1" fmla="*/ 96952 h 119430"/>
              <a:gd name="connsiteX2" fmla="*/ 21527 w 119504"/>
              <a:gd name="connsiteY2" fmla="*/ 90380 h 119430"/>
              <a:gd name="connsiteX3" fmla="*/ 0 w 119504"/>
              <a:gd name="connsiteY3" fmla="*/ 30563 h 119430"/>
              <a:gd name="connsiteX4" fmla="*/ 76867 w 119504"/>
              <a:gd name="connsiteY4" fmla="*/ 4750 h 119430"/>
              <a:gd name="connsiteX5" fmla="*/ 112871 w 119504"/>
              <a:gd name="connsiteY5" fmla="*/ 7322 h 119430"/>
              <a:gd name="connsiteX6" fmla="*/ 114395 w 119504"/>
              <a:gd name="connsiteY6" fmla="*/ 43612 h 119430"/>
              <a:gd name="connsiteX7" fmla="*/ 88964 w 119504"/>
              <a:gd name="connsiteY7" fmla="*/ 119431 h 119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9504" h="119430">
                <a:moveTo>
                  <a:pt x="88964" y="119431"/>
                </a:moveTo>
                <a:cubicBezTo>
                  <a:pt x="67056" y="111525"/>
                  <a:pt x="47149" y="104477"/>
                  <a:pt x="27432" y="96952"/>
                </a:cubicBezTo>
                <a:cubicBezTo>
                  <a:pt x="24956" y="95999"/>
                  <a:pt x="22479" y="93047"/>
                  <a:pt x="21527" y="90380"/>
                </a:cubicBezTo>
                <a:cubicBezTo>
                  <a:pt x="14288" y="70949"/>
                  <a:pt x="7430" y="51422"/>
                  <a:pt x="0" y="30563"/>
                </a:cubicBezTo>
                <a:cubicBezTo>
                  <a:pt x="25908" y="21895"/>
                  <a:pt x="51435" y="13418"/>
                  <a:pt x="76867" y="4750"/>
                </a:cubicBezTo>
                <a:cubicBezTo>
                  <a:pt x="89249" y="559"/>
                  <a:pt x="101632" y="-4489"/>
                  <a:pt x="112871" y="7322"/>
                </a:cubicBezTo>
                <a:cubicBezTo>
                  <a:pt x="124016" y="18942"/>
                  <a:pt x="118681" y="31229"/>
                  <a:pt x="114395" y="43612"/>
                </a:cubicBezTo>
                <a:cubicBezTo>
                  <a:pt x="105918" y="68377"/>
                  <a:pt x="97727" y="93237"/>
                  <a:pt x="88964" y="119431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1" name="小红书平北职场PPT19"/>
          <p:cNvSpPr/>
          <p:nvPr/>
        </p:nvSpPr>
        <p:spPr>
          <a:xfrm>
            <a:off x="1245810" y="5907043"/>
            <a:ext cx="48956" cy="48474"/>
          </a:xfrm>
          <a:custGeom>
            <a:avLst/>
            <a:gdLst>
              <a:gd name="connsiteX0" fmla="*/ 0 w 119551"/>
              <a:gd name="connsiteY0" fmla="*/ 88773 h 119581"/>
              <a:gd name="connsiteX1" fmla="*/ 21336 w 119551"/>
              <a:gd name="connsiteY1" fmla="*/ 29623 h 119581"/>
              <a:gd name="connsiteX2" fmla="*/ 27908 w 119551"/>
              <a:gd name="connsiteY2" fmla="*/ 22289 h 119581"/>
              <a:gd name="connsiteX3" fmla="*/ 88868 w 119551"/>
              <a:gd name="connsiteY3" fmla="*/ 0 h 119581"/>
              <a:gd name="connsiteX4" fmla="*/ 108109 w 119551"/>
              <a:gd name="connsiteY4" fmla="*/ 56007 h 119581"/>
              <a:gd name="connsiteX5" fmla="*/ 118777 w 119551"/>
              <a:gd name="connsiteY5" fmla="*/ 89630 h 119581"/>
              <a:gd name="connsiteX6" fmla="*/ 90107 w 119551"/>
              <a:gd name="connsiteY6" fmla="*/ 118586 h 119581"/>
              <a:gd name="connsiteX7" fmla="*/ 95 w 119551"/>
              <a:gd name="connsiteY7" fmla="*/ 88773 h 119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9551" h="119581">
                <a:moveTo>
                  <a:pt x="0" y="88773"/>
                </a:moveTo>
                <a:cubicBezTo>
                  <a:pt x="7429" y="67913"/>
                  <a:pt x="14192" y="48673"/>
                  <a:pt x="21336" y="29623"/>
                </a:cubicBezTo>
                <a:cubicBezTo>
                  <a:pt x="22479" y="26670"/>
                  <a:pt x="25146" y="23336"/>
                  <a:pt x="27908" y="22289"/>
                </a:cubicBezTo>
                <a:cubicBezTo>
                  <a:pt x="47625" y="14764"/>
                  <a:pt x="67532" y="7715"/>
                  <a:pt x="88868" y="0"/>
                </a:cubicBezTo>
                <a:cubicBezTo>
                  <a:pt x="95441" y="19145"/>
                  <a:pt x="101822" y="37529"/>
                  <a:pt x="108109" y="56007"/>
                </a:cubicBezTo>
                <a:cubicBezTo>
                  <a:pt x="111824" y="67151"/>
                  <a:pt x="115919" y="78200"/>
                  <a:pt x="118777" y="89630"/>
                </a:cubicBezTo>
                <a:cubicBezTo>
                  <a:pt x="123253" y="107537"/>
                  <a:pt x="107632" y="123825"/>
                  <a:pt x="90107" y="118586"/>
                </a:cubicBezTo>
                <a:cubicBezTo>
                  <a:pt x="60198" y="109633"/>
                  <a:pt x="30671" y="99060"/>
                  <a:pt x="95" y="88773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2" name="小红书平北职场PPT20"/>
          <p:cNvSpPr/>
          <p:nvPr/>
        </p:nvSpPr>
        <p:spPr>
          <a:xfrm>
            <a:off x="2162639" y="5531439"/>
            <a:ext cx="7174718" cy="91947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23" name="小红书平北职场PPT21"/>
          <p:cNvGrpSpPr/>
          <p:nvPr/>
        </p:nvGrpSpPr>
        <p:grpSpPr>
          <a:xfrm>
            <a:off x="2387364" y="5680929"/>
            <a:ext cx="6832961" cy="672556"/>
            <a:chOff x="2387364" y="5706687"/>
            <a:chExt cx="6832961" cy="672556"/>
          </a:xfrm>
        </p:grpSpPr>
        <p:sp>
          <p:nvSpPr>
            <p:cNvPr id="50" name="小红书平北职场PPT21-1"/>
            <p:cNvSpPr txBox="1"/>
            <p:nvPr/>
          </p:nvSpPr>
          <p:spPr>
            <a:xfrm>
              <a:off x="2387364" y="5706687"/>
              <a:ext cx="1415772" cy="67255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0" scaled="1"/>
                  </a:gradFill>
                  <a:effectLst/>
                  <a:uLnTx/>
                  <a:uFillTx/>
                  <a:latin typeface="Roboto" panose="02000000000000000000" charset="0"/>
                  <a:ea typeface="思源黑体 CN Bold" panose="020B0800000000000000" pitchFamily="34" charset="-122"/>
                  <a:cs typeface="思源黑体 CN Normal" panose="020B0400000000000000" charset="-122"/>
                </a:rPr>
                <a:t>1500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全年累计项目收入</a:t>
              </a:r>
            </a:p>
          </p:txBody>
        </p:sp>
        <p:cxnSp>
          <p:nvCxnSpPr>
            <p:cNvPr id="51" name="小红书平北职场PPT21-2"/>
            <p:cNvCxnSpPr/>
            <p:nvPr/>
          </p:nvCxnSpPr>
          <p:spPr>
            <a:xfrm>
              <a:off x="3998090" y="5797216"/>
              <a:ext cx="0" cy="497676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小红书平北职场PPT21-3"/>
            <p:cNvSpPr txBox="1"/>
            <p:nvPr/>
          </p:nvSpPr>
          <p:spPr>
            <a:xfrm>
              <a:off x="4413880" y="5706687"/>
              <a:ext cx="954107" cy="67255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0" scaled="1"/>
                  </a:gradFill>
                  <a:effectLst/>
                  <a:uLnTx/>
                  <a:uFillTx/>
                  <a:latin typeface="Roboto" panose="02000000000000000000" charset="0"/>
                  <a:ea typeface="思源黑体 CN Bold" panose="020B0800000000000000" pitchFamily="34" charset="-122"/>
                  <a:cs typeface="思源黑体 CN Normal" panose="020B0400000000000000" charset="-122"/>
                </a:rPr>
                <a:t>88.6%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客户满意度</a:t>
              </a:r>
            </a:p>
          </p:txBody>
        </p:sp>
        <p:sp>
          <p:nvSpPr>
            <p:cNvPr id="53" name="小红书平北职场PPT21-4"/>
            <p:cNvSpPr txBox="1"/>
            <p:nvPr/>
          </p:nvSpPr>
          <p:spPr>
            <a:xfrm>
              <a:off x="6201659" y="5706687"/>
              <a:ext cx="1107996" cy="67255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0" scaled="1"/>
                  </a:gradFill>
                  <a:effectLst/>
                  <a:uLnTx/>
                  <a:uFillTx/>
                  <a:latin typeface="Roboto" panose="02000000000000000000" charset="0"/>
                  <a:ea typeface="思源黑体 CN Bold" panose="020B0800000000000000" pitchFamily="34" charset="-122"/>
                  <a:cs typeface="思源黑体 CN Normal" panose="020B0400000000000000" charset="-122"/>
                </a:rPr>
                <a:t>20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技术团队扩充</a:t>
              </a:r>
            </a:p>
          </p:txBody>
        </p:sp>
        <p:sp>
          <p:nvSpPr>
            <p:cNvPr id="54" name="小红书平北职场PPT21-5"/>
            <p:cNvSpPr txBox="1"/>
            <p:nvPr/>
          </p:nvSpPr>
          <p:spPr>
            <a:xfrm>
              <a:off x="7958441" y="5706687"/>
              <a:ext cx="1261884" cy="67255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0" scaled="1"/>
                  </a:gradFill>
                  <a:effectLst/>
                  <a:uLnTx/>
                  <a:uFillTx/>
                  <a:latin typeface="Roboto" panose="02000000000000000000" charset="0"/>
                  <a:ea typeface="思源黑体 CN Bold" panose="020B0800000000000000" pitchFamily="34" charset="-122"/>
                  <a:cs typeface="思源黑体 CN Normal" panose="020B0400000000000000" charset="-122"/>
                </a:rPr>
                <a:t>120%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创新项目增长率</a:t>
              </a:r>
            </a:p>
          </p:txBody>
        </p:sp>
        <p:cxnSp>
          <p:nvCxnSpPr>
            <p:cNvPr id="55" name="小红书平北职场PPT21-6"/>
            <p:cNvCxnSpPr/>
            <p:nvPr/>
          </p:nvCxnSpPr>
          <p:spPr>
            <a:xfrm>
              <a:off x="5876550" y="5797216"/>
              <a:ext cx="0" cy="497676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小红书平北职场PPT21-7"/>
            <p:cNvCxnSpPr/>
            <p:nvPr/>
          </p:nvCxnSpPr>
          <p:spPr>
            <a:xfrm>
              <a:off x="7724014" y="5797216"/>
              <a:ext cx="0" cy="497676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小红书平北职场PPT21-8"/>
            <p:cNvSpPr txBox="1">
              <a:spLocks noChangeArrowheads="1"/>
            </p:cNvSpPr>
            <p:nvPr/>
          </p:nvSpPr>
          <p:spPr bwMode="auto">
            <a:xfrm>
              <a:off x="2950243" y="5823939"/>
              <a:ext cx="1338160" cy="303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万元</a:t>
              </a:r>
            </a:p>
          </p:txBody>
        </p:sp>
        <p:sp>
          <p:nvSpPr>
            <p:cNvPr id="58" name="小红书平北职场PPT21-9"/>
            <p:cNvSpPr txBox="1">
              <a:spLocks noChangeArrowheads="1"/>
            </p:cNvSpPr>
            <p:nvPr/>
          </p:nvSpPr>
          <p:spPr bwMode="auto">
            <a:xfrm>
              <a:off x="6552798" y="5823939"/>
              <a:ext cx="1338160" cy="303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人</a:t>
              </a:r>
            </a:p>
          </p:txBody>
        </p:sp>
      </p:grpSp>
      <p:grpSp>
        <p:nvGrpSpPr>
          <p:cNvPr id="24" name="小红书平北职场PPT22"/>
          <p:cNvGrpSpPr/>
          <p:nvPr/>
        </p:nvGrpSpPr>
        <p:grpSpPr>
          <a:xfrm>
            <a:off x="9429787" y="5531439"/>
            <a:ext cx="2330730" cy="919479"/>
            <a:chOff x="9924271" y="981075"/>
            <a:chExt cx="1824811" cy="1012824"/>
          </a:xfrm>
        </p:grpSpPr>
        <p:sp>
          <p:nvSpPr>
            <p:cNvPr id="47" name="小红书平北职场PPT22-1"/>
            <p:cNvSpPr/>
            <p:nvPr/>
          </p:nvSpPr>
          <p:spPr>
            <a:xfrm>
              <a:off x="9924271" y="981075"/>
              <a:ext cx="1824811" cy="1012824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2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48" name="小红书平北职场PPT22-2"/>
            <p:cNvSpPr txBox="1"/>
            <p:nvPr/>
          </p:nvSpPr>
          <p:spPr>
            <a:xfrm>
              <a:off x="10488276" y="1641752"/>
              <a:ext cx="696802" cy="30949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charset="0"/>
                  <a:ea typeface="思源黑体 CN Bold" panose="020B0800000000000000" pitchFamily="34" charset="-122"/>
                  <a:cs typeface="思源黑体 CN Normal" panose="020B0400000000000000" charset="-122"/>
                </a:rPr>
                <a:t>项目完成度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49" name="小红书平北职场PPT22-3"/>
            <p:cNvSpPr txBox="1"/>
            <p:nvPr/>
          </p:nvSpPr>
          <p:spPr>
            <a:xfrm>
              <a:off x="10427681" y="1039140"/>
              <a:ext cx="817990" cy="65134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Roboto" panose="02000000000000000000" charset="0"/>
                  <a:ea typeface="思源黑体 CN Bold" panose="020B0800000000000000" pitchFamily="34" charset="-122"/>
                  <a:cs typeface="思源黑体 CN Normal" panose="020B0400000000000000" charset="-122"/>
                </a:rPr>
                <a:t>100%</a:t>
              </a:r>
              <a:endPara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25" name="小红书平北职场PPT23"/>
          <p:cNvGrpSpPr/>
          <p:nvPr/>
        </p:nvGrpSpPr>
        <p:grpSpPr>
          <a:xfrm>
            <a:off x="334963" y="184318"/>
            <a:ext cx="11522075" cy="506147"/>
            <a:chOff x="334963" y="184318"/>
            <a:chExt cx="11522075" cy="506147"/>
          </a:xfrm>
        </p:grpSpPr>
        <p:cxnSp>
          <p:nvCxnSpPr>
            <p:cNvPr id="45" name="小红书平北职场PPT23-1"/>
            <p:cNvCxnSpPr/>
            <p:nvPr>
              <p:custDataLst>
                <p:tags r:id="rId2"/>
              </p:custDataLst>
            </p:nvPr>
          </p:nvCxnSpPr>
          <p:spPr>
            <a:xfrm>
              <a:off x="334963" y="690465"/>
              <a:ext cx="115220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小红书平北职场PPT23-2"/>
            <p:cNvSpPr txBox="1"/>
            <p:nvPr>
              <p:custDataLst>
                <p:tags r:id="rId3"/>
              </p:custDataLst>
            </p:nvPr>
          </p:nvSpPr>
          <p:spPr>
            <a:xfrm>
              <a:off x="334963" y="184318"/>
              <a:ext cx="5219378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XX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数字营销公司创意技术部汇报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小红书平北职场PPT1"/>
          <p:cNvGrpSpPr/>
          <p:nvPr/>
        </p:nvGrpSpPr>
        <p:grpSpPr>
          <a:xfrm>
            <a:off x="334963" y="184318"/>
            <a:ext cx="11522075" cy="506147"/>
            <a:chOff x="334963" y="184318"/>
            <a:chExt cx="11522075" cy="506147"/>
          </a:xfrm>
        </p:grpSpPr>
        <p:cxnSp>
          <p:nvCxnSpPr>
            <p:cNvPr id="75" name="小红书平北职场PPT1-1"/>
            <p:cNvCxnSpPr/>
            <p:nvPr>
              <p:custDataLst>
                <p:tags r:id="rId2"/>
              </p:custDataLst>
            </p:nvPr>
          </p:nvCxnSpPr>
          <p:spPr>
            <a:xfrm>
              <a:off x="334963" y="690465"/>
              <a:ext cx="115220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小红书平北职场PPT1-2"/>
            <p:cNvSpPr txBox="1"/>
            <p:nvPr>
              <p:custDataLst>
                <p:tags r:id="rId3"/>
              </p:custDataLst>
            </p:nvPr>
          </p:nvSpPr>
          <p:spPr>
            <a:xfrm>
              <a:off x="334963" y="184318"/>
              <a:ext cx="5745163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以客户为中心的品牌管理与服务体系</a:t>
              </a:r>
            </a:p>
          </p:txBody>
        </p:sp>
      </p:grpSp>
      <p:grpSp>
        <p:nvGrpSpPr>
          <p:cNvPr id="4" name="小红书平北职场PPT2"/>
          <p:cNvGrpSpPr/>
          <p:nvPr/>
        </p:nvGrpSpPr>
        <p:grpSpPr>
          <a:xfrm>
            <a:off x="4450714" y="1137710"/>
            <a:ext cx="3197584" cy="5171746"/>
            <a:chOff x="4642436" y="1197236"/>
            <a:chExt cx="2907128" cy="4701965"/>
          </a:xfrm>
        </p:grpSpPr>
        <p:sp>
          <p:nvSpPr>
            <p:cNvPr id="73" name="小红书平北职场PPT2-1"/>
            <p:cNvSpPr/>
            <p:nvPr/>
          </p:nvSpPr>
          <p:spPr bwMode="auto">
            <a:xfrm rot="16200000" flipV="1">
              <a:off x="3745017" y="2094655"/>
              <a:ext cx="4701965" cy="2907128"/>
            </a:xfrm>
            <a:custGeom>
              <a:avLst/>
              <a:gdLst>
                <a:gd name="connsiteX0" fmla="*/ 0 w 2385058"/>
                <a:gd name="connsiteY0" fmla="*/ 3779520 h 3779520"/>
                <a:gd name="connsiteX1" fmla="*/ 1851658 w 2385058"/>
                <a:gd name="connsiteY1" fmla="*/ 2293620 h 3779520"/>
                <a:gd name="connsiteX2" fmla="*/ 1851658 w 2385058"/>
                <a:gd name="connsiteY2" fmla="*/ 2560320 h 3779520"/>
                <a:gd name="connsiteX3" fmla="*/ 2385058 w 2385058"/>
                <a:gd name="connsiteY3" fmla="*/ 1889760 h 3779520"/>
                <a:gd name="connsiteX4" fmla="*/ 1851658 w 2385058"/>
                <a:gd name="connsiteY4" fmla="*/ 1219200 h 3779520"/>
                <a:gd name="connsiteX5" fmla="*/ 1851658 w 2385058"/>
                <a:gd name="connsiteY5" fmla="*/ 1485900 h 3779520"/>
                <a:gd name="connsiteX6" fmla="*/ 0 w 2385058"/>
                <a:gd name="connsiteY6" fmla="*/ 0 h 3779520"/>
                <a:gd name="connsiteX7" fmla="*/ 0 w 2385058"/>
                <a:gd name="connsiteY7" fmla="*/ 1889760 h 377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85058" h="3779520">
                  <a:moveTo>
                    <a:pt x="0" y="3779520"/>
                  </a:moveTo>
                  <a:cubicBezTo>
                    <a:pt x="495300" y="2994660"/>
                    <a:pt x="929640" y="2369820"/>
                    <a:pt x="1851658" y="2293620"/>
                  </a:cubicBezTo>
                  <a:lnTo>
                    <a:pt x="1851658" y="2560320"/>
                  </a:lnTo>
                  <a:lnTo>
                    <a:pt x="2385058" y="1889760"/>
                  </a:lnTo>
                  <a:lnTo>
                    <a:pt x="1851658" y="1219200"/>
                  </a:lnTo>
                  <a:lnTo>
                    <a:pt x="1851658" y="1485900"/>
                  </a:lnTo>
                  <a:cubicBezTo>
                    <a:pt x="929640" y="1409700"/>
                    <a:pt x="495300" y="784860"/>
                    <a:pt x="0" y="0"/>
                  </a:cubicBezTo>
                  <a:lnTo>
                    <a:pt x="0" y="1889760"/>
                  </a:lnTo>
                  <a:close/>
                </a:path>
              </a:pathLst>
            </a:custGeom>
            <a:gradFill flip="none" rotWithShape="0">
              <a:gsLst>
                <a:gs pos="8547">
                  <a:schemeClr val="accent1"/>
                </a:gs>
                <a:gs pos="60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  <a:tileRect/>
            </a:gradFill>
            <a:ln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65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74" name="小红书平北职场PPT2-2"/>
            <p:cNvSpPr/>
            <p:nvPr/>
          </p:nvSpPr>
          <p:spPr bwMode="auto">
            <a:xfrm rot="16200000" flipV="1">
              <a:off x="4817176" y="3382053"/>
              <a:ext cx="2543522" cy="1393084"/>
            </a:xfrm>
            <a:custGeom>
              <a:avLst/>
              <a:gdLst>
                <a:gd name="connsiteX0" fmla="*/ 0 w 2385058"/>
                <a:gd name="connsiteY0" fmla="*/ 3779520 h 3779520"/>
                <a:gd name="connsiteX1" fmla="*/ 1851658 w 2385058"/>
                <a:gd name="connsiteY1" fmla="*/ 2293620 h 3779520"/>
                <a:gd name="connsiteX2" fmla="*/ 1851658 w 2385058"/>
                <a:gd name="connsiteY2" fmla="*/ 2560320 h 3779520"/>
                <a:gd name="connsiteX3" fmla="*/ 2385058 w 2385058"/>
                <a:gd name="connsiteY3" fmla="*/ 1889760 h 3779520"/>
                <a:gd name="connsiteX4" fmla="*/ 1851658 w 2385058"/>
                <a:gd name="connsiteY4" fmla="*/ 1219200 h 3779520"/>
                <a:gd name="connsiteX5" fmla="*/ 1851658 w 2385058"/>
                <a:gd name="connsiteY5" fmla="*/ 1485900 h 3779520"/>
                <a:gd name="connsiteX6" fmla="*/ 0 w 2385058"/>
                <a:gd name="connsiteY6" fmla="*/ 0 h 3779520"/>
                <a:gd name="connsiteX7" fmla="*/ 0 w 2385058"/>
                <a:gd name="connsiteY7" fmla="*/ 1889760 h 377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85058" h="3779520">
                  <a:moveTo>
                    <a:pt x="0" y="3779520"/>
                  </a:moveTo>
                  <a:cubicBezTo>
                    <a:pt x="495300" y="2994660"/>
                    <a:pt x="929640" y="2369820"/>
                    <a:pt x="1851658" y="2293620"/>
                  </a:cubicBezTo>
                  <a:lnTo>
                    <a:pt x="1851658" y="2560320"/>
                  </a:lnTo>
                  <a:lnTo>
                    <a:pt x="2385058" y="1889760"/>
                  </a:lnTo>
                  <a:lnTo>
                    <a:pt x="1851658" y="1219200"/>
                  </a:lnTo>
                  <a:lnTo>
                    <a:pt x="1851658" y="1485900"/>
                  </a:lnTo>
                  <a:cubicBezTo>
                    <a:pt x="929640" y="1409700"/>
                    <a:pt x="495300" y="784860"/>
                    <a:pt x="0" y="0"/>
                  </a:cubicBezTo>
                  <a:lnTo>
                    <a:pt x="0" y="188976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20000"/>
                    <a:lumOff val="80000"/>
                  </a:schemeClr>
                </a:gs>
                <a:gs pos="3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0"/>
            </a:gradFill>
            <a:ln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3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5" name="小红书平北职场PPT3"/>
          <p:cNvGrpSpPr/>
          <p:nvPr/>
        </p:nvGrpSpPr>
        <p:grpSpPr>
          <a:xfrm>
            <a:off x="19050" y="4896450"/>
            <a:ext cx="12153900" cy="1880054"/>
            <a:chOff x="19050" y="5196918"/>
            <a:chExt cx="12153900" cy="2381250"/>
          </a:xfrm>
        </p:grpSpPr>
        <p:sp>
          <p:nvSpPr>
            <p:cNvPr id="71" name="小红书平北职场PPT3-1"/>
            <p:cNvSpPr/>
            <p:nvPr/>
          </p:nvSpPr>
          <p:spPr>
            <a:xfrm>
              <a:off x="19050" y="5196918"/>
              <a:ext cx="12153900" cy="2381250"/>
            </a:xfrm>
            <a:custGeom>
              <a:avLst/>
              <a:gdLst>
                <a:gd name="connsiteX0" fmla="*/ 6076950 w 12153900"/>
                <a:gd name="connsiteY0" fmla="*/ 190500 h 2381250"/>
                <a:gd name="connsiteX1" fmla="*/ 972312 w 12153900"/>
                <a:gd name="connsiteY1" fmla="*/ 1123950 h 2381250"/>
                <a:gd name="connsiteX2" fmla="*/ 6076950 w 12153900"/>
                <a:gd name="connsiteY2" fmla="*/ 2057400 h 2381250"/>
                <a:gd name="connsiteX3" fmla="*/ 11181588 w 12153900"/>
                <a:gd name="connsiteY3" fmla="*/ 1123950 h 2381250"/>
                <a:gd name="connsiteX4" fmla="*/ 6076950 w 12153900"/>
                <a:gd name="connsiteY4" fmla="*/ 190500 h 2381250"/>
                <a:gd name="connsiteX5" fmla="*/ 6076950 w 12153900"/>
                <a:gd name="connsiteY5" fmla="*/ 0 h 2381250"/>
                <a:gd name="connsiteX6" fmla="*/ 12153900 w 12153900"/>
                <a:gd name="connsiteY6" fmla="*/ 1190625 h 2381250"/>
                <a:gd name="connsiteX7" fmla="*/ 6076950 w 12153900"/>
                <a:gd name="connsiteY7" fmla="*/ 2381250 h 2381250"/>
                <a:gd name="connsiteX8" fmla="*/ 0 w 12153900"/>
                <a:gd name="connsiteY8" fmla="*/ 1190625 h 2381250"/>
                <a:gd name="connsiteX9" fmla="*/ 6076950 w 12153900"/>
                <a:gd name="connsiteY9" fmla="*/ 0 h 2381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53900" h="2381250">
                  <a:moveTo>
                    <a:pt x="6076950" y="190500"/>
                  </a:moveTo>
                  <a:cubicBezTo>
                    <a:pt x="3257736" y="190500"/>
                    <a:pt x="972312" y="608420"/>
                    <a:pt x="972312" y="1123950"/>
                  </a:cubicBezTo>
                  <a:cubicBezTo>
                    <a:pt x="972312" y="1639480"/>
                    <a:pt x="3257736" y="2057400"/>
                    <a:pt x="6076950" y="2057400"/>
                  </a:cubicBezTo>
                  <a:cubicBezTo>
                    <a:pt x="8896164" y="2057400"/>
                    <a:pt x="11181588" y="1639480"/>
                    <a:pt x="11181588" y="1123950"/>
                  </a:cubicBezTo>
                  <a:cubicBezTo>
                    <a:pt x="11181588" y="608420"/>
                    <a:pt x="8896164" y="190500"/>
                    <a:pt x="6076950" y="190500"/>
                  </a:cubicBezTo>
                  <a:close/>
                  <a:moveTo>
                    <a:pt x="6076950" y="0"/>
                  </a:moveTo>
                  <a:cubicBezTo>
                    <a:pt x="9433157" y="0"/>
                    <a:pt x="12153900" y="533061"/>
                    <a:pt x="12153900" y="1190625"/>
                  </a:cubicBezTo>
                  <a:cubicBezTo>
                    <a:pt x="12153900" y="1848189"/>
                    <a:pt x="9433157" y="2381250"/>
                    <a:pt x="6076950" y="2381250"/>
                  </a:cubicBezTo>
                  <a:cubicBezTo>
                    <a:pt x="2720743" y="2381250"/>
                    <a:pt x="0" y="1848189"/>
                    <a:pt x="0" y="1190625"/>
                  </a:cubicBezTo>
                  <a:cubicBezTo>
                    <a:pt x="0" y="533061"/>
                    <a:pt x="2720743" y="0"/>
                    <a:pt x="6076950" y="0"/>
                  </a:cubicBezTo>
                  <a:close/>
                </a:path>
              </a:pathLst>
            </a:custGeom>
            <a:gradFill>
              <a:gsLst>
                <a:gs pos="15000">
                  <a:schemeClr val="bg1">
                    <a:alpha val="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72" name="小红书平北职场PPT3-2"/>
            <p:cNvSpPr/>
            <p:nvPr/>
          </p:nvSpPr>
          <p:spPr>
            <a:xfrm>
              <a:off x="991362" y="5387418"/>
              <a:ext cx="10209276" cy="1866900"/>
            </a:xfrm>
            <a:custGeom>
              <a:avLst/>
              <a:gdLst>
                <a:gd name="connsiteX0" fmla="*/ 5104638 w 10209276"/>
                <a:gd name="connsiteY0" fmla="*/ 170284 h 1866900"/>
                <a:gd name="connsiteX1" fmla="*/ 951738 w 10209276"/>
                <a:gd name="connsiteY1" fmla="*/ 863471 h 1866900"/>
                <a:gd name="connsiteX2" fmla="*/ 5104638 w 10209276"/>
                <a:gd name="connsiteY2" fmla="*/ 1556658 h 1866900"/>
                <a:gd name="connsiteX3" fmla="*/ 9257538 w 10209276"/>
                <a:gd name="connsiteY3" fmla="*/ 863471 h 1866900"/>
                <a:gd name="connsiteX4" fmla="*/ 5104638 w 10209276"/>
                <a:gd name="connsiteY4" fmla="*/ 170284 h 1866900"/>
                <a:gd name="connsiteX5" fmla="*/ 5104638 w 10209276"/>
                <a:gd name="connsiteY5" fmla="*/ 0 h 1866900"/>
                <a:gd name="connsiteX6" fmla="*/ 10209276 w 10209276"/>
                <a:gd name="connsiteY6" fmla="*/ 933450 h 1866900"/>
                <a:gd name="connsiteX7" fmla="*/ 5104638 w 10209276"/>
                <a:gd name="connsiteY7" fmla="*/ 1866900 h 1866900"/>
                <a:gd name="connsiteX8" fmla="*/ 0 w 10209276"/>
                <a:gd name="connsiteY8" fmla="*/ 933450 h 1866900"/>
                <a:gd name="connsiteX9" fmla="*/ 5104638 w 10209276"/>
                <a:gd name="connsiteY9" fmla="*/ 0 h 186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209276" h="1866900">
                  <a:moveTo>
                    <a:pt x="5104638" y="170284"/>
                  </a:moveTo>
                  <a:cubicBezTo>
                    <a:pt x="2811055" y="170284"/>
                    <a:pt x="951738" y="480634"/>
                    <a:pt x="951738" y="863471"/>
                  </a:cubicBezTo>
                  <a:cubicBezTo>
                    <a:pt x="951738" y="1246308"/>
                    <a:pt x="2811055" y="1556658"/>
                    <a:pt x="5104638" y="1556658"/>
                  </a:cubicBezTo>
                  <a:cubicBezTo>
                    <a:pt x="7398221" y="1556658"/>
                    <a:pt x="9257538" y="1246308"/>
                    <a:pt x="9257538" y="863471"/>
                  </a:cubicBezTo>
                  <a:cubicBezTo>
                    <a:pt x="9257538" y="480634"/>
                    <a:pt x="7398221" y="170284"/>
                    <a:pt x="5104638" y="170284"/>
                  </a:cubicBezTo>
                  <a:close/>
                  <a:moveTo>
                    <a:pt x="5104638" y="0"/>
                  </a:moveTo>
                  <a:cubicBezTo>
                    <a:pt x="7923852" y="0"/>
                    <a:pt x="10209276" y="417920"/>
                    <a:pt x="10209276" y="933450"/>
                  </a:cubicBezTo>
                  <a:cubicBezTo>
                    <a:pt x="10209276" y="1448980"/>
                    <a:pt x="7923852" y="1866900"/>
                    <a:pt x="5104638" y="1866900"/>
                  </a:cubicBezTo>
                  <a:cubicBezTo>
                    <a:pt x="2285424" y="1866900"/>
                    <a:pt x="0" y="1448980"/>
                    <a:pt x="0" y="933450"/>
                  </a:cubicBezTo>
                  <a:cubicBezTo>
                    <a:pt x="0" y="417920"/>
                    <a:pt x="2285424" y="0"/>
                    <a:pt x="5104638" y="0"/>
                  </a:cubicBezTo>
                  <a:close/>
                </a:path>
              </a:pathLst>
            </a:custGeom>
            <a:gradFill>
              <a:gsLst>
                <a:gs pos="23000">
                  <a:schemeClr val="accent1">
                    <a:alpha val="0"/>
                  </a:schemeClr>
                </a:gs>
                <a:gs pos="86000">
                  <a:schemeClr val="accent1">
                    <a:alpha val="70000"/>
                  </a:schemeClr>
                </a:gs>
              </a:gsLst>
              <a:lin ang="5400000" scaled="0"/>
            </a:gradFill>
            <a:ln>
              <a:gradFill>
                <a:gsLst>
                  <a:gs pos="3700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6" name="小红书平北职场PPT4"/>
          <p:cNvGrpSpPr/>
          <p:nvPr/>
        </p:nvGrpSpPr>
        <p:grpSpPr>
          <a:xfrm flipH="1">
            <a:off x="619720" y="3059766"/>
            <a:ext cx="2810433" cy="618392"/>
            <a:chOff x="1995247" y="1288988"/>
            <a:chExt cx="2810433" cy="618392"/>
          </a:xfrm>
        </p:grpSpPr>
        <p:sp>
          <p:nvSpPr>
            <p:cNvPr id="69" name="小红书平北职场PPT4-1"/>
            <p:cNvSpPr/>
            <p:nvPr/>
          </p:nvSpPr>
          <p:spPr>
            <a:xfrm>
              <a:off x="2200275" y="1356879"/>
              <a:ext cx="2605405" cy="48144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gradFill>
                <a:gsLst>
                  <a:gs pos="19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0"/>
              </a:gradFill>
            </a:ln>
            <a:effectLst>
              <a:outerShdw blurRad="165100" dist="762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70" name="小红书平北职场PPT4-2"/>
            <p:cNvSpPr/>
            <p:nvPr/>
          </p:nvSpPr>
          <p:spPr>
            <a:xfrm flipH="1">
              <a:off x="1995247" y="1288988"/>
              <a:ext cx="618390" cy="618392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path path="circle">
                <a:fillToRect l="100000" b="100000"/>
              </a:path>
              <a:tileRect t="-100000" r="-100000"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7" name="小红书平北职场PPT5"/>
          <p:cNvSpPr txBox="1"/>
          <p:nvPr/>
        </p:nvSpPr>
        <p:spPr>
          <a:xfrm>
            <a:off x="558043" y="3751750"/>
            <a:ext cx="2403211" cy="556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1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</a:rPr>
              <a:t>提供一致的品牌体验，加强客户联系，提升品牌价值</a:t>
            </a:r>
          </a:p>
        </p:txBody>
      </p:sp>
      <p:sp>
        <p:nvSpPr>
          <p:cNvPr id="8" name="小红书平北职场PPT6"/>
          <p:cNvSpPr txBox="1"/>
          <p:nvPr/>
        </p:nvSpPr>
        <p:spPr>
          <a:xfrm>
            <a:off x="2871530" y="3175038"/>
            <a:ext cx="498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01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" name="小红书平北职场PPT7"/>
          <p:cNvSpPr txBox="1"/>
          <p:nvPr/>
        </p:nvSpPr>
        <p:spPr>
          <a:xfrm>
            <a:off x="9380238" y="3751750"/>
            <a:ext cx="2253718" cy="557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1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rPr>
              <a:t>整合库存平台，优化物流，提升购物体验</a:t>
            </a:r>
          </a:p>
        </p:txBody>
      </p:sp>
      <p:sp>
        <p:nvSpPr>
          <p:cNvPr id="10" name="小红书平北职场PPT8"/>
          <p:cNvSpPr/>
          <p:nvPr/>
        </p:nvSpPr>
        <p:spPr>
          <a:xfrm>
            <a:off x="8944730" y="3127657"/>
            <a:ext cx="2605405" cy="48144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>
              <a:gsLst>
                <a:gs pos="19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0"/>
            </a:gradFill>
          </a:ln>
          <a:effectLst>
            <a:outerShdw blurRad="165100" dist="762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1" name="小红书平北职场PPT9"/>
          <p:cNvSpPr/>
          <p:nvPr/>
        </p:nvSpPr>
        <p:spPr>
          <a:xfrm flipH="1">
            <a:off x="8739702" y="3059766"/>
            <a:ext cx="618390" cy="61839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path path="circle">
              <a:fillToRect l="100000" b="100000"/>
            </a:path>
            <a:tileRect t="-100000" r="-100000"/>
          </a:gradFill>
          <a:ln w="9525">
            <a:noFill/>
            <a:round/>
          </a:ln>
          <a:effectLst>
            <a:outerShdw blurRad="165100" dist="76200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2" name="小红书平北职场PPT10"/>
          <p:cNvSpPr txBox="1"/>
          <p:nvPr/>
        </p:nvSpPr>
        <p:spPr>
          <a:xfrm>
            <a:off x="8799056" y="3175038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02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3" name="小红书平北职场PPT11"/>
          <p:cNvSpPr txBox="1"/>
          <p:nvPr/>
        </p:nvSpPr>
        <p:spPr>
          <a:xfrm>
            <a:off x="8217956" y="5155280"/>
            <a:ext cx="2253718" cy="557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1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rPr>
              <a:t>建立反馈机制，利用数据分析，提高市场影响力</a:t>
            </a:r>
          </a:p>
        </p:txBody>
      </p:sp>
      <p:sp>
        <p:nvSpPr>
          <p:cNvPr id="14" name="小红书平北职场PPT12"/>
          <p:cNvSpPr/>
          <p:nvPr/>
        </p:nvSpPr>
        <p:spPr>
          <a:xfrm>
            <a:off x="7782448" y="4531187"/>
            <a:ext cx="2605405" cy="48144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>
              <a:gsLst>
                <a:gs pos="19000">
                  <a:schemeClr val="accent3">
                    <a:lumMod val="60000"/>
                    <a:lumOff val="40000"/>
                  </a:schemeClr>
                </a:gs>
                <a:gs pos="100000">
                  <a:schemeClr val="accent3">
                    <a:lumMod val="20000"/>
                    <a:lumOff val="80000"/>
                  </a:schemeClr>
                </a:gs>
              </a:gsLst>
              <a:lin ang="0" scaled="0"/>
            </a:gradFill>
          </a:ln>
          <a:effectLst>
            <a:outerShdw blurRad="165100" dist="762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5" name="小红书平北职场PPT13"/>
          <p:cNvGrpSpPr/>
          <p:nvPr/>
        </p:nvGrpSpPr>
        <p:grpSpPr>
          <a:xfrm>
            <a:off x="8406641" y="3190427"/>
            <a:ext cx="3456481" cy="1772862"/>
            <a:chOff x="8217955" y="3190427"/>
            <a:chExt cx="3456481" cy="1772862"/>
          </a:xfrm>
        </p:grpSpPr>
        <p:sp>
          <p:nvSpPr>
            <p:cNvPr id="67" name="小红书平北职场PPT13-1"/>
            <p:cNvSpPr txBox="1"/>
            <p:nvPr/>
          </p:nvSpPr>
          <p:spPr>
            <a:xfrm>
              <a:off x="9380237" y="3190427"/>
              <a:ext cx="2294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00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库存物流优化 </a:t>
              </a:r>
            </a:p>
          </p:txBody>
        </p:sp>
        <p:sp>
          <p:nvSpPr>
            <p:cNvPr id="68" name="小红书平北职场PPT13-2"/>
            <p:cNvSpPr txBox="1"/>
            <p:nvPr/>
          </p:nvSpPr>
          <p:spPr>
            <a:xfrm>
              <a:off x="8217955" y="4593957"/>
              <a:ext cx="2294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00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反馈数据分析 </a:t>
              </a:r>
            </a:p>
          </p:txBody>
        </p:sp>
      </p:grpSp>
      <p:sp>
        <p:nvSpPr>
          <p:cNvPr id="16" name="小红书平北职场PPT14"/>
          <p:cNvSpPr/>
          <p:nvPr/>
        </p:nvSpPr>
        <p:spPr>
          <a:xfrm flipH="1">
            <a:off x="7577420" y="4463296"/>
            <a:ext cx="618390" cy="61839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path path="circle">
              <a:fillToRect l="100000" b="100000"/>
            </a:path>
            <a:tileRect t="-100000" r="-100000"/>
          </a:gradFill>
          <a:ln w="9525">
            <a:noFill/>
            <a:round/>
          </a:ln>
          <a:effectLst>
            <a:outerShdw blurRad="165100" dist="76200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" name="小红书平北职场PPT15"/>
          <p:cNvSpPr txBox="1"/>
          <p:nvPr/>
        </p:nvSpPr>
        <p:spPr>
          <a:xfrm>
            <a:off x="7637187" y="4563179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04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8" name="小红书平北职场PPT16"/>
          <p:cNvSpPr/>
          <p:nvPr/>
        </p:nvSpPr>
        <p:spPr>
          <a:xfrm flipH="1">
            <a:off x="1782003" y="4531187"/>
            <a:ext cx="2605405" cy="48144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>
              <a:gsLst>
                <a:gs pos="19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0" scaled="0"/>
            </a:gradFill>
          </a:ln>
          <a:effectLst>
            <a:outerShdw blurRad="101600" dist="38100" dir="2700000" algn="tl" rotWithShape="0">
              <a:schemeClr val="accent2"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9" name="小红书平北职场PPT17"/>
          <p:cNvSpPr/>
          <p:nvPr/>
        </p:nvSpPr>
        <p:spPr>
          <a:xfrm>
            <a:off x="3974046" y="4463296"/>
            <a:ext cx="618390" cy="618392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  <a:effectLst>
            <a:outerShdw blurRad="177800" dist="76200" dir="3600000" algn="tr" rotWithShape="0">
              <a:schemeClr val="accent2"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0" name="小红书平北职场PPT18"/>
          <p:cNvSpPr txBox="1"/>
          <p:nvPr/>
        </p:nvSpPr>
        <p:spPr>
          <a:xfrm>
            <a:off x="2061029" y="5155280"/>
            <a:ext cx="1913015" cy="557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1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rPr>
              <a:t>利用数据分析，提供个性化服务，增强客户忠诚度</a:t>
            </a:r>
          </a:p>
        </p:txBody>
      </p:sp>
      <p:grpSp>
        <p:nvGrpSpPr>
          <p:cNvPr id="21" name="小红书平北职场PPT19"/>
          <p:cNvGrpSpPr/>
          <p:nvPr/>
        </p:nvGrpSpPr>
        <p:grpSpPr>
          <a:xfrm>
            <a:off x="285334" y="3190427"/>
            <a:ext cx="3456482" cy="1772862"/>
            <a:chOff x="517563" y="3190427"/>
            <a:chExt cx="3456482" cy="1772862"/>
          </a:xfrm>
        </p:grpSpPr>
        <p:sp>
          <p:nvSpPr>
            <p:cNvPr id="65" name="小红书平北职场PPT19-1"/>
            <p:cNvSpPr txBox="1"/>
            <p:nvPr/>
          </p:nvSpPr>
          <p:spPr>
            <a:xfrm>
              <a:off x="517563" y="3190427"/>
              <a:ext cx="2294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00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品牌形象统一 </a:t>
              </a:r>
            </a:p>
          </p:txBody>
        </p:sp>
        <p:sp>
          <p:nvSpPr>
            <p:cNvPr id="66" name="小红书平北职场PPT19-2"/>
            <p:cNvSpPr txBox="1"/>
            <p:nvPr/>
          </p:nvSpPr>
          <p:spPr>
            <a:xfrm>
              <a:off x="1679846" y="4593957"/>
              <a:ext cx="2294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A13422">
                          <a:lumMod val="60000"/>
                          <a:lumOff val="40000"/>
                        </a:srgbClr>
                      </a:gs>
                      <a:gs pos="100000">
                        <a:srgbClr val="A13422"/>
                      </a:gs>
                    </a:gsLst>
                    <a:lin ang="0" scaled="1"/>
                    <a:tileRect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服务个性化 </a:t>
              </a:r>
            </a:p>
          </p:txBody>
        </p:sp>
      </p:grpSp>
      <p:sp>
        <p:nvSpPr>
          <p:cNvPr id="22" name="小红书平北职场PPT20"/>
          <p:cNvSpPr txBox="1"/>
          <p:nvPr/>
        </p:nvSpPr>
        <p:spPr>
          <a:xfrm>
            <a:off x="4033814" y="4566043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03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77" name="任意多边形: 形状 76"/>
          <p:cNvSpPr/>
          <p:nvPr/>
        </p:nvSpPr>
        <p:spPr>
          <a:xfrm>
            <a:off x="0" y="1132090"/>
            <a:ext cx="4235303" cy="1060710"/>
          </a:xfrm>
          <a:custGeom>
            <a:avLst/>
            <a:gdLst>
              <a:gd name="connsiteX0" fmla="*/ 12589 w 4235303"/>
              <a:gd name="connsiteY0" fmla="*/ 0 h 1060710"/>
              <a:gd name="connsiteX1" fmla="*/ 3704948 w 4235303"/>
              <a:gd name="connsiteY1" fmla="*/ 0 h 1060710"/>
              <a:gd name="connsiteX2" fmla="*/ 4235303 w 4235303"/>
              <a:gd name="connsiteY2" fmla="*/ 530355 h 1060710"/>
              <a:gd name="connsiteX3" fmla="*/ 3704948 w 4235303"/>
              <a:gd name="connsiteY3" fmla="*/ 1060710 h 1060710"/>
              <a:gd name="connsiteX4" fmla="*/ 12589 w 4235303"/>
              <a:gd name="connsiteY4" fmla="*/ 1060710 h 1060710"/>
              <a:gd name="connsiteX5" fmla="*/ 0 w 4235303"/>
              <a:gd name="connsiteY5" fmla="*/ 1059441 h 1060710"/>
              <a:gd name="connsiteX6" fmla="*/ 0 w 4235303"/>
              <a:gd name="connsiteY6" fmla="*/ 1269 h 1060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5303" h="1060710">
                <a:moveTo>
                  <a:pt x="12589" y="0"/>
                </a:moveTo>
                <a:lnTo>
                  <a:pt x="3704948" y="0"/>
                </a:lnTo>
                <a:cubicBezTo>
                  <a:pt x="3997855" y="0"/>
                  <a:pt x="4235303" y="237448"/>
                  <a:pt x="4235303" y="530355"/>
                </a:cubicBezTo>
                <a:cubicBezTo>
                  <a:pt x="4235303" y="823262"/>
                  <a:pt x="3997855" y="1060710"/>
                  <a:pt x="3704948" y="1060710"/>
                </a:cubicBezTo>
                <a:lnTo>
                  <a:pt x="12589" y="1060710"/>
                </a:lnTo>
                <a:lnTo>
                  <a:pt x="0" y="1059441"/>
                </a:lnTo>
                <a:lnTo>
                  <a:pt x="0" y="1269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66000">
                <a:schemeClr val="accent1">
                  <a:lumMod val="60000"/>
                  <a:lumOff val="40000"/>
                </a:schemeClr>
              </a:gs>
              <a:gs pos="88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1"/>
          </a:gradFill>
          <a:ln w="25400">
            <a:noFill/>
          </a:ln>
          <a:effectLst>
            <a:outerShdw blurRad="266700" sx="102000" sy="102000" algn="ctr" rotWithShape="0">
              <a:schemeClr val="accent1">
                <a:lumMod val="60000"/>
                <a:lumOff val="40000"/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8" name="任意多边形: 形状 77"/>
          <p:cNvSpPr/>
          <p:nvPr/>
        </p:nvSpPr>
        <p:spPr>
          <a:xfrm flipH="1">
            <a:off x="7956697" y="1132090"/>
            <a:ext cx="4235303" cy="1060710"/>
          </a:xfrm>
          <a:custGeom>
            <a:avLst/>
            <a:gdLst>
              <a:gd name="connsiteX0" fmla="*/ 3704948 w 4235303"/>
              <a:gd name="connsiteY0" fmla="*/ 0 h 1060710"/>
              <a:gd name="connsiteX1" fmla="*/ 12589 w 4235303"/>
              <a:gd name="connsiteY1" fmla="*/ 0 h 1060710"/>
              <a:gd name="connsiteX2" fmla="*/ 0 w 4235303"/>
              <a:gd name="connsiteY2" fmla="*/ 1269 h 1060710"/>
              <a:gd name="connsiteX3" fmla="*/ 0 w 4235303"/>
              <a:gd name="connsiteY3" fmla="*/ 1059441 h 1060710"/>
              <a:gd name="connsiteX4" fmla="*/ 12589 w 4235303"/>
              <a:gd name="connsiteY4" fmla="*/ 1060710 h 1060710"/>
              <a:gd name="connsiteX5" fmla="*/ 3704948 w 4235303"/>
              <a:gd name="connsiteY5" fmla="*/ 1060710 h 1060710"/>
              <a:gd name="connsiteX6" fmla="*/ 4235303 w 4235303"/>
              <a:gd name="connsiteY6" fmla="*/ 530355 h 1060710"/>
              <a:gd name="connsiteX7" fmla="*/ 3704948 w 4235303"/>
              <a:gd name="connsiteY7" fmla="*/ 0 h 1060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35303" h="1060710">
                <a:moveTo>
                  <a:pt x="3704948" y="0"/>
                </a:moveTo>
                <a:lnTo>
                  <a:pt x="12589" y="0"/>
                </a:lnTo>
                <a:lnTo>
                  <a:pt x="0" y="1269"/>
                </a:lnTo>
                <a:lnTo>
                  <a:pt x="0" y="1059441"/>
                </a:lnTo>
                <a:lnTo>
                  <a:pt x="12589" y="1060710"/>
                </a:lnTo>
                <a:lnTo>
                  <a:pt x="3704948" y="1060710"/>
                </a:lnTo>
                <a:cubicBezTo>
                  <a:pt x="3997855" y="1060710"/>
                  <a:pt x="4235303" y="823262"/>
                  <a:pt x="4235303" y="530355"/>
                </a:cubicBezTo>
                <a:cubicBezTo>
                  <a:pt x="4235303" y="237448"/>
                  <a:pt x="3997855" y="0"/>
                  <a:pt x="3704948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66000">
                <a:schemeClr val="accent1">
                  <a:lumMod val="60000"/>
                  <a:lumOff val="40000"/>
                </a:schemeClr>
              </a:gs>
              <a:gs pos="88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1"/>
          </a:gradFill>
          <a:ln w="25400">
            <a:noFill/>
          </a:ln>
          <a:effectLst>
            <a:outerShdw blurRad="266700" sx="102000" sy="102000" algn="ctr" rotWithShape="0">
              <a:schemeClr val="accent1">
                <a:lumMod val="60000"/>
                <a:lumOff val="40000"/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" name="小红书平北职场PPT22"/>
          <p:cNvSpPr/>
          <p:nvPr/>
        </p:nvSpPr>
        <p:spPr>
          <a:xfrm>
            <a:off x="4138555" y="1590445"/>
            <a:ext cx="144000" cy="14400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>
            <a:outerShdw blurRad="312039" dist="242697" dir="5400000" sx="89000" sy="89000" algn="t" rotWithShape="0">
              <a:schemeClr val="accent1">
                <a:lumMod val="60000"/>
                <a:lumOff val="40000"/>
                <a:alpha val="5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4889" tIns="37445" rIns="74889" bIns="3744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5" name="小红书平北职场PPT23"/>
          <p:cNvSpPr/>
          <p:nvPr/>
        </p:nvSpPr>
        <p:spPr>
          <a:xfrm>
            <a:off x="7910454" y="1590445"/>
            <a:ext cx="144000" cy="14400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>
            <a:outerShdw blurRad="312039" dist="242697" dir="5400000" sx="89000" sy="89000" algn="t" rotWithShape="0">
              <a:schemeClr val="accent1">
                <a:lumMod val="60000"/>
                <a:lumOff val="40000"/>
                <a:alpha val="5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4889" tIns="37445" rIns="74889" bIns="3744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26" name="小红书平北职场PPT24"/>
          <p:cNvGrpSpPr/>
          <p:nvPr/>
        </p:nvGrpSpPr>
        <p:grpSpPr>
          <a:xfrm>
            <a:off x="4482753" y="1318254"/>
            <a:ext cx="3257489" cy="657386"/>
            <a:chOff x="4480051" y="1333752"/>
            <a:chExt cx="3257489" cy="657386"/>
          </a:xfrm>
        </p:grpSpPr>
        <p:grpSp>
          <p:nvGrpSpPr>
            <p:cNvPr id="57" name="组合 56"/>
            <p:cNvGrpSpPr/>
            <p:nvPr/>
          </p:nvGrpSpPr>
          <p:grpSpPr>
            <a:xfrm>
              <a:off x="4480051" y="1333752"/>
              <a:ext cx="1080082" cy="657386"/>
              <a:chOff x="4286619" y="1229708"/>
              <a:chExt cx="2261447" cy="1376424"/>
            </a:xfrm>
          </p:grpSpPr>
          <p:sp>
            <p:nvSpPr>
              <p:cNvPr id="61" name="小红书平北职场PPT24-1"/>
              <p:cNvSpPr txBox="1"/>
              <p:nvPr/>
            </p:nvSpPr>
            <p:spPr>
              <a:xfrm>
                <a:off x="4286619" y="1229708"/>
                <a:ext cx="2261447" cy="13764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4150" b="0" i="0" u="none" strike="noStrike" kern="1200" cap="none" spc="0" normalizeH="0" baseline="0" noProof="0" dirty="0">
                    <a:ln w="34925">
                      <a:solidFill>
                        <a:srgbClr val="1D4273"/>
                      </a:solidFill>
                    </a:ln>
                    <a:solidFill>
                      <a:prstClr val="white"/>
                    </a:solidFill>
                    <a:effectLst>
                      <a:outerShdw blurRad="228600" sx="102000" sy="102000" algn="ctr" rotWithShape="0">
                        <a:srgbClr val="1D4273">
                          <a:lumMod val="60000"/>
                          <a:lumOff val="40000"/>
                          <a:alpha val="40000"/>
                        </a:srgbClr>
                      </a:outerShdw>
                    </a:effectLst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客户</a:t>
                </a:r>
              </a:p>
            </p:txBody>
          </p:sp>
          <p:sp>
            <p:nvSpPr>
              <p:cNvPr id="62" name="小红书平北职场PPT24-2"/>
              <p:cNvSpPr txBox="1"/>
              <p:nvPr/>
            </p:nvSpPr>
            <p:spPr>
              <a:xfrm>
                <a:off x="4286619" y="1229708"/>
                <a:ext cx="2261447" cy="1376424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4150" b="0" i="0" u="none" strike="noStrike" kern="1200" cap="none" spc="0" normalizeH="0" baseline="0" noProof="0" dirty="0">
                    <a:ln w="22225"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客户</a:t>
                </a:r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>
              <a:off x="6657458" y="1333752"/>
              <a:ext cx="1080082" cy="657386"/>
              <a:chOff x="4286618" y="1229708"/>
              <a:chExt cx="2261449" cy="1376424"/>
            </a:xfrm>
          </p:grpSpPr>
          <p:sp>
            <p:nvSpPr>
              <p:cNvPr id="59" name="小红书平北职场PPT24-3"/>
              <p:cNvSpPr txBox="1"/>
              <p:nvPr/>
            </p:nvSpPr>
            <p:spPr>
              <a:xfrm>
                <a:off x="4286618" y="1229708"/>
                <a:ext cx="2261449" cy="13764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4150" b="0" i="0" u="none" strike="noStrike" kern="1200" cap="none" spc="0" normalizeH="0" baseline="0" noProof="0" dirty="0">
                    <a:ln w="34925">
                      <a:solidFill>
                        <a:srgbClr val="1D4273"/>
                      </a:solidFill>
                    </a:ln>
                    <a:solidFill>
                      <a:prstClr val="white"/>
                    </a:solidFill>
                    <a:effectLst>
                      <a:outerShdw blurRad="228600" sx="102000" sy="102000" algn="ctr" rotWithShape="0">
                        <a:srgbClr val="1D4273">
                          <a:lumMod val="60000"/>
                          <a:lumOff val="40000"/>
                          <a:alpha val="40000"/>
                        </a:srgbClr>
                      </a:outerShdw>
                    </a:effectLst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品牌</a:t>
                </a:r>
              </a:p>
            </p:txBody>
          </p:sp>
          <p:sp>
            <p:nvSpPr>
              <p:cNvPr id="60" name="小红书平北职场PPT24-4"/>
              <p:cNvSpPr txBox="1"/>
              <p:nvPr/>
            </p:nvSpPr>
            <p:spPr>
              <a:xfrm>
                <a:off x="4286618" y="1229708"/>
                <a:ext cx="2261449" cy="1376424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4150" b="0" i="0" u="none" strike="noStrike" kern="1200" cap="none" spc="0" normalizeH="0" baseline="0" noProof="0" dirty="0">
                    <a:ln w="22225"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品牌</a:t>
                </a:r>
              </a:p>
            </p:txBody>
          </p:sp>
        </p:grpSp>
      </p:grpSp>
      <p:grpSp>
        <p:nvGrpSpPr>
          <p:cNvPr id="27" name="小红书平北职场PPT25"/>
          <p:cNvGrpSpPr/>
          <p:nvPr/>
        </p:nvGrpSpPr>
        <p:grpSpPr>
          <a:xfrm>
            <a:off x="861040" y="1266407"/>
            <a:ext cx="10489217" cy="792076"/>
            <a:chOff x="861040" y="1197223"/>
            <a:chExt cx="10489217" cy="792076"/>
          </a:xfrm>
        </p:grpSpPr>
        <p:sp>
          <p:nvSpPr>
            <p:cNvPr id="55" name="小红书平北职场PPT25-1"/>
            <p:cNvSpPr txBox="1"/>
            <p:nvPr/>
          </p:nvSpPr>
          <p:spPr>
            <a:xfrm>
              <a:off x="861040" y="1197223"/>
              <a:ext cx="3080140" cy="7920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通过客户分级系统和明确的沟通策略，使客户更好地了解品牌在不同市场的特点，从而提升客户满意度和忠诚度</a:t>
              </a:r>
            </a:p>
          </p:txBody>
        </p:sp>
        <p:sp>
          <p:nvSpPr>
            <p:cNvPr id="56" name="小红书平北职场PPT25-2"/>
            <p:cNvSpPr txBox="1"/>
            <p:nvPr/>
          </p:nvSpPr>
          <p:spPr>
            <a:xfrm flipH="1">
              <a:off x="8270117" y="1197223"/>
              <a:ext cx="3080140" cy="7920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根据不同市场环境设定品牌目标和评估标准，利用多样化的市场分析来提升品牌价值，推动品牌持续发展</a:t>
              </a:r>
            </a:p>
          </p:txBody>
        </p:sp>
      </p:grpSp>
      <p:grpSp>
        <p:nvGrpSpPr>
          <p:cNvPr id="28" name="小红书平北职场PPT26"/>
          <p:cNvGrpSpPr/>
          <p:nvPr/>
        </p:nvGrpSpPr>
        <p:grpSpPr>
          <a:xfrm>
            <a:off x="697800" y="2433487"/>
            <a:ext cx="10796400" cy="400110"/>
            <a:chOff x="716460" y="2273830"/>
            <a:chExt cx="10796400" cy="400110"/>
          </a:xfrm>
        </p:grpSpPr>
        <p:sp>
          <p:nvSpPr>
            <p:cNvPr id="53" name="小红书平北职场PPT26-1"/>
            <p:cNvSpPr txBox="1"/>
            <p:nvPr/>
          </p:nvSpPr>
          <p:spPr>
            <a:xfrm>
              <a:off x="716460" y="2273830"/>
              <a:ext cx="4031873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00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以客户为中心的全方位接触点网络</a:t>
              </a:r>
            </a:p>
          </p:txBody>
        </p:sp>
        <p:sp>
          <p:nvSpPr>
            <p:cNvPr id="54" name="小红书平北职场PPT26-2"/>
            <p:cNvSpPr txBox="1"/>
            <p:nvPr/>
          </p:nvSpPr>
          <p:spPr>
            <a:xfrm>
              <a:off x="7224507" y="2273830"/>
              <a:ext cx="4288353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00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高效服务支持的一体化库存管理体系</a:t>
              </a:r>
            </a:p>
          </p:txBody>
        </p:sp>
      </p:grpSp>
      <p:grpSp>
        <p:nvGrpSpPr>
          <p:cNvPr id="29" name="小红书平北职场PPT27"/>
          <p:cNvGrpSpPr/>
          <p:nvPr/>
        </p:nvGrpSpPr>
        <p:grpSpPr>
          <a:xfrm>
            <a:off x="4005007" y="3069561"/>
            <a:ext cx="4259123" cy="961788"/>
            <a:chOff x="3989509" y="3038564"/>
            <a:chExt cx="4259123" cy="961788"/>
          </a:xfrm>
        </p:grpSpPr>
        <p:sp>
          <p:nvSpPr>
            <p:cNvPr id="49" name="小红书平北职场PPT27-1"/>
            <p:cNvSpPr/>
            <p:nvPr/>
          </p:nvSpPr>
          <p:spPr>
            <a:xfrm>
              <a:off x="7471112" y="3038564"/>
              <a:ext cx="777520" cy="961788"/>
            </a:xfrm>
            <a:custGeom>
              <a:avLst/>
              <a:gdLst>
                <a:gd name="connsiteX0" fmla="*/ 527796 w 852198"/>
                <a:gd name="connsiteY0" fmla="*/ 442762 h 1054164"/>
                <a:gd name="connsiteX1" fmla="*/ 542514 w 852198"/>
                <a:gd name="connsiteY1" fmla="*/ 398782 h 1054164"/>
                <a:gd name="connsiteX2" fmla="*/ 530740 w 852198"/>
                <a:gd name="connsiteY2" fmla="*/ 360663 h 1054164"/>
                <a:gd name="connsiteX3" fmla="*/ 501296 w 852198"/>
                <a:gd name="connsiteY3" fmla="*/ 337210 h 1054164"/>
                <a:gd name="connsiteX4" fmla="*/ 427689 w 852198"/>
                <a:gd name="connsiteY4" fmla="*/ 328416 h 1054164"/>
                <a:gd name="connsiteX5" fmla="*/ 330530 w 852198"/>
                <a:gd name="connsiteY5" fmla="*/ 328416 h 1054164"/>
                <a:gd name="connsiteX6" fmla="*/ 330530 w 852198"/>
                <a:gd name="connsiteY6" fmla="*/ 472083 h 1054164"/>
                <a:gd name="connsiteX7" fmla="*/ 424747 w 852198"/>
                <a:gd name="connsiteY7" fmla="*/ 472083 h 1054164"/>
                <a:gd name="connsiteX8" fmla="*/ 489518 w 852198"/>
                <a:gd name="connsiteY8" fmla="*/ 466215 h 1054164"/>
                <a:gd name="connsiteX9" fmla="*/ 527796 w 852198"/>
                <a:gd name="connsiteY9" fmla="*/ 442762 h 1054164"/>
                <a:gd name="connsiteX10" fmla="*/ 527796 w 852198"/>
                <a:gd name="connsiteY10" fmla="*/ 442762 h 1054164"/>
                <a:gd name="connsiteX11" fmla="*/ 426099 w 852198"/>
                <a:gd name="connsiteY11" fmla="*/ 0 h 1054164"/>
                <a:gd name="connsiteX12" fmla="*/ 0 w 852198"/>
                <a:gd name="connsiteY12" fmla="*/ 137920 h 1054164"/>
                <a:gd name="connsiteX13" fmla="*/ 2158 w 852198"/>
                <a:gd name="connsiteY13" fmla="*/ 675000 h 1054164"/>
                <a:gd name="connsiteX14" fmla="*/ 2640 w 852198"/>
                <a:gd name="connsiteY14" fmla="*/ 680817 h 1054164"/>
                <a:gd name="connsiteX15" fmla="*/ 101792 w 852198"/>
                <a:gd name="connsiteY15" fmla="*/ 851865 h 1054164"/>
                <a:gd name="connsiteX16" fmla="*/ 385386 w 852198"/>
                <a:gd name="connsiteY16" fmla="*/ 1033319 h 1054164"/>
                <a:gd name="connsiteX17" fmla="*/ 407919 w 852198"/>
                <a:gd name="connsiteY17" fmla="*/ 1045511 h 1054164"/>
                <a:gd name="connsiteX18" fmla="*/ 423577 w 852198"/>
                <a:gd name="connsiteY18" fmla="*/ 1054164 h 1054164"/>
                <a:gd name="connsiteX19" fmla="*/ 442808 w 852198"/>
                <a:gd name="connsiteY19" fmla="*/ 1044213 h 1054164"/>
                <a:gd name="connsiteX20" fmla="*/ 750353 w 852198"/>
                <a:gd name="connsiteY20" fmla="*/ 851985 h 1054164"/>
                <a:gd name="connsiteX21" fmla="*/ 849511 w 852198"/>
                <a:gd name="connsiteY21" fmla="*/ 680857 h 1054164"/>
                <a:gd name="connsiteX22" fmla="*/ 852198 w 852198"/>
                <a:gd name="connsiteY22" fmla="*/ 137961 h 1054164"/>
                <a:gd name="connsiteX23" fmla="*/ 426099 w 852198"/>
                <a:gd name="connsiteY23" fmla="*/ 0 h 1054164"/>
                <a:gd name="connsiteX24" fmla="*/ 426099 w 852198"/>
                <a:gd name="connsiteY24" fmla="*/ 0 h 1054164"/>
                <a:gd name="connsiteX25" fmla="*/ 654386 w 852198"/>
                <a:gd name="connsiteY25" fmla="*/ 762343 h 1054164"/>
                <a:gd name="connsiteX26" fmla="*/ 636719 w 852198"/>
                <a:gd name="connsiteY26" fmla="*/ 777005 h 1054164"/>
                <a:gd name="connsiteX27" fmla="*/ 610224 w 852198"/>
                <a:gd name="connsiteY27" fmla="*/ 782867 h 1054164"/>
                <a:gd name="connsiteX28" fmla="*/ 580785 w 852198"/>
                <a:gd name="connsiteY28" fmla="*/ 774073 h 1054164"/>
                <a:gd name="connsiteX29" fmla="*/ 560171 w 852198"/>
                <a:gd name="connsiteY29" fmla="*/ 753549 h 1054164"/>
                <a:gd name="connsiteX30" fmla="*/ 536621 w 852198"/>
                <a:gd name="connsiteY30" fmla="*/ 715434 h 1054164"/>
                <a:gd name="connsiteX31" fmla="*/ 495403 w 852198"/>
                <a:gd name="connsiteY31" fmla="*/ 645067 h 1054164"/>
                <a:gd name="connsiteX32" fmla="*/ 454185 w 852198"/>
                <a:gd name="connsiteY32" fmla="*/ 586425 h 1054164"/>
                <a:gd name="connsiteX33" fmla="*/ 418853 w 852198"/>
                <a:gd name="connsiteY33" fmla="*/ 560044 h 1054164"/>
                <a:gd name="connsiteX34" fmla="*/ 371743 w 852198"/>
                <a:gd name="connsiteY34" fmla="*/ 551249 h 1054164"/>
                <a:gd name="connsiteX35" fmla="*/ 333472 w 852198"/>
                <a:gd name="connsiteY35" fmla="*/ 551249 h 1054164"/>
                <a:gd name="connsiteX36" fmla="*/ 333472 w 852198"/>
                <a:gd name="connsiteY36" fmla="*/ 718368 h 1054164"/>
                <a:gd name="connsiteX37" fmla="*/ 318749 w 852198"/>
                <a:gd name="connsiteY37" fmla="*/ 765277 h 1054164"/>
                <a:gd name="connsiteX38" fmla="*/ 280475 w 852198"/>
                <a:gd name="connsiteY38" fmla="*/ 779941 h 1054164"/>
                <a:gd name="connsiteX39" fmla="*/ 242204 w 852198"/>
                <a:gd name="connsiteY39" fmla="*/ 762355 h 1054164"/>
                <a:gd name="connsiteX40" fmla="*/ 227481 w 852198"/>
                <a:gd name="connsiteY40" fmla="*/ 715436 h 1054164"/>
                <a:gd name="connsiteX41" fmla="*/ 227481 w 852198"/>
                <a:gd name="connsiteY41" fmla="*/ 316682 h 1054164"/>
                <a:gd name="connsiteX42" fmla="*/ 242204 w 852198"/>
                <a:gd name="connsiteY42" fmla="*/ 266839 h 1054164"/>
                <a:gd name="connsiteX43" fmla="*/ 292254 w 852198"/>
                <a:gd name="connsiteY43" fmla="*/ 252171 h 1054164"/>
                <a:gd name="connsiteX44" fmla="*/ 463020 w 852198"/>
                <a:gd name="connsiteY44" fmla="*/ 252171 h 1054164"/>
                <a:gd name="connsiteX45" fmla="*/ 512308 w 852198"/>
                <a:gd name="connsiteY45" fmla="*/ 253525 h 1054164"/>
                <a:gd name="connsiteX46" fmla="*/ 524847 w 852198"/>
                <a:gd name="connsiteY46" fmla="*/ 255106 h 1054164"/>
                <a:gd name="connsiteX47" fmla="*/ 569004 w 852198"/>
                <a:gd name="connsiteY47" fmla="*/ 266839 h 1054164"/>
                <a:gd name="connsiteX48" fmla="*/ 613171 w 852198"/>
                <a:gd name="connsiteY48" fmla="*/ 296158 h 1054164"/>
                <a:gd name="connsiteX49" fmla="*/ 642615 w 852198"/>
                <a:gd name="connsiteY49" fmla="*/ 340133 h 1054164"/>
                <a:gd name="connsiteX50" fmla="*/ 651446 w 852198"/>
                <a:gd name="connsiteY50" fmla="*/ 392909 h 1054164"/>
                <a:gd name="connsiteX51" fmla="*/ 619064 w 852198"/>
                <a:gd name="connsiteY51" fmla="*/ 486734 h 1054164"/>
                <a:gd name="connsiteX52" fmla="*/ 518956 w 852198"/>
                <a:gd name="connsiteY52" fmla="*/ 536582 h 1054164"/>
                <a:gd name="connsiteX53" fmla="*/ 571958 w 852198"/>
                <a:gd name="connsiteY53" fmla="*/ 580558 h 1054164"/>
                <a:gd name="connsiteX54" fmla="*/ 616115 w 852198"/>
                <a:gd name="connsiteY54" fmla="*/ 642133 h 1054164"/>
                <a:gd name="connsiteX55" fmla="*/ 648498 w 852198"/>
                <a:gd name="connsiteY55" fmla="*/ 706638 h 1054164"/>
                <a:gd name="connsiteX56" fmla="*/ 660277 w 852198"/>
                <a:gd name="connsiteY56" fmla="*/ 741819 h 1054164"/>
                <a:gd name="connsiteX57" fmla="*/ 654386 w 852198"/>
                <a:gd name="connsiteY57" fmla="*/ 762343 h 1054164"/>
                <a:gd name="connsiteX58" fmla="*/ 654386 w 852198"/>
                <a:gd name="connsiteY58" fmla="*/ 762343 h 1054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852198" h="1054164">
                  <a:moveTo>
                    <a:pt x="527796" y="442762"/>
                  </a:moveTo>
                  <a:cubicBezTo>
                    <a:pt x="536628" y="431034"/>
                    <a:pt x="542514" y="416371"/>
                    <a:pt x="542514" y="398782"/>
                  </a:cubicBezTo>
                  <a:cubicBezTo>
                    <a:pt x="542514" y="384120"/>
                    <a:pt x="536628" y="372390"/>
                    <a:pt x="530740" y="360663"/>
                  </a:cubicBezTo>
                  <a:cubicBezTo>
                    <a:pt x="524854" y="351869"/>
                    <a:pt x="513068" y="343074"/>
                    <a:pt x="501296" y="337210"/>
                  </a:cubicBezTo>
                  <a:cubicBezTo>
                    <a:pt x="489517" y="331344"/>
                    <a:pt x="463021" y="328416"/>
                    <a:pt x="427689" y="328416"/>
                  </a:cubicBezTo>
                  <a:lnTo>
                    <a:pt x="330530" y="328416"/>
                  </a:lnTo>
                  <a:lnTo>
                    <a:pt x="330530" y="472083"/>
                  </a:lnTo>
                  <a:lnTo>
                    <a:pt x="424747" y="472083"/>
                  </a:lnTo>
                  <a:cubicBezTo>
                    <a:pt x="451244" y="472083"/>
                    <a:pt x="471853" y="469150"/>
                    <a:pt x="489518" y="466215"/>
                  </a:cubicBezTo>
                  <a:cubicBezTo>
                    <a:pt x="504244" y="463287"/>
                    <a:pt x="518962" y="454492"/>
                    <a:pt x="527796" y="442762"/>
                  </a:cubicBezTo>
                  <a:lnTo>
                    <a:pt x="527796" y="442762"/>
                  </a:lnTo>
                  <a:close/>
                  <a:moveTo>
                    <a:pt x="426099" y="0"/>
                  </a:moveTo>
                  <a:lnTo>
                    <a:pt x="0" y="137920"/>
                  </a:lnTo>
                  <a:lnTo>
                    <a:pt x="2158" y="675000"/>
                  </a:lnTo>
                  <a:lnTo>
                    <a:pt x="2640" y="680817"/>
                  </a:lnTo>
                  <a:cubicBezTo>
                    <a:pt x="3415" y="684349"/>
                    <a:pt x="19802" y="769675"/>
                    <a:pt x="101792" y="851865"/>
                  </a:cubicBezTo>
                  <a:cubicBezTo>
                    <a:pt x="164833" y="915232"/>
                    <a:pt x="319417" y="997992"/>
                    <a:pt x="385386" y="1033319"/>
                  </a:cubicBezTo>
                  <a:cubicBezTo>
                    <a:pt x="395753" y="1038883"/>
                    <a:pt x="403480" y="1042991"/>
                    <a:pt x="407919" y="1045511"/>
                  </a:cubicBezTo>
                  <a:lnTo>
                    <a:pt x="423577" y="1054164"/>
                  </a:lnTo>
                  <a:lnTo>
                    <a:pt x="442808" y="1044213"/>
                  </a:lnTo>
                  <a:cubicBezTo>
                    <a:pt x="481369" y="1024941"/>
                    <a:pt x="677476" y="925116"/>
                    <a:pt x="750353" y="851985"/>
                  </a:cubicBezTo>
                  <a:cubicBezTo>
                    <a:pt x="832428" y="769714"/>
                    <a:pt x="848816" y="684393"/>
                    <a:pt x="849511" y="680857"/>
                  </a:cubicBezTo>
                  <a:lnTo>
                    <a:pt x="852198" y="137961"/>
                  </a:lnTo>
                  <a:lnTo>
                    <a:pt x="426099" y="0"/>
                  </a:lnTo>
                  <a:lnTo>
                    <a:pt x="426099" y="0"/>
                  </a:lnTo>
                  <a:close/>
                  <a:moveTo>
                    <a:pt x="654386" y="762343"/>
                  </a:moveTo>
                  <a:cubicBezTo>
                    <a:pt x="651447" y="768210"/>
                    <a:pt x="645556" y="774071"/>
                    <a:pt x="636719" y="777005"/>
                  </a:cubicBezTo>
                  <a:cubicBezTo>
                    <a:pt x="627889" y="779934"/>
                    <a:pt x="619059" y="782867"/>
                    <a:pt x="610224" y="782867"/>
                  </a:cubicBezTo>
                  <a:cubicBezTo>
                    <a:pt x="598450" y="782867"/>
                    <a:pt x="589615" y="779939"/>
                    <a:pt x="580785" y="774073"/>
                  </a:cubicBezTo>
                  <a:cubicBezTo>
                    <a:pt x="571950" y="768211"/>
                    <a:pt x="566062" y="762345"/>
                    <a:pt x="560171" y="753549"/>
                  </a:cubicBezTo>
                  <a:cubicBezTo>
                    <a:pt x="554288" y="744758"/>
                    <a:pt x="545448" y="733024"/>
                    <a:pt x="536621" y="715434"/>
                  </a:cubicBezTo>
                  <a:lnTo>
                    <a:pt x="495403" y="645067"/>
                  </a:lnTo>
                  <a:cubicBezTo>
                    <a:pt x="480680" y="618677"/>
                    <a:pt x="465964" y="598158"/>
                    <a:pt x="454185" y="586425"/>
                  </a:cubicBezTo>
                  <a:cubicBezTo>
                    <a:pt x="442406" y="574700"/>
                    <a:pt x="430628" y="565906"/>
                    <a:pt x="418853" y="560044"/>
                  </a:cubicBezTo>
                  <a:cubicBezTo>
                    <a:pt x="407074" y="554178"/>
                    <a:pt x="389408" y="551249"/>
                    <a:pt x="371743" y="551249"/>
                  </a:cubicBezTo>
                  <a:lnTo>
                    <a:pt x="333472" y="551249"/>
                  </a:lnTo>
                  <a:lnTo>
                    <a:pt x="333472" y="718368"/>
                  </a:lnTo>
                  <a:cubicBezTo>
                    <a:pt x="333472" y="738892"/>
                    <a:pt x="327584" y="753554"/>
                    <a:pt x="318749" y="765277"/>
                  </a:cubicBezTo>
                  <a:cubicBezTo>
                    <a:pt x="309919" y="774078"/>
                    <a:pt x="295196" y="779941"/>
                    <a:pt x="280475" y="779941"/>
                  </a:cubicBezTo>
                  <a:cubicBezTo>
                    <a:pt x="265757" y="779941"/>
                    <a:pt x="251036" y="774079"/>
                    <a:pt x="242204" y="762355"/>
                  </a:cubicBezTo>
                  <a:cubicBezTo>
                    <a:pt x="233369" y="753556"/>
                    <a:pt x="227481" y="735964"/>
                    <a:pt x="227481" y="715436"/>
                  </a:cubicBezTo>
                  <a:lnTo>
                    <a:pt x="227481" y="316682"/>
                  </a:lnTo>
                  <a:cubicBezTo>
                    <a:pt x="227481" y="293226"/>
                    <a:pt x="233367" y="275629"/>
                    <a:pt x="242204" y="266839"/>
                  </a:cubicBezTo>
                  <a:cubicBezTo>
                    <a:pt x="253978" y="258038"/>
                    <a:pt x="268699" y="252171"/>
                    <a:pt x="292254" y="252171"/>
                  </a:cubicBezTo>
                  <a:lnTo>
                    <a:pt x="463020" y="252171"/>
                  </a:lnTo>
                  <a:cubicBezTo>
                    <a:pt x="481203" y="252171"/>
                    <a:pt x="497636" y="252171"/>
                    <a:pt x="512308" y="253525"/>
                  </a:cubicBezTo>
                  <a:cubicBezTo>
                    <a:pt x="516640" y="253924"/>
                    <a:pt x="520822" y="254436"/>
                    <a:pt x="524847" y="255106"/>
                  </a:cubicBezTo>
                  <a:cubicBezTo>
                    <a:pt x="539570" y="258038"/>
                    <a:pt x="554286" y="260972"/>
                    <a:pt x="569004" y="266839"/>
                  </a:cubicBezTo>
                  <a:cubicBezTo>
                    <a:pt x="586676" y="272700"/>
                    <a:pt x="601397" y="284428"/>
                    <a:pt x="613171" y="296158"/>
                  </a:cubicBezTo>
                  <a:cubicBezTo>
                    <a:pt x="627894" y="307881"/>
                    <a:pt x="636729" y="322543"/>
                    <a:pt x="642615" y="340133"/>
                  </a:cubicBezTo>
                  <a:cubicBezTo>
                    <a:pt x="648503" y="354795"/>
                    <a:pt x="651446" y="375319"/>
                    <a:pt x="651446" y="392909"/>
                  </a:cubicBezTo>
                  <a:cubicBezTo>
                    <a:pt x="651446" y="433961"/>
                    <a:pt x="639671" y="463281"/>
                    <a:pt x="619064" y="486734"/>
                  </a:cubicBezTo>
                  <a:cubicBezTo>
                    <a:pt x="595509" y="510191"/>
                    <a:pt x="563118" y="527788"/>
                    <a:pt x="518956" y="536582"/>
                  </a:cubicBezTo>
                  <a:cubicBezTo>
                    <a:pt x="536628" y="545376"/>
                    <a:pt x="554291" y="560040"/>
                    <a:pt x="571958" y="580558"/>
                  </a:cubicBezTo>
                  <a:cubicBezTo>
                    <a:pt x="586676" y="601087"/>
                    <a:pt x="601397" y="621606"/>
                    <a:pt x="616115" y="642133"/>
                  </a:cubicBezTo>
                  <a:cubicBezTo>
                    <a:pt x="627894" y="662663"/>
                    <a:pt x="639671" y="683187"/>
                    <a:pt x="648498" y="706638"/>
                  </a:cubicBezTo>
                  <a:cubicBezTo>
                    <a:pt x="657328" y="724230"/>
                    <a:pt x="660277" y="735953"/>
                    <a:pt x="660277" y="741819"/>
                  </a:cubicBezTo>
                  <a:cubicBezTo>
                    <a:pt x="660279" y="747683"/>
                    <a:pt x="657330" y="756477"/>
                    <a:pt x="654386" y="762343"/>
                  </a:cubicBezTo>
                  <a:lnTo>
                    <a:pt x="654386" y="762343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3989509" y="3088899"/>
              <a:ext cx="861122" cy="861120"/>
              <a:chOff x="4079905" y="2309639"/>
              <a:chExt cx="680330" cy="680329"/>
            </a:xfrm>
          </p:grpSpPr>
          <p:sp>
            <p:nvSpPr>
              <p:cNvPr id="51" name="小红书平北职场PPT27-2"/>
              <p:cNvSpPr/>
              <p:nvPr/>
            </p:nvSpPr>
            <p:spPr>
              <a:xfrm>
                <a:off x="4249987" y="2309639"/>
                <a:ext cx="340165" cy="340165"/>
              </a:xfrm>
              <a:custGeom>
                <a:avLst/>
                <a:gdLst>
                  <a:gd name="connsiteX0" fmla="*/ 0 w 340165"/>
                  <a:gd name="connsiteY0" fmla="*/ 170083 h 340165"/>
                  <a:gd name="connsiteX1" fmla="*/ 170083 w 340165"/>
                  <a:gd name="connsiteY1" fmla="*/ 340165 h 340165"/>
                  <a:gd name="connsiteX2" fmla="*/ 340165 w 340165"/>
                  <a:gd name="connsiteY2" fmla="*/ 170083 h 340165"/>
                  <a:gd name="connsiteX3" fmla="*/ 170083 w 340165"/>
                  <a:gd name="connsiteY3" fmla="*/ 0 h 340165"/>
                  <a:gd name="connsiteX4" fmla="*/ 0 w 340165"/>
                  <a:gd name="connsiteY4" fmla="*/ 170083 h 340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0165" h="340165">
                    <a:moveTo>
                      <a:pt x="0" y="170083"/>
                    </a:moveTo>
                    <a:cubicBezTo>
                      <a:pt x="0" y="264016"/>
                      <a:pt x="76149" y="340165"/>
                      <a:pt x="170083" y="340165"/>
                    </a:cubicBezTo>
                    <a:cubicBezTo>
                      <a:pt x="264016" y="340165"/>
                      <a:pt x="340165" y="264016"/>
                      <a:pt x="340165" y="170083"/>
                    </a:cubicBezTo>
                    <a:cubicBezTo>
                      <a:pt x="340165" y="76149"/>
                      <a:pt x="264016" y="0"/>
                      <a:pt x="170083" y="0"/>
                    </a:cubicBezTo>
                    <a:cubicBezTo>
                      <a:pt x="76149" y="0"/>
                      <a:pt x="0" y="76149"/>
                      <a:pt x="0" y="1700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</a:ln>
              <a:effectLst/>
            </p:spPr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52" name="小红书平北职场PPT27-3"/>
              <p:cNvSpPr/>
              <p:nvPr/>
            </p:nvSpPr>
            <p:spPr>
              <a:xfrm>
                <a:off x="4079905" y="2654056"/>
                <a:ext cx="680330" cy="335912"/>
              </a:xfrm>
              <a:custGeom>
                <a:avLst/>
                <a:gdLst>
                  <a:gd name="connsiteX0" fmla="*/ 394151 w 680330"/>
                  <a:gd name="connsiteY0" fmla="*/ 0 h 335912"/>
                  <a:gd name="connsiteX1" fmla="*/ 340165 w 680330"/>
                  <a:gd name="connsiteY1" fmla="*/ 53986 h 335912"/>
                  <a:gd name="connsiteX2" fmla="*/ 286179 w 680330"/>
                  <a:gd name="connsiteY2" fmla="*/ 0 h 335912"/>
                  <a:gd name="connsiteX3" fmla="*/ 0 w 680330"/>
                  <a:gd name="connsiteY3" fmla="*/ 335913 h 335912"/>
                  <a:gd name="connsiteX4" fmla="*/ 680330 w 680330"/>
                  <a:gd name="connsiteY4" fmla="*/ 335913 h 335912"/>
                  <a:gd name="connsiteX5" fmla="*/ 394151 w 680330"/>
                  <a:gd name="connsiteY5" fmla="*/ 0 h 335912"/>
                  <a:gd name="connsiteX6" fmla="*/ 340165 w 680330"/>
                  <a:gd name="connsiteY6" fmla="*/ 287318 h 335912"/>
                  <a:gd name="connsiteX7" fmla="*/ 281927 w 680330"/>
                  <a:gd name="connsiteY7" fmla="*/ 229080 h 335912"/>
                  <a:gd name="connsiteX8" fmla="*/ 340165 w 680330"/>
                  <a:gd name="connsiteY8" fmla="*/ 54214 h 335912"/>
                  <a:gd name="connsiteX9" fmla="*/ 398403 w 680330"/>
                  <a:gd name="connsiteY9" fmla="*/ 229156 h 335912"/>
                  <a:gd name="connsiteX10" fmla="*/ 340165 w 680330"/>
                  <a:gd name="connsiteY10" fmla="*/ 287318 h 335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80330" h="335912">
                    <a:moveTo>
                      <a:pt x="394151" y="0"/>
                    </a:moveTo>
                    <a:lnTo>
                      <a:pt x="340165" y="53986"/>
                    </a:lnTo>
                    <a:lnTo>
                      <a:pt x="286179" y="0"/>
                    </a:lnTo>
                    <a:cubicBezTo>
                      <a:pt x="123993" y="25892"/>
                      <a:pt x="0" y="166438"/>
                      <a:pt x="0" y="335913"/>
                    </a:cubicBezTo>
                    <a:lnTo>
                      <a:pt x="680330" y="335913"/>
                    </a:lnTo>
                    <a:cubicBezTo>
                      <a:pt x="680330" y="166438"/>
                      <a:pt x="556337" y="25892"/>
                      <a:pt x="394151" y="0"/>
                    </a:cubicBezTo>
                    <a:close/>
                    <a:moveTo>
                      <a:pt x="340165" y="287318"/>
                    </a:moveTo>
                    <a:lnTo>
                      <a:pt x="281927" y="229080"/>
                    </a:lnTo>
                    <a:lnTo>
                      <a:pt x="340165" y="54214"/>
                    </a:lnTo>
                    <a:lnTo>
                      <a:pt x="398403" y="229156"/>
                    </a:lnTo>
                    <a:lnTo>
                      <a:pt x="340165" y="28731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</a:ln>
              <a:effectLst/>
            </p:spPr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小红书平北职场PPT1"/>
          <p:cNvGrpSpPr/>
          <p:nvPr/>
        </p:nvGrpSpPr>
        <p:grpSpPr>
          <a:xfrm>
            <a:off x="334963" y="892194"/>
            <a:ext cx="11522075" cy="5604478"/>
            <a:chOff x="334963" y="906049"/>
            <a:chExt cx="11522075" cy="5604478"/>
          </a:xfrm>
        </p:grpSpPr>
        <p:sp>
          <p:nvSpPr>
            <p:cNvPr id="26" name="小红书平北职场PPT1-1"/>
            <p:cNvSpPr/>
            <p:nvPr/>
          </p:nvSpPr>
          <p:spPr>
            <a:xfrm>
              <a:off x="334963" y="906049"/>
              <a:ext cx="11522075" cy="56044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22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27" name="小红书平北职场PPT1-2"/>
            <p:cNvSpPr/>
            <p:nvPr/>
          </p:nvSpPr>
          <p:spPr>
            <a:xfrm>
              <a:off x="618044" y="4124540"/>
              <a:ext cx="10964716" cy="561691"/>
            </a:xfrm>
            <a:prstGeom prst="roundRect">
              <a:avLst>
                <a:gd name="adj" fmla="val 12135"/>
              </a:avLst>
            </a:prstGeom>
            <a:gradFill flip="none" rotWithShape="1">
              <a:gsLst>
                <a:gs pos="24000">
                  <a:schemeClr val="accent2">
                    <a:alpha val="20000"/>
                  </a:schemeClr>
                </a:gs>
                <a:gs pos="100000">
                  <a:schemeClr val="lt1">
                    <a:alpha val="0"/>
                  </a:schemeClr>
                </a:gs>
              </a:gsLst>
              <a:lin ang="0" scaled="0"/>
              <a:tileRect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28" name="Group"/>
            <p:cNvGrpSpPr/>
            <p:nvPr/>
          </p:nvGrpSpPr>
          <p:grpSpPr>
            <a:xfrm>
              <a:off x="704478" y="4228174"/>
              <a:ext cx="666565" cy="362487"/>
              <a:chOff x="0" y="-2436104"/>
              <a:chExt cx="1281612" cy="648786"/>
            </a:xfrm>
          </p:grpSpPr>
          <p:sp>
            <p:nvSpPr>
              <p:cNvPr id="114" name="小红书平北职场PPT1-3"/>
              <p:cNvSpPr/>
              <p:nvPr/>
            </p:nvSpPr>
            <p:spPr>
              <a:xfrm>
                <a:off x="0" y="-2436104"/>
                <a:ext cx="1281612" cy="648786"/>
              </a:xfrm>
              <a:prstGeom prst="roundRect">
                <a:avLst>
                  <a:gd name="adj" fmla="val 1331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54000">
                    <a:schemeClr val="accent2"/>
                  </a:gs>
                </a:gsLst>
                <a:lin ang="0" scaled="1"/>
                <a:tileRect/>
              </a:gradFill>
              <a:ln w="9525">
                <a:noFill/>
                <a:round/>
              </a:ln>
              <a:effectLst>
                <a:outerShdw blurRad="165100" dist="76200" dir="5400000" algn="ctr" rotWithShape="0">
                  <a:schemeClr val="accent2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15" name="小红书平北职场PPT1-4"/>
              <p:cNvSpPr txBox="1"/>
              <p:nvPr/>
            </p:nvSpPr>
            <p:spPr>
              <a:xfrm>
                <a:off x="290368" y="-2283850"/>
                <a:ext cx="900900" cy="31433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spAutoFit/>
              </a:bodyPr>
              <a:lstStyle>
                <a:lvl1pPr>
                  <a:defRPr sz="1800">
                    <a:solidFill>
                      <a:srgbClr val="F7F5F6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现在</a:t>
                </a:r>
                <a:endPara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  <p:sp>
            <p:nvSpPr>
              <p:cNvPr id="116" name="小红书平北职场PPT1-5"/>
              <p:cNvSpPr/>
              <p:nvPr/>
            </p:nvSpPr>
            <p:spPr>
              <a:xfrm>
                <a:off x="207864" y="-2261112"/>
                <a:ext cx="243071" cy="2312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200" h="21588" extrusionOk="0">
                    <a:moveTo>
                      <a:pt x="20573" y="720"/>
                    </a:moveTo>
                    <a:lnTo>
                      <a:pt x="20467" y="606"/>
                    </a:lnTo>
                    <a:cubicBezTo>
                      <a:pt x="20091" y="206"/>
                      <a:pt x="19582" y="-12"/>
                      <a:pt x="19053" y="0"/>
                    </a:cubicBezTo>
                    <a:cubicBezTo>
                      <a:pt x="18525" y="11"/>
                      <a:pt x="18024" y="254"/>
                      <a:pt x="17665" y="671"/>
                    </a:cubicBezTo>
                    <a:lnTo>
                      <a:pt x="6825" y="13328"/>
                    </a:lnTo>
                    <a:lnTo>
                      <a:pt x="6612" y="13426"/>
                    </a:lnTo>
                    <a:lnTo>
                      <a:pt x="6405" y="13324"/>
                    </a:lnTo>
                    <a:lnTo>
                      <a:pt x="3715" y="9962"/>
                    </a:lnTo>
                    <a:cubicBezTo>
                      <a:pt x="3326" y="9477"/>
                      <a:pt x="2767" y="9187"/>
                      <a:pt x="2170" y="9162"/>
                    </a:cubicBezTo>
                    <a:cubicBezTo>
                      <a:pt x="1573" y="9136"/>
                      <a:pt x="992" y="9381"/>
                      <a:pt x="570" y="9831"/>
                    </a:cubicBezTo>
                    <a:cubicBezTo>
                      <a:pt x="-103" y="10553"/>
                      <a:pt x="-191" y="11689"/>
                      <a:pt x="363" y="12519"/>
                    </a:cubicBezTo>
                    <a:lnTo>
                      <a:pt x="5911" y="20836"/>
                    </a:lnTo>
                    <a:cubicBezTo>
                      <a:pt x="6227" y="21309"/>
                      <a:pt x="6736" y="21588"/>
                      <a:pt x="7278" y="21588"/>
                    </a:cubicBezTo>
                    <a:lnTo>
                      <a:pt x="7762" y="21588"/>
                    </a:lnTo>
                    <a:cubicBezTo>
                      <a:pt x="8675" y="21588"/>
                      <a:pt x="9529" y="21111"/>
                      <a:pt x="10046" y="20308"/>
                    </a:cubicBezTo>
                    <a:lnTo>
                      <a:pt x="20820" y="3650"/>
                    </a:lnTo>
                    <a:cubicBezTo>
                      <a:pt x="21409" y="2739"/>
                      <a:pt x="21302" y="1505"/>
                      <a:pt x="20573" y="72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2860" tIns="22860" rIns="22860" bIns="2286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pPr>
                <a:endPara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endParaRPr>
              </a:p>
            </p:txBody>
          </p:sp>
        </p:grpSp>
        <p:grpSp>
          <p:nvGrpSpPr>
            <p:cNvPr id="29" name="Group"/>
            <p:cNvGrpSpPr/>
            <p:nvPr/>
          </p:nvGrpSpPr>
          <p:grpSpPr>
            <a:xfrm>
              <a:off x="618044" y="1544995"/>
              <a:ext cx="10964716" cy="690020"/>
              <a:chOff x="0" y="0"/>
              <a:chExt cx="21082000" cy="1235012"/>
            </a:xfrm>
          </p:grpSpPr>
          <p:sp>
            <p:nvSpPr>
              <p:cNvPr id="89" name="小红书平北职场PPT1-6"/>
              <p:cNvSpPr/>
              <p:nvPr/>
            </p:nvSpPr>
            <p:spPr>
              <a:xfrm>
                <a:off x="0" y="153823"/>
                <a:ext cx="21082000" cy="1005328"/>
              </a:xfrm>
              <a:prstGeom prst="roundRect">
                <a:avLst>
                  <a:gd name="adj" fmla="val 20104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</a:ln>
              <a:effectLst>
                <a:outerShdw blurRad="165100" dist="76200" dir="5400000" algn="ctr" rotWithShape="0">
                  <a:schemeClr val="accent1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90" name="小红书平北职场PPT1-7"/>
              <p:cNvSpPr txBox="1"/>
              <p:nvPr/>
            </p:nvSpPr>
            <p:spPr>
              <a:xfrm>
                <a:off x="769" y="391044"/>
                <a:ext cx="1734452" cy="5325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spAutoFit/>
              </a:bodyPr>
              <a:lstStyle>
                <a:lvl1pPr>
                  <a:defRPr sz="2500"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1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月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  <p:grpSp>
            <p:nvGrpSpPr>
              <p:cNvPr id="91" name="Group"/>
              <p:cNvGrpSpPr/>
              <p:nvPr/>
            </p:nvGrpSpPr>
            <p:grpSpPr>
              <a:xfrm>
                <a:off x="1733852" y="0"/>
                <a:ext cx="17602202" cy="1235012"/>
                <a:chOff x="-1" y="0"/>
                <a:chExt cx="17602201" cy="1235011"/>
              </a:xfrm>
            </p:grpSpPr>
            <p:sp>
              <p:nvSpPr>
                <p:cNvPr id="103" name="小红书平北职场PPT1-8"/>
                <p:cNvSpPr/>
                <p:nvPr/>
              </p:nvSpPr>
              <p:spPr>
                <a:xfrm>
                  <a:off x="-1" y="0"/>
                  <a:ext cx="0" cy="1235011"/>
                </a:xfrm>
                <a:prstGeom prst="line">
                  <a:avLst/>
                </a:prstGeom>
                <a:noFill/>
                <a:ln w="38100" cap="flat">
                  <a:solidFill>
                    <a:schemeClr val="lt1"/>
                  </a:solidFill>
                  <a:prstDash val="solid"/>
                  <a:round/>
                </a:ln>
                <a:effectLst/>
              </p:spPr>
              <p:txBody>
                <a:bodyPr wrap="square" lIns="22859" tIns="22859" rIns="22859" bIns="22859" numCol="1" anchor="t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04" name="小红书平北职场PPT1-9"/>
                <p:cNvSpPr/>
                <p:nvPr/>
              </p:nvSpPr>
              <p:spPr>
                <a:xfrm>
                  <a:off x="5280658" y="0"/>
                  <a:ext cx="0" cy="1235011"/>
                </a:xfrm>
                <a:prstGeom prst="line">
                  <a:avLst/>
                </a:prstGeom>
                <a:noFill/>
                <a:ln w="38100" cap="flat">
                  <a:solidFill>
                    <a:schemeClr val="lt1"/>
                  </a:solidFill>
                  <a:prstDash val="solid"/>
                  <a:round/>
                </a:ln>
                <a:effectLst/>
              </p:spPr>
              <p:txBody>
                <a:bodyPr wrap="square" lIns="22859" tIns="22859" rIns="22859" bIns="22859" numCol="1" anchor="t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05" name="小红书平北职场PPT1-10"/>
                <p:cNvSpPr/>
                <p:nvPr/>
              </p:nvSpPr>
              <p:spPr>
                <a:xfrm>
                  <a:off x="8801100" y="0"/>
                  <a:ext cx="0" cy="1235011"/>
                </a:xfrm>
                <a:prstGeom prst="line">
                  <a:avLst/>
                </a:prstGeom>
                <a:noFill/>
                <a:ln w="38100" cap="flat">
                  <a:solidFill>
                    <a:schemeClr val="lt1"/>
                  </a:solidFill>
                  <a:prstDash val="solid"/>
                  <a:round/>
                </a:ln>
                <a:effectLst/>
              </p:spPr>
              <p:txBody>
                <a:bodyPr wrap="square" lIns="22859" tIns="22859" rIns="22859" bIns="22859" numCol="1" anchor="t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06" name="小红书平北职场PPT1-11"/>
                <p:cNvSpPr/>
                <p:nvPr/>
              </p:nvSpPr>
              <p:spPr>
                <a:xfrm>
                  <a:off x="12321538" y="0"/>
                  <a:ext cx="0" cy="1235011"/>
                </a:xfrm>
                <a:prstGeom prst="line">
                  <a:avLst/>
                </a:prstGeom>
                <a:noFill/>
                <a:ln w="38100" cap="flat">
                  <a:solidFill>
                    <a:schemeClr val="lt1"/>
                  </a:solidFill>
                  <a:prstDash val="solid"/>
                  <a:round/>
                </a:ln>
                <a:effectLst/>
              </p:spPr>
              <p:txBody>
                <a:bodyPr wrap="square" lIns="22859" tIns="22859" rIns="22859" bIns="22859" numCol="1" anchor="t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07" name="小红书平北职场PPT1-12"/>
                <p:cNvSpPr/>
                <p:nvPr/>
              </p:nvSpPr>
              <p:spPr>
                <a:xfrm>
                  <a:off x="15841979" y="0"/>
                  <a:ext cx="0" cy="1235011"/>
                </a:xfrm>
                <a:prstGeom prst="line">
                  <a:avLst/>
                </a:prstGeom>
                <a:noFill/>
                <a:ln w="38100" cap="flat">
                  <a:solidFill>
                    <a:schemeClr val="lt1"/>
                  </a:solidFill>
                  <a:prstDash val="solid"/>
                  <a:round/>
                </a:ln>
                <a:effectLst/>
              </p:spPr>
              <p:txBody>
                <a:bodyPr wrap="square" lIns="22859" tIns="22859" rIns="22859" bIns="22859" numCol="1" anchor="t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08" name="小红书平北职场PPT1-13"/>
                <p:cNvSpPr/>
                <p:nvPr/>
              </p:nvSpPr>
              <p:spPr>
                <a:xfrm>
                  <a:off x="1760219" y="0"/>
                  <a:ext cx="0" cy="1235011"/>
                </a:xfrm>
                <a:prstGeom prst="line">
                  <a:avLst/>
                </a:prstGeom>
                <a:noFill/>
                <a:ln w="38100" cap="flat">
                  <a:solidFill>
                    <a:schemeClr val="lt1"/>
                  </a:solidFill>
                  <a:prstDash val="solid"/>
                  <a:round/>
                </a:ln>
                <a:effectLst/>
              </p:spPr>
              <p:txBody>
                <a:bodyPr wrap="square" lIns="22859" tIns="22859" rIns="22859" bIns="22859" numCol="1" anchor="t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09" name="小红书平北职场PPT1-14"/>
                <p:cNvSpPr/>
                <p:nvPr/>
              </p:nvSpPr>
              <p:spPr>
                <a:xfrm>
                  <a:off x="3520439" y="0"/>
                  <a:ext cx="0" cy="1235011"/>
                </a:xfrm>
                <a:prstGeom prst="line">
                  <a:avLst/>
                </a:prstGeom>
                <a:noFill/>
                <a:ln w="38100" cap="flat">
                  <a:solidFill>
                    <a:schemeClr val="lt1"/>
                  </a:solidFill>
                  <a:prstDash val="solid"/>
                  <a:round/>
                </a:ln>
                <a:effectLst/>
              </p:spPr>
              <p:txBody>
                <a:bodyPr wrap="square" lIns="22859" tIns="22859" rIns="22859" bIns="22859" numCol="1" anchor="t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10" name="小红书平北职场PPT1-15"/>
                <p:cNvSpPr/>
                <p:nvPr/>
              </p:nvSpPr>
              <p:spPr>
                <a:xfrm>
                  <a:off x="7040879" y="0"/>
                  <a:ext cx="0" cy="1235011"/>
                </a:xfrm>
                <a:prstGeom prst="line">
                  <a:avLst/>
                </a:prstGeom>
                <a:noFill/>
                <a:ln w="38100" cap="flat">
                  <a:solidFill>
                    <a:schemeClr val="lt1"/>
                  </a:solidFill>
                  <a:prstDash val="solid"/>
                  <a:round/>
                </a:ln>
                <a:effectLst/>
              </p:spPr>
              <p:txBody>
                <a:bodyPr wrap="square" lIns="22859" tIns="22859" rIns="22859" bIns="22859" numCol="1" anchor="t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11" name="小红书平北职场PPT1-16"/>
                <p:cNvSpPr/>
                <p:nvPr/>
              </p:nvSpPr>
              <p:spPr>
                <a:xfrm>
                  <a:off x="10561318" y="0"/>
                  <a:ext cx="0" cy="1235011"/>
                </a:xfrm>
                <a:prstGeom prst="line">
                  <a:avLst/>
                </a:prstGeom>
                <a:noFill/>
                <a:ln w="38100" cap="flat">
                  <a:solidFill>
                    <a:schemeClr val="lt1"/>
                  </a:solidFill>
                  <a:prstDash val="solid"/>
                  <a:round/>
                </a:ln>
                <a:effectLst/>
              </p:spPr>
              <p:txBody>
                <a:bodyPr wrap="square" lIns="22859" tIns="22859" rIns="22859" bIns="22859" numCol="1" anchor="t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12" name="小红书平北职场PPT1-17"/>
                <p:cNvSpPr/>
                <p:nvPr/>
              </p:nvSpPr>
              <p:spPr>
                <a:xfrm>
                  <a:off x="14081759" y="0"/>
                  <a:ext cx="0" cy="1235011"/>
                </a:xfrm>
                <a:prstGeom prst="line">
                  <a:avLst/>
                </a:prstGeom>
                <a:noFill/>
                <a:ln w="38100" cap="flat">
                  <a:solidFill>
                    <a:schemeClr val="lt1"/>
                  </a:solidFill>
                  <a:prstDash val="solid"/>
                  <a:round/>
                </a:ln>
                <a:effectLst/>
              </p:spPr>
              <p:txBody>
                <a:bodyPr wrap="square" lIns="22859" tIns="22859" rIns="22859" bIns="22859" numCol="1" anchor="t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13" name="小红书平北职场PPT1-18"/>
                <p:cNvSpPr/>
                <p:nvPr/>
              </p:nvSpPr>
              <p:spPr>
                <a:xfrm>
                  <a:off x="17602200" y="0"/>
                  <a:ext cx="0" cy="1235011"/>
                </a:xfrm>
                <a:prstGeom prst="line">
                  <a:avLst/>
                </a:prstGeom>
                <a:noFill/>
                <a:ln w="38100" cap="flat">
                  <a:solidFill>
                    <a:schemeClr val="lt1"/>
                  </a:solidFill>
                  <a:prstDash val="solid"/>
                  <a:round/>
                </a:ln>
                <a:effectLst/>
              </p:spPr>
              <p:txBody>
                <a:bodyPr wrap="square" lIns="22859" tIns="22859" rIns="22859" bIns="22859" numCol="1" anchor="t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</p:grpSp>
          <p:sp>
            <p:nvSpPr>
              <p:cNvPr id="92" name="小红书平北职场PPT1-19"/>
              <p:cNvSpPr txBox="1"/>
              <p:nvPr/>
            </p:nvSpPr>
            <p:spPr>
              <a:xfrm>
                <a:off x="1757558" y="391044"/>
                <a:ext cx="1734452" cy="5325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spAutoFit/>
              </a:bodyPr>
              <a:lstStyle>
                <a:lvl1pPr>
                  <a:defRPr sz="2500"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2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月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  <p:sp>
            <p:nvSpPr>
              <p:cNvPr id="93" name="小红书平北职场PPT1-20"/>
              <p:cNvSpPr txBox="1"/>
              <p:nvPr/>
            </p:nvSpPr>
            <p:spPr>
              <a:xfrm>
                <a:off x="3514338" y="391044"/>
                <a:ext cx="1734452" cy="5325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spAutoFit/>
              </a:bodyPr>
              <a:lstStyle>
                <a:lvl1pPr>
                  <a:defRPr sz="2500"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3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月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  <p:sp>
            <p:nvSpPr>
              <p:cNvPr id="94" name="小红书平北职场PPT1-21"/>
              <p:cNvSpPr txBox="1"/>
              <p:nvPr/>
            </p:nvSpPr>
            <p:spPr>
              <a:xfrm>
                <a:off x="5271127" y="391044"/>
                <a:ext cx="1734452" cy="5325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spAutoFit/>
              </a:bodyPr>
              <a:lstStyle>
                <a:lvl1pPr>
                  <a:defRPr sz="2500"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4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月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  <p:sp>
            <p:nvSpPr>
              <p:cNvPr id="95" name="小红书平北职场PPT1-22"/>
              <p:cNvSpPr txBox="1"/>
              <p:nvPr/>
            </p:nvSpPr>
            <p:spPr>
              <a:xfrm>
                <a:off x="7027910" y="391044"/>
                <a:ext cx="1734452" cy="5325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spAutoFit/>
              </a:bodyPr>
              <a:lstStyle>
                <a:lvl1pPr>
                  <a:defRPr sz="2500"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5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月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  <p:sp>
            <p:nvSpPr>
              <p:cNvPr id="96" name="小红书平北职场PPT1-23"/>
              <p:cNvSpPr txBox="1"/>
              <p:nvPr/>
            </p:nvSpPr>
            <p:spPr>
              <a:xfrm>
                <a:off x="8784696" y="391044"/>
                <a:ext cx="1734452" cy="5325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spAutoFit/>
              </a:bodyPr>
              <a:lstStyle>
                <a:lvl1pPr>
                  <a:defRPr sz="2500"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6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月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  <p:sp>
            <p:nvSpPr>
              <p:cNvPr id="97" name="小红书平北职场PPT1-24"/>
              <p:cNvSpPr txBox="1"/>
              <p:nvPr/>
            </p:nvSpPr>
            <p:spPr>
              <a:xfrm>
                <a:off x="10541481" y="391044"/>
                <a:ext cx="1734452" cy="5325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spAutoFit/>
              </a:bodyPr>
              <a:lstStyle>
                <a:lvl1pPr>
                  <a:defRPr sz="2500"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7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月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  <p:sp>
            <p:nvSpPr>
              <p:cNvPr id="98" name="小红书平北职场PPT1-25"/>
              <p:cNvSpPr txBox="1"/>
              <p:nvPr/>
            </p:nvSpPr>
            <p:spPr>
              <a:xfrm>
                <a:off x="12298265" y="391044"/>
                <a:ext cx="1734452" cy="5325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spAutoFit/>
              </a:bodyPr>
              <a:lstStyle>
                <a:lvl1pPr>
                  <a:defRPr sz="2500"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8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月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  <p:sp>
            <p:nvSpPr>
              <p:cNvPr id="99" name="小红书平北职场PPT1-26"/>
              <p:cNvSpPr txBox="1"/>
              <p:nvPr/>
            </p:nvSpPr>
            <p:spPr>
              <a:xfrm>
                <a:off x="14055052" y="391044"/>
                <a:ext cx="1734452" cy="5325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spAutoFit/>
              </a:bodyPr>
              <a:lstStyle>
                <a:lvl1pPr>
                  <a:defRPr sz="2500"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9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月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  <p:sp>
            <p:nvSpPr>
              <p:cNvPr id="100" name="小红书平北职场PPT1-27"/>
              <p:cNvSpPr txBox="1"/>
              <p:nvPr/>
            </p:nvSpPr>
            <p:spPr>
              <a:xfrm>
                <a:off x="15811835" y="391044"/>
                <a:ext cx="1734452" cy="5325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spAutoFit/>
              </a:bodyPr>
              <a:lstStyle>
                <a:lvl1pPr>
                  <a:defRPr sz="2500"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10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月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  <p:sp>
            <p:nvSpPr>
              <p:cNvPr id="101" name="小红书平北职场PPT1-28"/>
              <p:cNvSpPr txBox="1"/>
              <p:nvPr/>
            </p:nvSpPr>
            <p:spPr>
              <a:xfrm>
                <a:off x="17568619" y="391044"/>
                <a:ext cx="1734452" cy="5325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spAutoFit/>
              </a:bodyPr>
              <a:lstStyle>
                <a:lvl1pPr>
                  <a:defRPr sz="2500"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11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月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  <p:sp>
            <p:nvSpPr>
              <p:cNvPr id="102" name="小红书平北职场PPT1-29"/>
              <p:cNvSpPr txBox="1"/>
              <p:nvPr/>
            </p:nvSpPr>
            <p:spPr>
              <a:xfrm>
                <a:off x="19325408" y="391044"/>
                <a:ext cx="1734452" cy="5325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spAutoFit/>
              </a:bodyPr>
              <a:lstStyle>
                <a:lvl1pPr>
                  <a:defRPr sz="2500"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12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月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</p:grpSp>
        <p:grpSp>
          <p:nvGrpSpPr>
            <p:cNvPr id="30" name="Group"/>
            <p:cNvGrpSpPr/>
            <p:nvPr/>
          </p:nvGrpSpPr>
          <p:grpSpPr>
            <a:xfrm>
              <a:off x="1591066" y="1157198"/>
              <a:ext cx="861982" cy="5059706"/>
              <a:chOff x="0" y="20648"/>
              <a:chExt cx="1657342" cy="9055970"/>
            </a:xfrm>
          </p:grpSpPr>
          <p:grpSp>
            <p:nvGrpSpPr>
              <p:cNvPr id="85" name="Group"/>
              <p:cNvGrpSpPr/>
              <p:nvPr/>
            </p:nvGrpSpPr>
            <p:grpSpPr>
              <a:xfrm>
                <a:off x="0" y="20648"/>
                <a:ext cx="1657342" cy="704247"/>
                <a:chOff x="0" y="20648"/>
                <a:chExt cx="1657341" cy="704246"/>
              </a:xfrm>
            </p:grpSpPr>
            <p:sp>
              <p:nvSpPr>
                <p:cNvPr id="87" name="小红书平北职场PPT1-30"/>
                <p:cNvSpPr/>
                <p:nvPr/>
              </p:nvSpPr>
              <p:spPr>
                <a:xfrm>
                  <a:off x="654561" y="425764"/>
                  <a:ext cx="348218" cy="2991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7" h="21594" extrusionOk="0">
                      <a:moveTo>
                        <a:pt x="21587" y="6829"/>
                      </a:moveTo>
                      <a:cubicBezTo>
                        <a:pt x="21576" y="6749"/>
                        <a:pt x="21555" y="6670"/>
                        <a:pt x="21528" y="6595"/>
                      </a:cubicBezTo>
                      <a:cubicBezTo>
                        <a:pt x="21522" y="6578"/>
                        <a:pt x="21522" y="6562"/>
                        <a:pt x="21516" y="6545"/>
                      </a:cubicBezTo>
                      <a:cubicBezTo>
                        <a:pt x="21515" y="6544"/>
                        <a:pt x="21514" y="6542"/>
                        <a:pt x="21513" y="6542"/>
                      </a:cubicBezTo>
                      <a:cubicBezTo>
                        <a:pt x="21513" y="6540"/>
                        <a:pt x="21513" y="6539"/>
                        <a:pt x="21512" y="6538"/>
                      </a:cubicBezTo>
                      <a:lnTo>
                        <a:pt x="19123" y="635"/>
                      </a:lnTo>
                      <a:cubicBezTo>
                        <a:pt x="19118" y="621"/>
                        <a:pt x="19108" y="609"/>
                        <a:pt x="19101" y="595"/>
                      </a:cubicBezTo>
                      <a:cubicBezTo>
                        <a:pt x="19093" y="578"/>
                        <a:pt x="19090" y="558"/>
                        <a:pt x="19081" y="542"/>
                      </a:cubicBezTo>
                      <a:cubicBezTo>
                        <a:pt x="19063" y="506"/>
                        <a:pt x="19038" y="478"/>
                        <a:pt x="19016" y="446"/>
                      </a:cubicBezTo>
                      <a:cubicBezTo>
                        <a:pt x="18995" y="413"/>
                        <a:pt x="18975" y="377"/>
                        <a:pt x="18951" y="348"/>
                      </a:cubicBezTo>
                      <a:cubicBezTo>
                        <a:pt x="18915" y="305"/>
                        <a:pt x="18874" y="268"/>
                        <a:pt x="18833" y="232"/>
                      </a:cubicBezTo>
                      <a:cubicBezTo>
                        <a:pt x="18807" y="208"/>
                        <a:pt x="18782" y="182"/>
                        <a:pt x="18754" y="162"/>
                      </a:cubicBezTo>
                      <a:cubicBezTo>
                        <a:pt x="18705" y="128"/>
                        <a:pt x="18653" y="104"/>
                        <a:pt x="18600" y="81"/>
                      </a:cubicBezTo>
                      <a:cubicBezTo>
                        <a:pt x="18573" y="69"/>
                        <a:pt x="18548" y="51"/>
                        <a:pt x="18520" y="42"/>
                      </a:cubicBezTo>
                      <a:cubicBezTo>
                        <a:pt x="18438" y="15"/>
                        <a:pt x="18352" y="0"/>
                        <a:pt x="18263" y="0"/>
                      </a:cubicBezTo>
                      <a:lnTo>
                        <a:pt x="4188" y="0"/>
                      </a:lnTo>
                      <a:cubicBezTo>
                        <a:pt x="4104" y="0"/>
                        <a:pt x="4023" y="14"/>
                        <a:pt x="3944" y="38"/>
                      </a:cubicBezTo>
                      <a:cubicBezTo>
                        <a:pt x="3917" y="46"/>
                        <a:pt x="3892" y="63"/>
                        <a:pt x="3865" y="74"/>
                      </a:cubicBezTo>
                      <a:cubicBezTo>
                        <a:pt x="3816" y="95"/>
                        <a:pt x="3767" y="113"/>
                        <a:pt x="3722" y="143"/>
                      </a:cubicBezTo>
                      <a:cubicBezTo>
                        <a:pt x="3693" y="163"/>
                        <a:pt x="3669" y="189"/>
                        <a:pt x="3642" y="210"/>
                      </a:cubicBezTo>
                      <a:cubicBezTo>
                        <a:pt x="3603" y="242"/>
                        <a:pt x="3563" y="273"/>
                        <a:pt x="3528" y="311"/>
                      </a:cubicBezTo>
                      <a:cubicBezTo>
                        <a:pt x="3504" y="339"/>
                        <a:pt x="3485" y="372"/>
                        <a:pt x="3463" y="404"/>
                      </a:cubicBezTo>
                      <a:cubicBezTo>
                        <a:pt x="3438" y="438"/>
                        <a:pt x="3408" y="470"/>
                        <a:pt x="3387" y="510"/>
                      </a:cubicBezTo>
                      <a:lnTo>
                        <a:pt x="143" y="6413"/>
                      </a:lnTo>
                      <a:cubicBezTo>
                        <a:pt x="131" y="6436"/>
                        <a:pt x="126" y="6462"/>
                        <a:pt x="115" y="6486"/>
                      </a:cubicBezTo>
                      <a:cubicBezTo>
                        <a:pt x="105" y="6506"/>
                        <a:pt x="90" y="6522"/>
                        <a:pt x="82" y="6543"/>
                      </a:cubicBezTo>
                      <a:cubicBezTo>
                        <a:pt x="73" y="6566"/>
                        <a:pt x="73" y="6589"/>
                        <a:pt x="65" y="6610"/>
                      </a:cubicBezTo>
                      <a:cubicBezTo>
                        <a:pt x="47" y="6664"/>
                        <a:pt x="33" y="6718"/>
                        <a:pt x="23" y="6774"/>
                      </a:cubicBezTo>
                      <a:cubicBezTo>
                        <a:pt x="14" y="6818"/>
                        <a:pt x="8" y="6862"/>
                        <a:pt x="4" y="6906"/>
                      </a:cubicBezTo>
                      <a:cubicBezTo>
                        <a:pt x="-1" y="6961"/>
                        <a:pt x="-1" y="7016"/>
                        <a:pt x="2" y="7072"/>
                      </a:cubicBezTo>
                      <a:cubicBezTo>
                        <a:pt x="5" y="7117"/>
                        <a:pt x="8" y="7162"/>
                        <a:pt x="14" y="7206"/>
                      </a:cubicBezTo>
                      <a:cubicBezTo>
                        <a:pt x="22" y="7261"/>
                        <a:pt x="37" y="7312"/>
                        <a:pt x="52" y="7364"/>
                      </a:cubicBezTo>
                      <a:cubicBezTo>
                        <a:pt x="65" y="7408"/>
                        <a:pt x="77" y="7453"/>
                        <a:pt x="95" y="7495"/>
                      </a:cubicBezTo>
                      <a:cubicBezTo>
                        <a:pt x="101" y="7509"/>
                        <a:pt x="104" y="7526"/>
                        <a:pt x="110" y="7541"/>
                      </a:cubicBezTo>
                      <a:cubicBezTo>
                        <a:pt x="127" y="7578"/>
                        <a:pt x="152" y="7607"/>
                        <a:pt x="173" y="7640"/>
                      </a:cubicBezTo>
                      <a:cubicBezTo>
                        <a:pt x="189" y="7669"/>
                        <a:pt x="199" y="7699"/>
                        <a:pt x="218" y="7725"/>
                      </a:cubicBezTo>
                      <a:lnTo>
                        <a:pt x="10022" y="21203"/>
                      </a:lnTo>
                      <a:cubicBezTo>
                        <a:pt x="10191" y="21435"/>
                        <a:pt x="10444" y="21600"/>
                        <a:pt x="10697" y="21592"/>
                      </a:cubicBezTo>
                      <a:cubicBezTo>
                        <a:pt x="10700" y="21592"/>
                        <a:pt x="10703" y="21593"/>
                        <a:pt x="10705" y="21593"/>
                      </a:cubicBezTo>
                      <a:cubicBezTo>
                        <a:pt x="10720" y="21594"/>
                        <a:pt x="10733" y="21594"/>
                        <a:pt x="10747" y="21594"/>
                      </a:cubicBezTo>
                      <a:cubicBezTo>
                        <a:pt x="10748" y="21594"/>
                        <a:pt x="10748" y="21594"/>
                        <a:pt x="10748" y="21594"/>
                      </a:cubicBezTo>
                      <a:cubicBezTo>
                        <a:pt x="10748" y="21594"/>
                        <a:pt x="10748" y="21594"/>
                        <a:pt x="10749" y="21594"/>
                      </a:cubicBezTo>
                      <a:cubicBezTo>
                        <a:pt x="10834" y="21594"/>
                        <a:pt x="10917" y="21576"/>
                        <a:pt x="10997" y="21551"/>
                      </a:cubicBezTo>
                      <a:cubicBezTo>
                        <a:pt x="11021" y="21542"/>
                        <a:pt x="11042" y="21534"/>
                        <a:pt x="11066" y="21523"/>
                      </a:cubicBezTo>
                      <a:cubicBezTo>
                        <a:pt x="11125" y="21499"/>
                        <a:pt x="11182" y="21467"/>
                        <a:pt x="11237" y="21429"/>
                      </a:cubicBezTo>
                      <a:cubicBezTo>
                        <a:pt x="11255" y="21417"/>
                        <a:pt x="11275" y="21404"/>
                        <a:pt x="11293" y="21390"/>
                      </a:cubicBezTo>
                      <a:cubicBezTo>
                        <a:pt x="11357" y="21338"/>
                        <a:pt x="11418" y="21278"/>
                        <a:pt x="11470" y="21206"/>
                      </a:cubicBezTo>
                      <a:lnTo>
                        <a:pt x="21374" y="7728"/>
                      </a:lnTo>
                      <a:cubicBezTo>
                        <a:pt x="21387" y="7711"/>
                        <a:pt x="21394" y="7689"/>
                        <a:pt x="21405" y="7671"/>
                      </a:cubicBezTo>
                      <a:cubicBezTo>
                        <a:pt x="21421" y="7648"/>
                        <a:pt x="21441" y="7628"/>
                        <a:pt x="21454" y="7602"/>
                      </a:cubicBezTo>
                      <a:cubicBezTo>
                        <a:pt x="21468" y="7576"/>
                        <a:pt x="21475" y="7547"/>
                        <a:pt x="21487" y="7519"/>
                      </a:cubicBezTo>
                      <a:cubicBezTo>
                        <a:pt x="21504" y="7483"/>
                        <a:pt x="21520" y="7447"/>
                        <a:pt x="21532" y="7408"/>
                      </a:cubicBezTo>
                      <a:cubicBezTo>
                        <a:pt x="21551" y="7352"/>
                        <a:pt x="21563" y="7295"/>
                        <a:pt x="21574" y="7238"/>
                      </a:cubicBezTo>
                      <a:cubicBezTo>
                        <a:pt x="21582" y="7199"/>
                        <a:pt x="21590" y="7163"/>
                        <a:pt x="21593" y="7124"/>
                      </a:cubicBezTo>
                      <a:cubicBezTo>
                        <a:pt x="21599" y="7060"/>
                        <a:pt x="21597" y="6998"/>
                        <a:pt x="21593" y="6935"/>
                      </a:cubicBezTo>
                      <a:cubicBezTo>
                        <a:pt x="21590" y="6898"/>
                        <a:pt x="21592" y="6863"/>
                        <a:pt x="21587" y="6829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</a:ln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88" name="小红书平北职场PPT1-31"/>
                <p:cNvSpPr/>
                <p:nvPr/>
              </p:nvSpPr>
              <p:spPr>
                <a:xfrm>
                  <a:off x="0" y="20648"/>
                  <a:ext cx="1657341" cy="339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5400" tIns="25400" rIns="25400" bIns="25400" numCol="1" anchor="ctr">
                  <a:spAutoFit/>
                </a:bodyPr>
                <a:lstStyle>
                  <a:lvl1pPr>
                    <a:defRPr sz="1800">
                      <a:solidFill>
                        <a:srgbClr val="A7A7A7"/>
                      </a:solidFill>
                      <a:latin typeface="Barlow SemiBold"/>
                      <a:ea typeface="Barlow SemiBold"/>
                      <a:cs typeface="Barlow SemiBold"/>
                      <a:sym typeface="Barlow SemiBold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lumMod val="100000"/>
                        </a:srgbClr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Roboto" panose="02000000000000000000" charset="0"/>
                      <a:sym typeface="Roboto" panose="02000000000000000000" charset="0"/>
                    </a:rPr>
                    <a:t>重要事件</a:t>
                  </a:r>
                  <a:r>
                    <a:rPr kumimoji="0" lang="en-US" altLang="zh-CN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lumMod val="100000"/>
                        </a:srgbClr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Roboto" panose="02000000000000000000" charset="0"/>
                      <a:sym typeface="Roboto" panose="02000000000000000000" charset="0"/>
                    </a:rPr>
                    <a:t>1</a:t>
                  </a:r>
                  <a:endParaRPr kumimoji="0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100000"/>
                      </a:srgbClr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endParaRPr>
                </a:p>
              </p:txBody>
            </p:sp>
          </p:grpSp>
          <p:sp>
            <p:nvSpPr>
              <p:cNvPr id="86" name="小红书平北职场PPT1-32"/>
              <p:cNvSpPr/>
              <p:nvPr/>
            </p:nvSpPr>
            <p:spPr>
              <a:xfrm flipV="1">
                <a:off x="811662" y="862520"/>
                <a:ext cx="0" cy="8214098"/>
              </a:xfrm>
              <a:prstGeom prst="line">
                <a:avLst/>
              </a:prstGeom>
              <a:noFill/>
              <a:ln w="12700" cap="flat">
                <a:solidFill>
                  <a:schemeClr val="accent2"/>
                </a:solidFill>
                <a:custDash>
                  <a:ds d="200000" sp="200000"/>
                </a:custDash>
                <a:miter lim="400000"/>
              </a:ln>
              <a:effectLst/>
            </p:spPr>
            <p:txBody>
              <a:bodyPr wrap="square" lIns="22859" tIns="22859" rIns="22859" bIns="22859" numCol="1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31" name="Group"/>
            <p:cNvGrpSpPr/>
            <p:nvPr/>
          </p:nvGrpSpPr>
          <p:grpSpPr>
            <a:xfrm>
              <a:off x="2308152" y="1157198"/>
              <a:ext cx="861982" cy="5059706"/>
              <a:chOff x="0" y="20648"/>
              <a:chExt cx="1657342" cy="9055969"/>
            </a:xfrm>
          </p:grpSpPr>
          <p:grpSp>
            <p:nvGrpSpPr>
              <p:cNvPr id="81" name="Group"/>
              <p:cNvGrpSpPr/>
              <p:nvPr/>
            </p:nvGrpSpPr>
            <p:grpSpPr>
              <a:xfrm>
                <a:off x="0" y="20648"/>
                <a:ext cx="1657342" cy="704247"/>
                <a:chOff x="0" y="20648"/>
                <a:chExt cx="1657341" cy="704246"/>
              </a:xfrm>
            </p:grpSpPr>
            <p:sp>
              <p:nvSpPr>
                <p:cNvPr id="83" name="小红书平北职场PPT1-33"/>
                <p:cNvSpPr/>
                <p:nvPr/>
              </p:nvSpPr>
              <p:spPr>
                <a:xfrm>
                  <a:off x="654561" y="425764"/>
                  <a:ext cx="348218" cy="2991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7" h="21594" extrusionOk="0">
                      <a:moveTo>
                        <a:pt x="21587" y="6829"/>
                      </a:moveTo>
                      <a:cubicBezTo>
                        <a:pt x="21576" y="6749"/>
                        <a:pt x="21555" y="6670"/>
                        <a:pt x="21528" y="6595"/>
                      </a:cubicBezTo>
                      <a:cubicBezTo>
                        <a:pt x="21522" y="6578"/>
                        <a:pt x="21522" y="6562"/>
                        <a:pt x="21516" y="6545"/>
                      </a:cubicBezTo>
                      <a:cubicBezTo>
                        <a:pt x="21515" y="6544"/>
                        <a:pt x="21514" y="6542"/>
                        <a:pt x="21513" y="6542"/>
                      </a:cubicBezTo>
                      <a:cubicBezTo>
                        <a:pt x="21513" y="6540"/>
                        <a:pt x="21513" y="6539"/>
                        <a:pt x="21512" y="6538"/>
                      </a:cubicBezTo>
                      <a:lnTo>
                        <a:pt x="19123" y="635"/>
                      </a:lnTo>
                      <a:cubicBezTo>
                        <a:pt x="19118" y="621"/>
                        <a:pt x="19108" y="609"/>
                        <a:pt x="19101" y="595"/>
                      </a:cubicBezTo>
                      <a:cubicBezTo>
                        <a:pt x="19093" y="578"/>
                        <a:pt x="19090" y="558"/>
                        <a:pt x="19081" y="542"/>
                      </a:cubicBezTo>
                      <a:cubicBezTo>
                        <a:pt x="19063" y="506"/>
                        <a:pt x="19038" y="478"/>
                        <a:pt x="19016" y="446"/>
                      </a:cubicBezTo>
                      <a:cubicBezTo>
                        <a:pt x="18995" y="413"/>
                        <a:pt x="18975" y="377"/>
                        <a:pt x="18951" y="348"/>
                      </a:cubicBezTo>
                      <a:cubicBezTo>
                        <a:pt x="18915" y="305"/>
                        <a:pt x="18874" y="268"/>
                        <a:pt x="18833" y="232"/>
                      </a:cubicBezTo>
                      <a:cubicBezTo>
                        <a:pt x="18807" y="208"/>
                        <a:pt x="18782" y="182"/>
                        <a:pt x="18754" y="162"/>
                      </a:cubicBezTo>
                      <a:cubicBezTo>
                        <a:pt x="18705" y="128"/>
                        <a:pt x="18653" y="104"/>
                        <a:pt x="18600" y="81"/>
                      </a:cubicBezTo>
                      <a:cubicBezTo>
                        <a:pt x="18573" y="69"/>
                        <a:pt x="18548" y="51"/>
                        <a:pt x="18520" y="42"/>
                      </a:cubicBezTo>
                      <a:cubicBezTo>
                        <a:pt x="18438" y="15"/>
                        <a:pt x="18352" y="0"/>
                        <a:pt x="18263" y="0"/>
                      </a:cubicBezTo>
                      <a:lnTo>
                        <a:pt x="4188" y="0"/>
                      </a:lnTo>
                      <a:cubicBezTo>
                        <a:pt x="4104" y="0"/>
                        <a:pt x="4023" y="14"/>
                        <a:pt x="3944" y="38"/>
                      </a:cubicBezTo>
                      <a:cubicBezTo>
                        <a:pt x="3917" y="46"/>
                        <a:pt x="3892" y="63"/>
                        <a:pt x="3865" y="74"/>
                      </a:cubicBezTo>
                      <a:cubicBezTo>
                        <a:pt x="3816" y="95"/>
                        <a:pt x="3767" y="113"/>
                        <a:pt x="3722" y="143"/>
                      </a:cubicBezTo>
                      <a:cubicBezTo>
                        <a:pt x="3693" y="163"/>
                        <a:pt x="3669" y="189"/>
                        <a:pt x="3642" y="210"/>
                      </a:cubicBezTo>
                      <a:cubicBezTo>
                        <a:pt x="3603" y="242"/>
                        <a:pt x="3563" y="273"/>
                        <a:pt x="3528" y="311"/>
                      </a:cubicBezTo>
                      <a:cubicBezTo>
                        <a:pt x="3504" y="339"/>
                        <a:pt x="3485" y="372"/>
                        <a:pt x="3463" y="404"/>
                      </a:cubicBezTo>
                      <a:cubicBezTo>
                        <a:pt x="3438" y="438"/>
                        <a:pt x="3408" y="470"/>
                        <a:pt x="3387" y="510"/>
                      </a:cubicBezTo>
                      <a:lnTo>
                        <a:pt x="143" y="6413"/>
                      </a:lnTo>
                      <a:cubicBezTo>
                        <a:pt x="131" y="6436"/>
                        <a:pt x="126" y="6462"/>
                        <a:pt x="115" y="6486"/>
                      </a:cubicBezTo>
                      <a:cubicBezTo>
                        <a:pt x="105" y="6506"/>
                        <a:pt x="90" y="6522"/>
                        <a:pt x="82" y="6543"/>
                      </a:cubicBezTo>
                      <a:cubicBezTo>
                        <a:pt x="73" y="6566"/>
                        <a:pt x="73" y="6589"/>
                        <a:pt x="65" y="6610"/>
                      </a:cubicBezTo>
                      <a:cubicBezTo>
                        <a:pt x="47" y="6664"/>
                        <a:pt x="33" y="6718"/>
                        <a:pt x="23" y="6774"/>
                      </a:cubicBezTo>
                      <a:cubicBezTo>
                        <a:pt x="14" y="6818"/>
                        <a:pt x="8" y="6862"/>
                        <a:pt x="4" y="6906"/>
                      </a:cubicBezTo>
                      <a:cubicBezTo>
                        <a:pt x="-1" y="6961"/>
                        <a:pt x="-1" y="7016"/>
                        <a:pt x="2" y="7072"/>
                      </a:cubicBezTo>
                      <a:cubicBezTo>
                        <a:pt x="5" y="7117"/>
                        <a:pt x="8" y="7162"/>
                        <a:pt x="14" y="7206"/>
                      </a:cubicBezTo>
                      <a:cubicBezTo>
                        <a:pt x="22" y="7261"/>
                        <a:pt x="37" y="7312"/>
                        <a:pt x="52" y="7364"/>
                      </a:cubicBezTo>
                      <a:cubicBezTo>
                        <a:pt x="65" y="7408"/>
                        <a:pt x="77" y="7453"/>
                        <a:pt x="95" y="7495"/>
                      </a:cubicBezTo>
                      <a:cubicBezTo>
                        <a:pt x="101" y="7509"/>
                        <a:pt x="104" y="7526"/>
                        <a:pt x="110" y="7541"/>
                      </a:cubicBezTo>
                      <a:cubicBezTo>
                        <a:pt x="127" y="7578"/>
                        <a:pt x="152" y="7607"/>
                        <a:pt x="173" y="7640"/>
                      </a:cubicBezTo>
                      <a:cubicBezTo>
                        <a:pt x="189" y="7669"/>
                        <a:pt x="199" y="7699"/>
                        <a:pt x="218" y="7725"/>
                      </a:cubicBezTo>
                      <a:lnTo>
                        <a:pt x="10022" y="21203"/>
                      </a:lnTo>
                      <a:cubicBezTo>
                        <a:pt x="10191" y="21435"/>
                        <a:pt x="10444" y="21600"/>
                        <a:pt x="10697" y="21592"/>
                      </a:cubicBezTo>
                      <a:cubicBezTo>
                        <a:pt x="10700" y="21592"/>
                        <a:pt x="10703" y="21593"/>
                        <a:pt x="10705" y="21593"/>
                      </a:cubicBezTo>
                      <a:cubicBezTo>
                        <a:pt x="10720" y="21594"/>
                        <a:pt x="10733" y="21594"/>
                        <a:pt x="10747" y="21594"/>
                      </a:cubicBezTo>
                      <a:cubicBezTo>
                        <a:pt x="10748" y="21594"/>
                        <a:pt x="10748" y="21594"/>
                        <a:pt x="10748" y="21594"/>
                      </a:cubicBezTo>
                      <a:cubicBezTo>
                        <a:pt x="10748" y="21594"/>
                        <a:pt x="10748" y="21594"/>
                        <a:pt x="10749" y="21594"/>
                      </a:cubicBezTo>
                      <a:cubicBezTo>
                        <a:pt x="10834" y="21594"/>
                        <a:pt x="10917" y="21576"/>
                        <a:pt x="10997" y="21551"/>
                      </a:cubicBezTo>
                      <a:cubicBezTo>
                        <a:pt x="11021" y="21542"/>
                        <a:pt x="11042" y="21534"/>
                        <a:pt x="11066" y="21523"/>
                      </a:cubicBezTo>
                      <a:cubicBezTo>
                        <a:pt x="11125" y="21499"/>
                        <a:pt x="11182" y="21467"/>
                        <a:pt x="11237" y="21429"/>
                      </a:cubicBezTo>
                      <a:cubicBezTo>
                        <a:pt x="11255" y="21417"/>
                        <a:pt x="11275" y="21404"/>
                        <a:pt x="11293" y="21390"/>
                      </a:cubicBezTo>
                      <a:cubicBezTo>
                        <a:pt x="11357" y="21338"/>
                        <a:pt x="11418" y="21278"/>
                        <a:pt x="11470" y="21206"/>
                      </a:cubicBezTo>
                      <a:lnTo>
                        <a:pt x="21374" y="7728"/>
                      </a:lnTo>
                      <a:cubicBezTo>
                        <a:pt x="21387" y="7711"/>
                        <a:pt x="21394" y="7689"/>
                        <a:pt x="21405" y="7671"/>
                      </a:cubicBezTo>
                      <a:cubicBezTo>
                        <a:pt x="21421" y="7648"/>
                        <a:pt x="21441" y="7628"/>
                        <a:pt x="21454" y="7602"/>
                      </a:cubicBezTo>
                      <a:cubicBezTo>
                        <a:pt x="21468" y="7576"/>
                        <a:pt x="21475" y="7547"/>
                        <a:pt x="21487" y="7519"/>
                      </a:cubicBezTo>
                      <a:cubicBezTo>
                        <a:pt x="21504" y="7483"/>
                        <a:pt x="21520" y="7447"/>
                        <a:pt x="21532" y="7408"/>
                      </a:cubicBezTo>
                      <a:cubicBezTo>
                        <a:pt x="21551" y="7352"/>
                        <a:pt x="21563" y="7295"/>
                        <a:pt x="21574" y="7238"/>
                      </a:cubicBezTo>
                      <a:cubicBezTo>
                        <a:pt x="21582" y="7199"/>
                        <a:pt x="21590" y="7163"/>
                        <a:pt x="21593" y="7124"/>
                      </a:cubicBezTo>
                      <a:cubicBezTo>
                        <a:pt x="21599" y="7060"/>
                        <a:pt x="21597" y="6998"/>
                        <a:pt x="21593" y="6935"/>
                      </a:cubicBezTo>
                      <a:cubicBezTo>
                        <a:pt x="21590" y="6898"/>
                        <a:pt x="21592" y="6863"/>
                        <a:pt x="21587" y="6829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</a:gradFill>
                <a:ln w="9525">
                  <a:noFill/>
                  <a:round/>
                </a:ln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84" name="小红书平北职场PPT1-34"/>
                <p:cNvSpPr/>
                <p:nvPr/>
              </p:nvSpPr>
              <p:spPr>
                <a:xfrm>
                  <a:off x="0" y="20648"/>
                  <a:ext cx="1657341" cy="339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5400" tIns="25400" rIns="25400" bIns="25400" numCol="1" anchor="ctr">
                  <a:spAutoFit/>
                </a:bodyPr>
                <a:lstStyle>
                  <a:lvl1pPr>
                    <a:defRPr sz="1800">
                      <a:solidFill>
                        <a:srgbClr val="A7A7A7"/>
                      </a:solidFill>
                      <a:latin typeface="Barlow SemiBold"/>
                      <a:ea typeface="Barlow SemiBold"/>
                      <a:cs typeface="Barlow SemiBold"/>
                      <a:sym typeface="Barlow SemiBold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lumMod val="100000"/>
                        </a:srgbClr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Roboto" panose="02000000000000000000" charset="0"/>
                      <a:sym typeface="Roboto" panose="02000000000000000000" charset="0"/>
                    </a:rPr>
                    <a:t>重要事件</a:t>
                  </a:r>
                  <a:r>
                    <a:rPr kumimoji="0" lang="en-US" altLang="zh-CN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lumMod val="100000"/>
                        </a:srgbClr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Roboto" panose="02000000000000000000" charset="0"/>
                      <a:sym typeface="Roboto" panose="02000000000000000000" charset="0"/>
                    </a:rPr>
                    <a:t>2</a:t>
                  </a:r>
                </a:p>
              </p:txBody>
            </p:sp>
          </p:grpSp>
          <p:sp>
            <p:nvSpPr>
              <p:cNvPr id="82" name="小红书平北职场PPT1-35"/>
              <p:cNvSpPr/>
              <p:nvPr/>
            </p:nvSpPr>
            <p:spPr>
              <a:xfrm flipV="1">
                <a:off x="837063" y="862519"/>
                <a:ext cx="0" cy="8214098"/>
              </a:xfrm>
              <a:prstGeom prst="line">
                <a:avLst/>
              </a:prstGeom>
              <a:noFill/>
              <a:ln w="12700" cap="flat">
                <a:solidFill>
                  <a:schemeClr val="accent2"/>
                </a:solidFill>
                <a:custDash>
                  <a:ds d="200000" sp="200000"/>
                </a:custDash>
                <a:miter lim="400000"/>
              </a:ln>
              <a:effectLst/>
            </p:spPr>
            <p:txBody>
              <a:bodyPr wrap="square" lIns="22859" tIns="22859" rIns="22859" bIns="22859" numCol="1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32" name="Group"/>
            <p:cNvGrpSpPr/>
            <p:nvPr/>
          </p:nvGrpSpPr>
          <p:grpSpPr>
            <a:xfrm>
              <a:off x="6304296" y="1157198"/>
              <a:ext cx="861982" cy="5059706"/>
              <a:chOff x="0" y="20648"/>
              <a:chExt cx="1657342" cy="9055969"/>
            </a:xfrm>
          </p:grpSpPr>
          <p:grpSp>
            <p:nvGrpSpPr>
              <p:cNvPr id="77" name="Group"/>
              <p:cNvGrpSpPr/>
              <p:nvPr/>
            </p:nvGrpSpPr>
            <p:grpSpPr>
              <a:xfrm>
                <a:off x="0" y="20648"/>
                <a:ext cx="1657342" cy="704247"/>
                <a:chOff x="0" y="20648"/>
                <a:chExt cx="1657341" cy="704246"/>
              </a:xfrm>
            </p:grpSpPr>
            <p:sp>
              <p:nvSpPr>
                <p:cNvPr id="79" name="小红书平北职场PPT1-36"/>
                <p:cNvSpPr/>
                <p:nvPr/>
              </p:nvSpPr>
              <p:spPr>
                <a:xfrm>
                  <a:off x="654561" y="425764"/>
                  <a:ext cx="348218" cy="2991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7" h="21594" extrusionOk="0">
                      <a:moveTo>
                        <a:pt x="21587" y="6829"/>
                      </a:moveTo>
                      <a:cubicBezTo>
                        <a:pt x="21576" y="6749"/>
                        <a:pt x="21555" y="6670"/>
                        <a:pt x="21528" y="6595"/>
                      </a:cubicBezTo>
                      <a:cubicBezTo>
                        <a:pt x="21522" y="6578"/>
                        <a:pt x="21522" y="6562"/>
                        <a:pt x="21516" y="6545"/>
                      </a:cubicBezTo>
                      <a:cubicBezTo>
                        <a:pt x="21515" y="6544"/>
                        <a:pt x="21514" y="6542"/>
                        <a:pt x="21513" y="6542"/>
                      </a:cubicBezTo>
                      <a:cubicBezTo>
                        <a:pt x="21513" y="6540"/>
                        <a:pt x="21513" y="6539"/>
                        <a:pt x="21512" y="6538"/>
                      </a:cubicBezTo>
                      <a:lnTo>
                        <a:pt x="19123" y="635"/>
                      </a:lnTo>
                      <a:cubicBezTo>
                        <a:pt x="19118" y="621"/>
                        <a:pt x="19108" y="609"/>
                        <a:pt x="19101" y="595"/>
                      </a:cubicBezTo>
                      <a:cubicBezTo>
                        <a:pt x="19093" y="578"/>
                        <a:pt x="19090" y="558"/>
                        <a:pt x="19081" y="542"/>
                      </a:cubicBezTo>
                      <a:cubicBezTo>
                        <a:pt x="19063" y="506"/>
                        <a:pt x="19038" y="478"/>
                        <a:pt x="19016" y="446"/>
                      </a:cubicBezTo>
                      <a:cubicBezTo>
                        <a:pt x="18995" y="413"/>
                        <a:pt x="18975" y="377"/>
                        <a:pt x="18951" y="348"/>
                      </a:cubicBezTo>
                      <a:cubicBezTo>
                        <a:pt x="18915" y="305"/>
                        <a:pt x="18874" y="268"/>
                        <a:pt x="18833" y="232"/>
                      </a:cubicBezTo>
                      <a:cubicBezTo>
                        <a:pt x="18807" y="208"/>
                        <a:pt x="18782" y="182"/>
                        <a:pt x="18754" y="162"/>
                      </a:cubicBezTo>
                      <a:cubicBezTo>
                        <a:pt x="18705" y="128"/>
                        <a:pt x="18653" y="104"/>
                        <a:pt x="18600" y="81"/>
                      </a:cubicBezTo>
                      <a:cubicBezTo>
                        <a:pt x="18573" y="69"/>
                        <a:pt x="18548" y="51"/>
                        <a:pt x="18520" y="42"/>
                      </a:cubicBezTo>
                      <a:cubicBezTo>
                        <a:pt x="18438" y="15"/>
                        <a:pt x="18352" y="0"/>
                        <a:pt x="18263" y="0"/>
                      </a:cubicBezTo>
                      <a:lnTo>
                        <a:pt x="4188" y="0"/>
                      </a:lnTo>
                      <a:cubicBezTo>
                        <a:pt x="4104" y="0"/>
                        <a:pt x="4023" y="14"/>
                        <a:pt x="3944" y="38"/>
                      </a:cubicBezTo>
                      <a:cubicBezTo>
                        <a:pt x="3917" y="46"/>
                        <a:pt x="3892" y="63"/>
                        <a:pt x="3865" y="74"/>
                      </a:cubicBezTo>
                      <a:cubicBezTo>
                        <a:pt x="3816" y="95"/>
                        <a:pt x="3767" y="113"/>
                        <a:pt x="3722" y="143"/>
                      </a:cubicBezTo>
                      <a:cubicBezTo>
                        <a:pt x="3693" y="163"/>
                        <a:pt x="3669" y="189"/>
                        <a:pt x="3642" y="210"/>
                      </a:cubicBezTo>
                      <a:cubicBezTo>
                        <a:pt x="3603" y="242"/>
                        <a:pt x="3563" y="273"/>
                        <a:pt x="3528" y="311"/>
                      </a:cubicBezTo>
                      <a:cubicBezTo>
                        <a:pt x="3504" y="339"/>
                        <a:pt x="3485" y="372"/>
                        <a:pt x="3463" y="404"/>
                      </a:cubicBezTo>
                      <a:cubicBezTo>
                        <a:pt x="3438" y="438"/>
                        <a:pt x="3408" y="470"/>
                        <a:pt x="3387" y="510"/>
                      </a:cubicBezTo>
                      <a:lnTo>
                        <a:pt x="143" y="6413"/>
                      </a:lnTo>
                      <a:cubicBezTo>
                        <a:pt x="131" y="6436"/>
                        <a:pt x="126" y="6462"/>
                        <a:pt x="115" y="6486"/>
                      </a:cubicBezTo>
                      <a:cubicBezTo>
                        <a:pt x="105" y="6506"/>
                        <a:pt x="90" y="6522"/>
                        <a:pt x="82" y="6543"/>
                      </a:cubicBezTo>
                      <a:cubicBezTo>
                        <a:pt x="73" y="6566"/>
                        <a:pt x="73" y="6589"/>
                        <a:pt x="65" y="6610"/>
                      </a:cubicBezTo>
                      <a:cubicBezTo>
                        <a:pt x="47" y="6664"/>
                        <a:pt x="33" y="6718"/>
                        <a:pt x="23" y="6774"/>
                      </a:cubicBezTo>
                      <a:cubicBezTo>
                        <a:pt x="14" y="6818"/>
                        <a:pt x="8" y="6862"/>
                        <a:pt x="4" y="6906"/>
                      </a:cubicBezTo>
                      <a:cubicBezTo>
                        <a:pt x="-1" y="6961"/>
                        <a:pt x="-1" y="7016"/>
                        <a:pt x="2" y="7072"/>
                      </a:cubicBezTo>
                      <a:cubicBezTo>
                        <a:pt x="5" y="7117"/>
                        <a:pt x="8" y="7162"/>
                        <a:pt x="14" y="7206"/>
                      </a:cubicBezTo>
                      <a:cubicBezTo>
                        <a:pt x="22" y="7261"/>
                        <a:pt x="37" y="7312"/>
                        <a:pt x="52" y="7364"/>
                      </a:cubicBezTo>
                      <a:cubicBezTo>
                        <a:pt x="65" y="7408"/>
                        <a:pt x="77" y="7453"/>
                        <a:pt x="95" y="7495"/>
                      </a:cubicBezTo>
                      <a:cubicBezTo>
                        <a:pt x="101" y="7509"/>
                        <a:pt x="104" y="7526"/>
                        <a:pt x="110" y="7541"/>
                      </a:cubicBezTo>
                      <a:cubicBezTo>
                        <a:pt x="127" y="7578"/>
                        <a:pt x="152" y="7607"/>
                        <a:pt x="173" y="7640"/>
                      </a:cubicBezTo>
                      <a:cubicBezTo>
                        <a:pt x="189" y="7669"/>
                        <a:pt x="199" y="7699"/>
                        <a:pt x="218" y="7725"/>
                      </a:cubicBezTo>
                      <a:lnTo>
                        <a:pt x="10022" y="21203"/>
                      </a:lnTo>
                      <a:cubicBezTo>
                        <a:pt x="10191" y="21435"/>
                        <a:pt x="10444" y="21600"/>
                        <a:pt x="10697" y="21592"/>
                      </a:cubicBezTo>
                      <a:cubicBezTo>
                        <a:pt x="10700" y="21592"/>
                        <a:pt x="10703" y="21593"/>
                        <a:pt x="10705" y="21593"/>
                      </a:cubicBezTo>
                      <a:cubicBezTo>
                        <a:pt x="10720" y="21594"/>
                        <a:pt x="10733" y="21594"/>
                        <a:pt x="10747" y="21594"/>
                      </a:cubicBezTo>
                      <a:cubicBezTo>
                        <a:pt x="10748" y="21594"/>
                        <a:pt x="10748" y="21594"/>
                        <a:pt x="10748" y="21594"/>
                      </a:cubicBezTo>
                      <a:cubicBezTo>
                        <a:pt x="10748" y="21594"/>
                        <a:pt x="10748" y="21594"/>
                        <a:pt x="10749" y="21594"/>
                      </a:cubicBezTo>
                      <a:cubicBezTo>
                        <a:pt x="10834" y="21594"/>
                        <a:pt x="10917" y="21576"/>
                        <a:pt x="10997" y="21551"/>
                      </a:cubicBezTo>
                      <a:cubicBezTo>
                        <a:pt x="11021" y="21542"/>
                        <a:pt x="11042" y="21534"/>
                        <a:pt x="11066" y="21523"/>
                      </a:cubicBezTo>
                      <a:cubicBezTo>
                        <a:pt x="11125" y="21499"/>
                        <a:pt x="11182" y="21467"/>
                        <a:pt x="11237" y="21429"/>
                      </a:cubicBezTo>
                      <a:cubicBezTo>
                        <a:pt x="11255" y="21417"/>
                        <a:pt x="11275" y="21404"/>
                        <a:pt x="11293" y="21390"/>
                      </a:cubicBezTo>
                      <a:cubicBezTo>
                        <a:pt x="11357" y="21338"/>
                        <a:pt x="11418" y="21278"/>
                        <a:pt x="11470" y="21206"/>
                      </a:cubicBezTo>
                      <a:lnTo>
                        <a:pt x="21374" y="7728"/>
                      </a:lnTo>
                      <a:cubicBezTo>
                        <a:pt x="21387" y="7711"/>
                        <a:pt x="21394" y="7689"/>
                        <a:pt x="21405" y="7671"/>
                      </a:cubicBezTo>
                      <a:cubicBezTo>
                        <a:pt x="21421" y="7648"/>
                        <a:pt x="21441" y="7628"/>
                        <a:pt x="21454" y="7602"/>
                      </a:cubicBezTo>
                      <a:cubicBezTo>
                        <a:pt x="21468" y="7576"/>
                        <a:pt x="21475" y="7547"/>
                        <a:pt x="21487" y="7519"/>
                      </a:cubicBezTo>
                      <a:cubicBezTo>
                        <a:pt x="21504" y="7483"/>
                        <a:pt x="21520" y="7447"/>
                        <a:pt x="21532" y="7408"/>
                      </a:cubicBezTo>
                      <a:cubicBezTo>
                        <a:pt x="21551" y="7352"/>
                        <a:pt x="21563" y="7295"/>
                        <a:pt x="21574" y="7238"/>
                      </a:cubicBezTo>
                      <a:cubicBezTo>
                        <a:pt x="21582" y="7199"/>
                        <a:pt x="21590" y="7163"/>
                        <a:pt x="21593" y="7124"/>
                      </a:cubicBezTo>
                      <a:cubicBezTo>
                        <a:pt x="21599" y="7060"/>
                        <a:pt x="21597" y="6998"/>
                        <a:pt x="21593" y="6935"/>
                      </a:cubicBezTo>
                      <a:cubicBezTo>
                        <a:pt x="21590" y="6898"/>
                        <a:pt x="21592" y="6863"/>
                        <a:pt x="21587" y="6829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</a:gradFill>
                <a:ln w="9525">
                  <a:noFill/>
                  <a:round/>
                </a:ln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80" name="小红书平北职场PPT1-37"/>
                <p:cNvSpPr/>
                <p:nvPr/>
              </p:nvSpPr>
              <p:spPr>
                <a:xfrm>
                  <a:off x="0" y="20648"/>
                  <a:ext cx="1657341" cy="339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5400" tIns="25400" rIns="25400" bIns="25400" numCol="1" anchor="ctr">
                  <a:spAutoFit/>
                </a:bodyPr>
                <a:lstStyle>
                  <a:lvl1pPr>
                    <a:defRPr sz="1800">
                      <a:solidFill>
                        <a:srgbClr val="A7A7A7"/>
                      </a:solidFill>
                      <a:latin typeface="Barlow SemiBold"/>
                      <a:ea typeface="Barlow SemiBold"/>
                      <a:cs typeface="Barlow SemiBold"/>
                      <a:sym typeface="Barlow SemiBold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lumMod val="100000"/>
                        </a:srgbClr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Roboto" panose="02000000000000000000" charset="0"/>
                      <a:sym typeface="Roboto" panose="02000000000000000000" charset="0"/>
                    </a:rPr>
                    <a:t>重要事件</a:t>
                  </a:r>
                  <a:r>
                    <a:rPr kumimoji="0" lang="en-US" altLang="zh-CN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lumMod val="100000"/>
                        </a:srgbClr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Roboto" panose="02000000000000000000" charset="0"/>
                      <a:sym typeface="Roboto" panose="02000000000000000000" charset="0"/>
                    </a:rPr>
                    <a:t>3</a:t>
                  </a:r>
                </a:p>
              </p:txBody>
            </p:sp>
          </p:grpSp>
          <p:sp>
            <p:nvSpPr>
              <p:cNvPr id="78" name="小红书平北职场PPT1-38"/>
              <p:cNvSpPr/>
              <p:nvPr/>
            </p:nvSpPr>
            <p:spPr>
              <a:xfrm flipV="1">
                <a:off x="837063" y="862519"/>
                <a:ext cx="0" cy="8214098"/>
              </a:xfrm>
              <a:prstGeom prst="line">
                <a:avLst/>
              </a:prstGeom>
              <a:noFill/>
              <a:ln w="12700" cap="flat">
                <a:solidFill>
                  <a:schemeClr val="accent2"/>
                </a:solidFill>
                <a:custDash>
                  <a:ds d="200000" sp="200000"/>
                </a:custDash>
                <a:miter lim="400000"/>
              </a:ln>
              <a:effectLst/>
            </p:spPr>
            <p:txBody>
              <a:bodyPr wrap="square" lIns="22859" tIns="22859" rIns="22859" bIns="22859" numCol="1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33" name="Group"/>
            <p:cNvGrpSpPr/>
            <p:nvPr/>
          </p:nvGrpSpPr>
          <p:grpSpPr>
            <a:xfrm>
              <a:off x="9743059" y="1157198"/>
              <a:ext cx="861982" cy="5059706"/>
              <a:chOff x="0" y="20648"/>
              <a:chExt cx="1657342" cy="9055970"/>
            </a:xfrm>
          </p:grpSpPr>
          <p:grpSp>
            <p:nvGrpSpPr>
              <p:cNvPr id="73" name="Group"/>
              <p:cNvGrpSpPr/>
              <p:nvPr/>
            </p:nvGrpSpPr>
            <p:grpSpPr>
              <a:xfrm>
                <a:off x="0" y="20648"/>
                <a:ext cx="1657342" cy="704247"/>
                <a:chOff x="0" y="20648"/>
                <a:chExt cx="1657341" cy="704246"/>
              </a:xfrm>
            </p:grpSpPr>
            <p:sp>
              <p:nvSpPr>
                <p:cNvPr id="75" name="小红书平北职场PPT1-39"/>
                <p:cNvSpPr/>
                <p:nvPr/>
              </p:nvSpPr>
              <p:spPr>
                <a:xfrm>
                  <a:off x="654561" y="425764"/>
                  <a:ext cx="348218" cy="2991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7" h="21594" extrusionOk="0">
                      <a:moveTo>
                        <a:pt x="21587" y="6829"/>
                      </a:moveTo>
                      <a:cubicBezTo>
                        <a:pt x="21576" y="6749"/>
                        <a:pt x="21555" y="6670"/>
                        <a:pt x="21528" y="6595"/>
                      </a:cubicBezTo>
                      <a:cubicBezTo>
                        <a:pt x="21522" y="6578"/>
                        <a:pt x="21522" y="6562"/>
                        <a:pt x="21516" y="6545"/>
                      </a:cubicBezTo>
                      <a:cubicBezTo>
                        <a:pt x="21515" y="6544"/>
                        <a:pt x="21514" y="6542"/>
                        <a:pt x="21513" y="6542"/>
                      </a:cubicBezTo>
                      <a:cubicBezTo>
                        <a:pt x="21513" y="6540"/>
                        <a:pt x="21513" y="6539"/>
                        <a:pt x="21512" y="6538"/>
                      </a:cubicBezTo>
                      <a:lnTo>
                        <a:pt x="19123" y="635"/>
                      </a:lnTo>
                      <a:cubicBezTo>
                        <a:pt x="19118" y="621"/>
                        <a:pt x="19108" y="609"/>
                        <a:pt x="19101" y="595"/>
                      </a:cubicBezTo>
                      <a:cubicBezTo>
                        <a:pt x="19093" y="578"/>
                        <a:pt x="19090" y="558"/>
                        <a:pt x="19081" y="542"/>
                      </a:cubicBezTo>
                      <a:cubicBezTo>
                        <a:pt x="19063" y="506"/>
                        <a:pt x="19038" y="478"/>
                        <a:pt x="19016" y="446"/>
                      </a:cubicBezTo>
                      <a:cubicBezTo>
                        <a:pt x="18995" y="413"/>
                        <a:pt x="18975" y="377"/>
                        <a:pt x="18951" y="348"/>
                      </a:cubicBezTo>
                      <a:cubicBezTo>
                        <a:pt x="18915" y="305"/>
                        <a:pt x="18874" y="268"/>
                        <a:pt x="18833" y="232"/>
                      </a:cubicBezTo>
                      <a:cubicBezTo>
                        <a:pt x="18807" y="208"/>
                        <a:pt x="18782" y="182"/>
                        <a:pt x="18754" y="162"/>
                      </a:cubicBezTo>
                      <a:cubicBezTo>
                        <a:pt x="18705" y="128"/>
                        <a:pt x="18653" y="104"/>
                        <a:pt x="18600" y="81"/>
                      </a:cubicBezTo>
                      <a:cubicBezTo>
                        <a:pt x="18573" y="69"/>
                        <a:pt x="18548" y="51"/>
                        <a:pt x="18520" y="42"/>
                      </a:cubicBezTo>
                      <a:cubicBezTo>
                        <a:pt x="18438" y="15"/>
                        <a:pt x="18352" y="0"/>
                        <a:pt x="18263" y="0"/>
                      </a:cubicBezTo>
                      <a:lnTo>
                        <a:pt x="4188" y="0"/>
                      </a:lnTo>
                      <a:cubicBezTo>
                        <a:pt x="4104" y="0"/>
                        <a:pt x="4023" y="14"/>
                        <a:pt x="3944" y="38"/>
                      </a:cubicBezTo>
                      <a:cubicBezTo>
                        <a:pt x="3917" y="46"/>
                        <a:pt x="3892" y="63"/>
                        <a:pt x="3865" y="74"/>
                      </a:cubicBezTo>
                      <a:cubicBezTo>
                        <a:pt x="3816" y="95"/>
                        <a:pt x="3767" y="113"/>
                        <a:pt x="3722" y="143"/>
                      </a:cubicBezTo>
                      <a:cubicBezTo>
                        <a:pt x="3693" y="163"/>
                        <a:pt x="3669" y="189"/>
                        <a:pt x="3642" y="210"/>
                      </a:cubicBezTo>
                      <a:cubicBezTo>
                        <a:pt x="3603" y="242"/>
                        <a:pt x="3563" y="273"/>
                        <a:pt x="3528" y="311"/>
                      </a:cubicBezTo>
                      <a:cubicBezTo>
                        <a:pt x="3504" y="339"/>
                        <a:pt x="3485" y="372"/>
                        <a:pt x="3463" y="404"/>
                      </a:cubicBezTo>
                      <a:cubicBezTo>
                        <a:pt x="3438" y="438"/>
                        <a:pt x="3408" y="470"/>
                        <a:pt x="3387" y="510"/>
                      </a:cubicBezTo>
                      <a:lnTo>
                        <a:pt x="143" y="6413"/>
                      </a:lnTo>
                      <a:cubicBezTo>
                        <a:pt x="131" y="6436"/>
                        <a:pt x="126" y="6462"/>
                        <a:pt x="115" y="6486"/>
                      </a:cubicBezTo>
                      <a:cubicBezTo>
                        <a:pt x="105" y="6506"/>
                        <a:pt x="90" y="6522"/>
                        <a:pt x="82" y="6543"/>
                      </a:cubicBezTo>
                      <a:cubicBezTo>
                        <a:pt x="73" y="6566"/>
                        <a:pt x="73" y="6589"/>
                        <a:pt x="65" y="6610"/>
                      </a:cubicBezTo>
                      <a:cubicBezTo>
                        <a:pt x="47" y="6664"/>
                        <a:pt x="33" y="6718"/>
                        <a:pt x="23" y="6774"/>
                      </a:cubicBezTo>
                      <a:cubicBezTo>
                        <a:pt x="14" y="6818"/>
                        <a:pt x="8" y="6862"/>
                        <a:pt x="4" y="6906"/>
                      </a:cubicBezTo>
                      <a:cubicBezTo>
                        <a:pt x="-1" y="6961"/>
                        <a:pt x="-1" y="7016"/>
                        <a:pt x="2" y="7072"/>
                      </a:cubicBezTo>
                      <a:cubicBezTo>
                        <a:pt x="5" y="7117"/>
                        <a:pt x="8" y="7162"/>
                        <a:pt x="14" y="7206"/>
                      </a:cubicBezTo>
                      <a:cubicBezTo>
                        <a:pt x="22" y="7261"/>
                        <a:pt x="37" y="7312"/>
                        <a:pt x="52" y="7364"/>
                      </a:cubicBezTo>
                      <a:cubicBezTo>
                        <a:pt x="65" y="7408"/>
                        <a:pt x="77" y="7453"/>
                        <a:pt x="95" y="7495"/>
                      </a:cubicBezTo>
                      <a:cubicBezTo>
                        <a:pt x="101" y="7509"/>
                        <a:pt x="104" y="7526"/>
                        <a:pt x="110" y="7541"/>
                      </a:cubicBezTo>
                      <a:cubicBezTo>
                        <a:pt x="127" y="7578"/>
                        <a:pt x="152" y="7607"/>
                        <a:pt x="173" y="7640"/>
                      </a:cubicBezTo>
                      <a:cubicBezTo>
                        <a:pt x="189" y="7669"/>
                        <a:pt x="199" y="7699"/>
                        <a:pt x="218" y="7725"/>
                      </a:cubicBezTo>
                      <a:lnTo>
                        <a:pt x="10022" y="21203"/>
                      </a:lnTo>
                      <a:cubicBezTo>
                        <a:pt x="10191" y="21435"/>
                        <a:pt x="10444" y="21600"/>
                        <a:pt x="10697" y="21592"/>
                      </a:cubicBezTo>
                      <a:cubicBezTo>
                        <a:pt x="10700" y="21592"/>
                        <a:pt x="10703" y="21593"/>
                        <a:pt x="10705" y="21593"/>
                      </a:cubicBezTo>
                      <a:cubicBezTo>
                        <a:pt x="10720" y="21594"/>
                        <a:pt x="10733" y="21594"/>
                        <a:pt x="10747" y="21594"/>
                      </a:cubicBezTo>
                      <a:cubicBezTo>
                        <a:pt x="10748" y="21594"/>
                        <a:pt x="10748" y="21594"/>
                        <a:pt x="10748" y="21594"/>
                      </a:cubicBezTo>
                      <a:cubicBezTo>
                        <a:pt x="10748" y="21594"/>
                        <a:pt x="10748" y="21594"/>
                        <a:pt x="10749" y="21594"/>
                      </a:cubicBezTo>
                      <a:cubicBezTo>
                        <a:pt x="10834" y="21594"/>
                        <a:pt x="10917" y="21576"/>
                        <a:pt x="10997" y="21551"/>
                      </a:cubicBezTo>
                      <a:cubicBezTo>
                        <a:pt x="11021" y="21542"/>
                        <a:pt x="11042" y="21534"/>
                        <a:pt x="11066" y="21523"/>
                      </a:cubicBezTo>
                      <a:cubicBezTo>
                        <a:pt x="11125" y="21499"/>
                        <a:pt x="11182" y="21467"/>
                        <a:pt x="11237" y="21429"/>
                      </a:cubicBezTo>
                      <a:cubicBezTo>
                        <a:pt x="11255" y="21417"/>
                        <a:pt x="11275" y="21404"/>
                        <a:pt x="11293" y="21390"/>
                      </a:cubicBezTo>
                      <a:cubicBezTo>
                        <a:pt x="11357" y="21338"/>
                        <a:pt x="11418" y="21278"/>
                        <a:pt x="11470" y="21206"/>
                      </a:cubicBezTo>
                      <a:lnTo>
                        <a:pt x="21374" y="7728"/>
                      </a:lnTo>
                      <a:cubicBezTo>
                        <a:pt x="21387" y="7711"/>
                        <a:pt x="21394" y="7689"/>
                        <a:pt x="21405" y="7671"/>
                      </a:cubicBezTo>
                      <a:cubicBezTo>
                        <a:pt x="21421" y="7648"/>
                        <a:pt x="21441" y="7628"/>
                        <a:pt x="21454" y="7602"/>
                      </a:cubicBezTo>
                      <a:cubicBezTo>
                        <a:pt x="21468" y="7576"/>
                        <a:pt x="21475" y="7547"/>
                        <a:pt x="21487" y="7519"/>
                      </a:cubicBezTo>
                      <a:cubicBezTo>
                        <a:pt x="21504" y="7483"/>
                        <a:pt x="21520" y="7447"/>
                        <a:pt x="21532" y="7408"/>
                      </a:cubicBezTo>
                      <a:cubicBezTo>
                        <a:pt x="21551" y="7352"/>
                        <a:pt x="21563" y="7295"/>
                        <a:pt x="21574" y="7238"/>
                      </a:cubicBezTo>
                      <a:cubicBezTo>
                        <a:pt x="21582" y="7199"/>
                        <a:pt x="21590" y="7163"/>
                        <a:pt x="21593" y="7124"/>
                      </a:cubicBezTo>
                      <a:cubicBezTo>
                        <a:pt x="21599" y="7060"/>
                        <a:pt x="21597" y="6998"/>
                        <a:pt x="21593" y="6935"/>
                      </a:cubicBezTo>
                      <a:cubicBezTo>
                        <a:pt x="21590" y="6898"/>
                        <a:pt x="21592" y="6863"/>
                        <a:pt x="21587" y="6829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</a:ln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76" name="小红书平北职场PPT1-40"/>
                <p:cNvSpPr/>
                <p:nvPr/>
              </p:nvSpPr>
              <p:spPr>
                <a:xfrm>
                  <a:off x="0" y="20648"/>
                  <a:ext cx="1657341" cy="339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5400" tIns="25400" rIns="25400" bIns="25400" numCol="1" anchor="ctr">
                  <a:spAutoFit/>
                </a:bodyPr>
                <a:lstStyle>
                  <a:lvl1pPr>
                    <a:defRPr sz="1800">
                      <a:solidFill>
                        <a:srgbClr val="A7A7A7"/>
                      </a:solidFill>
                      <a:latin typeface="Barlow SemiBold"/>
                      <a:ea typeface="Barlow SemiBold"/>
                      <a:cs typeface="Barlow SemiBold"/>
                      <a:sym typeface="Barlow SemiBold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lumMod val="100000"/>
                        </a:srgbClr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Roboto" panose="02000000000000000000" charset="0"/>
                      <a:sym typeface="Roboto" panose="02000000000000000000" charset="0"/>
                    </a:rPr>
                    <a:t>重要事件</a:t>
                  </a:r>
                  <a:r>
                    <a:rPr kumimoji="0" lang="en-US" altLang="zh-CN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lumMod val="100000"/>
                        </a:srgbClr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Roboto" panose="02000000000000000000" charset="0"/>
                      <a:sym typeface="Roboto" panose="02000000000000000000" charset="0"/>
                    </a:rPr>
                    <a:t>4</a:t>
                  </a:r>
                </a:p>
              </p:txBody>
            </p:sp>
          </p:grpSp>
          <p:sp>
            <p:nvSpPr>
              <p:cNvPr id="74" name="小红书平北职场PPT1-41"/>
              <p:cNvSpPr/>
              <p:nvPr/>
            </p:nvSpPr>
            <p:spPr>
              <a:xfrm flipV="1">
                <a:off x="837063" y="862520"/>
                <a:ext cx="0" cy="8214098"/>
              </a:xfrm>
              <a:prstGeom prst="line">
                <a:avLst/>
              </a:prstGeom>
              <a:noFill/>
              <a:ln w="12700" cap="flat">
                <a:solidFill>
                  <a:schemeClr val="accent2"/>
                </a:solidFill>
                <a:custDash>
                  <a:ds d="200000" sp="200000"/>
                </a:custDash>
                <a:miter lim="400000"/>
              </a:ln>
              <a:effectLst/>
            </p:spPr>
            <p:txBody>
              <a:bodyPr wrap="square" lIns="22859" tIns="22859" rIns="22859" bIns="22859" numCol="1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618044" y="2366574"/>
              <a:ext cx="10964034" cy="3855825"/>
              <a:chOff x="618044" y="2366574"/>
              <a:chExt cx="10964034" cy="3855825"/>
            </a:xfrm>
          </p:grpSpPr>
          <p:grpSp>
            <p:nvGrpSpPr>
              <p:cNvPr id="45" name="Group"/>
              <p:cNvGrpSpPr/>
              <p:nvPr/>
            </p:nvGrpSpPr>
            <p:grpSpPr>
              <a:xfrm>
                <a:off x="6198612" y="4198509"/>
                <a:ext cx="1194983" cy="390818"/>
                <a:chOff x="0" y="0"/>
                <a:chExt cx="2297608" cy="699494"/>
              </a:xfrm>
            </p:grpSpPr>
            <p:sp>
              <p:nvSpPr>
                <p:cNvPr id="71" name="小红书平北职场PPT1-42"/>
                <p:cNvSpPr/>
                <p:nvPr/>
              </p:nvSpPr>
              <p:spPr>
                <a:xfrm>
                  <a:off x="0" y="0"/>
                  <a:ext cx="2297608" cy="699494"/>
                </a:xfrm>
                <a:prstGeom prst="roundRect">
                  <a:avLst>
                    <a:gd name="adj" fmla="val 15614"/>
                  </a:avLst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 w="9525">
                  <a:noFill/>
                  <a:round/>
                </a:ln>
                <a:effectLst>
                  <a:outerShdw blurRad="165100" dist="76200" dir="5400000" algn="ctr" rotWithShape="0">
                    <a:schemeClr val="accent2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72" name="小红书平北职场PPT1-43"/>
                <p:cNvSpPr/>
                <p:nvPr/>
              </p:nvSpPr>
              <p:spPr>
                <a:xfrm>
                  <a:off x="169520" y="115409"/>
                  <a:ext cx="1987738" cy="4223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5400" tIns="25400" rIns="25400" bIns="25400" numCol="1" anchor="ctr">
                  <a:spAutoFit/>
                </a:bodyPr>
                <a:lstStyle>
                  <a:lvl1pPr algn="l">
                    <a:defRPr sz="1800">
                      <a:solidFill>
                        <a:srgbClr val="F7F5F6"/>
                      </a:solidFill>
                      <a:latin typeface="Barlow SemiBold"/>
                      <a:ea typeface="Barlow SemiBold"/>
                      <a:cs typeface="Barlow SemiBold"/>
                      <a:sym typeface="Barlow SemiBold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内容生态建设</a:t>
                  </a:r>
                  <a:endParaRPr kumimoji="0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Roboto" panose="02000000000000000000" charset="0"/>
                    <a:sym typeface="Roboto" panose="02000000000000000000" charset="0"/>
                  </a:endParaRPr>
                </a:p>
              </p:txBody>
            </p:sp>
          </p:grpSp>
          <p:sp>
            <p:nvSpPr>
              <p:cNvPr id="46" name="小红书平北职场PPT1-44"/>
              <p:cNvSpPr txBox="1"/>
              <p:nvPr/>
            </p:nvSpPr>
            <p:spPr>
              <a:xfrm>
                <a:off x="6304296" y="3944431"/>
                <a:ext cx="861981" cy="23596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25400" tIns="25400" rIns="25400" bIns="25400" anchor="ctr">
                <a:spAutoFit/>
              </a:bodyPr>
              <a:lstStyle>
                <a:lvl1pPr algn="l">
                  <a:defRPr sz="1800">
                    <a:solidFill>
                      <a:srgbClr val="A7A7A7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4273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Roboto" panose="02000000000000000000" charset="0"/>
                    <a:sym typeface="Roboto" panose="02000000000000000000" charset="0"/>
                  </a:rPr>
                  <a:t>待开始</a:t>
                </a: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D4273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  <p:grpSp>
            <p:nvGrpSpPr>
              <p:cNvPr id="47" name="Group"/>
              <p:cNvGrpSpPr/>
              <p:nvPr/>
            </p:nvGrpSpPr>
            <p:grpSpPr>
              <a:xfrm>
                <a:off x="3204311" y="3475815"/>
                <a:ext cx="3046181" cy="390818"/>
                <a:chOff x="0" y="0"/>
                <a:chExt cx="5856930" cy="699494"/>
              </a:xfrm>
            </p:grpSpPr>
            <p:sp>
              <p:nvSpPr>
                <p:cNvPr id="69" name="小红书平北职场PPT1-45"/>
                <p:cNvSpPr/>
                <p:nvPr/>
              </p:nvSpPr>
              <p:spPr>
                <a:xfrm>
                  <a:off x="0" y="0"/>
                  <a:ext cx="5856930" cy="699494"/>
                </a:xfrm>
                <a:prstGeom prst="roundRect">
                  <a:avLst>
                    <a:gd name="adj" fmla="val 15614"/>
                  </a:avLst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 w="9525">
                  <a:noFill/>
                  <a:round/>
                </a:ln>
                <a:effectLst>
                  <a:outerShdw blurRad="165100" dist="76200" dir="5400000" algn="ctr" rotWithShape="0">
                    <a:schemeClr val="accent2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70" name="小红书平北职场PPT1-46"/>
                <p:cNvSpPr/>
                <p:nvPr/>
              </p:nvSpPr>
              <p:spPr>
                <a:xfrm>
                  <a:off x="351393" y="106679"/>
                  <a:ext cx="5109870" cy="47741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5400" tIns="25400" rIns="25400" bIns="25400" numCol="1" anchor="ctr">
                  <a:spAutoFit/>
                </a:bodyPr>
                <a:lstStyle>
                  <a:lvl1pPr algn="l">
                    <a:defRPr sz="1800">
                      <a:solidFill>
                        <a:srgbClr val="F7F5F6"/>
                      </a:solidFill>
                      <a:latin typeface="Barlow SemiBold"/>
                      <a:ea typeface="Barlow SemiBold"/>
                      <a:cs typeface="Barlow SemiBold"/>
                      <a:sym typeface="Barlow SemiBold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大型营销</a:t>
                  </a: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Campaign</a:t>
                  </a:r>
                  <a:r>
                    <a:rPr kumimoji="0" lang="en-US" altLang="zh-CN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618</a:t>
                  </a: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大促</a:t>
                  </a:r>
                </a:p>
              </p:txBody>
            </p:sp>
          </p:grpSp>
          <p:grpSp>
            <p:nvGrpSpPr>
              <p:cNvPr id="48" name="Group"/>
              <p:cNvGrpSpPr/>
              <p:nvPr/>
            </p:nvGrpSpPr>
            <p:grpSpPr>
              <a:xfrm>
                <a:off x="618044" y="2624334"/>
                <a:ext cx="1139317" cy="390818"/>
                <a:chOff x="0" y="0"/>
                <a:chExt cx="2190578" cy="699494"/>
              </a:xfrm>
            </p:grpSpPr>
            <p:sp>
              <p:nvSpPr>
                <p:cNvPr id="67" name="小红书平北职场PPT1-47"/>
                <p:cNvSpPr/>
                <p:nvPr/>
              </p:nvSpPr>
              <p:spPr>
                <a:xfrm>
                  <a:off x="0" y="0"/>
                  <a:ext cx="2190578" cy="699494"/>
                </a:xfrm>
                <a:prstGeom prst="roundRect">
                  <a:avLst>
                    <a:gd name="adj" fmla="val 15614"/>
                  </a:avLst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</a:ln>
                <a:effectLst>
                  <a:outerShdw blurRad="165100" dist="76200" dir="5400000" algn="ctr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8" name="小红书平北职场PPT1-48"/>
                <p:cNvSpPr/>
                <p:nvPr/>
              </p:nvSpPr>
              <p:spPr>
                <a:xfrm>
                  <a:off x="169520" y="122687"/>
                  <a:ext cx="1899274" cy="4223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5400" tIns="25400" rIns="25400" bIns="25400" numCol="1" anchor="ctr">
                  <a:spAutoFit/>
                </a:bodyPr>
                <a:lstStyle>
                  <a:lvl1pPr algn="l">
                    <a:defRPr sz="1800">
                      <a:solidFill>
                        <a:srgbClr val="F7F5F6"/>
                      </a:solidFill>
                      <a:latin typeface="Barlow SemiBold"/>
                      <a:ea typeface="Barlow SemiBold"/>
                      <a:cs typeface="Barlow SemiBold"/>
                      <a:sym typeface="Barlow SemiBold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品牌定位重塑</a:t>
                  </a:r>
                  <a:endParaRPr kumimoji="0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Roboto" panose="02000000000000000000" charset="0"/>
                    <a:sym typeface="Roboto" panose="02000000000000000000" charset="0"/>
                  </a:endParaRPr>
                </a:p>
              </p:txBody>
            </p:sp>
          </p:grpSp>
          <p:grpSp>
            <p:nvGrpSpPr>
              <p:cNvPr id="49" name="Group"/>
              <p:cNvGrpSpPr/>
              <p:nvPr/>
            </p:nvGrpSpPr>
            <p:grpSpPr>
              <a:xfrm>
                <a:off x="1834672" y="3007500"/>
                <a:ext cx="1351104" cy="390818"/>
                <a:chOff x="-48374" y="0"/>
                <a:chExt cx="2597784" cy="699494"/>
              </a:xfrm>
            </p:grpSpPr>
            <p:sp>
              <p:nvSpPr>
                <p:cNvPr id="65" name="小红书平北职场PPT1-49"/>
                <p:cNvSpPr/>
                <p:nvPr/>
              </p:nvSpPr>
              <p:spPr>
                <a:xfrm>
                  <a:off x="0" y="0"/>
                  <a:ext cx="2515244" cy="699494"/>
                </a:xfrm>
                <a:prstGeom prst="roundRect">
                  <a:avLst>
                    <a:gd name="adj" fmla="val 15614"/>
                  </a:avLst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</a:ln>
                <a:effectLst>
                  <a:outerShdw blurRad="165100" dist="76200" dir="5400000" algn="ctr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6" name="小红书平北职场PPT1-50"/>
                <p:cNvSpPr/>
                <p:nvPr/>
              </p:nvSpPr>
              <p:spPr>
                <a:xfrm>
                  <a:off x="-48374" y="124337"/>
                  <a:ext cx="2597784" cy="4223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5400" tIns="25400" rIns="25400" bIns="25400" numCol="1" anchor="ctr">
                  <a:spAutoFit/>
                </a:bodyPr>
                <a:lstStyle>
                  <a:lvl1pPr algn="l">
                    <a:defRPr sz="1800">
                      <a:solidFill>
                        <a:srgbClr val="F7F5F6"/>
                      </a:solidFill>
                      <a:latin typeface="Barlow SemiBold"/>
                      <a:ea typeface="Barlow SemiBold"/>
                      <a:cs typeface="Barlow SemiBold"/>
                      <a:sym typeface="Barlow SemiBold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 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数字化转型攻坚战</a:t>
                  </a:r>
                </a:p>
              </p:txBody>
            </p:sp>
          </p:grpSp>
          <p:grpSp>
            <p:nvGrpSpPr>
              <p:cNvPr id="50" name="Group"/>
              <p:cNvGrpSpPr/>
              <p:nvPr/>
            </p:nvGrpSpPr>
            <p:grpSpPr>
              <a:xfrm>
                <a:off x="7530248" y="4866568"/>
                <a:ext cx="1662313" cy="390818"/>
                <a:chOff x="-885543" y="0"/>
                <a:chExt cx="3196148" cy="699494"/>
              </a:xfrm>
            </p:grpSpPr>
            <p:sp>
              <p:nvSpPr>
                <p:cNvPr id="63" name="小红书平北职场PPT1-51"/>
                <p:cNvSpPr/>
                <p:nvPr/>
              </p:nvSpPr>
              <p:spPr>
                <a:xfrm>
                  <a:off x="-885543" y="0"/>
                  <a:ext cx="3196148" cy="699494"/>
                </a:xfrm>
                <a:prstGeom prst="roundRect">
                  <a:avLst>
                    <a:gd name="adj" fmla="val 15614"/>
                  </a:avLst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</a:ln>
                <a:effectLst>
                  <a:outerShdw blurRad="165100" dist="76200" dir="5400000" algn="ctr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4" name="小红书平北职场PPT1-52"/>
                <p:cNvSpPr/>
                <p:nvPr/>
              </p:nvSpPr>
              <p:spPr>
                <a:xfrm>
                  <a:off x="-295271" y="115409"/>
                  <a:ext cx="1993944" cy="4223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5400" tIns="25400" rIns="25400" bIns="25400" numCol="1" anchor="ctr">
                  <a:spAutoFit/>
                </a:bodyPr>
                <a:lstStyle>
                  <a:lvl1pPr algn="l">
                    <a:defRPr sz="1800">
                      <a:solidFill>
                        <a:srgbClr val="F7F5F6"/>
                      </a:solidFill>
                      <a:latin typeface="Barlow SemiBold"/>
                      <a:ea typeface="Barlow SemiBold"/>
                      <a:cs typeface="Barlow SemiBold"/>
                      <a:sym typeface="Barlow SemiBold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CDP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平台部署</a:t>
                  </a:r>
                  <a:endParaRPr kumimoji="0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Roboto" panose="02000000000000000000" charset="0"/>
                    <a:sym typeface="Roboto" panose="02000000000000000000" charset="0"/>
                  </a:endParaRPr>
                </a:p>
              </p:txBody>
            </p:sp>
          </p:grpSp>
          <p:grpSp>
            <p:nvGrpSpPr>
              <p:cNvPr id="51" name="Group"/>
              <p:cNvGrpSpPr/>
              <p:nvPr/>
            </p:nvGrpSpPr>
            <p:grpSpPr>
              <a:xfrm>
                <a:off x="8144052" y="5476797"/>
                <a:ext cx="2322094" cy="390818"/>
                <a:chOff x="-2023995" y="0"/>
                <a:chExt cx="4464715" cy="699494"/>
              </a:xfrm>
            </p:grpSpPr>
            <p:sp>
              <p:nvSpPr>
                <p:cNvPr id="61" name="小红书平北职场PPT1-53"/>
                <p:cNvSpPr/>
                <p:nvPr/>
              </p:nvSpPr>
              <p:spPr>
                <a:xfrm>
                  <a:off x="-2023995" y="0"/>
                  <a:ext cx="4464715" cy="699494"/>
                </a:xfrm>
                <a:prstGeom prst="roundRect">
                  <a:avLst>
                    <a:gd name="adj" fmla="val 15614"/>
                  </a:avLst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</a:ln>
                <a:effectLst>
                  <a:outerShdw blurRad="165100" dist="76200" dir="5400000" algn="ctr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2" name="小红书平北职场PPT1-54"/>
                <p:cNvSpPr/>
                <p:nvPr/>
              </p:nvSpPr>
              <p:spPr>
                <a:xfrm>
                  <a:off x="-1992428" y="132458"/>
                  <a:ext cx="4433148" cy="4223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5400" tIns="25400" rIns="25400" bIns="25400" numCol="1" anchor="ctr">
                  <a:spAutoFit/>
                </a:bodyPr>
                <a:lstStyle>
                  <a:lvl1pPr algn="l">
                    <a:defRPr sz="1800">
                      <a:solidFill>
                        <a:srgbClr val="F7F5F6"/>
                      </a:solidFill>
                      <a:latin typeface="Barlow SemiBold"/>
                      <a:ea typeface="Barlow SemiBold"/>
                      <a:cs typeface="Barlow SemiBold"/>
                      <a:sym typeface="Barlow SemiBold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实施</a:t>
                  </a: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"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领航者计划</a:t>
                  </a: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"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培养中层骨干</a:t>
                  </a:r>
                </a:p>
              </p:txBody>
            </p:sp>
          </p:grpSp>
          <p:grpSp>
            <p:nvGrpSpPr>
              <p:cNvPr id="52" name="Group"/>
              <p:cNvGrpSpPr/>
              <p:nvPr/>
            </p:nvGrpSpPr>
            <p:grpSpPr>
              <a:xfrm>
                <a:off x="10466145" y="5831581"/>
                <a:ext cx="1115933" cy="390818"/>
                <a:chOff x="318603" y="0"/>
                <a:chExt cx="2145615" cy="699494"/>
              </a:xfrm>
            </p:grpSpPr>
            <p:sp>
              <p:nvSpPr>
                <p:cNvPr id="59" name="小红书平北职场PPT1-55"/>
                <p:cNvSpPr/>
                <p:nvPr/>
              </p:nvSpPr>
              <p:spPr>
                <a:xfrm>
                  <a:off x="318603" y="0"/>
                  <a:ext cx="2145615" cy="699494"/>
                </a:xfrm>
                <a:prstGeom prst="roundRect">
                  <a:avLst>
                    <a:gd name="adj" fmla="val 15614"/>
                  </a:avLst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</a:ln>
                <a:effectLst>
                  <a:outerShdw blurRad="165100" dist="76200" dir="5400000" algn="ctr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0" name="小红书平北职场PPT1-56"/>
                <p:cNvSpPr/>
                <p:nvPr/>
              </p:nvSpPr>
              <p:spPr>
                <a:xfrm>
                  <a:off x="391810" y="115409"/>
                  <a:ext cx="2052629" cy="4223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5400" tIns="25400" rIns="25400" bIns="25400" numCol="1" anchor="ctr">
                  <a:spAutoFit/>
                </a:bodyPr>
                <a:lstStyle>
                  <a:lvl1pPr algn="l">
                    <a:defRPr sz="1800">
                      <a:solidFill>
                        <a:srgbClr val="F7F5F6"/>
                      </a:solidFill>
                      <a:latin typeface="Barlow SemiBold"/>
                      <a:ea typeface="Barlow SemiBold"/>
                      <a:cs typeface="Barlow SemiBold"/>
                      <a:sym typeface="Barlow SemiBold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A/B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测试机制</a:t>
                  </a:r>
                  <a:endParaRPr kumimoji="0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Roboto" panose="02000000000000000000" charset="0"/>
                    <a:sym typeface="Roboto" panose="02000000000000000000" charset="0"/>
                  </a:endParaRPr>
                </a:p>
              </p:txBody>
            </p:sp>
          </p:grpSp>
          <p:sp>
            <p:nvSpPr>
              <p:cNvPr id="53" name="小红书平北职场PPT1-57"/>
              <p:cNvSpPr txBox="1"/>
              <p:nvPr/>
            </p:nvSpPr>
            <p:spPr>
              <a:xfrm>
                <a:off x="820079" y="2366574"/>
                <a:ext cx="861981" cy="23596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25400" tIns="25400" rIns="25400" bIns="25400" anchor="ctr">
                <a:spAutoFit/>
              </a:bodyPr>
              <a:lstStyle>
                <a:lvl1pPr algn="l">
                  <a:defRPr sz="1800">
                    <a:solidFill>
                      <a:srgbClr val="A7A7A7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4273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Roboto" panose="02000000000000000000" charset="0"/>
                    <a:sym typeface="Roboto" panose="02000000000000000000" charset="0"/>
                  </a:rPr>
                  <a:t>结束</a:t>
                </a: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D4273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  <p:sp>
            <p:nvSpPr>
              <p:cNvPr id="54" name="小红书平北职场PPT1-58"/>
              <p:cNvSpPr txBox="1"/>
              <p:nvPr/>
            </p:nvSpPr>
            <p:spPr>
              <a:xfrm>
                <a:off x="1983998" y="2749740"/>
                <a:ext cx="861981" cy="23596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25400" tIns="25400" rIns="25400" bIns="25400" anchor="ctr">
                <a:spAutoFit/>
              </a:bodyPr>
              <a:lstStyle>
                <a:defPPr>
                  <a:defRPr lang="zh-CN"/>
                </a:defPPr>
                <a:lvl1pPr algn="ctr">
                  <a:defRPr sz="1400">
                    <a:solidFill>
                      <a:schemeClr val="accent2"/>
                    </a:solidFill>
                    <a:latin typeface="+mn-ea"/>
                    <a:cs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4273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Roboto" panose="02000000000000000000" charset="0"/>
                  </a:rPr>
                  <a:t>结束</a:t>
                </a:r>
              </a:p>
            </p:txBody>
          </p:sp>
          <p:sp>
            <p:nvSpPr>
              <p:cNvPr id="55" name="小红书平北职场PPT1-59"/>
              <p:cNvSpPr txBox="1"/>
              <p:nvPr/>
            </p:nvSpPr>
            <p:spPr>
              <a:xfrm>
                <a:off x="4174930" y="3207545"/>
                <a:ext cx="861981" cy="23596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25400" tIns="25400" rIns="25400" bIns="25400" anchor="ctr">
                <a:spAutoFit/>
              </a:bodyPr>
              <a:lstStyle>
                <a:defPPr>
                  <a:defRPr lang="zh-CN"/>
                </a:defPPr>
                <a:lvl1pPr algn="ctr">
                  <a:defRPr sz="1400">
                    <a:solidFill>
                      <a:schemeClr val="accent2"/>
                    </a:solidFill>
                    <a:latin typeface="+mn-ea"/>
                    <a:cs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13422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Roboto" panose="02000000000000000000" charset="0"/>
                  </a:rPr>
                  <a:t>结束</a:t>
                </a:r>
              </a:p>
            </p:txBody>
          </p:sp>
          <p:sp>
            <p:nvSpPr>
              <p:cNvPr id="56" name="小红书平北职场PPT1-60"/>
              <p:cNvSpPr txBox="1"/>
              <p:nvPr/>
            </p:nvSpPr>
            <p:spPr>
              <a:xfrm>
                <a:off x="7888019" y="4612490"/>
                <a:ext cx="861981" cy="23596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25400" tIns="25400" rIns="25400" bIns="25400" anchor="ctr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dk2">
                        <a:lumMod val="100000"/>
                      </a:schemeClr>
                    </a:solidFill>
                    <a:latin typeface="+mn-ea"/>
                    <a:cs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4273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Roboto" panose="02000000000000000000" charset="0"/>
                  </a:rPr>
                  <a:t>待开始</a:t>
                </a:r>
              </a:p>
            </p:txBody>
          </p:sp>
          <p:sp>
            <p:nvSpPr>
              <p:cNvPr id="57" name="小红书平北职场PPT1-61"/>
              <p:cNvSpPr txBox="1"/>
              <p:nvPr/>
            </p:nvSpPr>
            <p:spPr>
              <a:xfrm>
                <a:off x="9276659" y="5208527"/>
                <a:ext cx="861981" cy="23596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25400" tIns="25400" rIns="25400" bIns="25400" anchor="ctr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dk2">
                        <a:lumMod val="100000"/>
                      </a:schemeClr>
                    </a:solidFill>
                    <a:latin typeface="+mn-ea"/>
                    <a:cs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4273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Roboto" panose="02000000000000000000" charset="0"/>
                  </a:rPr>
                  <a:t>待开始</a:t>
                </a:r>
              </a:p>
            </p:txBody>
          </p:sp>
          <p:sp>
            <p:nvSpPr>
              <p:cNvPr id="58" name="小红书平北职场PPT1-62"/>
              <p:cNvSpPr txBox="1"/>
              <p:nvPr/>
            </p:nvSpPr>
            <p:spPr>
              <a:xfrm>
                <a:off x="10617568" y="5563310"/>
                <a:ext cx="861981" cy="23596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25400" tIns="25400" rIns="25400" bIns="25400" anchor="ctr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dk2">
                        <a:lumMod val="100000"/>
                      </a:schemeClr>
                    </a:solidFill>
                    <a:latin typeface="+mn-ea"/>
                    <a:cs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4273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Roboto" panose="02000000000000000000" charset="0"/>
                  </a:rPr>
                  <a:t>待开始</a:t>
                </a: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 flipH="1">
              <a:off x="7378653" y="2655407"/>
              <a:ext cx="4162380" cy="1011310"/>
              <a:chOff x="7289104" y="2155022"/>
              <a:chExt cx="3491239" cy="1270936"/>
            </a:xfrm>
          </p:grpSpPr>
          <p:sp>
            <p:nvSpPr>
              <p:cNvPr id="41" name="小红书平北职场PPT1-63"/>
              <p:cNvSpPr/>
              <p:nvPr/>
            </p:nvSpPr>
            <p:spPr>
              <a:xfrm>
                <a:off x="7289104" y="2155022"/>
                <a:ext cx="3491239" cy="1270936"/>
              </a:xfrm>
              <a:prstGeom prst="wedgeRoundRectCallout">
                <a:avLst>
                  <a:gd name="adj1" fmla="val -33704"/>
                  <a:gd name="adj2" fmla="val 76723"/>
                  <a:gd name="adj3" fmla="val 16667"/>
                </a:avLst>
              </a:prstGeom>
              <a:solidFill>
                <a:schemeClr val="bg1"/>
              </a:solidFill>
              <a:ln w="15875">
                <a:solidFill>
                  <a:schemeClr val="accent2"/>
                </a:solidFill>
              </a:ln>
              <a:effectLst>
                <a:outerShdw blurRad="165100" dist="76200" dir="5400000" algn="ctr" rotWithShape="0">
                  <a:schemeClr val="accent2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思源黑体 CN Normal" panose="020B0400000000000000" charset="-122"/>
                </a:endParaRPr>
              </a:p>
            </p:txBody>
          </p:sp>
          <p:sp>
            <p:nvSpPr>
              <p:cNvPr id="42" name="小红书平北职场PPT1-64"/>
              <p:cNvSpPr txBox="1"/>
              <p:nvPr/>
            </p:nvSpPr>
            <p:spPr>
              <a:xfrm>
                <a:off x="8465978" y="2227230"/>
                <a:ext cx="2219283" cy="4345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R="0" lvl="0" indent="0" defTabSz="457200" fontAlgn="auto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600" b="1" i="0" u="none" strike="noStrike" cap="none" normalizeH="0" baseline="0">
                    <a:ln>
                      <a:noFill/>
                    </a:ln>
                    <a:gradFill>
                      <a:gsLst>
                        <a:gs pos="0">
                          <a:schemeClr val="accent2">
                            <a:lumMod val="60000"/>
                            <a:lumOff val="40000"/>
                          </a:schemeClr>
                        </a:gs>
                        <a:gs pos="54000">
                          <a:schemeClr val="accent2"/>
                        </a:gs>
                      </a:gsLst>
                      <a:lin ang="0" scaled="1"/>
                    </a:gradFill>
                    <a:effectLst/>
                    <a:uLnTx/>
                    <a:uFillTx/>
                    <a:latin typeface="+mj-ea"/>
                    <a:ea typeface="+mj-ea"/>
                    <a:cs typeface="OPPOSans B" panose="00020600040101010101" pitchFamily="18" charset="-122"/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A13422">
                            <a:lumMod val="60000"/>
                            <a:lumOff val="40000"/>
                          </a:srgbClr>
                        </a:gs>
                        <a:gs pos="100000">
                          <a:srgbClr val="A13422"/>
                        </a:gs>
                      </a:gsLst>
                      <a:lin ang="0" scaled="1"/>
                    </a:gra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  <a:sym typeface="思源黑体 CN Normal" panose="020B0400000000000000" charset="-122"/>
                  </a:rPr>
                  <a:t>下半年计划</a:t>
                </a:r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A13422">
                          <a:lumMod val="60000"/>
                          <a:lumOff val="40000"/>
                        </a:srgbClr>
                      </a:gs>
                      <a:gs pos="100000">
                        <a:srgbClr val="A13422"/>
                      </a:gs>
                    </a:gsLst>
                    <a:lin ang="0" scaled="1"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endParaRPr>
              </a:p>
            </p:txBody>
          </p:sp>
          <p:sp>
            <p:nvSpPr>
              <p:cNvPr id="43" name="小红书平北职场PPT1-65"/>
              <p:cNvSpPr txBox="1"/>
              <p:nvPr/>
            </p:nvSpPr>
            <p:spPr>
              <a:xfrm>
                <a:off x="7516458" y="2745440"/>
                <a:ext cx="3134050" cy="560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defTabSz="45720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rPr>
                  <a:t>计划推出更多健康产品，加强线上互动，目标销售额增长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rPr>
                  <a:t>15%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rPr>
                  <a:t>，转化率提升至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rPr>
                  <a:t>8%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rPr>
                  <a:t>。</a:t>
                </a:r>
              </a:p>
            </p:txBody>
          </p:sp>
          <p:cxnSp>
            <p:nvCxnSpPr>
              <p:cNvPr id="44" name="小红书平北职场PPT1-66"/>
              <p:cNvCxnSpPr/>
              <p:nvPr/>
            </p:nvCxnSpPr>
            <p:spPr>
              <a:xfrm>
                <a:off x="7455040" y="2687084"/>
                <a:ext cx="3147597" cy="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组合 35"/>
            <p:cNvGrpSpPr/>
            <p:nvPr/>
          </p:nvGrpSpPr>
          <p:grpSpPr>
            <a:xfrm>
              <a:off x="1312160" y="5025706"/>
              <a:ext cx="4254674" cy="1033734"/>
              <a:chOff x="7289104" y="2155022"/>
              <a:chExt cx="3491239" cy="1270936"/>
            </a:xfrm>
          </p:grpSpPr>
          <p:sp>
            <p:nvSpPr>
              <p:cNvPr id="37" name="小红书平北职场PPT1-67"/>
              <p:cNvSpPr/>
              <p:nvPr/>
            </p:nvSpPr>
            <p:spPr>
              <a:xfrm>
                <a:off x="7289104" y="2155022"/>
                <a:ext cx="3491239" cy="1270936"/>
              </a:xfrm>
              <a:prstGeom prst="wedgeRoundRectCallout">
                <a:avLst>
                  <a:gd name="adj1" fmla="val -33704"/>
                  <a:gd name="adj2" fmla="val 76723"/>
                  <a:gd name="adj3" fmla="val 16667"/>
                </a:avLst>
              </a:prstGeom>
              <a:solidFill>
                <a:schemeClr val="bg1"/>
              </a:solidFill>
              <a:ln w="15875">
                <a:solidFill>
                  <a:schemeClr val="accent1"/>
                </a:solidFill>
              </a:ln>
              <a:effectLst>
                <a:outerShdw blurRad="165100" dist="76200" dir="5400000" algn="ctr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思源黑体 CN Normal" panose="020B0400000000000000" charset="-122"/>
                </a:endParaRPr>
              </a:p>
            </p:txBody>
          </p:sp>
          <p:sp>
            <p:nvSpPr>
              <p:cNvPr id="38" name="小红书平北职场PPT1-68"/>
              <p:cNvSpPr txBox="1"/>
              <p:nvPr/>
            </p:nvSpPr>
            <p:spPr>
              <a:xfrm>
                <a:off x="8404271" y="2260759"/>
                <a:ext cx="2219283" cy="425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R="0" lvl="0" indent="0" defTabSz="457200" fontAlgn="auto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600" b="1" i="0" u="none" strike="noStrike" cap="none" normalizeH="0" baseline="0">
                    <a:ln>
                      <a:noFill/>
                    </a:ln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54000">
                          <a:schemeClr val="accent1"/>
                        </a:gs>
                      </a:gsLst>
                      <a:lin ang="0" scaled="1"/>
                    </a:gradFill>
                    <a:effectLst/>
                    <a:uLnTx/>
                    <a:uFillTx/>
                    <a:latin typeface="+mj-ea"/>
                    <a:ea typeface="+mj-ea"/>
                    <a:cs typeface="OPPOSans B" panose="00020600040101010101" pitchFamily="18" charset="-122"/>
                  </a:defRPr>
                </a:lvl1pPr>
              </a:lstStyle>
              <a:p>
                <a:pPr marL="0" marR="0" lvl="0" indent="0" algn="r" defTabSz="457200" rtl="0" eaLnBrk="1" fontAlgn="auto" latinLnBrk="0" hangingPunct="1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1D4273">
                            <a:lumMod val="60000"/>
                            <a:lumOff val="40000"/>
                          </a:srgbClr>
                        </a:gs>
                        <a:gs pos="100000">
                          <a:srgbClr val="1D4273"/>
                        </a:gs>
                      </a:gsLst>
                      <a:lin ang="0" scaled="1"/>
                    </a:gra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  <a:sym typeface="思源黑体 CN Normal" panose="020B0400000000000000" charset="-122"/>
                  </a:rPr>
                  <a:t>上半年总结</a:t>
                </a:r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0" scaled="1"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endParaRPr>
              </a:p>
            </p:txBody>
          </p:sp>
          <p:sp>
            <p:nvSpPr>
              <p:cNvPr id="39" name="小红书平北职场PPT1-69"/>
              <p:cNvSpPr txBox="1"/>
              <p:nvPr/>
            </p:nvSpPr>
            <p:spPr>
              <a:xfrm>
                <a:off x="7516458" y="2745440"/>
                <a:ext cx="3134050" cy="548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defTabSz="45720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1pPr>
              </a:lstStyle>
              <a:p>
                <a:pPr marL="0" marR="0" lvl="0" indent="0" algn="r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rPr>
                  <a:t>上半年，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rPr>
                  <a:t>XX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rPr>
                  <a:t>健康科技公司数字营销部成功推广智能心率监测手环，社交媒体广告提升品牌知名度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rPr>
                  <a:t>15%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rPr>
                  <a:t>，销售额达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rPr>
                  <a:t>300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rPr>
                  <a:t>万元</a:t>
                </a:r>
              </a:p>
            </p:txBody>
          </p:sp>
          <p:cxnSp>
            <p:nvCxnSpPr>
              <p:cNvPr id="40" name="小红书平北职场PPT1-70"/>
              <p:cNvCxnSpPr/>
              <p:nvPr/>
            </p:nvCxnSpPr>
            <p:spPr>
              <a:xfrm>
                <a:off x="7455040" y="2687084"/>
                <a:ext cx="3147597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小红书平北职场PPT2"/>
          <p:cNvGrpSpPr/>
          <p:nvPr/>
        </p:nvGrpSpPr>
        <p:grpSpPr>
          <a:xfrm>
            <a:off x="334963" y="184318"/>
            <a:ext cx="11522075" cy="506147"/>
            <a:chOff x="334963" y="184318"/>
            <a:chExt cx="11522075" cy="506147"/>
          </a:xfrm>
        </p:grpSpPr>
        <p:cxnSp>
          <p:nvCxnSpPr>
            <p:cNvPr id="24" name="小红书平北职场PPT2-1"/>
            <p:cNvCxnSpPr/>
            <p:nvPr>
              <p:custDataLst>
                <p:tags r:id="rId2"/>
              </p:custDataLst>
            </p:nvPr>
          </p:nvCxnSpPr>
          <p:spPr>
            <a:xfrm>
              <a:off x="334963" y="690465"/>
              <a:ext cx="115220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小红书平北职场PPT2-2"/>
            <p:cNvSpPr txBox="1"/>
            <p:nvPr>
              <p:custDataLst>
                <p:tags r:id="rId3"/>
              </p:custDataLst>
            </p:nvPr>
          </p:nvSpPr>
          <p:spPr>
            <a:xfrm>
              <a:off x="334963" y="184318"/>
              <a:ext cx="6001643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2025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年度上半年市场部工作全景汇报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小红书平北职场PPT1"/>
          <p:cNvSpPr/>
          <p:nvPr/>
        </p:nvSpPr>
        <p:spPr>
          <a:xfrm>
            <a:off x="0" y="4620986"/>
            <a:ext cx="12192000" cy="2237013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w="9525">
            <a:noFill/>
            <a:round/>
          </a:ln>
          <a:effectLst>
            <a:outerShdw blurRad="165100" dist="76200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3" name="小红书平北职场PPT3"/>
          <p:cNvGrpSpPr/>
          <p:nvPr/>
        </p:nvGrpSpPr>
        <p:grpSpPr>
          <a:xfrm>
            <a:off x="334963" y="184318"/>
            <a:ext cx="11522075" cy="506147"/>
            <a:chOff x="334963" y="184318"/>
            <a:chExt cx="11522075" cy="506147"/>
          </a:xfrm>
        </p:grpSpPr>
        <p:cxnSp>
          <p:nvCxnSpPr>
            <p:cNvPr id="4" name="小红书平北职场PPT3-1"/>
            <p:cNvCxnSpPr/>
            <p:nvPr>
              <p:custDataLst>
                <p:tags r:id="rId2"/>
              </p:custDataLst>
            </p:nvPr>
          </p:nvCxnSpPr>
          <p:spPr>
            <a:xfrm>
              <a:off x="334963" y="690465"/>
              <a:ext cx="115220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小红书平北职场PPT3-2"/>
            <p:cNvSpPr txBox="1"/>
            <p:nvPr>
              <p:custDataLst>
                <p:tags r:id="rId3"/>
              </p:custDataLst>
            </p:nvPr>
          </p:nvSpPr>
          <p:spPr>
            <a:xfrm>
              <a:off x="334963" y="184318"/>
              <a:ext cx="6008055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2024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年</a:t>
              </a: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11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月销售动态与策略优化总结</a:t>
              </a:r>
            </a:p>
          </p:txBody>
        </p:sp>
      </p:grpSp>
      <p:grpSp>
        <p:nvGrpSpPr>
          <p:cNvPr id="6" name="小红书平北职场PPT4"/>
          <p:cNvGrpSpPr/>
          <p:nvPr/>
        </p:nvGrpSpPr>
        <p:grpSpPr>
          <a:xfrm>
            <a:off x="802066" y="5751454"/>
            <a:ext cx="10747597" cy="876266"/>
            <a:chOff x="815513" y="5677116"/>
            <a:chExt cx="10747597" cy="876266"/>
          </a:xfrm>
        </p:grpSpPr>
        <p:grpSp>
          <p:nvGrpSpPr>
            <p:cNvPr id="7" name="组合 6"/>
            <p:cNvGrpSpPr/>
            <p:nvPr/>
          </p:nvGrpSpPr>
          <p:grpSpPr>
            <a:xfrm>
              <a:off x="815513" y="5677116"/>
              <a:ext cx="3146569" cy="872098"/>
              <a:chOff x="799184" y="5677116"/>
              <a:chExt cx="3146569" cy="872098"/>
            </a:xfrm>
          </p:grpSpPr>
          <p:sp>
            <p:nvSpPr>
              <p:cNvPr id="23" name="小红书平北职场PPT4-1"/>
              <p:cNvSpPr txBox="1"/>
              <p:nvPr/>
            </p:nvSpPr>
            <p:spPr>
              <a:xfrm>
                <a:off x="1663833" y="5677116"/>
                <a:ext cx="2281920" cy="8720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总体概览</a:t>
                </a:r>
                <a:b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1115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Normal" panose="020B0400000000000000" charset="-122"/>
                    <a:cs typeface="思源黑体 CN Normal" panose="020B0400000000000000" charset="-122"/>
                  </a:rPr>
                </a:b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业绩分化格局显著呈梯队分布头部区域表现持续领跑亮眼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grpSp>
            <p:nvGrpSpPr>
              <p:cNvPr id="24" name="组合 23"/>
              <p:cNvGrpSpPr/>
              <p:nvPr/>
            </p:nvGrpSpPr>
            <p:grpSpPr>
              <a:xfrm>
                <a:off x="799184" y="5807479"/>
                <a:ext cx="670858" cy="670856"/>
                <a:chOff x="403439" y="7289316"/>
                <a:chExt cx="670858" cy="670856"/>
              </a:xfrm>
            </p:grpSpPr>
            <p:sp>
              <p:nvSpPr>
                <p:cNvPr id="25" name="小红书平北职场PPT4-2"/>
                <p:cNvSpPr/>
                <p:nvPr/>
              </p:nvSpPr>
              <p:spPr>
                <a:xfrm>
                  <a:off x="403439" y="7289316"/>
                  <a:ext cx="670858" cy="670856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02" cap="flat">
                  <a:noFill/>
                  <a:prstDash val="solid"/>
                  <a:miter/>
                </a:ln>
                <a:effectLst>
                  <a:outerShdw blurRad="50800" dist="38100" dir="5400000" algn="t" rotWithShape="0">
                    <a:srgbClr val="420003">
                      <a:alpha val="20000"/>
                    </a:srgb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26" name="小红书平北职场PPT4-3"/>
                <p:cNvSpPr>
                  <a:spLocks noChangeAspect="1"/>
                </p:cNvSpPr>
                <p:nvPr/>
              </p:nvSpPr>
              <p:spPr>
                <a:xfrm>
                  <a:off x="576866" y="7462744"/>
                  <a:ext cx="324004" cy="324000"/>
                </a:xfrm>
                <a:custGeom>
                  <a:avLst/>
                  <a:gdLst>
                    <a:gd name="connsiteX0" fmla="*/ 0 w 228600"/>
                    <a:gd name="connsiteY0" fmla="*/ 47623 h 228597"/>
                    <a:gd name="connsiteX1" fmla="*/ 57150 w 228600"/>
                    <a:gd name="connsiteY1" fmla="*/ 19048 h 228597"/>
                    <a:gd name="connsiteX2" fmla="*/ 114300 w 228600"/>
                    <a:gd name="connsiteY2" fmla="*/ 47623 h 228597"/>
                    <a:gd name="connsiteX3" fmla="*/ 57150 w 228600"/>
                    <a:gd name="connsiteY3" fmla="*/ 76198 h 228597"/>
                    <a:gd name="connsiteX4" fmla="*/ 0 w 228600"/>
                    <a:gd name="connsiteY4" fmla="*/ 47623 h 228597"/>
                    <a:gd name="connsiteX5" fmla="*/ 57150 w 228600"/>
                    <a:gd name="connsiteY5" fmla="*/ 152398 h 228597"/>
                    <a:gd name="connsiteX6" fmla="*/ 114300 w 228600"/>
                    <a:gd name="connsiteY6" fmla="*/ 119060 h 228597"/>
                    <a:gd name="connsiteX7" fmla="*/ 114300 w 228600"/>
                    <a:gd name="connsiteY7" fmla="*/ 100010 h 228597"/>
                    <a:gd name="connsiteX8" fmla="*/ 57150 w 228600"/>
                    <a:gd name="connsiteY8" fmla="*/ 133348 h 228597"/>
                    <a:gd name="connsiteX9" fmla="*/ 0 w 228600"/>
                    <a:gd name="connsiteY9" fmla="*/ 100010 h 228597"/>
                    <a:gd name="connsiteX10" fmla="*/ 0 w 228600"/>
                    <a:gd name="connsiteY10" fmla="*/ 119060 h 228597"/>
                    <a:gd name="connsiteX11" fmla="*/ 57150 w 228600"/>
                    <a:gd name="connsiteY11" fmla="*/ 152398 h 228597"/>
                    <a:gd name="connsiteX12" fmla="*/ 57150 w 228600"/>
                    <a:gd name="connsiteY12" fmla="*/ 114298 h 228597"/>
                    <a:gd name="connsiteX13" fmla="*/ 114300 w 228600"/>
                    <a:gd name="connsiteY13" fmla="*/ 80960 h 228597"/>
                    <a:gd name="connsiteX14" fmla="*/ 114300 w 228600"/>
                    <a:gd name="connsiteY14" fmla="*/ 61910 h 228597"/>
                    <a:gd name="connsiteX15" fmla="*/ 57150 w 228600"/>
                    <a:gd name="connsiteY15" fmla="*/ 95248 h 228597"/>
                    <a:gd name="connsiteX16" fmla="*/ 0 w 228600"/>
                    <a:gd name="connsiteY16" fmla="*/ 61910 h 228597"/>
                    <a:gd name="connsiteX17" fmla="*/ 0 w 228600"/>
                    <a:gd name="connsiteY17" fmla="*/ 80960 h 228597"/>
                    <a:gd name="connsiteX18" fmla="*/ 57150 w 228600"/>
                    <a:gd name="connsiteY18" fmla="*/ 114298 h 228597"/>
                    <a:gd name="connsiteX19" fmla="*/ 171450 w 228600"/>
                    <a:gd name="connsiteY19" fmla="*/ 152398 h 228597"/>
                    <a:gd name="connsiteX20" fmla="*/ 228600 w 228600"/>
                    <a:gd name="connsiteY20" fmla="*/ 123823 h 228597"/>
                    <a:gd name="connsiteX21" fmla="*/ 171450 w 228600"/>
                    <a:gd name="connsiteY21" fmla="*/ 95248 h 228597"/>
                    <a:gd name="connsiteX22" fmla="*/ 114300 w 228600"/>
                    <a:gd name="connsiteY22" fmla="*/ 123823 h 228597"/>
                    <a:gd name="connsiteX23" fmla="*/ 171450 w 228600"/>
                    <a:gd name="connsiteY23" fmla="*/ 152398 h 228597"/>
                    <a:gd name="connsiteX24" fmla="*/ 171450 w 228600"/>
                    <a:gd name="connsiteY24" fmla="*/ 209548 h 228597"/>
                    <a:gd name="connsiteX25" fmla="*/ 114300 w 228600"/>
                    <a:gd name="connsiteY25" fmla="*/ 176210 h 228597"/>
                    <a:gd name="connsiteX26" fmla="*/ 57150 w 228600"/>
                    <a:gd name="connsiteY26" fmla="*/ 209548 h 228597"/>
                    <a:gd name="connsiteX27" fmla="*/ 0 w 228600"/>
                    <a:gd name="connsiteY27" fmla="*/ 176210 h 228597"/>
                    <a:gd name="connsiteX28" fmla="*/ 0 w 228600"/>
                    <a:gd name="connsiteY28" fmla="*/ 195260 h 228597"/>
                    <a:gd name="connsiteX29" fmla="*/ 57150 w 228600"/>
                    <a:gd name="connsiteY29" fmla="*/ 228598 h 228597"/>
                    <a:gd name="connsiteX30" fmla="*/ 114300 w 228600"/>
                    <a:gd name="connsiteY30" fmla="*/ 195260 h 228597"/>
                    <a:gd name="connsiteX31" fmla="*/ 171450 w 228600"/>
                    <a:gd name="connsiteY31" fmla="*/ 228598 h 228597"/>
                    <a:gd name="connsiteX32" fmla="*/ 228600 w 228600"/>
                    <a:gd name="connsiteY32" fmla="*/ 195260 h 228597"/>
                    <a:gd name="connsiteX33" fmla="*/ 228600 w 228600"/>
                    <a:gd name="connsiteY33" fmla="*/ 176210 h 228597"/>
                    <a:gd name="connsiteX34" fmla="*/ 171450 w 228600"/>
                    <a:gd name="connsiteY34" fmla="*/ 209548 h 228597"/>
                    <a:gd name="connsiteX35" fmla="*/ 171450 w 228600"/>
                    <a:gd name="connsiteY35" fmla="*/ 171448 h 228597"/>
                    <a:gd name="connsiteX36" fmla="*/ 114300 w 228600"/>
                    <a:gd name="connsiteY36" fmla="*/ 138110 h 228597"/>
                    <a:gd name="connsiteX37" fmla="*/ 57150 w 228600"/>
                    <a:gd name="connsiteY37" fmla="*/ 171448 h 228597"/>
                    <a:gd name="connsiteX38" fmla="*/ 0 w 228600"/>
                    <a:gd name="connsiteY38" fmla="*/ 138110 h 228597"/>
                    <a:gd name="connsiteX39" fmla="*/ 0 w 228600"/>
                    <a:gd name="connsiteY39" fmla="*/ 157160 h 228597"/>
                    <a:gd name="connsiteX40" fmla="*/ 57150 w 228600"/>
                    <a:gd name="connsiteY40" fmla="*/ 190498 h 228597"/>
                    <a:gd name="connsiteX41" fmla="*/ 114300 w 228600"/>
                    <a:gd name="connsiteY41" fmla="*/ 157160 h 228597"/>
                    <a:gd name="connsiteX42" fmla="*/ 171450 w 228600"/>
                    <a:gd name="connsiteY42" fmla="*/ 190498 h 228597"/>
                    <a:gd name="connsiteX43" fmla="*/ 228600 w 228600"/>
                    <a:gd name="connsiteY43" fmla="*/ 157160 h 228597"/>
                    <a:gd name="connsiteX44" fmla="*/ 228600 w 228600"/>
                    <a:gd name="connsiteY44" fmla="*/ 138110 h 228597"/>
                    <a:gd name="connsiteX45" fmla="*/ 171450 w 228600"/>
                    <a:gd name="connsiteY45" fmla="*/ 171448 h 228597"/>
                    <a:gd name="connsiteX46" fmla="*/ 145733 w 228600"/>
                    <a:gd name="connsiteY46" fmla="*/ 40479 h 228597"/>
                    <a:gd name="connsiteX47" fmla="*/ 152419 w 228600"/>
                    <a:gd name="connsiteY47" fmla="*/ 37726 h 228597"/>
                    <a:gd name="connsiteX48" fmla="*/ 161925 w 228600"/>
                    <a:gd name="connsiteY48" fmla="*/ 28382 h 228597"/>
                    <a:gd name="connsiteX49" fmla="*/ 161925 w 228600"/>
                    <a:gd name="connsiteY49" fmla="*/ 66673 h 228597"/>
                    <a:gd name="connsiteX50" fmla="*/ 171450 w 228600"/>
                    <a:gd name="connsiteY50" fmla="*/ 76198 h 228597"/>
                    <a:gd name="connsiteX51" fmla="*/ 180975 w 228600"/>
                    <a:gd name="connsiteY51" fmla="*/ 66673 h 228597"/>
                    <a:gd name="connsiteX52" fmla="*/ 180975 w 228600"/>
                    <a:gd name="connsiteY52" fmla="*/ 28477 h 228597"/>
                    <a:gd name="connsiteX53" fmla="*/ 190529 w 228600"/>
                    <a:gd name="connsiteY53" fmla="*/ 37774 h 228597"/>
                    <a:gd name="connsiteX54" fmla="*/ 203997 w 228600"/>
                    <a:gd name="connsiteY54" fmla="*/ 37593 h 228597"/>
                    <a:gd name="connsiteX55" fmla="*/ 203806 w 228600"/>
                    <a:gd name="connsiteY55" fmla="*/ 24124 h 228597"/>
                    <a:gd name="connsiteX56" fmla="*/ 184728 w 228600"/>
                    <a:gd name="connsiteY56" fmla="*/ 5541 h 228597"/>
                    <a:gd name="connsiteX57" fmla="*/ 157944 w 228600"/>
                    <a:gd name="connsiteY57" fmla="*/ 5503 h 228597"/>
                    <a:gd name="connsiteX58" fmla="*/ 139046 w 228600"/>
                    <a:gd name="connsiteY58" fmla="*/ 24163 h 228597"/>
                    <a:gd name="connsiteX59" fmla="*/ 138951 w 228600"/>
                    <a:gd name="connsiteY59" fmla="*/ 37631 h 228597"/>
                    <a:gd name="connsiteX60" fmla="*/ 145733 w 228600"/>
                    <a:gd name="connsiteY60" fmla="*/ 40460 h 228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</a:cxnLst>
                  <a:rect l="l" t="t" r="r" b="b"/>
                  <a:pathLst>
                    <a:path w="228600" h="228597">
                      <a:moveTo>
                        <a:pt x="0" y="47623"/>
                      </a:moveTo>
                      <a:cubicBezTo>
                        <a:pt x="0" y="31840"/>
                        <a:pt x="25584" y="19048"/>
                        <a:pt x="57150" y="19048"/>
                      </a:cubicBezTo>
                      <a:cubicBezTo>
                        <a:pt x="88716" y="19048"/>
                        <a:pt x="114300" y="31840"/>
                        <a:pt x="114300" y="47623"/>
                      </a:cubicBezTo>
                      <a:cubicBezTo>
                        <a:pt x="114300" y="63406"/>
                        <a:pt x="88716" y="76198"/>
                        <a:pt x="57150" y="76198"/>
                      </a:cubicBezTo>
                      <a:cubicBezTo>
                        <a:pt x="25584" y="76198"/>
                        <a:pt x="0" y="63406"/>
                        <a:pt x="0" y="47623"/>
                      </a:cubicBezTo>
                      <a:close/>
                      <a:moveTo>
                        <a:pt x="57150" y="152398"/>
                      </a:moveTo>
                      <a:cubicBezTo>
                        <a:pt x="89735" y="152398"/>
                        <a:pt x="114300" y="138063"/>
                        <a:pt x="114300" y="119060"/>
                      </a:cubicBezTo>
                      <a:lnTo>
                        <a:pt x="114300" y="100010"/>
                      </a:lnTo>
                      <a:cubicBezTo>
                        <a:pt x="114300" y="118784"/>
                        <a:pt x="90488" y="133348"/>
                        <a:pt x="57150" y="133348"/>
                      </a:cubicBezTo>
                      <a:cubicBezTo>
                        <a:pt x="23813" y="133348"/>
                        <a:pt x="0" y="118784"/>
                        <a:pt x="0" y="100010"/>
                      </a:cubicBezTo>
                      <a:lnTo>
                        <a:pt x="0" y="119060"/>
                      </a:lnTo>
                      <a:cubicBezTo>
                        <a:pt x="0" y="138063"/>
                        <a:pt x="24565" y="152398"/>
                        <a:pt x="57150" y="152398"/>
                      </a:cubicBezTo>
                      <a:close/>
                      <a:moveTo>
                        <a:pt x="57150" y="114298"/>
                      </a:moveTo>
                      <a:cubicBezTo>
                        <a:pt x="89735" y="114298"/>
                        <a:pt x="114300" y="99963"/>
                        <a:pt x="114300" y="80960"/>
                      </a:cubicBezTo>
                      <a:lnTo>
                        <a:pt x="114300" y="61910"/>
                      </a:lnTo>
                      <a:cubicBezTo>
                        <a:pt x="114300" y="80684"/>
                        <a:pt x="90488" y="95248"/>
                        <a:pt x="57150" y="95248"/>
                      </a:cubicBezTo>
                      <a:cubicBezTo>
                        <a:pt x="23813" y="95248"/>
                        <a:pt x="0" y="80684"/>
                        <a:pt x="0" y="61910"/>
                      </a:cubicBezTo>
                      <a:lnTo>
                        <a:pt x="0" y="80960"/>
                      </a:lnTo>
                      <a:cubicBezTo>
                        <a:pt x="0" y="99963"/>
                        <a:pt x="24565" y="114298"/>
                        <a:pt x="57150" y="114298"/>
                      </a:cubicBezTo>
                      <a:close/>
                      <a:moveTo>
                        <a:pt x="171450" y="152398"/>
                      </a:moveTo>
                      <a:cubicBezTo>
                        <a:pt x="203016" y="152398"/>
                        <a:pt x="228600" y="139606"/>
                        <a:pt x="228600" y="123823"/>
                      </a:cubicBezTo>
                      <a:cubicBezTo>
                        <a:pt x="228600" y="108040"/>
                        <a:pt x="203016" y="95248"/>
                        <a:pt x="171450" y="95248"/>
                      </a:cubicBezTo>
                      <a:cubicBezTo>
                        <a:pt x="139884" y="95248"/>
                        <a:pt x="114300" y="108040"/>
                        <a:pt x="114300" y="123823"/>
                      </a:cubicBezTo>
                      <a:cubicBezTo>
                        <a:pt x="114300" y="139606"/>
                        <a:pt x="139884" y="152398"/>
                        <a:pt x="171450" y="152398"/>
                      </a:cubicBezTo>
                      <a:close/>
                      <a:moveTo>
                        <a:pt x="171450" y="209548"/>
                      </a:moveTo>
                      <a:cubicBezTo>
                        <a:pt x="138113" y="209548"/>
                        <a:pt x="114300" y="194984"/>
                        <a:pt x="114300" y="176210"/>
                      </a:cubicBezTo>
                      <a:cubicBezTo>
                        <a:pt x="114300" y="194984"/>
                        <a:pt x="90488" y="209548"/>
                        <a:pt x="57150" y="209548"/>
                      </a:cubicBezTo>
                      <a:cubicBezTo>
                        <a:pt x="23813" y="209548"/>
                        <a:pt x="0" y="194984"/>
                        <a:pt x="0" y="176210"/>
                      </a:cubicBezTo>
                      <a:lnTo>
                        <a:pt x="0" y="195260"/>
                      </a:lnTo>
                      <a:cubicBezTo>
                        <a:pt x="0" y="214263"/>
                        <a:pt x="24565" y="228598"/>
                        <a:pt x="57150" y="228598"/>
                      </a:cubicBezTo>
                      <a:cubicBezTo>
                        <a:pt x="89735" y="228598"/>
                        <a:pt x="114300" y="214263"/>
                        <a:pt x="114300" y="195260"/>
                      </a:cubicBezTo>
                      <a:cubicBezTo>
                        <a:pt x="114300" y="214263"/>
                        <a:pt x="138865" y="228598"/>
                        <a:pt x="171450" y="228598"/>
                      </a:cubicBezTo>
                      <a:cubicBezTo>
                        <a:pt x="204035" y="228598"/>
                        <a:pt x="228600" y="214263"/>
                        <a:pt x="228600" y="195260"/>
                      </a:cubicBezTo>
                      <a:lnTo>
                        <a:pt x="228600" y="176210"/>
                      </a:lnTo>
                      <a:cubicBezTo>
                        <a:pt x="228600" y="194984"/>
                        <a:pt x="204788" y="209548"/>
                        <a:pt x="171450" y="209548"/>
                      </a:cubicBezTo>
                      <a:close/>
                      <a:moveTo>
                        <a:pt x="171450" y="171448"/>
                      </a:moveTo>
                      <a:cubicBezTo>
                        <a:pt x="138113" y="171448"/>
                        <a:pt x="114300" y="156884"/>
                        <a:pt x="114300" y="138110"/>
                      </a:cubicBezTo>
                      <a:cubicBezTo>
                        <a:pt x="114300" y="156884"/>
                        <a:pt x="90488" y="171448"/>
                        <a:pt x="57150" y="171448"/>
                      </a:cubicBezTo>
                      <a:cubicBezTo>
                        <a:pt x="23813" y="171448"/>
                        <a:pt x="0" y="156884"/>
                        <a:pt x="0" y="138110"/>
                      </a:cubicBezTo>
                      <a:lnTo>
                        <a:pt x="0" y="157160"/>
                      </a:lnTo>
                      <a:cubicBezTo>
                        <a:pt x="0" y="176163"/>
                        <a:pt x="24565" y="190498"/>
                        <a:pt x="57150" y="190498"/>
                      </a:cubicBezTo>
                      <a:cubicBezTo>
                        <a:pt x="89735" y="190498"/>
                        <a:pt x="114300" y="176163"/>
                        <a:pt x="114300" y="157160"/>
                      </a:cubicBezTo>
                      <a:cubicBezTo>
                        <a:pt x="114300" y="176163"/>
                        <a:pt x="138865" y="190498"/>
                        <a:pt x="171450" y="190498"/>
                      </a:cubicBezTo>
                      <a:cubicBezTo>
                        <a:pt x="204035" y="190498"/>
                        <a:pt x="228600" y="176163"/>
                        <a:pt x="228600" y="157160"/>
                      </a:cubicBezTo>
                      <a:lnTo>
                        <a:pt x="228600" y="138110"/>
                      </a:lnTo>
                      <a:cubicBezTo>
                        <a:pt x="228600" y="156884"/>
                        <a:pt x="204788" y="171448"/>
                        <a:pt x="171450" y="171448"/>
                      </a:cubicBezTo>
                      <a:close/>
                      <a:moveTo>
                        <a:pt x="145733" y="40479"/>
                      </a:moveTo>
                      <a:cubicBezTo>
                        <a:pt x="148152" y="40479"/>
                        <a:pt x="150571" y="39564"/>
                        <a:pt x="152419" y="37726"/>
                      </a:cubicBezTo>
                      <a:lnTo>
                        <a:pt x="161925" y="28382"/>
                      </a:lnTo>
                      <a:lnTo>
                        <a:pt x="161925" y="66673"/>
                      </a:lnTo>
                      <a:cubicBezTo>
                        <a:pt x="161925" y="71930"/>
                        <a:pt x="166183" y="76198"/>
                        <a:pt x="171450" y="76198"/>
                      </a:cubicBezTo>
                      <a:cubicBezTo>
                        <a:pt x="176717" y="76198"/>
                        <a:pt x="180975" y="71930"/>
                        <a:pt x="180975" y="66673"/>
                      </a:cubicBezTo>
                      <a:lnTo>
                        <a:pt x="180975" y="28477"/>
                      </a:lnTo>
                      <a:lnTo>
                        <a:pt x="190529" y="37774"/>
                      </a:lnTo>
                      <a:cubicBezTo>
                        <a:pt x="194300" y="41441"/>
                        <a:pt x="200320" y="41355"/>
                        <a:pt x="203997" y="37593"/>
                      </a:cubicBezTo>
                      <a:cubicBezTo>
                        <a:pt x="207664" y="33821"/>
                        <a:pt x="207588" y="27792"/>
                        <a:pt x="203806" y="24124"/>
                      </a:cubicBezTo>
                      <a:lnTo>
                        <a:pt x="184728" y="5541"/>
                      </a:lnTo>
                      <a:cubicBezTo>
                        <a:pt x="177308" y="-1841"/>
                        <a:pt x="165287" y="-1841"/>
                        <a:pt x="157944" y="5503"/>
                      </a:cubicBezTo>
                      <a:lnTo>
                        <a:pt x="139046" y="24163"/>
                      </a:lnTo>
                      <a:cubicBezTo>
                        <a:pt x="135293" y="27858"/>
                        <a:pt x="135265" y="33888"/>
                        <a:pt x="138951" y="37631"/>
                      </a:cubicBezTo>
                      <a:cubicBezTo>
                        <a:pt x="140818" y="39517"/>
                        <a:pt x="143275" y="40460"/>
                        <a:pt x="145733" y="4046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 w="9525">
                  <a:noFill/>
                  <a:round/>
                </a:ln>
                <a:effectLst/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</p:grpSp>
        </p:grpSp>
        <p:grpSp>
          <p:nvGrpSpPr>
            <p:cNvPr id="8" name="组合 7"/>
            <p:cNvGrpSpPr/>
            <p:nvPr/>
          </p:nvGrpSpPr>
          <p:grpSpPr>
            <a:xfrm>
              <a:off x="4468984" y="5677116"/>
              <a:ext cx="3427505" cy="876266"/>
              <a:chOff x="4447606" y="5677116"/>
              <a:chExt cx="3427505" cy="876266"/>
            </a:xfrm>
          </p:grpSpPr>
          <p:sp>
            <p:nvSpPr>
              <p:cNvPr id="19" name="小红书平北职场PPT4-4"/>
              <p:cNvSpPr txBox="1"/>
              <p:nvPr/>
            </p:nvSpPr>
            <p:spPr>
              <a:xfrm>
                <a:off x="5345769" y="5677116"/>
                <a:ext cx="2529342" cy="8762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区域表现分析</a:t>
                </a: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华南全面领跑创效优势明显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华西北部业绩短板亟待改善提升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F1115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grpSp>
            <p:nvGrpSpPr>
              <p:cNvPr id="20" name="组合 19"/>
              <p:cNvGrpSpPr/>
              <p:nvPr/>
            </p:nvGrpSpPr>
            <p:grpSpPr>
              <a:xfrm>
                <a:off x="4447606" y="5807479"/>
                <a:ext cx="670858" cy="670856"/>
                <a:chOff x="403439" y="5827709"/>
                <a:chExt cx="670858" cy="670856"/>
              </a:xfrm>
            </p:grpSpPr>
            <p:sp>
              <p:nvSpPr>
                <p:cNvPr id="21" name="小红书平北职场PPT4-5"/>
                <p:cNvSpPr/>
                <p:nvPr/>
              </p:nvSpPr>
              <p:spPr>
                <a:xfrm>
                  <a:off x="403439" y="5827709"/>
                  <a:ext cx="670858" cy="670856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02" cap="flat">
                  <a:noFill/>
                  <a:prstDash val="solid"/>
                  <a:miter/>
                </a:ln>
                <a:effectLst>
                  <a:outerShdw blurRad="50800" dist="38100" dir="5400000" algn="t" rotWithShape="0">
                    <a:srgbClr val="420003">
                      <a:alpha val="20000"/>
                    </a:srgb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22" name="小红书平北职场PPT4-6"/>
                <p:cNvSpPr>
                  <a:spLocks noChangeAspect="1"/>
                </p:cNvSpPr>
                <p:nvPr/>
              </p:nvSpPr>
              <p:spPr>
                <a:xfrm>
                  <a:off x="577826" y="6002073"/>
                  <a:ext cx="322084" cy="322128"/>
                </a:xfrm>
                <a:custGeom>
                  <a:avLst/>
                  <a:gdLst>
                    <a:gd name="connsiteX0" fmla="*/ 38110 w 228568"/>
                    <a:gd name="connsiteY0" fmla="*/ 57922 h 228600"/>
                    <a:gd name="connsiteX1" fmla="*/ 68018 w 228568"/>
                    <a:gd name="connsiteY1" fmla="*/ 17688 h 228600"/>
                    <a:gd name="connsiteX2" fmla="*/ 63160 w 228568"/>
                    <a:gd name="connsiteY2" fmla="*/ 11992 h 228600"/>
                    <a:gd name="connsiteX3" fmla="*/ 69780 w 228568"/>
                    <a:gd name="connsiteY3" fmla="*/ 0 h 228600"/>
                    <a:gd name="connsiteX4" fmla="*/ 92135 w 228568"/>
                    <a:gd name="connsiteY4" fmla="*/ 0 h 228600"/>
                    <a:gd name="connsiteX5" fmla="*/ 98336 w 228568"/>
                    <a:gd name="connsiteY5" fmla="*/ 12630 h 228600"/>
                    <a:gd name="connsiteX6" fmla="*/ 93936 w 228568"/>
                    <a:gd name="connsiteY6" fmla="*/ 17688 h 228600"/>
                    <a:gd name="connsiteX7" fmla="*/ 123825 w 228568"/>
                    <a:gd name="connsiteY7" fmla="*/ 57912 h 228600"/>
                    <a:gd name="connsiteX8" fmla="*/ 97631 w 228568"/>
                    <a:gd name="connsiteY8" fmla="*/ 85715 h 228600"/>
                    <a:gd name="connsiteX9" fmla="*/ 64294 w 228568"/>
                    <a:gd name="connsiteY9" fmla="*/ 85715 h 228600"/>
                    <a:gd name="connsiteX10" fmla="*/ 38100 w 228568"/>
                    <a:gd name="connsiteY10" fmla="*/ 57912 h 228600"/>
                    <a:gd name="connsiteX11" fmla="*/ 149619 w 228568"/>
                    <a:gd name="connsiteY11" fmla="*/ 40891 h 228600"/>
                    <a:gd name="connsiteX12" fmla="*/ 161935 w 228568"/>
                    <a:gd name="connsiteY12" fmla="*/ 28575 h 228600"/>
                    <a:gd name="connsiteX13" fmla="*/ 161935 w 228568"/>
                    <a:gd name="connsiteY13" fmla="*/ 57150 h 228600"/>
                    <a:gd name="connsiteX14" fmla="*/ 171460 w 228568"/>
                    <a:gd name="connsiteY14" fmla="*/ 66675 h 228600"/>
                    <a:gd name="connsiteX15" fmla="*/ 180985 w 228568"/>
                    <a:gd name="connsiteY15" fmla="*/ 57150 h 228600"/>
                    <a:gd name="connsiteX16" fmla="*/ 180985 w 228568"/>
                    <a:gd name="connsiteY16" fmla="*/ 28575 h 228600"/>
                    <a:gd name="connsiteX17" fmla="*/ 193300 w 228568"/>
                    <a:gd name="connsiteY17" fmla="*/ 40891 h 228600"/>
                    <a:gd name="connsiteX18" fmla="*/ 200035 w 228568"/>
                    <a:gd name="connsiteY18" fmla="*/ 43682 h 228600"/>
                    <a:gd name="connsiteX19" fmla="*/ 206769 w 228568"/>
                    <a:gd name="connsiteY19" fmla="*/ 40891 h 228600"/>
                    <a:gd name="connsiteX20" fmla="*/ 206769 w 228568"/>
                    <a:gd name="connsiteY20" fmla="*/ 27422 h 228600"/>
                    <a:gd name="connsiteX21" fmla="*/ 184928 w 228568"/>
                    <a:gd name="connsiteY21" fmla="*/ 5582 h 228600"/>
                    <a:gd name="connsiteX22" fmla="*/ 172069 w 228568"/>
                    <a:gd name="connsiteY22" fmla="*/ 19 h 228600"/>
                    <a:gd name="connsiteX23" fmla="*/ 171460 w 228568"/>
                    <a:gd name="connsiteY23" fmla="*/ 0 h 228600"/>
                    <a:gd name="connsiteX24" fmla="*/ 170850 w 228568"/>
                    <a:gd name="connsiteY24" fmla="*/ 19 h 228600"/>
                    <a:gd name="connsiteX25" fmla="*/ 157991 w 228568"/>
                    <a:gd name="connsiteY25" fmla="*/ 5582 h 228600"/>
                    <a:gd name="connsiteX26" fmla="*/ 136150 w 228568"/>
                    <a:gd name="connsiteY26" fmla="*/ 27422 h 228600"/>
                    <a:gd name="connsiteX27" fmla="*/ 136150 w 228568"/>
                    <a:gd name="connsiteY27" fmla="*/ 40891 h 228600"/>
                    <a:gd name="connsiteX28" fmla="*/ 149619 w 228568"/>
                    <a:gd name="connsiteY28" fmla="*/ 40891 h 228600"/>
                    <a:gd name="connsiteX29" fmla="*/ 220494 w 228568"/>
                    <a:gd name="connsiteY29" fmla="*/ 82687 h 228600"/>
                    <a:gd name="connsiteX30" fmla="*/ 202606 w 228568"/>
                    <a:gd name="connsiteY30" fmla="*/ 76229 h 228600"/>
                    <a:gd name="connsiteX31" fmla="*/ 185518 w 228568"/>
                    <a:gd name="connsiteY31" fmla="*/ 84182 h 228600"/>
                    <a:gd name="connsiteX32" fmla="*/ 151790 w 228568"/>
                    <a:gd name="connsiteY32" fmla="*/ 119777 h 228600"/>
                    <a:gd name="connsiteX33" fmla="*/ 152410 w 228568"/>
                    <a:gd name="connsiteY33" fmla="*/ 125854 h 228600"/>
                    <a:gd name="connsiteX34" fmla="*/ 117958 w 228568"/>
                    <a:gd name="connsiteY34" fmla="*/ 165573 h 228600"/>
                    <a:gd name="connsiteX35" fmla="*/ 77457 w 228568"/>
                    <a:gd name="connsiteY35" fmla="*/ 171250 h 228600"/>
                    <a:gd name="connsiteX36" fmla="*/ 66685 w 228568"/>
                    <a:gd name="connsiteY36" fmla="*/ 163173 h 228600"/>
                    <a:gd name="connsiteX37" fmla="*/ 74762 w 228568"/>
                    <a:gd name="connsiteY37" fmla="*/ 152400 h 228600"/>
                    <a:gd name="connsiteX38" fmla="*/ 114405 w 228568"/>
                    <a:gd name="connsiteY38" fmla="*/ 146847 h 228600"/>
                    <a:gd name="connsiteX39" fmla="*/ 132883 w 228568"/>
                    <a:gd name="connsiteY39" fmla="*/ 130350 h 228600"/>
                    <a:gd name="connsiteX40" fmla="*/ 112271 w 228568"/>
                    <a:gd name="connsiteY40" fmla="*/ 104775 h 228600"/>
                    <a:gd name="connsiteX41" fmla="*/ 38100 w 228568"/>
                    <a:gd name="connsiteY41" fmla="*/ 104775 h 228600"/>
                    <a:gd name="connsiteX42" fmla="*/ 0 w 228568"/>
                    <a:gd name="connsiteY42" fmla="*/ 142875 h 228600"/>
                    <a:gd name="connsiteX43" fmla="*/ 0 w 228568"/>
                    <a:gd name="connsiteY43" fmla="*/ 190500 h 228600"/>
                    <a:gd name="connsiteX44" fmla="*/ 38100 w 228568"/>
                    <a:gd name="connsiteY44" fmla="*/ 228600 h 228600"/>
                    <a:gd name="connsiteX45" fmla="*/ 78696 w 228568"/>
                    <a:gd name="connsiteY45" fmla="*/ 228600 h 228600"/>
                    <a:gd name="connsiteX46" fmla="*/ 148933 w 228568"/>
                    <a:gd name="connsiteY46" fmla="*/ 197682 h 228600"/>
                    <a:gd name="connsiteX47" fmla="*/ 222294 w 228568"/>
                    <a:gd name="connsiteY47" fmla="*/ 117586 h 228600"/>
                    <a:gd name="connsiteX48" fmla="*/ 220494 w 228568"/>
                    <a:gd name="connsiteY48" fmla="*/ 82677 h 228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</a:cxnLst>
                  <a:rect l="l" t="t" r="r" b="b"/>
                  <a:pathLst>
                    <a:path w="228568" h="228600">
                      <a:moveTo>
                        <a:pt x="38110" y="57922"/>
                      </a:moveTo>
                      <a:cubicBezTo>
                        <a:pt x="38110" y="42062"/>
                        <a:pt x="53188" y="24822"/>
                        <a:pt x="68018" y="17688"/>
                      </a:cubicBezTo>
                      <a:cubicBezTo>
                        <a:pt x="66275" y="15945"/>
                        <a:pt x="64599" y="14040"/>
                        <a:pt x="63160" y="11992"/>
                      </a:cubicBezTo>
                      <a:cubicBezTo>
                        <a:pt x="59617" y="6963"/>
                        <a:pt x="63627" y="0"/>
                        <a:pt x="69780" y="0"/>
                      </a:cubicBezTo>
                      <a:lnTo>
                        <a:pt x="92135" y="0"/>
                      </a:lnTo>
                      <a:cubicBezTo>
                        <a:pt x="98641" y="0"/>
                        <a:pt x="102194" y="7391"/>
                        <a:pt x="98336" y="12630"/>
                      </a:cubicBezTo>
                      <a:cubicBezTo>
                        <a:pt x="97003" y="14440"/>
                        <a:pt x="95498" y="16135"/>
                        <a:pt x="93936" y="17688"/>
                      </a:cubicBezTo>
                      <a:cubicBezTo>
                        <a:pt x="108766" y="24832"/>
                        <a:pt x="123825" y="42062"/>
                        <a:pt x="123825" y="57912"/>
                      </a:cubicBezTo>
                      <a:cubicBezTo>
                        <a:pt x="123825" y="73247"/>
                        <a:pt x="112081" y="85715"/>
                        <a:pt x="97631" y="85715"/>
                      </a:cubicBezTo>
                      <a:lnTo>
                        <a:pt x="64294" y="85715"/>
                      </a:lnTo>
                      <a:cubicBezTo>
                        <a:pt x="49844" y="85715"/>
                        <a:pt x="38100" y="73238"/>
                        <a:pt x="38100" y="57912"/>
                      </a:cubicBezTo>
                      <a:close/>
                      <a:moveTo>
                        <a:pt x="149619" y="40891"/>
                      </a:moveTo>
                      <a:lnTo>
                        <a:pt x="161935" y="28575"/>
                      </a:lnTo>
                      <a:lnTo>
                        <a:pt x="161935" y="57150"/>
                      </a:lnTo>
                      <a:cubicBezTo>
                        <a:pt x="161935" y="62408"/>
                        <a:pt x="166192" y="66675"/>
                        <a:pt x="171460" y="66675"/>
                      </a:cubicBezTo>
                      <a:cubicBezTo>
                        <a:pt x="176727" y="66675"/>
                        <a:pt x="180985" y="62408"/>
                        <a:pt x="180985" y="57150"/>
                      </a:cubicBezTo>
                      <a:lnTo>
                        <a:pt x="180985" y="28575"/>
                      </a:lnTo>
                      <a:lnTo>
                        <a:pt x="193300" y="40891"/>
                      </a:lnTo>
                      <a:cubicBezTo>
                        <a:pt x="195158" y="42748"/>
                        <a:pt x="197596" y="43682"/>
                        <a:pt x="200035" y="43682"/>
                      </a:cubicBezTo>
                      <a:cubicBezTo>
                        <a:pt x="202473" y="43682"/>
                        <a:pt x="204911" y="42748"/>
                        <a:pt x="206769" y="40891"/>
                      </a:cubicBezTo>
                      <a:cubicBezTo>
                        <a:pt x="210493" y="37167"/>
                        <a:pt x="210493" y="31147"/>
                        <a:pt x="206769" y="27422"/>
                      </a:cubicBezTo>
                      <a:lnTo>
                        <a:pt x="184928" y="5582"/>
                      </a:lnTo>
                      <a:cubicBezTo>
                        <a:pt x="181375" y="2019"/>
                        <a:pt x="176746" y="171"/>
                        <a:pt x="172069" y="19"/>
                      </a:cubicBezTo>
                      <a:cubicBezTo>
                        <a:pt x="171869" y="10"/>
                        <a:pt x="171669" y="0"/>
                        <a:pt x="171460" y="0"/>
                      </a:cubicBezTo>
                      <a:cubicBezTo>
                        <a:pt x="171250" y="0"/>
                        <a:pt x="171050" y="0"/>
                        <a:pt x="170850" y="19"/>
                      </a:cubicBezTo>
                      <a:cubicBezTo>
                        <a:pt x="166173" y="171"/>
                        <a:pt x="161544" y="2019"/>
                        <a:pt x="157991" y="5582"/>
                      </a:cubicBezTo>
                      <a:lnTo>
                        <a:pt x="136150" y="27422"/>
                      </a:lnTo>
                      <a:cubicBezTo>
                        <a:pt x="132426" y="31147"/>
                        <a:pt x="132426" y="37167"/>
                        <a:pt x="136150" y="40891"/>
                      </a:cubicBezTo>
                      <a:cubicBezTo>
                        <a:pt x="139875" y="44615"/>
                        <a:pt x="145894" y="44615"/>
                        <a:pt x="149619" y="40891"/>
                      </a:cubicBezTo>
                      <a:close/>
                      <a:moveTo>
                        <a:pt x="220494" y="82687"/>
                      </a:moveTo>
                      <a:cubicBezTo>
                        <a:pt x="215589" y="78219"/>
                        <a:pt x="209198" y="75905"/>
                        <a:pt x="202606" y="76229"/>
                      </a:cubicBezTo>
                      <a:cubicBezTo>
                        <a:pt x="195967" y="76533"/>
                        <a:pt x="189852" y="79410"/>
                        <a:pt x="185518" y="84182"/>
                      </a:cubicBezTo>
                      <a:lnTo>
                        <a:pt x="151790" y="119777"/>
                      </a:lnTo>
                      <a:cubicBezTo>
                        <a:pt x="152095" y="121777"/>
                        <a:pt x="152410" y="123777"/>
                        <a:pt x="152410" y="125854"/>
                      </a:cubicBezTo>
                      <a:cubicBezTo>
                        <a:pt x="152410" y="145694"/>
                        <a:pt x="137598" y="162773"/>
                        <a:pt x="117958" y="165573"/>
                      </a:cubicBezTo>
                      <a:lnTo>
                        <a:pt x="77457" y="171250"/>
                      </a:lnTo>
                      <a:cubicBezTo>
                        <a:pt x="72247" y="171993"/>
                        <a:pt x="67427" y="168373"/>
                        <a:pt x="66685" y="163173"/>
                      </a:cubicBezTo>
                      <a:cubicBezTo>
                        <a:pt x="65942" y="157963"/>
                        <a:pt x="69561" y="153143"/>
                        <a:pt x="74762" y="152400"/>
                      </a:cubicBezTo>
                      <a:lnTo>
                        <a:pt x="114405" y="146847"/>
                      </a:lnTo>
                      <a:cubicBezTo>
                        <a:pt x="123320" y="145571"/>
                        <a:pt x="131054" y="139170"/>
                        <a:pt x="132883" y="130350"/>
                      </a:cubicBezTo>
                      <a:cubicBezTo>
                        <a:pt x="135703" y="116777"/>
                        <a:pt x="125359" y="104775"/>
                        <a:pt x="112271" y="104775"/>
                      </a:cubicBezTo>
                      <a:lnTo>
                        <a:pt x="38100" y="104775"/>
                      </a:lnTo>
                      <a:cubicBezTo>
                        <a:pt x="17059" y="104775"/>
                        <a:pt x="0" y="121834"/>
                        <a:pt x="0" y="142875"/>
                      </a:cubicBezTo>
                      <a:lnTo>
                        <a:pt x="0" y="190500"/>
                      </a:lnTo>
                      <a:cubicBezTo>
                        <a:pt x="0" y="211541"/>
                        <a:pt x="17059" y="228600"/>
                        <a:pt x="38100" y="228600"/>
                      </a:cubicBezTo>
                      <a:lnTo>
                        <a:pt x="78696" y="228600"/>
                      </a:lnTo>
                      <a:cubicBezTo>
                        <a:pt x="105413" y="228600"/>
                        <a:pt x="130893" y="217380"/>
                        <a:pt x="148933" y="197682"/>
                      </a:cubicBezTo>
                      <a:lnTo>
                        <a:pt x="222294" y="117586"/>
                      </a:lnTo>
                      <a:cubicBezTo>
                        <a:pt x="231324" y="107471"/>
                        <a:pt x="230505" y="91802"/>
                        <a:pt x="220494" y="8267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 w="9525">
                  <a:noFill/>
                  <a:round/>
                </a:ln>
                <a:effectLst/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</p:grpSp>
        </p:grpSp>
        <p:grpSp>
          <p:nvGrpSpPr>
            <p:cNvPr id="9" name="组合 8"/>
            <p:cNvGrpSpPr/>
            <p:nvPr/>
          </p:nvGrpSpPr>
          <p:grpSpPr>
            <a:xfrm>
              <a:off x="8308300" y="5677116"/>
              <a:ext cx="3254810" cy="876266"/>
              <a:chOff x="8357287" y="5677116"/>
              <a:chExt cx="3254810" cy="876266"/>
            </a:xfrm>
          </p:grpSpPr>
          <p:sp>
            <p:nvSpPr>
              <p:cNvPr id="10" name="小红书平北职场PPT4-7"/>
              <p:cNvSpPr txBox="1"/>
              <p:nvPr/>
            </p:nvSpPr>
            <p:spPr>
              <a:xfrm>
                <a:off x="9299528" y="5677116"/>
                <a:ext cx="2312569" cy="8762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下阶段策略</a:t>
                </a: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强化区域协同赋能与经验共享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精准帮扶落后区域促均衡发展</a:t>
                </a:r>
              </a:p>
            </p:txBody>
          </p:sp>
          <p:grpSp>
            <p:nvGrpSpPr>
              <p:cNvPr id="11" name="组合 10"/>
              <p:cNvGrpSpPr/>
              <p:nvPr/>
            </p:nvGrpSpPr>
            <p:grpSpPr>
              <a:xfrm>
                <a:off x="8357287" y="5807479"/>
                <a:ext cx="670858" cy="670856"/>
                <a:chOff x="403439" y="8750924"/>
                <a:chExt cx="670858" cy="670856"/>
              </a:xfrm>
            </p:grpSpPr>
            <p:sp>
              <p:nvSpPr>
                <p:cNvPr id="12" name="小红书平北职场PPT4-8"/>
                <p:cNvSpPr/>
                <p:nvPr/>
              </p:nvSpPr>
              <p:spPr>
                <a:xfrm>
                  <a:off x="403439" y="8750924"/>
                  <a:ext cx="670858" cy="670856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02" cap="flat">
                  <a:noFill/>
                  <a:prstDash val="solid"/>
                  <a:miter/>
                </a:ln>
                <a:effectLst>
                  <a:outerShdw blurRad="50800" dist="38100" dir="5400000" algn="t" rotWithShape="0">
                    <a:srgbClr val="420003">
                      <a:alpha val="20000"/>
                    </a:srgb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grpSp>
              <p:nvGrpSpPr>
                <p:cNvPr id="13" name="组合 12"/>
                <p:cNvGrpSpPr>
                  <a:grpSpLocks noChangeAspect="1"/>
                </p:cNvGrpSpPr>
                <p:nvPr/>
              </p:nvGrpSpPr>
              <p:grpSpPr>
                <a:xfrm>
                  <a:off x="576829" y="8924352"/>
                  <a:ext cx="324079" cy="324000"/>
                  <a:chOff x="0" y="-9323"/>
                  <a:chExt cx="4887315" cy="4886123"/>
                </a:xfrm>
                <a:solidFill>
                  <a:schemeClr val="accent1"/>
                </a:solidFill>
                <a:effectLst/>
              </p:grpSpPr>
              <p:sp>
                <p:nvSpPr>
                  <p:cNvPr id="14" name="小红书平北职场PPT4-9"/>
                  <p:cNvSpPr/>
                  <p:nvPr/>
                </p:nvSpPr>
                <p:spPr>
                  <a:xfrm>
                    <a:off x="0" y="0"/>
                    <a:ext cx="4876800" cy="4876800"/>
                  </a:xfrm>
                  <a:custGeom>
                    <a:avLst/>
                    <a:gdLst>
                      <a:gd name="connsiteX0" fmla="*/ 4572000 w 4876800"/>
                      <a:gd name="connsiteY0" fmla="*/ 4267200 h 4876800"/>
                      <a:gd name="connsiteX1" fmla="*/ 1117600 w 4876800"/>
                      <a:gd name="connsiteY1" fmla="*/ 4267200 h 4876800"/>
                      <a:gd name="connsiteX2" fmla="*/ 609600 w 4876800"/>
                      <a:gd name="connsiteY2" fmla="*/ 3759200 h 4876800"/>
                      <a:gd name="connsiteX3" fmla="*/ 609600 w 4876800"/>
                      <a:gd name="connsiteY3" fmla="*/ 304800 h 4876800"/>
                      <a:gd name="connsiteX4" fmla="*/ 304800 w 4876800"/>
                      <a:gd name="connsiteY4" fmla="*/ 0 h 4876800"/>
                      <a:gd name="connsiteX5" fmla="*/ 0 w 4876800"/>
                      <a:gd name="connsiteY5" fmla="*/ 304800 h 4876800"/>
                      <a:gd name="connsiteX6" fmla="*/ 0 w 4876800"/>
                      <a:gd name="connsiteY6" fmla="*/ 3759200 h 4876800"/>
                      <a:gd name="connsiteX7" fmla="*/ 1117600 w 4876800"/>
                      <a:gd name="connsiteY7" fmla="*/ 4876800 h 4876800"/>
                      <a:gd name="connsiteX8" fmla="*/ 4572000 w 4876800"/>
                      <a:gd name="connsiteY8" fmla="*/ 4876800 h 4876800"/>
                      <a:gd name="connsiteX9" fmla="*/ 4876800 w 4876800"/>
                      <a:gd name="connsiteY9" fmla="*/ 4572000 h 4876800"/>
                      <a:gd name="connsiteX10" fmla="*/ 4572000 w 4876800"/>
                      <a:gd name="connsiteY10" fmla="*/ 4267200 h 48768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876800" h="4876800">
                        <a:moveTo>
                          <a:pt x="4572000" y="4267200"/>
                        </a:moveTo>
                        <a:lnTo>
                          <a:pt x="1117600" y="4267200"/>
                        </a:lnTo>
                        <a:cubicBezTo>
                          <a:pt x="837039" y="4267200"/>
                          <a:pt x="609600" y="4039761"/>
                          <a:pt x="609600" y="3759200"/>
                        </a:cubicBezTo>
                        <a:lnTo>
                          <a:pt x="609600" y="304800"/>
                        </a:lnTo>
                        <a:cubicBezTo>
                          <a:pt x="609600" y="136464"/>
                          <a:pt x="473136" y="0"/>
                          <a:pt x="304800" y="0"/>
                        </a:cubicBezTo>
                        <a:cubicBezTo>
                          <a:pt x="136464" y="0"/>
                          <a:pt x="0" y="136464"/>
                          <a:pt x="0" y="304800"/>
                        </a:cubicBezTo>
                        <a:lnTo>
                          <a:pt x="0" y="3759200"/>
                        </a:lnTo>
                        <a:cubicBezTo>
                          <a:pt x="672" y="4376155"/>
                          <a:pt x="500645" y="4876128"/>
                          <a:pt x="1117600" y="4876800"/>
                        </a:cubicBezTo>
                        <a:lnTo>
                          <a:pt x="4572000" y="4876800"/>
                        </a:lnTo>
                        <a:cubicBezTo>
                          <a:pt x="4740336" y="4876800"/>
                          <a:pt x="4876800" y="4740336"/>
                          <a:pt x="4876800" y="4572000"/>
                        </a:cubicBezTo>
                        <a:cubicBezTo>
                          <a:pt x="4876800" y="4403664"/>
                          <a:pt x="4740336" y="4267200"/>
                          <a:pt x="4572000" y="426720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  <a:tileRect/>
                  </a:gradFill>
                  <a:ln w="9525">
                    <a:noFill/>
                    <a:round/>
                  </a:ln>
                  <a:effectLst>
                    <a:outerShdw blurRad="165100" dist="76200" dir="5400000" algn="ctr" rotWithShape="0">
                      <a:schemeClr val="accent1">
                        <a:alpha val="40000"/>
                      </a:schemeClr>
                    </a:outerShdw>
                  </a:effectLst>
                </p:spPr>
                <p:txBody>
                  <a:bodyPr vert="horz" wrap="square" lIns="121920" tIns="60960" rIns="121920" bIns="60960" numCol="1" rtlCol="0" anchor="ctr" anchorCtr="0" compatLnSpc="1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endParaRPr>
                  </a:p>
                </p:txBody>
              </p:sp>
              <p:sp>
                <p:nvSpPr>
                  <p:cNvPr id="15" name="小红书平北职场PPT4-10"/>
                  <p:cNvSpPr/>
                  <p:nvPr/>
                </p:nvSpPr>
                <p:spPr>
                  <a:xfrm>
                    <a:off x="1625600" y="1828800"/>
                    <a:ext cx="609600" cy="2032000"/>
                  </a:xfrm>
                  <a:custGeom>
                    <a:avLst/>
                    <a:gdLst>
                      <a:gd name="connsiteX0" fmla="*/ 304800 w 609600"/>
                      <a:gd name="connsiteY0" fmla="*/ 0 h 2032000"/>
                      <a:gd name="connsiteX1" fmla="*/ 0 w 609600"/>
                      <a:gd name="connsiteY1" fmla="*/ 304800 h 2032000"/>
                      <a:gd name="connsiteX2" fmla="*/ 0 w 609600"/>
                      <a:gd name="connsiteY2" fmla="*/ 1727200 h 2032000"/>
                      <a:gd name="connsiteX3" fmla="*/ 304800 w 609600"/>
                      <a:gd name="connsiteY3" fmla="*/ 2032000 h 2032000"/>
                      <a:gd name="connsiteX4" fmla="*/ 609600 w 609600"/>
                      <a:gd name="connsiteY4" fmla="*/ 1727200 h 2032000"/>
                      <a:gd name="connsiteX5" fmla="*/ 609600 w 609600"/>
                      <a:gd name="connsiteY5" fmla="*/ 304800 h 2032000"/>
                      <a:gd name="connsiteX6" fmla="*/ 304800 w 609600"/>
                      <a:gd name="connsiteY6" fmla="*/ 0 h 2032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09600" h="2032000">
                        <a:moveTo>
                          <a:pt x="304800" y="0"/>
                        </a:moveTo>
                        <a:cubicBezTo>
                          <a:pt x="136464" y="0"/>
                          <a:pt x="0" y="136464"/>
                          <a:pt x="0" y="304800"/>
                        </a:cubicBezTo>
                        <a:lnTo>
                          <a:pt x="0" y="1727200"/>
                        </a:lnTo>
                        <a:cubicBezTo>
                          <a:pt x="0" y="1895536"/>
                          <a:pt x="136464" y="2032000"/>
                          <a:pt x="304800" y="2032000"/>
                        </a:cubicBezTo>
                        <a:cubicBezTo>
                          <a:pt x="473136" y="2032000"/>
                          <a:pt x="609600" y="1895536"/>
                          <a:pt x="609600" y="1727200"/>
                        </a:cubicBezTo>
                        <a:lnTo>
                          <a:pt x="609600" y="304800"/>
                        </a:lnTo>
                        <a:cubicBezTo>
                          <a:pt x="609600" y="136464"/>
                          <a:pt x="473136" y="0"/>
                          <a:pt x="30480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  <a:tileRect/>
                  </a:gradFill>
                  <a:ln w="9525">
                    <a:noFill/>
                    <a:round/>
                  </a:ln>
                  <a:effectLst>
                    <a:outerShdw blurRad="165100" dist="76200" dir="5400000" algn="ctr" rotWithShape="0">
                      <a:schemeClr val="accent1">
                        <a:alpha val="40000"/>
                      </a:schemeClr>
                    </a:outerShdw>
                  </a:effectLst>
                </p:spPr>
                <p:txBody>
                  <a:bodyPr vert="horz" wrap="square" lIns="121920" tIns="60960" rIns="121920" bIns="60960" numCol="1" rtlCol="0" anchor="ctr" anchorCtr="0" compatLnSpc="1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endParaRPr>
                  </a:p>
                </p:txBody>
              </p:sp>
              <p:sp>
                <p:nvSpPr>
                  <p:cNvPr id="16" name="小红书平北职场PPT4-11"/>
                  <p:cNvSpPr/>
                  <p:nvPr/>
                </p:nvSpPr>
                <p:spPr>
                  <a:xfrm>
                    <a:off x="2844800" y="2438400"/>
                    <a:ext cx="609600" cy="1422400"/>
                  </a:xfrm>
                  <a:custGeom>
                    <a:avLst/>
                    <a:gdLst>
                      <a:gd name="connsiteX0" fmla="*/ 0 w 609600"/>
                      <a:gd name="connsiteY0" fmla="*/ 304800 h 1422400"/>
                      <a:gd name="connsiteX1" fmla="*/ 0 w 609600"/>
                      <a:gd name="connsiteY1" fmla="*/ 1117600 h 1422400"/>
                      <a:gd name="connsiteX2" fmla="*/ 304800 w 609600"/>
                      <a:gd name="connsiteY2" fmla="*/ 1422400 h 1422400"/>
                      <a:gd name="connsiteX3" fmla="*/ 609600 w 609600"/>
                      <a:gd name="connsiteY3" fmla="*/ 1117600 h 1422400"/>
                      <a:gd name="connsiteX4" fmla="*/ 609600 w 609600"/>
                      <a:gd name="connsiteY4" fmla="*/ 304800 h 1422400"/>
                      <a:gd name="connsiteX5" fmla="*/ 304800 w 609600"/>
                      <a:gd name="connsiteY5" fmla="*/ 0 h 1422400"/>
                      <a:gd name="connsiteX6" fmla="*/ 0 w 609600"/>
                      <a:gd name="connsiteY6" fmla="*/ 304800 h 1422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09600" h="1422400">
                        <a:moveTo>
                          <a:pt x="0" y="304800"/>
                        </a:moveTo>
                        <a:lnTo>
                          <a:pt x="0" y="1117600"/>
                        </a:lnTo>
                        <a:cubicBezTo>
                          <a:pt x="0" y="1285936"/>
                          <a:pt x="136464" y="1422400"/>
                          <a:pt x="304800" y="1422400"/>
                        </a:cubicBezTo>
                        <a:cubicBezTo>
                          <a:pt x="473136" y="1422400"/>
                          <a:pt x="609600" y="1285936"/>
                          <a:pt x="609600" y="1117600"/>
                        </a:cubicBezTo>
                        <a:lnTo>
                          <a:pt x="609600" y="304800"/>
                        </a:lnTo>
                        <a:cubicBezTo>
                          <a:pt x="609600" y="136464"/>
                          <a:pt x="473136" y="0"/>
                          <a:pt x="304800" y="0"/>
                        </a:cubicBezTo>
                        <a:cubicBezTo>
                          <a:pt x="136464" y="0"/>
                          <a:pt x="0" y="136464"/>
                          <a:pt x="0" y="30480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  <a:tileRect/>
                  </a:gradFill>
                  <a:ln w="9525">
                    <a:noFill/>
                    <a:round/>
                  </a:ln>
                  <a:effectLst>
                    <a:outerShdw blurRad="165100" dist="76200" dir="5400000" algn="ctr" rotWithShape="0">
                      <a:schemeClr val="accent1">
                        <a:alpha val="40000"/>
                      </a:schemeClr>
                    </a:outerShdw>
                  </a:effectLst>
                </p:spPr>
                <p:txBody>
                  <a:bodyPr vert="horz" wrap="square" lIns="121920" tIns="60960" rIns="121920" bIns="60960" numCol="1" rtlCol="0" anchor="ctr" anchorCtr="0" compatLnSpc="1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endParaRPr>
                  </a:p>
                </p:txBody>
              </p:sp>
              <p:sp>
                <p:nvSpPr>
                  <p:cNvPr id="17" name="小红书平北职场PPT4-12"/>
                  <p:cNvSpPr/>
                  <p:nvPr/>
                </p:nvSpPr>
                <p:spPr>
                  <a:xfrm>
                    <a:off x="4064000" y="1625600"/>
                    <a:ext cx="609600" cy="2235200"/>
                  </a:xfrm>
                  <a:custGeom>
                    <a:avLst/>
                    <a:gdLst>
                      <a:gd name="connsiteX0" fmla="*/ 0 w 609600"/>
                      <a:gd name="connsiteY0" fmla="*/ 304800 h 2235200"/>
                      <a:gd name="connsiteX1" fmla="*/ 0 w 609600"/>
                      <a:gd name="connsiteY1" fmla="*/ 1930400 h 2235200"/>
                      <a:gd name="connsiteX2" fmla="*/ 304800 w 609600"/>
                      <a:gd name="connsiteY2" fmla="*/ 2235200 h 2235200"/>
                      <a:gd name="connsiteX3" fmla="*/ 609600 w 609600"/>
                      <a:gd name="connsiteY3" fmla="*/ 1930400 h 2235200"/>
                      <a:gd name="connsiteX4" fmla="*/ 609600 w 609600"/>
                      <a:gd name="connsiteY4" fmla="*/ 304800 h 2235200"/>
                      <a:gd name="connsiteX5" fmla="*/ 304800 w 609600"/>
                      <a:gd name="connsiteY5" fmla="*/ 0 h 2235200"/>
                      <a:gd name="connsiteX6" fmla="*/ 0 w 609600"/>
                      <a:gd name="connsiteY6" fmla="*/ 304800 h 2235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09600" h="2235200">
                        <a:moveTo>
                          <a:pt x="0" y="304800"/>
                        </a:moveTo>
                        <a:lnTo>
                          <a:pt x="0" y="1930400"/>
                        </a:lnTo>
                        <a:cubicBezTo>
                          <a:pt x="0" y="2098736"/>
                          <a:pt x="136464" y="2235200"/>
                          <a:pt x="304800" y="2235200"/>
                        </a:cubicBezTo>
                        <a:cubicBezTo>
                          <a:pt x="473136" y="2235200"/>
                          <a:pt x="609600" y="2098736"/>
                          <a:pt x="609600" y="1930400"/>
                        </a:cubicBezTo>
                        <a:lnTo>
                          <a:pt x="609600" y="304800"/>
                        </a:lnTo>
                        <a:cubicBezTo>
                          <a:pt x="609600" y="136464"/>
                          <a:pt x="473136" y="0"/>
                          <a:pt x="304800" y="0"/>
                        </a:cubicBezTo>
                        <a:cubicBezTo>
                          <a:pt x="136464" y="0"/>
                          <a:pt x="0" y="136464"/>
                          <a:pt x="0" y="30480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  <a:tileRect/>
                  </a:gradFill>
                  <a:ln w="9525">
                    <a:noFill/>
                    <a:round/>
                  </a:ln>
                  <a:effectLst>
                    <a:outerShdw blurRad="165100" dist="76200" dir="5400000" algn="ctr" rotWithShape="0">
                      <a:schemeClr val="accent1">
                        <a:alpha val="40000"/>
                      </a:schemeClr>
                    </a:outerShdw>
                  </a:effectLst>
                </p:spPr>
                <p:txBody>
                  <a:bodyPr vert="horz" wrap="square" lIns="121920" tIns="60960" rIns="121920" bIns="60960" numCol="1" rtlCol="0" anchor="ctr" anchorCtr="0" compatLnSpc="1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endParaRPr>
                  </a:p>
                </p:txBody>
              </p:sp>
              <p:sp>
                <p:nvSpPr>
                  <p:cNvPr id="18" name="小红书平北职场PPT4-13"/>
                  <p:cNvSpPr/>
                  <p:nvPr/>
                </p:nvSpPr>
                <p:spPr>
                  <a:xfrm>
                    <a:off x="914474" y="-9323"/>
                    <a:ext cx="3972841" cy="1533324"/>
                  </a:xfrm>
                  <a:custGeom>
                    <a:avLst/>
                    <a:gdLst>
                      <a:gd name="connsiteX0" fmla="*/ 304726 w 3972841"/>
                      <a:gd name="connsiteY0" fmla="*/ 1533323 h 1533324"/>
                      <a:gd name="connsiteX1" fmla="*/ 494921 w 3972841"/>
                      <a:gd name="connsiteY1" fmla="*/ 1466471 h 1533324"/>
                      <a:gd name="connsiteX2" fmla="*/ 957810 w 3972841"/>
                      <a:gd name="connsiteY2" fmla="*/ 1096443 h 1533324"/>
                      <a:gd name="connsiteX3" fmla="*/ 1606222 w 3972841"/>
                      <a:gd name="connsiteY3" fmla="*/ 1132207 h 1533324"/>
                      <a:gd name="connsiteX4" fmla="*/ 3089582 w 3972841"/>
                      <a:gd name="connsiteY4" fmla="*/ 1193167 h 1533324"/>
                      <a:gd name="connsiteX5" fmla="*/ 3854426 w 3972841"/>
                      <a:gd name="connsiteY5" fmla="*/ 545975 h 1533324"/>
                      <a:gd name="connsiteX6" fmla="*/ 3909187 w 3972841"/>
                      <a:gd name="connsiteY6" fmla="*/ 118415 h 1533324"/>
                      <a:gd name="connsiteX7" fmla="*/ 3481627 w 3972841"/>
                      <a:gd name="connsiteY7" fmla="*/ 63655 h 1533324"/>
                      <a:gd name="connsiteX8" fmla="*/ 3460625 w 3972841"/>
                      <a:gd name="connsiteY8" fmla="*/ 81459 h 1533324"/>
                      <a:gd name="connsiteX9" fmla="*/ 2695983 w 3972841"/>
                      <a:gd name="connsiteY9" fmla="*/ 728651 h 1533324"/>
                      <a:gd name="connsiteX10" fmla="*/ 2037209 w 3972841"/>
                      <a:gd name="connsiteY10" fmla="*/ 700203 h 1533324"/>
                      <a:gd name="connsiteX11" fmla="*/ 577014 w 3972841"/>
                      <a:gd name="connsiteY11" fmla="*/ 618923 h 1533324"/>
                      <a:gd name="connsiteX12" fmla="*/ 114327 w 3972841"/>
                      <a:gd name="connsiteY12" fmla="*/ 990576 h 1533324"/>
                      <a:gd name="connsiteX13" fmla="*/ 66864 w 3972841"/>
                      <a:gd name="connsiteY13" fmla="*/ 1419008 h 1533324"/>
                      <a:gd name="connsiteX14" fmla="*/ 304726 w 3972841"/>
                      <a:gd name="connsiteY14" fmla="*/ 1533323 h 15333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972841" h="1533324">
                        <a:moveTo>
                          <a:pt x="304726" y="1533323"/>
                        </a:moveTo>
                        <a:cubicBezTo>
                          <a:pt x="373908" y="1533470"/>
                          <a:pt x="441045" y="1509871"/>
                          <a:pt x="494921" y="1466471"/>
                        </a:cubicBezTo>
                        <a:lnTo>
                          <a:pt x="957810" y="1096443"/>
                        </a:lnTo>
                        <a:cubicBezTo>
                          <a:pt x="1151372" y="941048"/>
                          <a:pt x="1430924" y="956467"/>
                          <a:pt x="1606222" y="1132207"/>
                        </a:cubicBezTo>
                        <a:cubicBezTo>
                          <a:pt x="2011031" y="1531873"/>
                          <a:pt x="2653343" y="1558269"/>
                          <a:pt x="3089582" y="1193167"/>
                        </a:cubicBezTo>
                        <a:lnTo>
                          <a:pt x="3854426" y="545975"/>
                        </a:lnTo>
                        <a:cubicBezTo>
                          <a:pt x="3987616" y="443029"/>
                          <a:pt x="4012132" y="251604"/>
                          <a:pt x="3909187" y="118415"/>
                        </a:cubicBezTo>
                        <a:cubicBezTo>
                          <a:pt x="3806241" y="-14774"/>
                          <a:pt x="3614816" y="-39291"/>
                          <a:pt x="3481627" y="63655"/>
                        </a:cubicBezTo>
                        <a:cubicBezTo>
                          <a:pt x="3474362" y="69270"/>
                          <a:pt x="3467354" y="75211"/>
                          <a:pt x="3460625" y="81459"/>
                        </a:cubicBezTo>
                        <a:lnTo>
                          <a:pt x="2695983" y="728651"/>
                        </a:lnTo>
                        <a:cubicBezTo>
                          <a:pt x="2501915" y="890478"/>
                          <a:pt x="2216604" y="878157"/>
                          <a:pt x="2037209" y="700203"/>
                        </a:cubicBezTo>
                        <a:cubicBezTo>
                          <a:pt x="1642547" y="304431"/>
                          <a:pt x="1013162" y="269397"/>
                          <a:pt x="577014" y="618923"/>
                        </a:cubicBezTo>
                        <a:lnTo>
                          <a:pt x="114327" y="990576"/>
                        </a:lnTo>
                        <a:cubicBezTo>
                          <a:pt x="-17088" y="1095778"/>
                          <a:pt x="-38337" y="1287593"/>
                          <a:pt x="66864" y="1419008"/>
                        </a:cubicBezTo>
                        <a:cubicBezTo>
                          <a:pt x="124690" y="1491242"/>
                          <a:pt x="212197" y="1533297"/>
                          <a:pt x="304726" y="1533323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  <a:tileRect/>
                  </a:gradFill>
                  <a:ln w="9525">
                    <a:noFill/>
                    <a:round/>
                  </a:ln>
                  <a:effectLst>
                    <a:outerShdw blurRad="165100" dist="76200" dir="5400000" algn="ctr" rotWithShape="0">
                      <a:schemeClr val="accent1">
                        <a:alpha val="40000"/>
                      </a:schemeClr>
                    </a:outerShdw>
                  </a:effectLst>
                </p:spPr>
                <p:txBody>
                  <a:bodyPr vert="horz" wrap="square" lIns="121920" tIns="60960" rIns="121920" bIns="60960" numCol="1" rtlCol="0" anchor="ctr" anchorCtr="0" compatLnSpc="1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endParaRPr>
                  </a:p>
                </p:txBody>
              </p:sp>
            </p:grpSp>
          </p:grpSp>
        </p:grpSp>
      </p:grpSp>
      <p:sp>
        <p:nvSpPr>
          <p:cNvPr id="27" name="小红书平北职场PPT5"/>
          <p:cNvSpPr/>
          <p:nvPr/>
        </p:nvSpPr>
        <p:spPr>
          <a:xfrm>
            <a:off x="0" y="4963888"/>
            <a:ext cx="12192001" cy="1414397"/>
          </a:xfrm>
          <a:custGeom>
            <a:avLst/>
            <a:gdLst>
              <a:gd name="connsiteX0" fmla="*/ 1118507 w 12192001"/>
              <a:gd name="connsiteY0" fmla="*/ 0 h 1414397"/>
              <a:gd name="connsiteX1" fmla="*/ 11073494 w 12192001"/>
              <a:gd name="connsiteY1" fmla="*/ 0 h 1414397"/>
              <a:gd name="connsiteX2" fmla="*/ 12192001 w 12192001"/>
              <a:gd name="connsiteY2" fmla="*/ 1118507 h 1414397"/>
              <a:gd name="connsiteX3" fmla="*/ 12192001 w 12192001"/>
              <a:gd name="connsiteY3" fmla="*/ 1414394 h 1414397"/>
              <a:gd name="connsiteX4" fmla="*/ 12169277 w 12192001"/>
              <a:gd name="connsiteY4" fmla="*/ 1188979 h 1414397"/>
              <a:gd name="connsiteX5" fmla="*/ 11073494 w 12192001"/>
              <a:gd name="connsiteY5" fmla="*/ 295890 h 1414397"/>
              <a:gd name="connsiteX6" fmla="*/ 1118507 w 12192001"/>
              <a:gd name="connsiteY6" fmla="*/ 295890 h 1414397"/>
              <a:gd name="connsiteX7" fmla="*/ 0 w 12192001"/>
              <a:gd name="connsiteY7" fmla="*/ 1414397 h 1414397"/>
              <a:gd name="connsiteX8" fmla="*/ 0 w 12192001"/>
              <a:gd name="connsiteY8" fmla="*/ 1118507 h 1414397"/>
              <a:gd name="connsiteX9" fmla="*/ 1118507 w 12192001"/>
              <a:gd name="connsiteY9" fmla="*/ 0 h 141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1414397">
                <a:moveTo>
                  <a:pt x="1118507" y="0"/>
                </a:moveTo>
                <a:lnTo>
                  <a:pt x="11073494" y="0"/>
                </a:lnTo>
                <a:cubicBezTo>
                  <a:pt x="11691228" y="0"/>
                  <a:pt x="12192001" y="500773"/>
                  <a:pt x="12192001" y="1118507"/>
                </a:cubicBezTo>
                <a:lnTo>
                  <a:pt x="12192001" y="1414394"/>
                </a:lnTo>
                <a:lnTo>
                  <a:pt x="12169277" y="1188979"/>
                </a:lnTo>
                <a:cubicBezTo>
                  <a:pt x="12064980" y="679294"/>
                  <a:pt x="11614011" y="295890"/>
                  <a:pt x="11073494" y="295890"/>
                </a:cubicBezTo>
                <a:lnTo>
                  <a:pt x="1118507" y="295890"/>
                </a:lnTo>
                <a:cubicBezTo>
                  <a:pt x="500773" y="295890"/>
                  <a:pt x="0" y="796663"/>
                  <a:pt x="0" y="1414397"/>
                </a:cubicBezTo>
                <a:lnTo>
                  <a:pt x="0" y="1118507"/>
                </a:lnTo>
                <a:cubicBezTo>
                  <a:pt x="0" y="500773"/>
                  <a:pt x="500773" y="0"/>
                  <a:pt x="1118507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  <a:alpha val="20000"/>
                </a:schemeClr>
              </a:gs>
              <a:gs pos="100000">
                <a:schemeClr val="accent1">
                  <a:lumMod val="60000"/>
                  <a:lumOff val="40000"/>
                  <a:alpha val="40000"/>
                </a:schemeClr>
              </a:gs>
            </a:gsLst>
            <a:lin ang="0" scaled="1"/>
          </a:gradFill>
          <a:ln w="9525">
            <a:noFill/>
            <a:round/>
          </a:ln>
          <a:effectLst>
            <a:outerShdw blurRad="165100" dist="76200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28" name="小红书平北职场PPT6"/>
          <p:cNvGrpSpPr/>
          <p:nvPr/>
        </p:nvGrpSpPr>
        <p:grpSpPr>
          <a:xfrm>
            <a:off x="450092" y="2413981"/>
            <a:ext cx="11271268" cy="297835"/>
            <a:chOff x="436318" y="2887512"/>
            <a:chExt cx="11271268" cy="297835"/>
          </a:xfrm>
        </p:grpSpPr>
        <p:sp>
          <p:nvSpPr>
            <p:cNvPr id="29" name="小红书平北职场PPT6-1"/>
            <p:cNvSpPr/>
            <p:nvPr/>
          </p:nvSpPr>
          <p:spPr>
            <a:xfrm>
              <a:off x="11413765" y="2887512"/>
              <a:ext cx="293821" cy="266923"/>
            </a:xfrm>
            <a:prstGeom prst="rtTriangle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0" name="小红书平北职场PPT6-2"/>
            <p:cNvSpPr/>
            <p:nvPr/>
          </p:nvSpPr>
          <p:spPr>
            <a:xfrm flipH="1">
              <a:off x="436318" y="2918424"/>
              <a:ext cx="293821" cy="266923"/>
            </a:xfrm>
            <a:prstGeom prst="rtTriangle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31" name="小红书平北职场PPT7"/>
          <p:cNvSpPr/>
          <p:nvPr/>
        </p:nvSpPr>
        <p:spPr>
          <a:xfrm>
            <a:off x="709572" y="863428"/>
            <a:ext cx="10772856" cy="475965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2225">
            <a:noFill/>
          </a:ln>
          <a:effectLst>
            <a:outerShdw blurRad="165100" dist="76200" dir="54000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2" name="小红书平北职场PPT8"/>
          <p:cNvSpPr/>
          <p:nvPr/>
        </p:nvSpPr>
        <p:spPr>
          <a:xfrm>
            <a:off x="999210" y="1028848"/>
            <a:ext cx="10226238" cy="47396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w="9525">
            <a:noFill/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3" name="小红书平北职场PPT9"/>
          <p:cNvSpPr/>
          <p:nvPr/>
        </p:nvSpPr>
        <p:spPr>
          <a:xfrm>
            <a:off x="999210" y="4622117"/>
            <a:ext cx="10226238" cy="47396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4" name="小红书平北职场PPT10"/>
          <p:cNvSpPr/>
          <p:nvPr/>
        </p:nvSpPr>
        <p:spPr>
          <a:xfrm>
            <a:off x="999210" y="3723800"/>
            <a:ext cx="10226238" cy="47396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5" name="小红书平北职场PPT11"/>
          <p:cNvSpPr/>
          <p:nvPr/>
        </p:nvSpPr>
        <p:spPr>
          <a:xfrm>
            <a:off x="460366" y="2662197"/>
            <a:ext cx="11271268" cy="47396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0" scaled="1"/>
            <a:tileRect/>
          </a:gradFill>
          <a:ln w="9525">
            <a:noFill/>
            <a:round/>
          </a:ln>
          <a:effectLst>
            <a:outerShdw blurRad="165100" dist="76200" dir="5400000" algn="ctr" rotWithShape="0">
              <a:schemeClr val="accent2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6" name="小红书平北职场PPT12"/>
          <p:cNvSpPr/>
          <p:nvPr/>
        </p:nvSpPr>
        <p:spPr>
          <a:xfrm>
            <a:off x="999210" y="1665908"/>
            <a:ext cx="10226238" cy="47396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aphicFrame>
        <p:nvGraphicFramePr>
          <p:cNvPr id="37" name="小红书平北职场PPT13"/>
          <p:cNvGraphicFramePr>
            <a:graphicFrameLocks noGrp="1"/>
          </p:cNvGraphicFramePr>
          <p:nvPr/>
        </p:nvGraphicFramePr>
        <p:xfrm>
          <a:off x="864967" y="886138"/>
          <a:ext cx="10120690" cy="4744314"/>
        </p:xfrm>
        <a:graphic>
          <a:graphicData uri="http://schemas.openxmlformats.org/drawingml/2006/table">
            <a:tbl>
              <a:tblPr/>
              <a:tblGrid>
                <a:gridCol w="1052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3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6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4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1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41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8666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区域</a:t>
                      </a:r>
                    </a:p>
                  </a:txBody>
                  <a:tcPr marL="89258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负责人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销售额</a:t>
                      </a:r>
                      <a:r>
                        <a:rPr lang="zh-CN" altLang="en-US" sz="1000" kern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（万元）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目标完成率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客户签约数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新客户开发数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客均单价</a:t>
                      </a:r>
                      <a:r>
                        <a:rPr lang="zh-CN" altLang="en-US" sz="10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（万元）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回款周期</a:t>
                      </a:r>
                      <a:r>
                        <a:rPr lang="zh-CN" altLang="en-US" sz="1000" kern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（天）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70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华东区</a:t>
                      </a:r>
                    </a:p>
                  </a:txBody>
                  <a:tcPr marL="89258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张伟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1,580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112%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15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24.6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45</a:t>
                      </a:r>
                    </a:p>
                  </a:txBody>
                  <a:tcPr marL="148764" marR="89258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0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华北区</a:t>
                      </a:r>
                    </a:p>
                  </a:txBody>
                  <a:tcPr marL="89258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李静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1,420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98%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12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28.3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52</a:t>
                      </a:r>
                    </a:p>
                  </a:txBody>
                  <a:tcPr marL="148764" marR="89258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70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华南区</a:t>
                      </a:r>
                    </a:p>
                  </a:txBody>
                  <a:tcPr marL="89258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王涛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1,650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118%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9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18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21.5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41</a:t>
                      </a:r>
                    </a:p>
                  </a:txBody>
                  <a:tcPr marL="148764" marR="89258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70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华西区</a:t>
                      </a:r>
                    </a:p>
                  </a:txBody>
                  <a:tcPr marL="89258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赵磊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1,210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88%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5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30.1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60</a:t>
                      </a:r>
                    </a:p>
                  </a:txBody>
                  <a:tcPr marL="148764" marR="89258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70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东北区</a:t>
                      </a:r>
                    </a:p>
                  </a:txBody>
                  <a:tcPr marL="89258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孙悦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980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105%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10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19.8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48</a:t>
                      </a:r>
                    </a:p>
                  </a:txBody>
                  <a:tcPr marL="148764" marR="89258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470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中南区</a:t>
                      </a:r>
                    </a:p>
                  </a:txBody>
                  <a:tcPr marL="89258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周明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1,350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102%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14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22.7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50</a:t>
                      </a:r>
                    </a:p>
                  </a:txBody>
                  <a:tcPr marL="148764" marR="89258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470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西南区</a:t>
                      </a:r>
                    </a:p>
                  </a:txBody>
                  <a:tcPr marL="89258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吴芳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1,090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92%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5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25.4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55</a:t>
                      </a:r>
                    </a:p>
                  </a:txBody>
                  <a:tcPr marL="148764" marR="89258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4706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港澳区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zh-CN" altLang="en-US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陈浩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1,720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altLang="zh-CN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106%</a:t>
                      </a:r>
                      <a:endParaRPr lang="zh-CN" altLang="en-US" sz="12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35.2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38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小红书平北职场PPT1"/>
          <p:cNvSpPr/>
          <p:nvPr/>
        </p:nvSpPr>
        <p:spPr>
          <a:xfrm>
            <a:off x="345723" y="1000066"/>
            <a:ext cx="9064475" cy="37206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2225">
            <a:noFill/>
          </a:ln>
          <a:effectLst>
            <a:outerShdw blurRad="165100" dist="76200" dir="54000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aphicFrame>
        <p:nvGraphicFramePr>
          <p:cNvPr id="3" name="小红书平北职场PPT2"/>
          <p:cNvGraphicFramePr>
            <a:graphicFrameLocks noGrp="1"/>
          </p:cNvGraphicFramePr>
          <p:nvPr/>
        </p:nvGraphicFramePr>
        <p:xfrm>
          <a:off x="140173" y="1664109"/>
          <a:ext cx="8975279" cy="304833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schemeClr val="accent1">
                      <a:alpha val="16000"/>
                    </a:schemeClr>
                  </a:outerShdw>
                </a:effectLst>
                <a:tableStyleId>{5C22544A-7EE6-4342-B048-85BDC9FD1C3A}</a:tableStyleId>
              </a:tblPr>
              <a:tblGrid>
                <a:gridCol w="1775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6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原材料成本</a:t>
                      </a:r>
                    </a:p>
                  </a:txBody>
                  <a:tcPr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1250.5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980.2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27.6%</a:t>
                      </a:r>
                    </a:p>
                  </a:txBody>
                  <a:tcPr marL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6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人工成本</a:t>
                      </a:r>
                    </a:p>
                  </a:txBody>
                  <a:tcPr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650.8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595.4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9.3%</a:t>
                      </a:r>
                    </a:p>
                  </a:txBody>
                  <a:tcPr marL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6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制造费用</a:t>
                      </a:r>
                    </a:p>
                  </a:txBody>
                  <a:tcPr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320.2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285.7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12.1%</a:t>
                      </a:r>
                    </a:p>
                  </a:txBody>
                  <a:tcPr marL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6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能源消耗</a:t>
                      </a:r>
                    </a:p>
                  </a:txBody>
                  <a:tcPr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285.9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310.5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-7.9%</a:t>
                      </a:r>
                    </a:p>
                  </a:txBody>
                  <a:tcPr marL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6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设备维护</a:t>
                      </a:r>
                    </a:p>
                  </a:txBody>
                  <a:tcPr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150.3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182.6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-17.7%</a:t>
                      </a:r>
                    </a:p>
                  </a:txBody>
                  <a:tcPr marL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4" name="小红书平北职场PPT3"/>
          <p:cNvGrpSpPr/>
          <p:nvPr/>
        </p:nvGrpSpPr>
        <p:grpSpPr>
          <a:xfrm>
            <a:off x="566956" y="2307950"/>
            <a:ext cx="8656704" cy="1840605"/>
            <a:chOff x="332276" y="2028661"/>
            <a:chExt cx="11464802" cy="1671794"/>
          </a:xfrm>
        </p:grpSpPr>
        <p:grpSp>
          <p:nvGrpSpPr>
            <p:cNvPr id="5" name="组合 4"/>
            <p:cNvGrpSpPr/>
            <p:nvPr/>
          </p:nvGrpSpPr>
          <p:grpSpPr>
            <a:xfrm>
              <a:off x="332276" y="2028661"/>
              <a:ext cx="11464802" cy="547344"/>
              <a:chOff x="332276" y="2028661"/>
              <a:chExt cx="11464802" cy="547344"/>
            </a:xfrm>
          </p:grpSpPr>
          <p:cxnSp>
            <p:nvCxnSpPr>
              <p:cNvPr id="9" name="小红书平北职场PPT3-1"/>
              <p:cNvCxnSpPr/>
              <p:nvPr/>
            </p:nvCxnSpPr>
            <p:spPr>
              <a:xfrm>
                <a:off x="332276" y="2028661"/>
                <a:ext cx="11464802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小红书平北职场PPT3-2"/>
              <p:cNvCxnSpPr/>
              <p:nvPr/>
            </p:nvCxnSpPr>
            <p:spPr>
              <a:xfrm>
                <a:off x="332276" y="2576005"/>
                <a:ext cx="11464802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组合 5"/>
            <p:cNvGrpSpPr/>
            <p:nvPr/>
          </p:nvGrpSpPr>
          <p:grpSpPr>
            <a:xfrm>
              <a:off x="332276" y="3153111"/>
              <a:ext cx="11464802" cy="547344"/>
              <a:chOff x="332276" y="2028661"/>
              <a:chExt cx="11464802" cy="547344"/>
            </a:xfrm>
          </p:grpSpPr>
          <p:cxnSp>
            <p:nvCxnSpPr>
              <p:cNvPr id="7" name="小红书平北职场PPT3-3"/>
              <p:cNvCxnSpPr/>
              <p:nvPr/>
            </p:nvCxnSpPr>
            <p:spPr>
              <a:xfrm>
                <a:off x="332276" y="2028661"/>
                <a:ext cx="11464802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小红书平北职场PPT3-4"/>
              <p:cNvCxnSpPr/>
              <p:nvPr/>
            </p:nvCxnSpPr>
            <p:spPr>
              <a:xfrm>
                <a:off x="332276" y="2576005"/>
                <a:ext cx="11464802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小红书平北职场PPT4"/>
          <p:cNvGrpSpPr/>
          <p:nvPr/>
        </p:nvGrpSpPr>
        <p:grpSpPr>
          <a:xfrm>
            <a:off x="7656666" y="1887807"/>
            <a:ext cx="780132" cy="2629312"/>
            <a:chOff x="10216752" y="1724380"/>
            <a:chExt cx="584813" cy="2457851"/>
          </a:xfrm>
        </p:grpSpPr>
        <p:graphicFrame>
          <p:nvGraphicFramePr>
            <p:cNvPr id="12" name="小红书平北职场PPT4-1"/>
            <p:cNvGraphicFramePr/>
            <p:nvPr/>
          </p:nvGraphicFramePr>
          <p:xfrm>
            <a:off x="10216752" y="1724380"/>
            <a:ext cx="584813" cy="19225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  <p:graphicFrame>
          <p:nvGraphicFramePr>
            <p:cNvPr id="13" name="小红书平北职场PPT4-2"/>
            <p:cNvGraphicFramePr/>
            <p:nvPr/>
          </p:nvGraphicFramePr>
          <p:xfrm>
            <a:off x="10216752" y="2287031"/>
            <a:ext cx="584813" cy="19225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1"/>
            </a:graphicData>
          </a:graphic>
        </p:graphicFrame>
        <p:graphicFrame>
          <p:nvGraphicFramePr>
            <p:cNvPr id="14" name="小红书平北职场PPT4-3"/>
            <p:cNvGraphicFramePr/>
            <p:nvPr/>
          </p:nvGraphicFramePr>
          <p:xfrm>
            <a:off x="10216752" y="2849683"/>
            <a:ext cx="584813" cy="19225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2"/>
            </a:graphicData>
          </a:graphic>
        </p:graphicFrame>
        <p:graphicFrame>
          <p:nvGraphicFramePr>
            <p:cNvPr id="15" name="小红书平北职场PPT4-4"/>
            <p:cNvGraphicFramePr/>
            <p:nvPr/>
          </p:nvGraphicFramePr>
          <p:xfrm>
            <a:off x="10216752" y="3427325"/>
            <a:ext cx="584813" cy="19225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3"/>
            </a:graphicData>
          </a:graphic>
        </p:graphicFrame>
        <p:graphicFrame>
          <p:nvGraphicFramePr>
            <p:cNvPr id="16" name="小红书平北职场PPT4-5"/>
            <p:cNvGraphicFramePr/>
            <p:nvPr/>
          </p:nvGraphicFramePr>
          <p:xfrm>
            <a:off x="10216752" y="3989976"/>
            <a:ext cx="584813" cy="19225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4"/>
            </a:graphicData>
          </a:graphic>
        </p:graphicFrame>
      </p:grpSp>
      <p:grpSp>
        <p:nvGrpSpPr>
          <p:cNvPr id="17" name="小红书平北职场PPT7"/>
          <p:cNvGrpSpPr/>
          <p:nvPr/>
        </p:nvGrpSpPr>
        <p:grpSpPr>
          <a:xfrm>
            <a:off x="334963" y="184318"/>
            <a:ext cx="11522075" cy="506147"/>
            <a:chOff x="334963" y="184318"/>
            <a:chExt cx="11522075" cy="506147"/>
          </a:xfrm>
        </p:grpSpPr>
        <p:cxnSp>
          <p:nvCxnSpPr>
            <p:cNvPr id="18" name="小红书平北职场PPT7-1"/>
            <p:cNvCxnSpPr/>
            <p:nvPr>
              <p:custDataLst>
                <p:tags r:id="rId7"/>
              </p:custDataLst>
            </p:nvPr>
          </p:nvCxnSpPr>
          <p:spPr>
            <a:xfrm>
              <a:off x="334963" y="690465"/>
              <a:ext cx="115220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小红书平北职场PPT7-2"/>
            <p:cNvSpPr txBox="1"/>
            <p:nvPr>
              <p:custDataLst>
                <p:tags r:id="rId8"/>
              </p:custDataLst>
            </p:nvPr>
          </p:nvSpPr>
          <p:spPr>
            <a:xfrm>
              <a:off x="334963" y="184318"/>
              <a:ext cx="4488408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生产成本明细对比表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（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单位：万元）</a:t>
              </a:r>
              <a:endPara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0" name="小红书平北职场PPT8"/>
          <p:cNvSpPr/>
          <p:nvPr/>
        </p:nvSpPr>
        <p:spPr>
          <a:xfrm>
            <a:off x="332279" y="5193792"/>
            <a:ext cx="11580775" cy="1423617"/>
          </a:xfrm>
          <a:prstGeom prst="roundRect">
            <a:avLst>
              <a:gd name="adj" fmla="val 620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21" name="小红书平北职场PPT9"/>
          <p:cNvGrpSpPr/>
          <p:nvPr/>
        </p:nvGrpSpPr>
        <p:grpSpPr>
          <a:xfrm>
            <a:off x="9727846" y="970427"/>
            <a:ext cx="2185208" cy="3693936"/>
            <a:chOff x="9594869" y="1080110"/>
            <a:chExt cx="2185208" cy="3293597"/>
          </a:xfrm>
        </p:grpSpPr>
        <p:grpSp>
          <p:nvGrpSpPr>
            <p:cNvPr id="22" name="组合 21"/>
            <p:cNvGrpSpPr/>
            <p:nvPr/>
          </p:nvGrpSpPr>
          <p:grpSpPr>
            <a:xfrm>
              <a:off x="9594869" y="1080110"/>
              <a:ext cx="2185208" cy="1531066"/>
              <a:chOff x="329166" y="4992240"/>
              <a:chExt cx="2185208" cy="1531066"/>
            </a:xfrm>
          </p:grpSpPr>
          <p:grpSp>
            <p:nvGrpSpPr>
              <p:cNvPr id="36" name="组合 35"/>
              <p:cNvGrpSpPr/>
              <p:nvPr/>
            </p:nvGrpSpPr>
            <p:grpSpPr>
              <a:xfrm>
                <a:off x="329166" y="4992240"/>
                <a:ext cx="2185208" cy="1531066"/>
                <a:chOff x="254010" y="4992240"/>
                <a:chExt cx="2185208" cy="1531066"/>
              </a:xfrm>
            </p:grpSpPr>
            <p:sp>
              <p:nvSpPr>
                <p:cNvPr id="41" name="小红书平北职场PPT9-1"/>
                <p:cNvSpPr/>
                <p:nvPr/>
              </p:nvSpPr>
              <p:spPr>
                <a:xfrm>
                  <a:off x="254010" y="4992240"/>
                  <a:ext cx="2185208" cy="1531066"/>
                </a:xfrm>
                <a:prstGeom prst="roundRect">
                  <a:avLst>
                    <a:gd name="adj" fmla="val 4811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  <a:tileRect/>
                </a:gradFill>
                <a:ln w="9525">
                  <a:noFill/>
                  <a:round/>
                </a:ln>
                <a:effectLst>
                  <a:outerShdw blurRad="165100" dist="76200" dir="5400000" algn="ctr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42" name="小红书平北职场PPT9-2"/>
                <p:cNvSpPr/>
                <p:nvPr/>
              </p:nvSpPr>
              <p:spPr>
                <a:xfrm>
                  <a:off x="434296" y="5173319"/>
                  <a:ext cx="36000" cy="120933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1">
                    <a:alpha val="7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grpSp>
              <p:nvGrpSpPr>
                <p:cNvPr id="43" name="Graphic 4"/>
                <p:cNvGrpSpPr/>
                <p:nvPr/>
              </p:nvGrpSpPr>
              <p:grpSpPr>
                <a:xfrm>
                  <a:off x="1684295" y="5184028"/>
                  <a:ext cx="427774" cy="427774"/>
                  <a:chOff x="7950261" y="2805112"/>
                  <a:chExt cx="447675" cy="447675"/>
                </a:xfrm>
                <a:gradFill flip="none" rotWithShape="1">
                  <a:gsLst>
                    <a:gs pos="0">
                      <a:schemeClr val="bg1">
                        <a:alpha val="50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8100000" scaled="1"/>
                  <a:tileRect/>
                </a:gradFill>
              </p:grpSpPr>
              <p:sp>
                <p:nvSpPr>
                  <p:cNvPr id="44" name="小红书平北职场PPT9-3"/>
                  <p:cNvSpPr/>
                  <p:nvPr/>
                </p:nvSpPr>
                <p:spPr>
                  <a:xfrm>
                    <a:off x="8321031" y="2875530"/>
                    <a:ext cx="28575" cy="28575"/>
                  </a:xfrm>
                  <a:custGeom>
                    <a:avLst/>
                    <a:gdLst>
                      <a:gd name="connsiteX0" fmla="*/ 21546 w 28575"/>
                      <a:gd name="connsiteY0" fmla="*/ 18850 h 28575"/>
                      <a:gd name="connsiteX1" fmla="*/ 7144 w 28575"/>
                      <a:gd name="connsiteY1" fmla="*/ 7144 h 28575"/>
                      <a:gd name="connsiteX2" fmla="*/ 7144 w 28575"/>
                      <a:gd name="connsiteY2" fmla="*/ 30328 h 28575"/>
                      <a:gd name="connsiteX3" fmla="*/ 21546 w 28575"/>
                      <a:gd name="connsiteY3" fmla="*/ 18850 h 28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575" h="28575">
                        <a:moveTo>
                          <a:pt x="21546" y="18850"/>
                        </a:moveTo>
                        <a:cubicBezTo>
                          <a:pt x="21546" y="10878"/>
                          <a:pt x="13449" y="8553"/>
                          <a:pt x="7144" y="7144"/>
                        </a:cubicBezTo>
                        <a:lnTo>
                          <a:pt x="7144" y="30328"/>
                        </a:lnTo>
                        <a:cubicBezTo>
                          <a:pt x="14173" y="29851"/>
                          <a:pt x="21546" y="26556"/>
                          <a:pt x="21546" y="1885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45" name="小红书平北职场PPT9-4"/>
                  <p:cNvSpPr/>
                  <p:nvPr/>
                </p:nvSpPr>
                <p:spPr>
                  <a:xfrm>
                    <a:off x="8300876" y="2837830"/>
                    <a:ext cx="19050" cy="28575"/>
                  </a:xfrm>
                  <a:custGeom>
                    <a:avLst/>
                    <a:gdLst>
                      <a:gd name="connsiteX0" fmla="*/ 20269 w 19050"/>
                      <a:gd name="connsiteY0" fmla="*/ 7144 h 28575"/>
                      <a:gd name="connsiteX1" fmla="*/ 7144 w 19050"/>
                      <a:gd name="connsiteY1" fmla="*/ 17097 h 28575"/>
                      <a:gd name="connsiteX2" fmla="*/ 20279 w 19050"/>
                      <a:gd name="connsiteY2" fmla="*/ 28099 h 28575"/>
                      <a:gd name="connsiteX3" fmla="*/ 20269 w 19050"/>
                      <a:gd name="connsiteY3" fmla="*/ 7144 h 28575"/>
                      <a:gd name="connsiteX4" fmla="*/ 20269 w 19050"/>
                      <a:gd name="connsiteY4" fmla="*/ 7144 h 28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9050" h="28575">
                        <a:moveTo>
                          <a:pt x="20269" y="7144"/>
                        </a:moveTo>
                        <a:cubicBezTo>
                          <a:pt x="12306" y="7372"/>
                          <a:pt x="7144" y="12068"/>
                          <a:pt x="7144" y="17097"/>
                        </a:cubicBezTo>
                        <a:cubicBezTo>
                          <a:pt x="7144" y="22955"/>
                          <a:pt x="11506" y="26346"/>
                          <a:pt x="20279" y="28099"/>
                        </a:cubicBezTo>
                        <a:lnTo>
                          <a:pt x="20269" y="7144"/>
                        </a:lnTo>
                        <a:lnTo>
                          <a:pt x="20269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46" name="小红书平北职场PPT9-5"/>
                  <p:cNvSpPr/>
                  <p:nvPr/>
                </p:nvSpPr>
                <p:spPr>
                  <a:xfrm>
                    <a:off x="8246460" y="2797968"/>
                    <a:ext cx="152400" cy="152400"/>
                  </a:xfrm>
                  <a:custGeom>
                    <a:avLst/>
                    <a:gdLst>
                      <a:gd name="connsiteX0" fmla="*/ 77972 w 152400"/>
                      <a:gd name="connsiteY0" fmla="*/ 148752 h 152400"/>
                      <a:gd name="connsiteX1" fmla="*/ 148780 w 152400"/>
                      <a:gd name="connsiteY1" fmla="*/ 77953 h 152400"/>
                      <a:gd name="connsiteX2" fmla="*/ 77972 w 152400"/>
                      <a:gd name="connsiteY2" fmla="*/ 7144 h 152400"/>
                      <a:gd name="connsiteX3" fmla="*/ 7144 w 152400"/>
                      <a:gd name="connsiteY3" fmla="*/ 77953 h 152400"/>
                      <a:gd name="connsiteX4" fmla="*/ 77972 w 152400"/>
                      <a:gd name="connsiteY4" fmla="*/ 148752 h 152400"/>
                      <a:gd name="connsiteX5" fmla="*/ 46834 w 152400"/>
                      <a:gd name="connsiteY5" fmla="*/ 59646 h 152400"/>
                      <a:gd name="connsiteX6" fmla="*/ 74695 w 152400"/>
                      <a:gd name="connsiteY6" fmla="*/ 35062 h 152400"/>
                      <a:gd name="connsiteX7" fmla="*/ 74695 w 152400"/>
                      <a:gd name="connsiteY7" fmla="*/ 28832 h 152400"/>
                      <a:gd name="connsiteX8" fmla="*/ 78191 w 152400"/>
                      <a:gd name="connsiteY8" fmla="*/ 24841 h 152400"/>
                      <a:gd name="connsiteX9" fmla="*/ 81715 w 152400"/>
                      <a:gd name="connsiteY9" fmla="*/ 28832 h 152400"/>
                      <a:gd name="connsiteX10" fmla="*/ 81715 w 152400"/>
                      <a:gd name="connsiteY10" fmla="*/ 35062 h 152400"/>
                      <a:gd name="connsiteX11" fmla="*/ 109585 w 152400"/>
                      <a:gd name="connsiteY11" fmla="*/ 52521 h 152400"/>
                      <a:gd name="connsiteX12" fmla="*/ 102203 w 152400"/>
                      <a:gd name="connsiteY12" fmla="*/ 59769 h 152400"/>
                      <a:gd name="connsiteX13" fmla="*/ 81724 w 152400"/>
                      <a:gd name="connsiteY13" fmla="*/ 47006 h 152400"/>
                      <a:gd name="connsiteX14" fmla="*/ 81724 w 152400"/>
                      <a:gd name="connsiteY14" fmla="*/ 69256 h 152400"/>
                      <a:gd name="connsiteX15" fmla="*/ 110871 w 152400"/>
                      <a:gd name="connsiteY15" fmla="*/ 95136 h 152400"/>
                      <a:gd name="connsiteX16" fmla="*/ 81724 w 152400"/>
                      <a:gd name="connsiteY16" fmla="*/ 119844 h 152400"/>
                      <a:gd name="connsiteX17" fmla="*/ 81724 w 152400"/>
                      <a:gd name="connsiteY17" fmla="*/ 127083 h 152400"/>
                      <a:gd name="connsiteX18" fmla="*/ 78200 w 152400"/>
                      <a:gd name="connsiteY18" fmla="*/ 131074 h 152400"/>
                      <a:gd name="connsiteX19" fmla="*/ 74705 w 152400"/>
                      <a:gd name="connsiteY19" fmla="*/ 127083 h 152400"/>
                      <a:gd name="connsiteX20" fmla="*/ 74705 w 152400"/>
                      <a:gd name="connsiteY20" fmla="*/ 119844 h 152400"/>
                      <a:gd name="connsiteX21" fmla="*/ 45091 w 152400"/>
                      <a:gd name="connsiteY21" fmla="*/ 98279 h 152400"/>
                      <a:gd name="connsiteX22" fmla="*/ 52340 w 152400"/>
                      <a:gd name="connsiteY22" fmla="*/ 90907 h 152400"/>
                      <a:gd name="connsiteX23" fmla="*/ 74714 w 152400"/>
                      <a:gd name="connsiteY23" fmla="*/ 107890 h 152400"/>
                      <a:gd name="connsiteX24" fmla="*/ 74714 w 152400"/>
                      <a:gd name="connsiteY24" fmla="*/ 83410 h 152400"/>
                      <a:gd name="connsiteX25" fmla="*/ 46834 w 152400"/>
                      <a:gd name="connsiteY25" fmla="*/ 59646 h 152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52400" h="152400">
                        <a:moveTo>
                          <a:pt x="77972" y="148752"/>
                        </a:moveTo>
                        <a:cubicBezTo>
                          <a:pt x="117024" y="148752"/>
                          <a:pt x="148780" y="116986"/>
                          <a:pt x="148780" y="77953"/>
                        </a:cubicBezTo>
                        <a:cubicBezTo>
                          <a:pt x="148780" y="38919"/>
                          <a:pt x="117015" y="7144"/>
                          <a:pt x="77972" y="7144"/>
                        </a:cubicBezTo>
                        <a:cubicBezTo>
                          <a:pt x="38910" y="7144"/>
                          <a:pt x="7144" y="38910"/>
                          <a:pt x="7144" y="77953"/>
                        </a:cubicBezTo>
                        <a:cubicBezTo>
                          <a:pt x="7144" y="116986"/>
                          <a:pt x="38910" y="148752"/>
                          <a:pt x="77972" y="148752"/>
                        </a:cubicBezTo>
                        <a:close/>
                        <a:moveTo>
                          <a:pt x="46834" y="59646"/>
                        </a:moveTo>
                        <a:cubicBezTo>
                          <a:pt x="46834" y="43739"/>
                          <a:pt x="60065" y="35519"/>
                          <a:pt x="74695" y="35062"/>
                        </a:cubicBezTo>
                        <a:lnTo>
                          <a:pt x="74695" y="28832"/>
                        </a:lnTo>
                        <a:cubicBezTo>
                          <a:pt x="74695" y="26822"/>
                          <a:pt x="76210" y="24841"/>
                          <a:pt x="78191" y="24841"/>
                        </a:cubicBezTo>
                        <a:cubicBezTo>
                          <a:pt x="80191" y="24841"/>
                          <a:pt x="81715" y="26822"/>
                          <a:pt x="81715" y="28832"/>
                        </a:cubicBezTo>
                        <a:lnTo>
                          <a:pt x="81715" y="35062"/>
                        </a:lnTo>
                        <a:cubicBezTo>
                          <a:pt x="90830" y="35300"/>
                          <a:pt x="109585" y="41024"/>
                          <a:pt x="109585" y="52521"/>
                        </a:cubicBezTo>
                        <a:cubicBezTo>
                          <a:pt x="109585" y="57083"/>
                          <a:pt x="106175" y="59769"/>
                          <a:pt x="102203" y="59769"/>
                        </a:cubicBezTo>
                        <a:cubicBezTo>
                          <a:pt x="94574" y="59769"/>
                          <a:pt x="94698" y="47244"/>
                          <a:pt x="81724" y="47006"/>
                        </a:cubicBezTo>
                        <a:lnTo>
                          <a:pt x="81724" y="69256"/>
                        </a:lnTo>
                        <a:cubicBezTo>
                          <a:pt x="97193" y="72533"/>
                          <a:pt x="110871" y="77105"/>
                          <a:pt x="110871" y="95136"/>
                        </a:cubicBezTo>
                        <a:cubicBezTo>
                          <a:pt x="110871" y="110814"/>
                          <a:pt x="99165" y="118786"/>
                          <a:pt x="81724" y="119844"/>
                        </a:cubicBezTo>
                        <a:lnTo>
                          <a:pt x="81724" y="127083"/>
                        </a:lnTo>
                        <a:cubicBezTo>
                          <a:pt x="81724" y="129083"/>
                          <a:pt x="80200" y="131074"/>
                          <a:pt x="78200" y="131074"/>
                        </a:cubicBezTo>
                        <a:cubicBezTo>
                          <a:pt x="76219" y="131074"/>
                          <a:pt x="74705" y="129083"/>
                          <a:pt x="74705" y="127083"/>
                        </a:cubicBezTo>
                        <a:lnTo>
                          <a:pt x="74705" y="119844"/>
                        </a:lnTo>
                        <a:cubicBezTo>
                          <a:pt x="54921" y="119358"/>
                          <a:pt x="45091" y="107537"/>
                          <a:pt x="45091" y="98279"/>
                        </a:cubicBezTo>
                        <a:cubicBezTo>
                          <a:pt x="45091" y="93612"/>
                          <a:pt x="47911" y="90907"/>
                          <a:pt x="52340" y="90907"/>
                        </a:cubicBezTo>
                        <a:cubicBezTo>
                          <a:pt x="65456" y="90907"/>
                          <a:pt x="55264" y="107061"/>
                          <a:pt x="74714" y="107890"/>
                        </a:cubicBezTo>
                        <a:lnTo>
                          <a:pt x="74714" y="83410"/>
                        </a:lnTo>
                        <a:cubicBezTo>
                          <a:pt x="57350" y="80248"/>
                          <a:pt x="46834" y="72647"/>
                          <a:pt x="46834" y="59646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47" name="小红书平北职场PPT9-6"/>
                  <p:cNvSpPr/>
                  <p:nvPr/>
                </p:nvSpPr>
                <p:spPr>
                  <a:xfrm>
                    <a:off x="7950833" y="3113370"/>
                    <a:ext cx="114300" cy="142875"/>
                  </a:xfrm>
                  <a:custGeom>
                    <a:avLst/>
                    <a:gdLst>
                      <a:gd name="connsiteX0" fmla="*/ 88535 w 114300"/>
                      <a:gd name="connsiteY0" fmla="*/ 7144 h 142875"/>
                      <a:gd name="connsiteX1" fmla="*/ 27489 w 114300"/>
                      <a:gd name="connsiteY1" fmla="*/ 7144 h 142875"/>
                      <a:gd name="connsiteX2" fmla="*/ 7144 w 114300"/>
                      <a:gd name="connsiteY2" fmla="*/ 27499 h 142875"/>
                      <a:gd name="connsiteX3" fmla="*/ 7144 w 114300"/>
                      <a:gd name="connsiteY3" fmla="*/ 119063 h 142875"/>
                      <a:gd name="connsiteX4" fmla="*/ 27489 w 114300"/>
                      <a:gd name="connsiteY4" fmla="*/ 139417 h 142875"/>
                      <a:gd name="connsiteX5" fmla="*/ 88535 w 114300"/>
                      <a:gd name="connsiteY5" fmla="*/ 139417 h 142875"/>
                      <a:gd name="connsiteX6" fmla="*/ 108880 w 114300"/>
                      <a:gd name="connsiteY6" fmla="*/ 119063 h 142875"/>
                      <a:gd name="connsiteX7" fmla="*/ 108880 w 114300"/>
                      <a:gd name="connsiteY7" fmla="*/ 27499 h 142875"/>
                      <a:gd name="connsiteX8" fmla="*/ 88535 w 114300"/>
                      <a:gd name="connsiteY8" fmla="*/ 7144 h 1428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14300" h="142875">
                        <a:moveTo>
                          <a:pt x="88535" y="7144"/>
                        </a:moveTo>
                        <a:lnTo>
                          <a:pt x="27489" y="7144"/>
                        </a:lnTo>
                        <a:cubicBezTo>
                          <a:pt x="16250" y="7144"/>
                          <a:pt x="7144" y="16259"/>
                          <a:pt x="7144" y="27499"/>
                        </a:cubicBezTo>
                        <a:lnTo>
                          <a:pt x="7144" y="119063"/>
                        </a:lnTo>
                        <a:cubicBezTo>
                          <a:pt x="7153" y="130321"/>
                          <a:pt x="16269" y="139417"/>
                          <a:pt x="27489" y="139417"/>
                        </a:cubicBezTo>
                        <a:lnTo>
                          <a:pt x="88535" y="139417"/>
                        </a:lnTo>
                        <a:cubicBezTo>
                          <a:pt x="99774" y="139417"/>
                          <a:pt x="108880" y="130321"/>
                          <a:pt x="108880" y="119063"/>
                        </a:cubicBezTo>
                        <a:lnTo>
                          <a:pt x="108880" y="27499"/>
                        </a:lnTo>
                        <a:cubicBezTo>
                          <a:pt x="108890" y="16259"/>
                          <a:pt x="99784" y="7144"/>
                          <a:pt x="88535" y="7144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48" name="小红书平北职场PPT9-7"/>
                  <p:cNvSpPr/>
                  <p:nvPr/>
                </p:nvSpPr>
                <p:spPr>
                  <a:xfrm>
                    <a:off x="8108605" y="3042161"/>
                    <a:ext cx="114300" cy="209550"/>
                  </a:xfrm>
                  <a:custGeom>
                    <a:avLst/>
                    <a:gdLst>
                      <a:gd name="connsiteX0" fmla="*/ 88535 w 114300"/>
                      <a:gd name="connsiteY0" fmla="*/ 7144 h 209550"/>
                      <a:gd name="connsiteX1" fmla="*/ 27489 w 114300"/>
                      <a:gd name="connsiteY1" fmla="*/ 7144 h 209550"/>
                      <a:gd name="connsiteX2" fmla="*/ 7144 w 114300"/>
                      <a:gd name="connsiteY2" fmla="*/ 27499 h 209550"/>
                      <a:gd name="connsiteX3" fmla="*/ 7144 w 114300"/>
                      <a:gd name="connsiteY3" fmla="*/ 190290 h 209550"/>
                      <a:gd name="connsiteX4" fmla="*/ 27489 w 114300"/>
                      <a:gd name="connsiteY4" fmla="*/ 210645 h 209550"/>
                      <a:gd name="connsiteX5" fmla="*/ 88535 w 114300"/>
                      <a:gd name="connsiteY5" fmla="*/ 210645 h 209550"/>
                      <a:gd name="connsiteX6" fmla="*/ 108890 w 114300"/>
                      <a:gd name="connsiteY6" fmla="*/ 190290 h 209550"/>
                      <a:gd name="connsiteX7" fmla="*/ 108890 w 114300"/>
                      <a:gd name="connsiteY7" fmla="*/ 27470 h 209550"/>
                      <a:gd name="connsiteX8" fmla="*/ 88535 w 114300"/>
                      <a:gd name="connsiteY8" fmla="*/ 7144 h 209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14300" h="209550">
                        <a:moveTo>
                          <a:pt x="88535" y="7144"/>
                        </a:moveTo>
                        <a:lnTo>
                          <a:pt x="27489" y="7144"/>
                        </a:lnTo>
                        <a:cubicBezTo>
                          <a:pt x="16250" y="7144"/>
                          <a:pt x="7144" y="16259"/>
                          <a:pt x="7144" y="27499"/>
                        </a:cubicBezTo>
                        <a:lnTo>
                          <a:pt x="7144" y="190290"/>
                        </a:lnTo>
                        <a:cubicBezTo>
                          <a:pt x="7144" y="201549"/>
                          <a:pt x="16259" y="210645"/>
                          <a:pt x="27489" y="210645"/>
                        </a:cubicBezTo>
                        <a:lnTo>
                          <a:pt x="88535" y="210645"/>
                        </a:lnTo>
                        <a:cubicBezTo>
                          <a:pt x="99774" y="210645"/>
                          <a:pt x="108890" y="201549"/>
                          <a:pt x="108890" y="190290"/>
                        </a:cubicBezTo>
                        <a:lnTo>
                          <a:pt x="108890" y="27470"/>
                        </a:lnTo>
                        <a:cubicBezTo>
                          <a:pt x="108890" y="16259"/>
                          <a:pt x="99784" y="7144"/>
                          <a:pt x="88535" y="7144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49" name="小红书平北职场PPT9-8"/>
                  <p:cNvSpPr/>
                  <p:nvPr/>
                </p:nvSpPr>
                <p:spPr>
                  <a:xfrm>
                    <a:off x="8266405" y="2960760"/>
                    <a:ext cx="114300" cy="295275"/>
                  </a:xfrm>
                  <a:custGeom>
                    <a:avLst/>
                    <a:gdLst>
                      <a:gd name="connsiteX0" fmla="*/ 88535 w 114300"/>
                      <a:gd name="connsiteY0" fmla="*/ 7144 h 295275"/>
                      <a:gd name="connsiteX1" fmla="*/ 27499 w 114300"/>
                      <a:gd name="connsiteY1" fmla="*/ 7144 h 295275"/>
                      <a:gd name="connsiteX2" fmla="*/ 7144 w 114300"/>
                      <a:gd name="connsiteY2" fmla="*/ 27489 h 295275"/>
                      <a:gd name="connsiteX3" fmla="*/ 7144 w 114300"/>
                      <a:gd name="connsiteY3" fmla="*/ 271672 h 295275"/>
                      <a:gd name="connsiteX4" fmla="*/ 27499 w 114300"/>
                      <a:gd name="connsiteY4" fmla="*/ 292027 h 295275"/>
                      <a:gd name="connsiteX5" fmla="*/ 88535 w 114300"/>
                      <a:gd name="connsiteY5" fmla="*/ 292027 h 295275"/>
                      <a:gd name="connsiteX6" fmla="*/ 108890 w 114300"/>
                      <a:gd name="connsiteY6" fmla="*/ 271672 h 295275"/>
                      <a:gd name="connsiteX7" fmla="*/ 108890 w 114300"/>
                      <a:gd name="connsiteY7" fmla="*/ 27499 h 295275"/>
                      <a:gd name="connsiteX8" fmla="*/ 88535 w 114300"/>
                      <a:gd name="connsiteY8" fmla="*/ 7144 h 2952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14300" h="295275">
                        <a:moveTo>
                          <a:pt x="88535" y="7144"/>
                        </a:moveTo>
                        <a:lnTo>
                          <a:pt x="27499" y="7144"/>
                        </a:lnTo>
                        <a:cubicBezTo>
                          <a:pt x="16250" y="7144"/>
                          <a:pt x="7144" y="16259"/>
                          <a:pt x="7144" y="27489"/>
                        </a:cubicBezTo>
                        <a:lnTo>
                          <a:pt x="7144" y="271672"/>
                        </a:lnTo>
                        <a:cubicBezTo>
                          <a:pt x="7144" y="282931"/>
                          <a:pt x="16259" y="292027"/>
                          <a:pt x="27499" y="292027"/>
                        </a:cubicBezTo>
                        <a:lnTo>
                          <a:pt x="88535" y="292027"/>
                        </a:lnTo>
                        <a:cubicBezTo>
                          <a:pt x="99784" y="292027"/>
                          <a:pt x="108890" y="282931"/>
                          <a:pt x="108890" y="271672"/>
                        </a:cubicBezTo>
                        <a:lnTo>
                          <a:pt x="108890" y="27499"/>
                        </a:lnTo>
                        <a:cubicBezTo>
                          <a:pt x="108899" y="16259"/>
                          <a:pt x="99784" y="7144"/>
                          <a:pt x="88535" y="7144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50" name="小红书平北职场PPT9-9"/>
                  <p:cNvSpPr/>
                  <p:nvPr/>
                </p:nvSpPr>
                <p:spPr>
                  <a:xfrm>
                    <a:off x="7945828" y="2891701"/>
                    <a:ext cx="295275" cy="180975"/>
                  </a:xfrm>
                  <a:custGeom>
                    <a:avLst/>
                    <a:gdLst>
                      <a:gd name="connsiteX0" fmla="*/ 287087 w 295275"/>
                      <a:gd name="connsiteY0" fmla="*/ 17920 h 180975"/>
                      <a:gd name="connsiteX1" fmla="*/ 236557 w 295275"/>
                      <a:gd name="connsiteY1" fmla="*/ 7356 h 180975"/>
                      <a:gd name="connsiteX2" fmla="*/ 226337 w 295275"/>
                      <a:gd name="connsiteY2" fmla="*/ 11205 h 180975"/>
                      <a:gd name="connsiteX3" fmla="*/ 225499 w 295275"/>
                      <a:gd name="connsiteY3" fmla="*/ 22101 h 180975"/>
                      <a:gd name="connsiteX4" fmla="*/ 236700 w 295275"/>
                      <a:gd name="connsiteY4" fmla="*/ 43161 h 180975"/>
                      <a:gd name="connsiteX5" fmla="*/ 12653 w 295275"/>
                      <a:gd name="connsiteY5" fmla="*/ 158728 h 180975"/>
                      <a:gd name="connsiteX6" fmla="*/ 8281 w 295275"/>
                      <a:gd name="connsiteY6" fmla="*/ 172425 h 180975"/>
                      <a:gd name="connsiteX7" fmla="*/ 17330 w 295275"/>
                      <a:gd name="connsiteY7" fmla="*/ 177930 h 180975"/>
                      <a:gd name="connsiteX8" fmla="*/ 21988 w 295275"/>
                      <a:gd name="connsiteY8" fmla="*/ 176797 h 180975"/>
                      <a:gd name="connsiteX9" fmla="*/ 246244 w 295275"/>
                      <a:gd name="connsiteY9" fmla="*/ 61116 h 180975"/>
                      <a:gd name="connsiteX10" fmla="*/ 256522 w 295275"/>
                      <a:gd name="connsiteY10" fmla="*/ 80432 h 180975"/>
                      <a:gd name="connsiteX11" fmla="*/ 265504 w 295275"/>
                      <a:gd name="connsiteY11" fmla="*/ 85833 h 180975"/>
                      <a:gd name="connsiteX12" fmla="*/ 266018 w 295275"/>
                      <a:gd name="connsiteY12" fmla="*/ 85814 h 180975"/>
                      <a:gd name="connsiteX13" fmla="*/ 274924 w 295275"/>
                      <a:gd name="connsiteY13" fmla="*/ 79499 h 180975"/>
                      <a:gd name="connsiteX14" fmla="*/ 294441 w 295275"/>
                      <a:gd name="connsiteY14" fmla="*/ 31702 h 180975"/>
                      <a:gd name="connsiteX15" fmla="*/ 294003 w 295275"/>
                      <a:gd name="connsiteY15" fmla="*/ 23082 h 180975"/>
                      <a:gd name="connsiteX16" fmla="*/ 287087 w 295275"/>
                      <a:gd name="connsiteY16" fmla="*/ 17920 h 180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95275" h="180975">
                        <a:moveTo>
                          <a:pt x="287087" y="17920"/>
                        </a:moveTo>
                        <a:lnTo>
                          <a:pt x="236557" y="7356"/>
                        </a:lnTo>
                        <a:cubicBezTo>
                          <a:pt x="232690" y="6556"/>
                          <a:pt x="228709" y="8052"/>
                          <a:pt x="226337" y="11205"/>
                        </a:cubicBezTo>
                        <a:cubicBezTo>
                          <a:pt x="223965" y="14367"/>
                          <a:pt x="223641" y="18605"/>
                          <a:pt x="225499" y="22101"/>
                        </a:cubicBezTo>
                        <a:lnTo>
                          <a:pt x="236700" y="43161"/>
                        </a:lnTo>
                        <a:lnTo>
                          <a:pt x="12653" y="158728"/>
                        </a:lnTo>
                        <a:cubicBezTo>
                          <a:pt x="7662" y="161309"/>
                          <a:pt x="5700" y="167453"/>
                          <a:pt x="8281" y="172425"/>
                        </a:cubicBezTo>
                        <a:cubicBezTo>
                          <a:pt x="10091" y="175920"/>
                          <a:pt x="13644" y="177930"/>
                          <a:pt x="17330" y="177930"/>
                        </a:cubicBezTo>
                        <a:cubicBezTo>
                          <a:pt x="18901" y="177930"/>
                          <a:pt x="20492" y="177578"/>
                          <a:pt x="21988" y="176797"/>
                        </a:cubicBezTo>
                        <a:lnTo>
                          <a:pt x="246244" y="61116"/>
                        </a:lnTo>
                        <a:lnTo>
                          <a:pt x="256522" y="80432"/>
                        </a:lnTo>
                        <a:cubicBezTo>
                          <a:pt x="258293" y="83766"/>
                          <a:pt x="261751" y="85833"/>
                          <a:pt x="265504" y="85833"/>
                        </a:cubicBezTo>
                        <a:cubicBezTo>
                          <a:pt x="265675" y="85833"/>
                          <a:pt x="265837" y="85823"/>
                          <a:pt x="266018" y="85814"/>
                        </a:cubicBezTo>
                        <a:cubicBezTo>
                          <a:pt x="269961" y="85614"/>
                          <a:pt x="273438" y="83156"/>
                          <a:pt x="274924" y="79499"/>
                        </a:cubicBezTo>
                        <a:lnTo>
                          <a:pt x="294441" y="31702"/>
                        </a:lnTo>
                        <a:cubicBezTo>
                          <a:pt x="295584" y="28902"/>
                          <a:pt x="295431" y="25749"/>
                          <a:pt x="294003" y="23082"/>
                        </a:cubicBezTo>
                        <a:cubicBezTo>
                          <a:pt x="292564" y="20444"/>
                          <a:pt x="290040" y="18548"/>
                          <a:pt x="287087" y="1792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37" name="组合 36"/>
              <p:cNvGrpSpPr/>
              <p:nvPr/>
            </p:nvGrpSpPr>
            <p:grpSpPr>
              <a:xfrm>
                <a:off x="711845" y="5174916"/>
                <a:ext cx="1275375" cy="1198913"/>
                <a:chOff x="538648" y="5207168"/>
                <a:chExt cx="1275375" cy="1198913"/>
              </a:xfrm>
            </p:grpSpPr>
            <p:sp>
              <p:nvSpPr>
                <p:cNvPr id="38" name="小红书平北职场PPT9-10"/>
                <p:cNvSpPr txBox="1"/>
                <p:nvPr/>
              </p:nvSpPr>
              <p:spPr>
                <a:xfrm>
                  <a:off x="538648" y="5207168"/>
                  <a:ext cx="1275375" cy="18094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just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运营总支出增</a:t>
                  </a:r>
                </a:p>
              </p:txBody>
            </p:sp>
            <p:sp>
              <p:nvSpPr>
                <p:cNvPr id="39" name="小红书平北职场PPT9-11"/>
                <p:cNvSpPr txBox="1"/>
                <p:nvPr/>
              </p:nvSpPr>
              <p:spPr>
                <a:xfrm>
                  <a:off x="538648" y="5451807"/>
                  <a:ext cx="1150956" cy="43907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187</a:t>
                  </a: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 万元</a:t>
                  </a:r>
                  <a:endPara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40" name="小红书平北职场PPT9-12"/>
                <p:cNvSpPr txBox="1"/>
                <p:nvPr/>
              </p:nvSpPr>
              <p:spPr>
                <a:xfrm>
                  <a:off x="538648" y="5973590"/>
                  <a:ext cx="1275375" cy="43249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just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反映整体成本控制面临压力</a:t>
                  </a:r>
                </a:p>
              </p:txBody>
            </p:sp>
          </p:grpSp>
        </p:grpSp>
        <p:grpSp>
          <p:nvGrpSpPr>
            <p:cNvPr id="23" name="组合 22"/>
            <p:cNvGrpSpPr/>
            <p:nvPr/>
          </p:nvGrpSpPr>
          <p:grpSpPr>
            <a:xfrm>
              <a:off x="9594869" y="2842641"/>
              <a:ext cx="2185208" cy="1531066"/>
              <a:chOff x="2487926" y="4992240"/>
              <a:chExt cx="2185208" cy="1531066"/>
            </a:xfrm>
          </p:grpSpPr>
          <p:grpSp>
            <p:nvGrpSpPr>
              <p:cNvPr id="24" name="组合 23"/>
              <p:cNvGrpSpPr/>
              <p:nvPr/>
            </p:nvGrpSpPr>
            <p:grpSpPr>
              <a:xfrm>
                <a:off x="2487926" y="4992240"/>
                <a:ext cx="2185208" cy="1531066"/>
                <a:chOff x="2487926" y="4992240"/>
                <a:chExt cx="2185208" cy="1531066"/>
              </a:xfrm>
            </p:grpSpPr>
            <p:sp>
              <p:nvSpPr>
                <p:cNvPr id="29" name="小红书平北职场PPT9-13"/>
                <p:cNvSpPr/>
                <p:nvPr/>
              </p:nvSpPr>
              <p:spPr>
                <a:xfrm>
                  <a:off x="2487926" y="4992240"/>
                  <a:ext cx="2185208" cy="1531066"/>
                </a:xfrm>
                <a:prstGeom prst="roundRect">
                  <a:avLst>
                    <a:gd name="adj" fmla="val 4811"/>
                  </a:avLst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 w="9525">
                  <a:noFill/>
                  <a:round/>
                </a:ln>
                <a:effectLst>
                  <a:outerShdw blurRad="165100" dist="76200" dir="5400000" algn="ctr" rotWithShape="0">
                    <a:schemeClr val="accent2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30" name="小红书平北职场PPT9-14"/>
                <p:cNvSpPr/>
                <p:nvPr/>
              </p:nvSpPr>
              <p:spPr>
                <a:xfrm>
                  <a:off x="2668212" y="5173319"/>
                  <a:ext cx="36000" cy="120933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1">
                    <a:alpha val="7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grpSp>
              <p:nvGrpSpPr>
                <p:cNvPr id="31" name="Graphic 6"/>
                <p:cNvGrpSpPr/>
                <p:nvPr/>
              </p:nvGrpSpPr>
              <p:grpSpPr>
                <a:xfrm flipH="1">
                  <a:off x="3876638" y="5184028"/>
                  <a:ext cx="506990" cy="506990"/>
                  <a:chOff x="9542585" y="5867400"/>
                  <a:chExt cx="4876800" cy="4876800"/>
                </a:xfrm>
                <a:gradFill flip="none" rotWithShape="1">
                  <a:gsLst>
                    <a:gs pos="0">
                      <a:schemeClr val="bg1">
                        <a:alpha val="50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2700000" scaled="1"/>
                  <a:tileRect/>
                </a:gradFill>
              </p:grpSpPr>
              <p:sp>
                <p:nvSpPr>
                  <p:cNvPr id="32" name="小红书平北职场PPT9-15"/>
                  <p:cNvSpPr/>
                  <p:nvPr/>
                </p:nvSpPr>
                <p:spPr>
                  <a:xfrm>
                    <a:off x="9536975" y="5861028"/>
                    <a:ext cx="3743325" cy="2038350"/>
                  </a:xfrm>
                  <a:custGeom>
                    <a:avLst/>
                    <a:gdLst>
                      <a:gd name="connsiteX0" fmla="*/ 3740944 w 3743325"/>
                      <a:gd name="connsiteY0" fmla="*/ 7144 h 2038350"/>
                      <a:gd name="connsiteX1" fmla="*/ 7144 w 3743325"/>
                      <a:gd name="connsiteY1" fmla="*/ 7144 h 2038350"/>
                      <a:gd name="connsiteX2" fmla="*/ 7144 w 3743325"/>
                      <a:gd name="connsiteY2" fmla="*/ 2035969 h 2038350"/>
                      <a:gd name="connsiteX3" fmla="*/ 3740944 w 3743325"/>
                      <a:gd name="connsiteY3" fmla="*/ 2035969 h 2038350"/>
                      <a:gd name="connsiteX4" fmla="*/ 1159669 w 3743325"/>
                      <a:gd name="connsiteY4" fmla="*/ 1159669 h 2038350"/>
                      <a:gd name="connsiteX5" fmla="*/ 873919 w 3743325"/>
                      <a:gd name="connsiteY5" fmla="*/ 1159669 h 2038350"/>
                      <a:gd name="connsiteX6" fmla="*/ 873919 w 3743325"/>
                      <a:gd name="connsiteY6" fmla="*/ 873919 h 2038350"/>
                      <a:gd name="connsiteX7" fmla="*/ 1159669 w 3743325"/>
                      <a:gd name="connsiteY7" fmla="*/ 873919 h 2038350"/>
                      <a:gd name="connsiteX8" fmla="*/ 1874044 w 3743325"/>
                      <a:gd name="connsiteY8" fmla="*/ 1445419 h 2038350"/>
                      <a:gd name="connsiteX9" fmla="*/ 1445419 w 3743325"/>
                      <a:gd name="connsiteY9" fmla="*/ 1016794 h 2038350"/>
                      <a:gd name="connsiteX10" fmla="*/ 1874044 w 3743325"/>
                      <a:gd name="connsiteY10" fmla="*/ 588169 h 2038350"/>
                      <a:gd name="connsiteX11" fmla="*/ 2302669 w 3743325"/>
                      <a:gd name="connsiteY11" fmla="*/ 1016794 h 2038350"/>
                      <a:gd name="connsiteX12" fmla="*/ 1874044 w 3743325"/>
                      <a:gd name="connsiteY12" fmla="*/ 1445419 h 2038350"/>
                      <a:gd name="connsiteX13" fmla="*/ 2874169 w 3743325"/>
                      <a:gd name="connsiteY13" fmla="*/ 1159669 h 2038350"/>
                      <a:gd name="connsiteX14" fmla="*/ 2588419 w 3743325"/>
                      <a:gd name="connsiteY14" fmla="*/ 1159669 h 2038350"/>
                      <a:gd name="connsiteX15" fmla="*/ 2588419 w 3743325"/>
                      <a:gd name="connsiteY15" fmla="*/ 873919 h 2038350"/>
                      <a:gd name="connsiteX16" fmla="*/ 2874169 w 3743325"/>
                      <a:gd name="connsiteY16" fmla="*/ 873919 h 20383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3743325" h="2038350">
                        <a:moveTo>
                          <a:pt x="3740944" y="7144"/>
                        </a:moveTo>
                        <a:lnTo>
                          <a:pt x="7144" y="7144"/>
                        </a:lnTo>
                        <a:lnTo>
                          <a:pt x="7144" y="2035969"/>
                        </a:lnTo>
                        <a:lnTo>
                          <a:pt x="3740944" y="2035969"/>
                        </a:lnTo>
                        <a:close/>
                        <a:moveTo>
                          <a:pt x="1159669" y="1159669"/>
                        </a:moveTo>
                        <a:lnTo>
                          <a:pt x="873919" y="1159669"/>
                        </a:lnTo>
                        <a:lnTo>
                          <a:pt x="873919" y="873919"/>
                        </a:lnTo>
                        <a:lnTo>
                          <a:pt x="1159669" y="873919"/>
                        </a:lnTo>
                        <a:close/>
                        <a:moveTo>
                          <a:pt x="1874044" y="1445419"/>
                        </a:moveTo>
                        <a:cubicBezTo>
                          <a:pt x="1637690" y="1445419"/>
                          <a:pt x="1445419" y="1253147"/>
                          <a:pt x="1445419" y="1016794"/>
                        </a:cubicBezTo>
                        <a:cubicBezTo>
                          <a:pt x="1445419" y="780440"/>
                          <a:pt x="1637690" y="588169"/>
                          <a:pt x="1874044" y="588169"/>
                        </a:cubicBezTo>
                        <a:cubicBezTo>
                          <a:pt x="2110397" y="588169"/>
                          <a:pt x="2302669" y="780440"/>
                          <a:pt x="2302669" y="1016794"/>
                        </a:cubicBezTo>
                        <a:cubicBezTo>
                          <a:pt x="2302669" y="1253147"/>
                          <a:pt x="2110407" y="1445419"/>
                          <a:pt x="1874044" y="1445419"/>
                        </a:cubicBezTo>
                        <a:close/>
                        <a:moveTo>
                          <a:pt x="2874169" y="1159669"/>
                        </a:moveTo>
                        <a:lnTo>
                          <a:pt x="2588419" y="1159669"/>
                        </a:lnTo>
                        <a:lnTo>
                          <a:pt x="2588419" y="873919"/>
                        </a:lnTo>
                        <a:lnTo>
                          <a:pt x="2874169" y="8739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33" name="小红书平北职场PPT9-16"/>
                  <p:cNvSpPr/>
                  <p:nvPr/>
                </p:nvSpPr>
                <p:spPr>
                  <a:xfrm>
                    <a:off x="11261000" y="6727803"/>
                    <a:ext cx="295275" cy="295275"/>
                  </a:xfrm>
                  <a:custGeom>
                    <a:avLst/>
                    <a:gdLst>
                      <a:gd name="connsiteX0" fmla="*/ 292894 w 295275"/>
                      <a:gd name="connsiteY0" fmla="*/ 150019 h 295275"/>
                      <a:gd name="connsiteX1" fmla="*/ 150019 w 295275"/>
                      <a:gd name="connsiteY1" fmla="*/ 292894 h 295275"/>
                      <a:gd name="connsiteX2" fmla="*/ 7144 w 295275"/>
                      <a:gd name="connsiteY2" fmla="*/ 150019 h 295275"/>
                      <a:gd name="connsiteX3" fmla="*/ 150019 w 295275"/>
                      <a:gd name="connsiteY3" fmla="*/ 7144 h 295275"/>
                      <a:gd name="connsiteX4" fmla="*/ 292894 w 295275"/>
                      <a:gd name="connsiteY4" fmla="*/ 150019 h 2952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95275" h="295275">
                        <a:moveTo>
                          <a:pt x="292894" y="150019"/>
                        </a:moveTo>
                        <a:cubicBezTo>
                          <a:pt x="292894" y="228926"/>
                          <a:pt x="228926" y="292894"/>
                          <a:pt x="150019" y="292894"/>
                        </a:cubicBezTo>
                        <a:cubicBezTo>
                          <a:pt x="71111" y="292894"/>
                          <a:pt x="7144" y="228926"/>
                          <a:pt x="7144" y="150019"/>
                        </a:cubicBezTo>
                        <a:cubicBezTo>
                          <a:pt x="7144" y="71111"/>
                          <a:pt x="71111" y="7144"/>
                          <a:pt x="150019" y="7144"/>
                        </a:cubicBezTo>
                        <a:cubicBezTo>
                          <a:pt x="228926" y="7144"/>
                          <a:pt x="292894" y="71111"/>
                          <a:pt x="292894" y="150019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34" name="小红书平北职场PPT9-17"/>
                  <p:cNvSpPr/>
                  <p:nvPr/>
                </p:nvSpPr>
                <p:spPr>
                  <a:xfrm>
                    <a:off x="9535441" y="8261252"/>
                    <a:ext cx="4200525" cy="1828800"/>
                  </a:xfrm>
                  <a:custGeom>
                    <a:avLst/>
                    <a:gdLst>
                      <a:gd name="connsiteX0" fmla="*/ 2463022 w 4200525"/>
                      <a:gd name="connsiteY0" fmla="*/ 1788775 h 1828800"/>
                      <a:gd name="connsiteX1" fmla="*/ 3134754 w 4200525"/>
                      <a:gd name="connsiteY1" fmla="*/ 1822627 h 1828800"/>
                      <a:gd name="connsiteX2" fmla="*/ 4197287 w 4200525"/>
                      <a:gd name="connsiteY2" fmla="*/ 760094 h 1828800"/>
                      <a:gd name="connsiteX3" fmla="*/ 3937264 w 4200525"/>
                      <a:gd name="connsiteY3" fmla="*/ 500100 h 1828800"/>
                      <a:gd name="connsiteX4" fmla="*/ 3230147 w 4200525"/>
                      <a:gd name="connsiteY4" fmla="*/ 207235 h 1828800"/>
                      <a:gd name="connsiteX5" fmla="*/ 2151802 w 4200525"/>
                      <a:gd name="connsiteY5" fmla="*/ 207235 h 1828800"/>
                      <a:gd name="connsiteX6" fmla="*/ 1723177 w 4200525"/>
                      <a:gd name="connsiteY6" fmla="*/ 635860 h 1828800"/>
                      <a:gd name="connsiteX7" fmla="*/ 1723177 w 4200525"/>
                      <a:gd name="connsiteY7" fmla="*/ 778735 h 1828800"/>
                      <a:gd name="connsiteX8" fmla="*/ 2634082 w 4200525"/>
                      <a:gd name="connsiteY8" fmla="*/ 778735 h 1828800"/>
                      <a:gd name="connsiteX9" fmla="*/ 3264884 w 4200525"/>
                      <a:gd name="connsiteY9" fmla="*/ 1039930 h 1828800"/>
                      <a:gd name="connsiteX10" fmla="*/ 3062850 w 4200525"/>
                      <a:gd name="connsiteY10" fmla="*/ 1241964 h 1828800"/>
                      <a:gd name="connsiteX11" fmla="*/ 2634082 w 4200525"/>
                      <a:gd name="connsiteY11" fmla="*/ 1064485 h 1828800"/>
                      <a:gd name="connsiteX12" fmla="*/ 1653835 w 4200525"/>
                      <a:gd name="connsiteY12" fmla="*/ 1064485 h 1828800"/>
                      <a:gd name="connsiteX13" fmla="*/ 738121 w 4200525"/>
                      <a:gd name="connsiteY13" fmla="*/ 148704 h 1828800"/>
                      <a:gd name="connsiteX14" fmla="*/ 111595 w 4200525"/>
                      <a:gd name="connsiteY14" fmla="*/ 121510 h 1828800"/>
                      <a:gd name="connsiteX15" fmla="*/ 7144 w 4200525"/>
                      <a:gd name="connsiteY15" fmla="*/ 225932 h 1828800"/>
                      <a:gd name="connsiteX16" fmla="*/ 1326223 w 4200525"/>
                      <a:gd name="connsiteY16" fmla="*/ 1545021 h 1828800"/>
                      <a:gd name="connsiteX17" fmla="*/ 2463022 w 4200525"/>
                      <a:gd name="connsiteY17" fmla="*/ 1788775 h 18288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4200525" h="1828800">
                        <a:moveTo>
                          <a:pt x="2463022" y="1788775"/>
                        </a:moveTo>
                        <a:cubicBezTo>
                          <a:pt x="2710386" y="1777907"/>
                          <a:pt x="2947159" y="1768859"/>
                          <a:pt x="3134754" y="1822627"/>
                        </a:cubicBezTo>
                        <a:lnTo>
                          <a:pt x="4197287" y="760094"/>
                        </a:lnTo>
                        <a:lnTo>
                          <a:pt x="3937264" y="500100"/>
                        </a:lnTo>
                        <a:cubicBezTo>
                          <a:pt x="3749726" y="312572"/>
                          <a:pt x="3495370" y="207235"/>
                          <a:pt x="3230147" y="207235"/>
                        </a:cubicBezTo>
                        <a:lnTo>
                          <a:pt x="2151802" y="207235"/>
                        </a:lnTo>
                        <a:cubicBezTo>
                          <a:pt x="1915077" y="207235"/>
                          <a:pt x="1723177" y="399135"/>
                          <a:pt x="1723177" y="635860"/>
                        </a:cubicBezTo>
                        <a:lnTo>
                          <a:pt x="1723177" y="778735"/>
                        </a:lnTo>
                        <a:lnTo>
                          <a:pt x="2634082" y="778735"/>
                        </a:lnTo>
                        <a:cubicBezTo>
                          <a:pt x="2872397" y="778735"/>
                          <a:pt x="3096473" y="871518"/>
                          <a:pt x="3264884" y="1039930"/>
                        </a:cubicBezTo>
                        <a:lnTo>
                          <a:pt x="3062850" y="1241964"/>
                        </a:lnTo>
                        <a:cubicBezTo>
                          <a:pt x="2948435" y="1127550"/>
                          <a:pt x="2796073" y="1064485"/>
                          <a:pt x="2634082" y="1064485"/>
                        </a:cubicBezTo>
                        <a:lnTo>
                          <a:pt x="1653835" y="1064485"/>
                        </a:lnTo>
                        <a:lnTo>
                          <a:pt x="738121" y="148704"/>
                        </a:lnTo>
                        <a:cubicBezTo>
                          <a:pt x="567966" y="-21470"/>
                          <a:pt x="282931" y="-47473"/>
                          <a:pt x="111595" y="121510"/>
                        </a:cubicBezTo>
                        <a:cubicBezTo>
                          <a:pt x="110442" y="122634"/>
                          <a:pt x="7144" y="225932"/>
                          <a:pt x="7144" y="225932"/>
                        </a:cubicBezTo>
                        <a:lnTo>
                          <a:pt x="1326223" y="1545021"/>
                        </a:lnTo>
                        <a:cubicBezTo>
                          <a:pt x="1607372" y="1826161"/>
                          <a:pt x="2050999" y="1807054"/>
                          <a:pt x="2463022" y="1788775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35" name="小红书平北职场PPT9-18"/>
                  <p:cNvSpPr/>
                  <p:nvPr/>
                </p:nvSpPr>
                <p:spPr>
                  <a:xfrm>
                    <a:off x="12917359" y="9216219"/>
                    <a:ext cx="1504950" cy="1533525"/>
                  </a:xfrm>
                  <a:custGeom>
                    <a:avLst/>
                    <a:gdLst>
                      <a:gd name="connsiteX0" fmla="*/ 7144 w 1504950"/>
                      <a:gd name="connsiteY0" fmla="*/ 1017423 h 1533525"/>
                      <a:gd name="connsiteX1" fmla="*/ 522484 w 1504950"/>
                      <a:gd name="connsiteY1" fmla="*/ 1528753 h 1533525"/>
                      <a:gd name="connsiteX2" fmla="*/ 1503559 w 1504950"/>
                      <a:gd name="connsiteY2" fmla="*/ 494738 h 1533525"/>
                      <a:gd name="connsiteX3" fmla="*/ 1017413 w 1504950"/>
                      <a:gd name="connsiteY3" fmla="*/ 7144 h 1533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04950" h="1533525">
                        <a:moveTo>
                          <a:pt x="7144" y="1017423"/>
                        </a:moveTo>
                        <a:lnTo>
                          <a:pt x="522484" y="1528753"/>
                        </a:lnTo>
                        <a:lnTo>
                          <a:pt x="1503559" y="494738"/>
                        </a:lnTo>
                        <a:lnTo>
                          <a:pt x="1017413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25" name="组合 24"/>
              <p:cNvGrpSpPr/>
              <p:nvPr/>
            </p:nvGrpSpPr>
            <p:grpSpPr>
              <a:xfrm>
                <a:off x="2974860" y="5174916"/>
                <a:ext cx="1275375" cy="1198913"/>
                <a:chOff x="538648" y="5207168"/>
                <a:chExt cx="1275375" cy="1198913"/>
              </a:xfrm>
            </p:grpSpPr>
            <p:sp>
              <p:nvSpPr>
                <p:cNvPr id="26" name="小红书平北职场PPT9-19"/>
                <p:cNvSpPr txBox="1"/>
                <p:nvPr/>
              </p:nvSpPr>
              <p:spPr>
                <a:xfrm>
                  <a:off x="538648" y="5451807"/>
                  <a:ext cx="1192634" cy="43907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390</a:t>
                  </a: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  万元</a:t>
                  </a:r>
                  <a:endPara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27" name="小红书平北职场PPT9-20"/>
                <p:cNvSpPr txBox="1"/>
                <p:nvPr/>
              </p:nvSpPr>
              <p:spPr>
                <a:xfrm>
                  <a:off x="538648" y="5973590"/>
                  <a:ext cx="1275375" cy="43249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just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表明公司资源战略性向前倾斜</a:t>
                  </a:r>
                </a:p>
              </p:txBody>
            </p:sp>
            <p:sp>
              <p:nvSpPr>
                <p:cNvPr id="28" name="小红书平北职场PPT9-21"/>
                <p:cNvSpPr txBox="1"/>
                <p:nvPr/>
              </p:nvSpPr>
              <p:spPr>
                <a:xfrm>
                  <a:off x="538648" y="5207168"/>
                  <a:ext cx="1275375" cy="18094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just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前端费用激增</a:t>
                  </a:r>
                </a:p>
              </p:txBody>
            </p:sp>
          </p:grpSp>
        </p:grpSp>
      </p:grpSp>
      <p:grpSp>
        <p:nvGrpSpPr>
          <p:cNvPr id="51" name="小红书平北职场PPT10"/>
          <p:cNvGrpSpPr/>
          <p:nvPr/>
        </p:nvGrpSpPr>
        <p:grpSpPr>
          <a:xfrm>
            <a:off x="522977" y="1106349"/>
            <a:ext cx="8727859" cy="496607"/>
            <a:chOff x="378932" y="1032251"/>
            <a:chExt cx="8672945" cy="560193"/>
          </a:xfrm>
        </p:grpSpPr>
        <p:cxnSp>
          <p:nvCxnSpPr>
            <p:cNvPr id="52" name="小红书平北职场PPT10-1"/>
            <p:cNvCxnSpPr/>
            <p:nvPr/>
          </p:nvCxnSpPr>
          <p:spPr>
            <a:xfrm>
              <a:off x="378932" y="1032251"/>
              <a:ext cx="8672945" cy="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小红书平北职场PPT10-2"/>
            <p:cNvCxnSpPr/>
            <p:nvPr/>
          </p:nvCxnSpPr>
          <p:spPr>
            <a:xfrm>
              <a:off x="378932" y="1592444"/>
              <a:ext cx="8672945" cy="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小红书平北职场PPT11"/>
          <p:cNvGrpSpPr/>
          <p:nvPr/>
        </p:nvGrpSpPr>
        <p:grpSpPr>
          <a:xfrm>
            <a:off x="5419039" y="885821"/>
            <a:ext cx="1697331" cy="3834904"/>
            <a:chOff x="5611449" y="7393923"/>
            <a:chExt cx="1613673" cy="3920555"/>
          </a:xfrm>
        </p:grpSpPr>
        <p:sp>
          <p:nvSpPr>
            <p:cNvPr id="55" name="小红书平北职场PPT11-1"/>
            <p:cNvSpPr/>
            <p:nvPr/>
          </p:nvSpPr>
          <p:spPr>
            <a:xfrm rot="10800000" flipV="1">
              <a:off x="5611449" y="7393924"/>
              <a:ext cx="1436431" cy="128209"/>
            </a:xfrm>
            <a:prstGeom prst="trapezoid">
              <a:avLst>
                <a:gd name="adj" fmla="val 79478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56" name="小红书平北职场PPT11-2"/>
            <p:cNvSpPr/>
            <p:nvPr/>
          </p:nvSpPr>
          <p:spPr>
            <a:xfrm>
              <a:off x="5715242" y="7393923"/>
              <a:ext cx="1509880" cy="392055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graphicFrame>
        <p:nvGraphicFramePr>
          <p:cNvPr id="57" name="小红书平北职场PPT12"/>
          <p:cNvGraphicFramePr>
            <a:graphicFrameLocks noGrp="1"/>
          </p:cNvGraphicFramePr>
          <p:nvPr/>
        </p:nvGraphicFramePr>
        <p:xfrm>
          <a:off x="5378012" y="970427"/>
          <a:ext cx="1590387" cy="372780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schemeClr val="accent1">
                      <a:alpha val="16000"/>
                    </a:schemeClr>
                  </a:outerShdw>
                </a:effectLst>
                <a:tableStyleId>{5C22544A-7EE6-4342-B048-85BDC9FD1C3A}</a:tableStyleId>
              </a:tblPr>
              <a:tblGrid>
                <a:gridCol w="1590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9475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zh-CN" altLang="en-US" sz="1600" b="0" kern="1200" baseline="0" dirty="0">
                        <a:solidFill>
                          <a:schemeClr val="bg1"/>
                        </a:solidFill>
                        <a:latin typeface="思源黑体 CN Bold" panose="020B0800000000000000" pitchFamily="34" charset="-122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66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270.3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66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55.4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66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34.5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66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-24.6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66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-32.3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8" name="小红书平北职场PPT13"/>
          <p:cNvGrpSpPr/>
          <p:nvPr/>
        </p:nvGrpSpPr>
        <p:grpSpPr>
          <a:xfrm>
            <a:off x="5776919" y="1748079"/>
            <a:ext cx="209849" cy="2845420"/>
            <a:chOff x="5452183" y="1706515"/>
            <a:chExt cx="199506" cy="2845420"/>
          </a:xfrm>
        </p:grpSpPr>
        <p:sp>
          <p:nvSpPr>
            <p:cNvPr id="59" name="小红书平北职场PPT13-1"/>
            <p:cNvSpPr/>
            <p:nvPr/>
          </p:nvSpPr>
          <p:spPr>
            <a:xfrm flipV="1">
              <a:off x="5452183" y="1706515"/>
              <a:ext cx="199506" cy="351055"/>
            </a:xfrm>
            <a:custGeom>
              <a:avLst/>
              <a:gdLst>
                <a:gd name="connsiteX0" fmla="*/ 985836 w 985836"/>
                <a:gd name="connsiteY0" fmla="*/ 0 h 736721"/>
                <a:gd name="connsiteX1" fmla="*/ 0 w 985836"/>
                <a:gd name="connsiteY1" fmla="*/ 0 h 736721"/>
                <a:gd name="connsiteX2" fmla="*/ 16154 w 985836"/>
                <a:gd name="connsiteY2" fmla="*/ 7595 h 736721"/>
                <a:gd name="connsiteX3" fmla="*/ 324344 w 985836"/>
                <a:gd name="connsiteY3" fmla="*/ 391994 h 736721"/>
                <a:gd name="connsiteX4" fmla="*/ 382618 w 985836"/>
                <a:gd name="connsiteY4" fmla="*/ 554608 h 736721"/>
                <a:gd name="connsiteX5" fmla="*/ 266077 w 985836"/>
                <a:gd name="connsiteY5" fmla="*/ 554608 h 736721"/>
                <a:gd name="connsiteX6" fmla="*/ 492919 w 985836"/>
                <a:gd name="connsiteY6" fmla="*/ 736721 h 736721"/>
                <a:gd name="connsiteX7" fmla="*/ 719761 w 985836"/>
                <a:gd name="connsiteY7" fmla="*/ 554608 h 736721"/>
                <a:gd name="connsiteX8" fmla="*/ 603218 w 985836"/>
                <a:gd name="connsiteY8" fmla="*/ 554608 h 736721"/>
                <a:gd name="connsiteX9" fmla="*/ 661492 w 985836"/>
                <a:gd name="connsiteY9" fmla="*/ 391994 h 736721"/>
                <a:gd name="connsiteX10" fmla="*/ 969683 w 985836"/>
                <a:gd name="connsiteY10" fmla="*/ 7595 h 736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85836" h="736721">
                  <a:moveTo>
                    <a:pt x="985836" y="0"/>
                  </a:moveTo>
                  <a:lnTo>
                    <a:pt x="0" y="0"/>
                  </a:lnTo>
                  <a:lnTo>
                    <a:pt x="16154" y="7595"/>
                  </a:lnTo>
                  <a:cubicBezTo>
                    <a:pt x="141861" y="88128"/>
                    <a:pt x="248816" y="222662"/>
                    <a:pt x="324344" y="391994"/>
                  </a:cubicBezTo>
                  <a:lnTo>
                    <a:pt x="382618" y="554608"/>
                  </a:lnTo>
                  <a:lnTo>
                    <a:pt x="266077" y="554608"/>
                  </a:lnTo>
                  <a:lnTo>
                    <a:pt x="492919" y="736721"/>
                  </a:lnTo>
                  <a:lnTo>
                    <a:pt x="719761" y="554608"/>
                  </a:lnTo>
                  <a:lnTo>
                    <a:pt x="603218" y="554608"/>
                  </a:lnTo>
                  <a:lnTo>
                    <a:pt x="661492" y="391994"/>
                  </a:lnTo>
                  <a:cubicBezTo>
                    <a:pt x="737021" y="222662"/>
                    <a:pt x="843976" y="88128"/>
                    <a:pt x="969683" y="759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6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0" name="小红书平北职场PPT13-2"/>
            <p:cNvSpPr/>
            <p:nvPr/>
          </p:nvSpPr>
          <p:spPr>
            <a:xfrm flipV="1">
              <a:off x="5452183" y="2325980"/>
              <a:ext cx="199506" cy="351055"/>
            </a:xfrm>
            <a:custGeom>
              <a:avLst/>
              <a:gdLst>
                <a:gd name="connsiteX0" fmla="*/ 985836 w 985836"/>
                <a:gd name="connsiteY0" fmla="*/ 0 h 736721"/>
                <a:gd name="connsiteX1" fmla="*/ 0 w 985836"/>
                <a:gd name="connsiteY1" fmla="*/ 0 h 736721"/>
                <a:gd name="connsiteX2" fmla="*/ 16154 w 985836"/>
                <a:gd name="connsiteY2" fmla="*/ 7595 h 736721"/>
                <a:gd name="connsiteX3" fmla="*/ 324344 w 985836"/>
                <a:gd name="connsiteY3" fmla="*/ 391994 h 736721"/>
                <a:gd name="connsiteX4" fmla="*/ 382618 w 985836"/>
                <a:gd name="connsiteY4" fmla="*/ 554608 h 736721"/>
                <a:gd name="connsiteX5" fmla="*/ 266077 w 985836"/>
                <a:gd name="connsiteY5" fmla="*/ 554608 h 736721"/>
                <a:gd name="connsiteX6" fmla="*/ 492919 w 985836"/>
                <a:gd name="connsiteY6" fmla="*/ 736721 h 736721"/>
                <a:gd name="connsiteX7" fmla="*/ 719761 w 985836"/>
                <a:gd name="connsiteY7" fmla="*/ 554608 h 736721"/>
                <a:gd name="connsiteX8" fmla="*/ 603218 w 985836"/>
                <a:gd name="connsiteY8" fmla="*/ 554608 h 736721"/>
                <a:gd name="connsiteX9" fmla="*/ 661492 w 985836"/>
                <a:gd name="connsiteY9" fmla="*/ 391994 h 736721"/>
                <a:gd name="connsiteX10" fmla="*/ 969683 w 985836"/>
                <a:gd name="connsiteY10" fmla="*/ 7595 h 736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85836" h="736721">
                  <a:moveTo>
                    <a:pt x="985836" y="0"/>
                  </a:moveTo>
                  <a:lnTo>
                    <a:pt x="0" y="0"/>
                  </a:lnTo>
                  <a:lnTo>
                    <a:pt x="16154" y="7595"/>
                  </a:lnTo>
                  <a:cubicBezTo>
                    <a:pt x="141861" y="88128"/>
                    <a:pt x="248816" y="222662"/>
                    <a:pt x="324344" y="391994"/>
                  </a:cubicBezTo>
                  <a:lnTo>
                    <a:pt x="382618" y="554608"/>
                  </a:lnTo>
                  <a:lnTo>
                    <a:pt x="266077" y="554608"/>
                  </a:lnTo>
                  <a:lnTo>
                    <a:pt x="492919" y="736721"/>
                  </a:lnTo>
                  <a:lnTo>
                    <a:pt x="719761" y="554608"/>
                  </a:lnTo>
                  <a:lnTo>
                    <a:pt x="603218" y="554608"/>
                  </a:lnTo>
                  <a:lnTo>
                    <a:pt x="661492" y="391994"/>
                  </a:lnTo>
                  <a:cubicBezTo>
                    <a:pt x="737021" y="222662"/>
                    <a:pt x="843976" y="88128"/>
                    <a:pt x="969683" y="759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6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1" name="小红书平北职场PPT13-3"/>
            <p:cNvSpPr/>
            <p:nvPr/>
          </p:nvSpPr>
          <p:spPr>
            <a:xfrm flipV="1">
              <a:off x="5452183" y="2945447"/>
              <a:ext cx="199506" cy="351055"/>
            </a:xfrm>
            <a:custGeom>
              <a:avLst/>
              <a:gdLst>
                <a:gd name="connsiteX0" fmla="*/ 985836 w 985836"/>
                <a:gd name="connsiteY0" fmla="*/ 0 h 736721"/>
                <a:gd name="connsiteX1" fmla="*/ 0 w 985836"/>
                <a:gd name="connsiteY1" fmla="*/ 0 h 736721"/>
                <a:gd name="connsiteX2" fmla="*/ 16154 w 985836"/>
                <a:gd name="connsiteY2" fmla="*/ 7595 h 736721"/>
                <a:gd name="connsiteX3" fmla="*/ 324344 w 985836"/>
                <a:gd name="connsiteY3" fmla="*/ 391994 h 736721"/>
                <a:gd name="connsiteX4" fmla="*/ 382618 w 985836"/>
                <a:gd name="connsiteY4" fmla="*/ 554608 h 736721"/>
                <a:gd name="connsiteX5" fmla="*/ 266077 w 985836"/>
                <a:gd name="connsiteY5" fmla="*/ 554608 h 736721"/>
                <a:gd name="connsiteX6" fmla="*/ 492919 w 985836"/>
                <a:gd name="connsiteY6" fmla="*/ 736721 h 736721"/>
                <a:gd name="connsiteX7" fmla="*/ 719761 w 985836"/>
                <a:gd name="connsiteY7" fmla="*/ 554608 h 736721"/>
                <a:gd name="connsiteX8" fmla="*/ 603218 w 985836"/>
                <a:gd name="connsiteY8" fmla="*/ 554608 h 736721"/>
                <a:gd name="connsiteX9" fmla="*/ 661492 w 985836"/>
                <a:gd name="connsiteY9" fmla="*/ 391994 h 736721"/>
                <a:gd name="connsiteX10" fmla="*/ 969683 w 985836"/>
                <a:gd name="connsiteY10" fmla="*/ 7595 h 736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85836" h="736721">
                  <a:moveTo>
                    <a:pt x="985836" y="0"/>
                  </a:moveTo>
                  <a:lnTo>
                    <a:pt x="0" y="0"/>
                  </a:lnTo>
                  <a:lnTo>
                    <a:pt x="16154" y="7595"/>
                  </a:lnTo>
                  <a:cubicBezTo>
                    <a:pt x="141861" y="88128"/>
                    <a:pt x="248816" y="222662"/>
                    <a:pt x="324344" y="391994"/>
                  </a:cubicBezTo>
                  <a:lnTo>
                    <a:pt x="382618" y="554608"/>
                  </a:lnTo>
                  <a:lnTo>
                    <a:pt x="266077" y="554608"/>
                  </a:lnTo>
                  <a:lnTo>
                    <a:pt x="492919" y="736721"/>
                  </a:lnTo>
                  <a:lnTo>
                    <a:pt x="719761" y="554608"/>
                  </a:lnTo>
                  <a:lnTo>
                    <a:pt x="603218" y="554608"/>
                  </a:lnTo>
                  <a:lnTo>
                    <a:pt x="661492" y="391994"/>
                  </a:lnTo>
                  <a:cubicBezTo>
                    <a:pt x="737021" y="222662"/>
                    <a:pt x="843976" y="88128"/>
                    <a:pt x="969683" y="759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6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2" name="小红书平北职场PPT13-4"/>
            <p:cNvSpPr/>
            <p:nvPr/>
          </p:nvSpPr>
          <p:spPr>
            <a:xfrm rot="10800000" flipV="1">
              <a:off x="5452183" y="3581419"/>
              <a:ext cx="199506" cy="351051"/>
            </a:xfrm>
            <a:custGeom>
              <a:avLst/>
              <a:gdLst>
                <a:gd name="connsiteX0" fmla="*/ 985836 w 985836"/>
                <a:gd name="connsiteY0" fmla="*/ 0 h 736721"/>
                <a:gd name="connsiteX1" fmla="*/ 0 w 985836"/>
                <a:gd name="connsiteY1" fmla="*/ 0 h 736721"/>
                <a:gd name="connsiteX2" fmla="*/ 16154 w 985836"/>
                <a:gd name="connsiteY2" fmla="*/ 7595 h 736721"/>
                <a:gd name="connsiteX3" fmla="*/ 324344 w 985836"/>
                <a:gd name="connsiteY3" fmla="*/ 391994 h 736721"/>
                <a:gd name="connsiteX4" fmla="*/ 382618 w 985836"/>
                <a:gd name="connsiteY4" fmla="*/ 554608 h 736721"/>
                <a:gd name="connsiteX5" fmla="*/ 266077 w 985836"/>
                <a:gd name="connsiteY5" fmla="*/ 554608 h 736721"/>
                <a:gd name="connsiteX6" fmla="*/ 492919 w 985836"/>
                <a:gd name="connsiteY6" fmla="*/ 736721 h 736721"/>
                <a:gd name="connsiteX7" fmla="*/ 719761 w 985836"/>
                <a:gd name="connsiteY7" fmla="*/ 554608 h 736721"/>
                <a:gd name="connsiteX8" fmla="*/ 603218 w 985836"/>
                <a:gd name="connsiteY8" fmla="*/ 554608 h 736721"/>
                <a:gd name="connsiteX9" fmla="*/ 661492 w 985836"/>
                <a:gd name="connsiteY9" fmla="*/ 391994 h 736721"/>
                <a:gd name="connsiteX10" fmla="*/ 969683 w 985836"/>
                <a:gd name="connsiteY10" fmla="*/ 7595 h 736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85836" h="736721">
                  <a:moveTo>
                    <a:pt x="985836" y="0"/>
                  </a:moveTo>
                  <a:lnTo>
                    <a:pt x="0" y="0"/>
                  </a:lnTo>
                  <a:lnTo>
                    <a:pt x="16154" y="7595"/>
                  </a:lnTo>
                  <a:cubicBezTo>
                    <a:pt x="141861" y="88128"/>
                    <a:pt x="248816" y="222662"/>
                    <a:pt x="324344" y="391994"/>
                  </a:cubicBezTo>
                  <a:lnTo>
                    <a:pt x="382618" y="554608"/>
                  </a:lnTo>
                  <a:lnTo>
                    <a:pt x="266077" y="554608"/>
                  </a:lnTo>
                  <a:lnTo>
                    <a:pt x="492919" y="736721"/>
                  </a:lnTo>
                  <a:lnTo>
                    <a:pt x="719761" y="554608"/>
                  </a:lnTo>
                  <a:lnTo>
                    <a:pt x="603218" y="554608"/>
                  </a:lnTo>
                  <a:lnTo>
                    <a:pt x="661492" y="391994"/>
                  </a:lnTo>
                  <a:cubicBezTo>
                    <a:pt x="737021" y="222662"/>
                    <a:pt x="843976" y="88128"/>
                    <a:pt x="969683" y="759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6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3" name="小红书平北职场PPT13-5"/>
            <p:cNvSpPr/>
            <p:nvPr/>
          </p:nvSpPr>
          <p:spPr>
            <a:xfrm rot="10800000" flipV="1">
              <a:off x="5452183" y="4200884"/>
              <a:ext cx="199506" cy="351051"/>
            </a:xfrm>
            <a:custGeom>
              <a:avLst/>
              <a:gdLst>
                <a:gd name="connsiteX0" fmla="*/ 985836 w 985836"/>
                <a:gd name="connsiteY0" fmla="*/ 0 h 736721"/>
                <a:gd name="connsiteX1" fmla="*/ 0 w 985836"/>
                <a:gd name="connsiteY1" fmla="*/ 0 h 736721"/>
                <a:gd name="connsiteX2" fmla="*/ 16154 w 985836"/>
                <a:gd name="connsiteY2" fmla="*/ 7595 h 736721"/>
                <a:gd name="connsiteX3" fmla="*/ 324344 w 985836"/>
                <a:gd name="connsiteY3" fmla="*/ 391994 h 736721"/>
                <a:gd name="connsiteX4" fmla="*/ 382618 w 985836"/>
                <a:gd name="connsiteY4" fmla="*/ 554608 h 736721"/>
                <a:gd name="connsiteX5" fmla="*/ 266077 w 985836"/>
                <a:gd name="connsiteY5" fmla="*/ 554608 h 736721"/>
                <a:gd name="connsiteX6" fmla="*/ 492919 w 985836"/>
                <a:gd name="connsiteY6" fmla="*/ 736721 h 736721"/>
                <a:gd name="connsiteX7" fmla="*/ 719761 w 985836"/>
                <a:gd name="connsiteY7" fmla="*/ 554608 h 736721"/>
                <a:gd name="connsiteX8" fmla="*/ 603218 w 985836"/>
                <a:gd name="connsiteY8" fmla="*/ 554608 h 736721"/>
                <a:gd name="connsiteX9" fmla="*/ 661492 w 985836"/>
                <a:gd name="connsiteY9" fmla="*/ 391994 h 736721"/>
                <a:gd name="connsiteX10" fmla="*/ 969683 w 985836"/>
                <a:gd name="connsiteY10" fmla="*/ 7595 h 736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85836" h="736721">
                  <a:moveTo>
                    <a:pt x="985836" y="0"/>
                  </a:moveTo>
                  <a:lnTo>
                    <a:pt x="0" y="0"/>
                  </a:lnTo>
                  <a:lnTo>
                    <a:pt x="16154" y="7595"/>
                  </a:lnTo>
                  <a:cubicBezTo>
                    <a:pt x="141861" y="88128"/>
                    <a:pt x="248816" y="222662"/>
                    <a:pt x="324344" y="391994"/>
                  </a:cubicBezTo>
                  <a:lnTo>
                    <a:pt x="382618" y="554608"/>
                  </a:lnTo>
                  <a:lnTo>
                    <a:pt x="266077" y="554608"/>
                  </a:lnTo>
                  <a:lnTo>
                    <a:pt x="492919" y="736721"/>
                  </a:lnTo>
                  <a:lnTo>
                    <a:pt x="719761" y="554608"/>
                  </a:lnTo>
                  <a:lnTo>
                    <a:pt x="603218" y="554608"/>
                  </a:lnTo>
                  <a:lnTo>
                    <a:pt x="661492" y="391994"/>
                  </a:lnTo>
                  <a:cubicBezTo>
                    <a:pt x="737021" y="222662"/>
                    <a:pt x="843976" y="88128"/>
                    <a:pt x="969683" y="759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6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69" name="小红书平北职场PPT15"/>
          <p:cNvSpPr txBox="1"/>
          <p:nvPr>
            <p:custDataLst>
              <p:tags r:id="rId2"/>
            </p:custDataLst>
          </p:nvPr>
        </p:nvSpPr>
        <p:spPr>
          <a:xfrm>
            <a:off x="8027630" y="1260678"/>
            <a:ext cx="101840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+mj-ea"/>
              </a:rPr>
              <a:t>同期涨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+mj-ea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+mj-ea"/>
              </a:rPr>
              <a:t>跌幅</a:t>
            </a:r>
          </a:p>
        </p:txBody>
      </p:sp>
      <p:sp>
        <p:nvSpPr>
          <p:cNvPr id="70" name="小红书平北职场PPT16"/>
          <p:cNvSpPr txBox="1"/>
          <p:nvPr/>
        </p:nvSpPr>
        <p:spPr>
          <a:xfrm>
            <a:off x="540951" y="5594826"/>
            <a:ext cx="11245445" cy="951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思源黑体 CN Normal" panose="020B0400000000000000" charset="-122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本月生产成本整体上升，原材料成本涨幅达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27.6%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，人工成本增长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5.8%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。原材料价格上涨是主要驱动因素，对成本管控带来较大挑战</a:t>
            </a: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思源黑体 CN Normal" panose="020B0400000000000000" charset="-122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面对成本上涨压力，公司在能源消耗和设备维护方面管控成效显著，成本分别下降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7.9%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17.7%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。这部分节约有效对冲了总成本的部分涨幅，运营效率提升</a:t>
            </a: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思源黑体 CN Normal" panose="020B0400000000000000" charset="-122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为持续巩固竞争力，深入分析原材料价格上涨原因，制定战略性应对预案。多领域的优秀管控措施标准化、系统化，并推广至全链条，构建可持续成本优势</a:t>
            </a:r>
          </a:p>
        </p:txBody>
      </p:sp>
      <p:grpSp>
        <p:nvGrpSpPr>
          <p:cNvPr id="71" name="小红书平北职场PPT17"/>
          <p:cNvGrpSpPr/>
          <p:nvPr/>
        </p:nvGrpSpPr>
        <p:grpSpPr>
          <a:xfrm>
            <a:off x="332276" y="4999925"/>
            <a:ext cx="11580778" cy="514631"/>
            <a:chOff x="332276" y="4999925"/>
            <a:chExt cx="11580778" cy="498421"/>
          </a:xfrm>
        </p:grpSpPr>
        <p:sp>
          <p:nvSpPr>
            <p:cNvPr id="72" name="小红书平北职场PPT17-1"/>
            <p:cNvSpPr/>
            <p:nvPr/>
          </p:nvSpPr>
          <p:spPr>
            <a:xfrm>
              <a:off x="332276" y="4999925"/>
              <a:ext cx="11580778" cy="498421"/>
            </a:xfrm>
            <a:prstGeom prst="round2DiagRect">
              <a:avLst>
                <a:gd name="adj1" fmla="val 27003"/>
                <a:gd name="adj2" fmla="val 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      从成本表现分化到管理策略升级</a:t>
              </a:r>
            </a:p>
          </p:txBody>
        </p:sp>
        <p:grpSp>
          <p:nvGrpSpPr>
            <p:cNvPr id="73" name="组合 72"/>
            <p:cNvGrpSpPr/>
            <p:nvPr/>
          </p:nvGrpSpPr>
          <p:grpSpPr>
            <a:xfrm>
              <a:off x="726522" y="5249788"/>
              <a:ext cx="10738956" cy="0"/>
              <a:chOff x="726522" y="5263235"/>
              <a:chExt cx="10738956" cy="0"/>
            </a:xfrm>
          </p:grpSpPr>
          <p:cxnSp>
            <p:nvCxnSpPr>
              <p:cNvPr id="74" name="小红书平北职场PPT17-2"/>
              <p:cNvCxnSpPr/>
              <p:nvPr/>
            </p:nvCxnSpPr>
            <p:spPr>
              <a:xfrm>
                <a:off x="726522" y="5263235"/>
                <a:ext cx="3645611" cy="0"/>
              </a:xfrm>
              <a:prstGeom prst="line">
                <a:avLst/>
              </a:prstGeom>
              <a:ln w="15875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100000">
                      <a:schemeClr val="bg1"/>
                    </a:gs>
                  </a:gsLst>
                  <a:lin ang="0" scaled="1"/>
                  <a:tileRect/>
                </a:gradFill>
                <a:tailEnd type="diamon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小红书平北职场PPT17-3"/>
              <p:cNvCxnSpPr/>
              <p:nvPr/>
            </p:nvCxnSpPr>
            <p:spPr>
              <a:xfrm flipH="1">
                <a:off x="7819867" y="5263235"/>
                <a:ext cx="3645611" cy="0"/>
              </a:xfrm>
              <a:prstGeom prst="line">
                <a:avLst/>
              </a:prstGeom>
              <a:ln w="15875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100000">
                      <a:schemeClr val="bg1"/>
                    </a:gs>
                  </a:gsLst>
                  <a:lin ang="0" scaled="1"/>
                  <a:tileRect/>
                </a:gradFill>
                <a:tailEnd type="diamon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0" name="小红书平北职场PPT14"/>
          <p:cNvGrpSpPr/>
          <p:nvPr/>
        </p:nvGrpSpPr>
        <p:grpSpPr>
          <a:xfrm>
            <a:off x="1349482" y="1260678"/>
            <a:ext cx="5294223" cy="215444"/>
            <a:chOff x="1747548" y="1260678"/>
            <a:chExt cx="5033280" cy="215444"/>
          </a:xfrm>
        </p:grpSpPr>
        <p:sp>
          <p:nvSpPr>
            <p:cNvPr id="101" name="小红书平北职场PPT14-1"/>
            <p:cNvSpPr txBox="1"/>
            <p:nvPr>
              <p:custDataLst>
                <p:tags r:id="rId3"/>
              </p:custDataLst>
            </p:nvPr>
          </p:nvSpPr>
          <p:spPr>
            <a:xfrm>
              <a:off x="1747548" y="1260678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项目</a:t>
              </a:r>
            </a:p>
          </p:txBody>
        </p:sp>
        <p:sp>
          <p:nvSpPr>
            <p:cNvPr id="102" name="小红书平北职场PPT14-2"/>
            <p:cNvSpPr txBox="1"/>
            <p:nvPr>
              <p:custDataLst>
                <p:tags r:id="rId4"/>
              </p:custDataLst>
            </p:nvPr>
          </p:nvSpPr>
          <p:spPr>
            <a:xfrm>
              <a:off x="3019262" y="1260678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本月成本</a:t>
              </a:r>
            </a:p>
          </p:txBody>
        </p:sp>
        <p:sp>
          <p:nvSpPr>
            <p:cNvPr id="103" name="小红书平北职场PPT14-3"/>
            <p:cNvSpPr txBox="1"/>
            <p:nvPr>
              <p:custDataLst>
                <p:tags r:id="rId5"/>
              </p:custDataLst>
            </p:nvPr>
          </p:nvSpPr>
          <p:spPr>
            <a:xfrm>
              <a:off x="4510619" y="1260678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上月成本</a:t>
              </a:r>
            </a:p>
          </p:txBody>
        </p:sp>
        <p:sp>
          <p:nvSpPr>
            <p:cNvPr id="104" name="小红书平北职场PPT14-4"/>
            <p:cNvSpPr txBox="1"/>
            <p:nvPr>
              <p:custDataLst>
                <p:tags r:id="rId6"/>
              </p:custDataLst>
            </p:nvPr>
          </p:nvSpPr>
          <p:spPr>
            <a:xfrm>
              <a:off x="6062683" y="1260678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同期增减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小红书平北职场PPT1"/>
          <p:cNvSpPr/>
          <p:nvPr/>
        </p:nvSpPr>
        <p:spPr>
          <a:xfrm>
            <a:off x="422815" y="2262174"/>
            <a:ext cx="2964507" cy="42902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" name="小红书平北职场PPT2"/>
          <p:cNvSpPr/>
          <p:nvPr/>
        </p:nvSpPr>
        <p:spPr>
          <a:xfrm>
            <a:off x="8332872" y="2262174"/>
            <a:ext cx="3558305" cy="178191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" name="小红书平北职场PPT3"/>
          <p:cNvSpPr/>
          <p:nvPr/>
        </p:nvSpPr>
        <p:spPr>
          <a:xfrm>
            <a:off x="8332872" y="4185592"/>
            <a:ext cx="3558305" cy="236683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" name="小红书平北职场PPT4"/>
          <p:cNvSpPr/>
          <p:nvPr/>
        </p:nvSpPr>
        <p:spPr>
          <a:xfrm>
            <a:off x="419164" y="4171510"/>
            <a:ext cx="2968157" cy="54911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" name="小红书平北职场PPT5"/>
          <p:cNvSpPr/>
          <p:nvPr/>
        </p:nvSpPr>
        <p:spPr>
          <a:xfrm>
            <a:off x="419164" y="5398949"/>
            <a:ext cx="2968157" cy="54911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7" name="小红书平北职场PPT6"/>
          <p:cNvGrpSpPr/>
          <p:nvPr/>
        </p:nvGrpSpPr>
        <p:grpSpPr>
          <a:xfrm>
            <a:off x="334963" y="184318"/>
            <a:ext cx="11522075" cy="506147"/>
            <a:chOff x="334963" y="184318"/>
            <a:chExt cx="11522075" cy="506147"/>
          </a:xfrm>
        </p:grpSpPr>
        <p:cxnSp>
          <p:nvCxnSpPr>
            <p:cNvPr id="8" name="小红书平北职场PPT6-1"/>
            <p:cNvCxnSpPr/>
            <p:nvPr>
              <p:custDataLst>
                <p:tags r:id="rId8"/>
              </p:custDataLst>
            </p:nvPr>
          </p:nvCxnSpPr>
          <p:spPr>
            <a:xfrm>
              <a:off x="334963" y="690465"/>
              <a:ext cx="115220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小红书平北职场PPT6-2"/>
            <p:cNvSpPr txBox="1"/>
            <p:nvPr>
              <p:custDataLst>
                <p:tags r:id="rId9"/>
              </p:custDataLst>
            </p:nvPr>
          </p:nvSpPr>
          <p:spPr>
            <a:xfrm>
              <a:off x="334963" y="184318"/>
              <a:ext cx="5834931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XX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公司</a:t>
              </a: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2023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年度人员离职分析报告</a:t>
              </a:r>
            </a:p>
          </p:txBody>
        </p:sp>
      </p:grpSp>
      <p:grpSp>
        <p:nvGrpSpPr>
          <p:cNvPr id="10" name="小红书平北职场PPT7"/>
          <p:cNvGrpSpPr/>
          <p:nvPr/>
        </p:nvGrpSpPr>
        <p:grpSpPr>
          <a:xfrm>
            <a:off x="329227" y="919265"/>
            <a:ext cx="11719772" cy="1089289"/>
            <a:chOff x="329227" y="949245"/>
            <a:chExt cx="11719772" cy="1089289"/>
          </a:xfrm>
        </p:grpSpPr>
        <p:sp>
          <p:nvSpPr>
            <p:cNvPr id="11" name="小红书平北职场PPT7-1"/>
            <p:cNvSpPr/>
            <p:nvPr/>
          </p:nvSpPr>
          <p:spPr>
            <a:xfrm>
              <a:off x="329227" y="949245"/>
              <a:ext cx="2138107" cy="1089289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2" name="小红书平北职场PPT7-2"/>
            <p:cNvSpPr/>
            <p:nvPr/>
          </p:nvSpPr>
          <p:spPr>
            <a:xfrm>
              <a:off x="455466" y="1316411"/>
              <a:ext cx="1885631" cy="611241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3" name="小红书平北职场PPT7-3"/>
            <p:cNvSpPr txBox="1"/>
            <p:nvPr/>
          </p:nvSpPr>
          <p:spPr>
            <a:xfrm>
              <a:off x="400006" y="1010299"/>
              <a:ext cx="12582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本年年初人数</a:t>
              </a:r>
            </a:p>
          </p:txBody>
        </p:sp>
        <p:sp>
          <p:nvSpPr>
            <p:cNvPr id="14" name="小红书平北职场PPT7-4"/>
            <p:cNvSpPr/>
            <p:nvPr/>
          </p:nvSpPr>
          <p:spPr>
            <a:xfrm>
              <a:off x="2092866" y="1059837"/>
              <a:ext cx="119070" cy="1190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" name="小红书平北职场PPT7-5"/>
            <p:cNvSpPr txBox="1"/>
            <p:nvPr/>
          </p:nvSpPr>
          <p:spPr>
            <a:xfrm>
              <a:off x="469271" y="1376413"/>
              <a:ext cx="9345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0" scaled="1"/>
                  </a:gradFill>
                  <a:effectLst/>
                  <a:uLnTx/>
                  <a:uFillTx/>
                  <a:latin typeface="Roboto" panose="02000000000000000000" charset="0"/>
                  <a:ea typeface="思源黑体 CN Bold" panose="020B0800000000000000" pitchFamily="34" charset="-122"/>
                  <a:cs typeface="思源黑体 CN Normal" panose="020B0400000000000000" charset="-122"/>
                </a:rPr>
                <a:t>450</a:t>
              </a:r>
            </a:p>
          </p:txBody>
        </p:sp>
        <p:sp>
          <p:nvSpPr>
            <p:cNvPr id="16" name="小红书平北职场PPT7-6"/>
            <p:cNvSpPr txBox="1"/>
            <p:nvPr/>
          </p:nvSpPr>
          <p:spPr>
            <a:xfrm>
              <a:off x="1132902" y="1589719"/>
              <a:ext cx="5253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人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" name="小红书平北职场PPT7-7"/>
            <p:cNvSpPr/>
            <p:nvPr/>
          </p:nvSpPr>
          <p:spPr>
            <a:xfrm>
              <a:off x="2685188" y="949245"/>
              <a:ext cx="2138108" cy="1089289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8" name="小红书平北职场PPT7-8"/>
            <p:cNvSpPr/>
            <p:nvPr/>
          </p:nvSpPr>
          <p:spPr>
            <a:xfrm>
              <a:off x="2811427" y="1316411"/>
              <a:ext cx="1885632" cy="611241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9" name="小红书平北职场PPT7-9"/>
            <p:cNvSpPr txBox="1"/>
            <p:nvPr/>
          </p:nvSpPr>
          <p:spPr>
            <a:xfrm>
              <a:off x="2755967" y="1010299"/>
              <a:ext cx="12582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本年入职人数</a:t>
              </a:r>
            </a:p>
          </p:txBody>
        </p:sp>
        <p:sp>
          <p:nvSpPr>
            <p:cNvPr id="20" name="小红书平北职场PPT7-10"/>
            <p:cNvSpPr/>
            <p:nvPr/>
          </p:nvSpPr>
          <p:spPr>
            <a:xfrm>
              <a:off x="4448828" y="1059837"/>
              <a:ext cx="119070" cy="1190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1" name="小红书平北职场PPT7-11"/>
            <p:cNvSpPr txBox="1"/>
            <p:nvPr/>
          </p:nvSpPr>
          <p:spPr>
            <a:xfrm>
              <a:off x="2825232" y="1376413"/>
              <a:ext cx="9345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0" scaled="1"/>
                  </a:gradFill>
                  <a:effectLst/>
                  <a:uLnTx/>
                  <a:uFillTx/>
                  <a:latin typeface="Roboto" panose="02000000000000000000" charset="0"/>
                  <a:ea typeface="思源黑体 CN Bold" panose="020B0800000000000000" pitchFamily="34" charset="-122"/>
                  <a:cs typeface="思源黑体 CN Normal" panose="020B0400000000000000" charset="-122"/>
                </a:rPr>
                <a:t>120</a:t>
              </a:r>
            </a:p>
          </p:txBody>
        </p:sp>
        <p:sp>
          <p:nvSpPr>
            <p:cNvPr id="22" name="小红书平北职场PPT7-12"/>
            <p:cNvSpPr txBox="1"/>
            <p:nvPr/>
          </p:nvSpPr>
          <p:spPr>
            <a:xfrm>
              <a:off x="3405734" y="1589719"/>
              <a:ext cx="5253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人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3" name="小红书平北职场PPT7-13"/>
            <p:cNvSpPr/>
            <p:nvPr/>
          </p:nvSpPr>
          <p:spPr>
            <a:xfrm>
              <a:off x="5041149" y="949245"/>
              <a:ext cx="2138108" cy="1089289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2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24" name="小红书平北职场PPT7-14"/>
            <p:cNvSpPr/>
            <p:nvPr/>
          </p:nvSpPr>
          <p:spPr>
            <a:xfrm>
              <a:off x="5167386" y="1316411"/>
              <a:ext cx="1885632" cy="611241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25" name="小红书平北职场PPT7-15"/>
            <p:cNvSpPr txBox="1"/>
            <p:nvPr/>
          </p:nvSpPr>
          <p:spPr>
            <a:xfrm>
              <a:off x="5111928" y="1010299"/>
              <a:ext cx="12582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本年离职人数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26" name="小红书平北职场PPT7-16"/>
            <p:cNvSpPr/>
            <p:nvPr/>
          </p:nvSpPr>
          <p:spPr>
            <a:xfrm>
              <a:off x="6804789" y="1059837"/>
              <a:ext cx="119070" cy="1190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7" name="小红书平北职场PPT7-17"/>
            <p:cNvSpPr txBox="1"/>
            <p:nvPr/>
          </p:nvSpPr>
          <p:spPr>
            <a:xfrm>
              <a:off x="5181193" y="1376413"/>
              <a:ext cx="9345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A13422">
                          <a:lumMod val="60000"/>
                          <a:lumOff val="40000"/>
                        </a:srgbClr>
                      </a:gs>
                      <a:gs pos="100000">
                        <a:srgbClr val="A13422"/>
                      </a:gs>
                    </a:gsLst>
                    <a:lin ang="0" scaled="1"/>
                  </a:gradFill>
                  <a:effectLst/>
                  <a:uLnTx/>
                  <a:uFillTx/>
                  <a:latin typeface="Roboto" panose="02000000000000000000" charset="0"/>
                  <a:ea typeface="思源黑体 CN Bold" panose="020B0800000000000000" pitchFamily="34" charset="-122"/>
                  <a:cs typeface="思源黑体 CN Normal" panose="020B0400000000000000" charset="-122"/>
                </a:rPr>
                <a:t>80</a:t>
              </a:r>
            </a:p>
          </p:txBody>
        </p:sp>
        <p:sp>
          <p:nvSpPr>
            <p:cNvPr id="28" name="小红书平北职场PPT7-18"/>
            <p:cNvSpPr txBox="1"/>
            <p:nvPr/>
          </p:nvSpPr>
          <p:spPr>
            <a:xfrm>
              <a:off x="5664712" y="1589719"/>
              <a:ext cx="5253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人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9" name="小红书平北职场PPT7-19"/>
            <p:cNvSpPr/>
            <p:nvPr/>
          </p:nvSpPr>
          <p:spPr>
            <a:xfrm>
              <a:off x="7397110" y="949245"/>
              <a:ext cx="2138107" cy="1089289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30" name="小红书平北职场PPT7-20"/>
            <p:cNvSpPr/>
            <p:nvPr/>
          </p:nvSpPr>
          <p:spPr>
            <a:xfrm>
              <a:off x="7523349" y="1316411"/>
              <a:ext cx="1885631" cy="611241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31" name="小红书平北职场PPT7-21"/>
            <p:cNvSpPr txBox="1"/>
            <p:nvPr/>
          </p:nvSpPr>
          <p:spPr>
            <a:xfrm>
              <a:off x="7467889" y="1010299"/>
              <a:ext cx="12582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年末在职人数</a:t>
              </a:r>
            </a:p>
          </p:txBody>
        </p:sp>
        <p:sp>
          <p:nvSpPr>
            <p:cNvPr id="32" name="小红书平北职场PPT7-22"/>
            <p:cNvSpPr/>
            <p:nvPr/>
          </p:nvSpPr>
          <p:spPr>
            <a:xfrm>
              <a:off x="9160748" y="1070111"/>
              <a:ext cx="119070" cy="1190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3" name="小红书平北职场PPT7-23"/>
            <p:cNvSpPr txBox="1"/>
            <p:nvPr/>
          </p:nvSpPr>
          <p:spPr>
            <a:xfrm>
              <a:off x="7537154" y="1376413"/>
              <a:ext cx="9345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0" scaled="1"/>
                  </a:gradFill>
                  <a:effectLst/>
                  <a:uLnTx/>
                  <a:uFillTx/>
                  <a:latin typeface="Roboto" panose="02000000000000000000" charset="0"/>
                  <a:ea typeface="思源黑体 CN Bold" panose="020B0800000000000000" pitchFamily="34" charset="-122"/>
                  <a:cs typeface="思源黑体 CN Normal" panose="020B0400000000000000" charset="-122"/>
                </a:rPr>
                <a:t>490</a:t>
              </a:r>
            </a:p>
          </p:txBody>
        </p:sp>
        <p:sp>
          <p:nvSpPr>
            <p:cNvPr id="34" name="小红书平北职场PPT7-24"/>
            <p:cNvSpPr txBox="1"/>
            <p:nvPr/>
          </p:nvSpPr>
          <p:spPr>
            <a:xfrm>
              <a:off x="8200785" y="1589719"/>
              <a:ext cx="5253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人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5" name="小红书平北职场PPT7-25"/>
            <p:cNvSpPr/>
            <p:nvPr/>
          </p:nvSpPr>
          <p:spPr>
            <a:xfrm>
              <a:off x="9753071" y="949245"/>
              <a:ext cx="2138107" cy="1089289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2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36" name="小红书平北职场PPT7-26"/>
            <p:cNvSpPr/>
            <p:nvPr/>
          </p:nvSpPr>
          <p:spPr>
            <a:xfrm>
              <a:off x="9879308" y="1316411"/>
              <a:ext cx="1885631" cy="611241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37" name="小红书平北职场PPT7-27"/>
            <p:cNvSpPr txBox="1"/>
            <p:nvPr/>
          </p:nvSpPr>
          <p:spPr>
            <a:xfrm>
              <a:off x="9823850" y="1010299"/>
              <a:ext cx="12582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年平均离职率</a:t>
              </a:r>
            </a:p>
          </p:txBody>
        </p:sp>
        <p:sp>
          <p:nvSpPr>
            <p:cNvPr id="38" name="小红书平北职场PPT7-28"/>
            <p:cNvSpPr/>
            <p:nvPr/>
          </p:nvSpPr>
          <p:spPr>
            <a:xfrm>
              <a:off x="11516709" y="1070111"/>
              <a:ext cx="119070" cy="1190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9" name="小红书平北职场PPT7-29"/>
            <p:cNvSpPr txBox="1"/>
            <p:nvPr/>
          </p:nvSpPr>
          <p:spPr>
            <a:xfrm>
              <a:off x="9893115" y="1376413"/>
              <a:ext cx="9345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A13422">
                          <a:lumMod val="60000"/>
                          <a:lumOff val="40000"/>
                        </a:srgbClr>
                      </a:gs>
                      <a:gs pos="100000">
                        <a:srgbClr val="A13422"/>
                      </a:gs>
                    </a:gsLst>
                    <a:lin ang="0" scaled="1"/>
                  </a:gradFill>
                  <a:effectLst/>
                  <a:uLnTx/>
                  <a:uFillTx/>
                  <a:latin typeface="Roboto" panose="02000000000000000000" charset="0"/>
                  <a:ea typeface="思源黑体 CN Bold" panose="020B0800000000000000" pitchFamily="34" charset="-122"/>
                  <a:cs typeface="思源黑体 CN Normal" panose="020B0400000000000000" charset="-122"/>
                </a:rPr>
                <a:t>16.0</a:t>
              </a:r>
            </a:p>
          </p:txBody>
        </p:sp>
        <p:sp>
          <p:nvSpPr>
            <p:cNvPr id="40" name="小红书平北职场PPT7-30"/>
            <p:cNvSpPr txBox="1"/>
            <p:nvPr/>
          </p:nvSpPr>
          <p:spPr>
            <a:xfrm>
              <a:off x="10640566" y="1589719"/>
              <a:ext cx="5253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%</a:t>
              </a: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1649765" y="1490539"/>
              <a:ext cx="10399234" cy="376288"/>
              <a:chOff x="1649765" y="1475041"/>
              <a:chExt cx="10399234" cy="376288"/>
            </a:xfrm>
          </p:grpSpPr>
          <p:grpSp>
            <p:nvGrpSpPr>
              <p:cNvPr id="47" name="组合 46"/>
              <p:cNvGrpSpPr/>
              <p:nvPr/>
            </p:nvGrpSpPr>
            <p:grpSpPr>
              <a:xfrm>
                <a:off x="1649765" y="1475041"/>
                <a:ext cx="934552" cy="376288"/>
                <a:chOff x="1538927" y="1475041"/>
                <a:chExt cx="934552" cy="376288"/>
              </a:xfrm>
            </p:grpSpPr>
            <p:sp>
              <p:nvSpPr>
                <p:cNvPr id="60" name="小红书平北职场PPT7-31"/>
                <p:cNvSpPr txBox="1"/>
                <p:nvPr/>
              </p:nvSpPr>
              <p:spPr>
                <a:xfrm>
                  <a:off x="1538927" y="1475041"/>
                  <a:ext cx="9345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7.1</a:t>
                  </a:r>
                </a:p>
              </p:txBody>
            </p:sp>
            <p:sp>
              <p:nvSpPr>
                <p:cNvPr id="61" name="小红书平北职场PPT7-32"/>
                <p:cNvSpPr txBox="1"/>
                <p:nvPr/>
              </p:nvSpPr>
              <p:spPr>
                <a:xfrm>
                  <a:off x="1893823" y="1589719"/>
                  <a:ext cx="52539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%</a:t>
                  </a:r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3881034" y="1475041"/>
                <a:ext cx="1060396" cy="376288"/>
                <a:chOff x="3881034" y="1475041"/>
                <a:chExt cx="1060396" cy="376288"/>
              </a:xfrm>
            </p:grpSpPr>
            <p:sp>
              <p:nvSpPr>
                <p:cNvPr id="58" name="小红书平北职场PPT7-33"/>
                <p:cNvSpPr txBox="1"/>
                <p:nvPr/>
              </p:nvSpPr>
              <p:spPr>
                <a:xfrm>
                  <a:off x="3881034" y="1475041"/>
                  <a:ext cx="9345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20.0</a:t>
                  </a:r>
                </a:p>
              </p:txBody>
            </p:sp>
            <p:sp>
              <p:nvSpPr>
                <p:cNvPr id="59" name="小红书平北职场PPT7-34"/>
                <p:cNvSpPr txBox="1"/>
                <p:nvPr/>
              </p:nvSpPr>
              <p:spPr>
                <a:xfrm>
                  <a:off x="4416039" y="1589719"/>
                  <a:ext cx="52539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%</a:t>
                  </a:r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6262882" y="1475041"/>
                <a:ext cx="1018834" cy="376288"/>
                <a:chOff x="6250850" y="1475041"/>
                <a:chExt cx="1018834" cy="376288"/>
              </a:xfrm>
            </p:grpSpPr>
            <p:sp>
              <p:nvSpPr>
                <p:cNvPr id="56" name="小红书平北职场PPT7-35"/>
                <p:cNvSpPr txBox="1"/>
                <p:nvPr/>
              </p:nvSpPr>
              <p:spPr>
                <a:xfrm>
                  <a:off x="6250850" y="1475041"/>
                  <a:ext cx="9345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23.1</a:t>
                  </a:r>
                </a:p>
              </p:txBody>
            </p:sp>
            <p:sp>
              <p:nvSpPr>
                <p:cNvPr id="57" name="小红书平北职场PPT7-36"/>
                <p:cNvSpPr txBox="1"/>
                <p:nvPr/>
              </p:nvSpPr>
              <p:spPr>
                <a:xfrm>
                  <a:off x="6744293" y="1589719"/>
                  <a:ext cx="52539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%</a:t>
                  </a:r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8715096" y="1475041"/>
                <a:ext cx="904351" cy="376288"/>
                <a:chOff x="8618842" y="1475041"/>
                <a:chExt cx="904351" cy="376288"/>
              </a:xfrm>
            </p:grpSpPr>
            <p:sp>
              <p:nvSpPr>
                <p:cNvPr id="54" name="小红书平北职场PPT7-37"/>
                <p:cNvSpPr txBox="1"/>
                <p:nvPr/>
              </p:nvSpPr>
              <p:spPr>
                <a:xfrm>
                  <a:off x="8618842" y="1475041"/>
                  <a:ext cx="67300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8.9</a:t>
                  </a:r>
                </a:p>
              </p:txBody>
            </p:sp>
            <p:sp>
              <p:nvSpPr>
                <p:cNvPr id="55" name="小红书平北职场PPT7-38"/>
                <p:cNvSpPr txBox="1"/>
                <p:nvPr/>
              </p:nvSpPr>
              <p:spPr>
                <a:xfrm>
                  <a:off x="8997802" y="1589719"/>
                  <a:ext cx="52539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%</a:t>
                  </a:r>
                </a:p>
              </p:txBody>
            </p:sp>
          </p:grpSp>
          <p:grpSp>
            <p:nvGrpSpPr>
              <p:cNvPr id="51" name="组合 50"/>
              <p:cNvGrpSpPr/>
              <p:nvPr/>
            </p:nvGrpSpPr>
            <p:grpSpPr>
              <a:xfrm>
                <a:off x="11114447" y="1475041"/>
                <a:ext cx="934552" cy="376288"/>
                <a:chOff x="11018191" y="1475041"/>
                <a:chExt cx="934552" cy="376288"/>
              </a:xfrm>
            </p:grpSpPr>
            <p:sp>
              <p:nvSpPr>
                <p:cNvPr id="52" name="小红书平北职场PPT7-39"/>
                <p:cNvSpPr txBox="1"/>
                <p:nvPr/>
              </p:nvSpPr>
              <p:spPr>
                <a:xfrm>
                  <a:off x="11018191" y="1475041"/>
                  <a:ext cx="9345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1.1</a:t>
                  </a:r>
                </a:p>
              </p:txBody>
            </p:sp>
            <p:sp>
              <p:nvSpPr>
                <p:cNvPr id="53" name="小红书平北职场PPT7-40"/>
                <p:cNvSpPr txBox="1"/>
                <p:nvPr/>
              </p:nvSpPr>
              <p:spPr>
                <a:xfrm>
                  <a:off x="11355767" y="1589719"/>
                  <a:ext cx="52539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%</a:t>
                  </a:r>
                </a:p>
              </p:txBody>
            </p:sp>
          </p:grpSp>
        </p:grpSp>
        <p:sp>
          <p:nvSpPr>
            <p:cNvPr id="42" name="小红书平北职场PPT7-41"/>
            <p:cNvSpPr/>
            <p:nvPr/>
          </p:nvSpPr>
          <p:spPr>
            <a:xfrm>
              <a:off x="1492258" y="1654464"/>
              <a:ext cx="153260" cy="132120"/>
            </a:xfrm>
            <a:prstGeom prst="triangl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3" name="小红书平北职场PPT7-42"/>
            <p:cNvSpPr/>
            <p:nvPr/>
          </p:nvSpPr>
          <p:spPr>
            <a:xfrm>
              <a:off x="3730395" y="1654464"/>
              <a:ext cx="153260" cy="132120"/>
            </a:xfrm>
            <a:prstGeom prst="triangl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4" name="小红书平北职场PPT7-43"/>
            <p:cNvSpPr/>
            <p:nvPr/>
          </p:nvSpPr>
          <p:spPr>
            <a:xfrm>
              <a:off x="6049155" y="1654464"/>
              <a:ext cx="153260" cy="132120"/>
            </a:xfrm>
            <a:prstGeom prst="triangle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5" name="小红书平北职场PPT7-44"/>
            <p:cNvSpPr/>
            <p:nvPr/>
          </p:nvSpPr>
          <p:spPr>
            <a:xfrm>
              <a:off x="8539101" y="1654464"/>
              <a:ext cx="153260" cy="132120"/>
            </a:xfrm>
            <a:prstGeom prst="triangl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6" name="小红书平北职场PPT7-45"/>
            <p:cNvSpPr/>
            <p:nvPr/>
          </p:nvSpPr>
          <p:spPr>
            <a:xfrm>
              <a:off x="10883530" y="1654464"/>
              <a:ext cx="153260" cy="132120"/>
            </a:xfrm>
            <a:prstGeom prst="triangle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aphicFrame>
        <p:nvGraphicFramePr>
          <p:cNvPr id="62" name="小红书平北职场PPT8"/>
          <p:cNvGraphicFramePr>
            <a:graphicFrameLocks noGrp="1"/>
          </p:cNvGraphicFramePr>
          <p:nvPr/>
        </p:nvGraphicFramePr>
        <p:xfrm>
          <a:off x="430181" y="2887247"/>
          <a:ext cx="2957141" cy="3692480"/>
        </p:xfrm>
        <a:graphic>
          <a:graphicData uri="http://schemas.openxmlformats.org/drawingml/2006/table">
            <a:tbl>
              <a:tblPr/>
              <a:tblGrid>
                <a:gridCol w="756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248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部门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离职</a:t>
                      </a:r>
                      <a:endParaRPr lang="en-US" altLang="zh-CN" sz="1000" dirty="0"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人数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部门</a:t>
                      </a:r>
                      <a:endParaRPr lang="en-US" altLang="zh-CN" sz="1000" dirty="0"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总人数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部门</a:t>
                      </a:r>
                      <a:endParaRPr lang="en-US" altLang="zh-CN" sz="1000" dirty="0"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离职率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销售部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gradFill>
                            <a:gsLst>
                              <a:gs pos="30000">
                                <a:schemeClr val="accent1">
                                  <a:lumMod val="70000"/>
                                  <a:lumOff val="30000"/>
                                </a:schemeClr>
                              </a:gs>
                              <a:gs pos="80000">
                                <a:schemeClr val="accent1"/>
                              </a:gs>
                            </a:gsLst>
                            <a:lin ang="5400000" scaled="0"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25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110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22.7%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技术部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gradFill>
                            <a:gsLst>
                              <a:gs pos="30000">
                                <a:schemeClr val="accent1">
                                  <a:lumMod val="70000"/>
                                  <a:lumOff val="30000"/>
                                </a:schemeClr>
                              </a:gs>
                              <a:gs pos="80000">
                                <a:schemeClr val="accent1"/>
                              </a:gs>
                            </a:gsLst>
                            <a:lin ang="5400000" scaled="0"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18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20.0%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客服部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gradFill>
                            <a:gsLst>
                              <a:gs pos="30000">
                                <a:schemeClr val="accent1">
                                  <a:lumMod val="70000"/>
                                  <a:lumOff val="30000"/>
                                </a:schemeClr>
                              </a:gs>
                              <a:gs pos="80000">
                                <a:schemeClr val="accent1"/>
                              </a:gs>
                            </a:gsLst>
                            <a:lin ang="5400000" scaled="0"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12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20.0%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市场部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gradFill>
                            <a:gsLst>
                              <a:gs pos="30000">
                                <a:schemeClr val="accent1">
                                  <a:lumMod val="70000"/>
                                  <a:lumOff val="30000"/>
                                </a:schemeClr>
                              </a:gs>
                              <a:gs pos="80000">
                                <a:schemeClr val="accent1"/>
                              </a:gs>
                            </a:gsLst>
                            <a:lin ang="5400000" scaled="0"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8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45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17.8%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行政部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gradFill>
                            <a:gsLst>
                              <a:gs pos="30000">
                                <a:schemeClr val="accent1">
                                  <a:lumMod val="70000"/>
                                  <a:lumOff val="30000"/>
                                </a:schemeClr>
                              </a:gs>
                              <a:gs pos="80000">
                                <a:schemeClr val="accent1"/>
                              </a:gs>
                            </a:gsLst>
                            <a:lin ang="5400000" scaled="0"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5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12.5%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63" name="小红书平北职场PPT10"/>
          <p:cNvGrpSpPr/>
          <p:nvPr/>
        </p:nvGrpSpPr>
        <p:grpSpPr>
          <a:xfrm>
            <a:off x="8586858" y="2906606"/>
            <a:ext cx="3009490" cy="968310"/>
            <a:chOff x="8278569" y="2766363"/>
            <a:chExt cx="3102800" cy="1417094"/>
          </a:xfrm>
        </p:grpSpPr>
        <p:sp>
          <p:nvSpPr>
            <p:cNvPr id="64" name="小红书平北职场PPT10-1"/>
            <p:cNvSpPr txBox="1"/>
            <p:nvPr/>
          </p:nvSpPr>
          <p:spPr>
            <a:xfrm>
              <a:off x="9184196" y="3095944"/>
              <a:ext cx="1960438" cy="471349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95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A13422">
                          <a:lumMod val="60000"/>
                          <a:lumOff val="40000"/>
                        </a:srgbClr>
                      </a:gs>
                      <a:gs pos="100000">
                        <a:srgbClr val="A13422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薪酬福利缺乏竞争力</a:t>
              </a:r>
            </a:p>
          </p:txBody>
        </p:sp>
        <p:sp>
          <p:nvSpPr>
            <p:cNvPr id="65" name="小红书平北职场PPT10-2"/>
            <p:cNvSpPr txBox="1"/>
            <p:nvPr/>
          </p:nvSpPr>
          <p:spPr>
            <a:xfrm>
              <a:off x="8278569" y="3143238"/>
              <a:ext cx="904360" cy="336878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9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思源黑体 CN Normal" panose="020B0400000000000000" charset="-122"/>
                </a:rPr>
                <a:t>其他方面原因</a:t>
              </a:r>
            </a:p>
          </p:txBody>
        </p:sp>
        <p:sp>
          <p:nvSpPr>
            <p:cNvPr id="66" name="小红书平北职场PPT10-3"/>
            <p:cNvSpPr txBox="1"/>
            <p:nvPr/>
          </p:nvSpPr>
          <p:spPr>
            <a:xfrm>
              <a:off x="8514934" y="2785414"/>
              <a:ext cx="1162182" cy="370472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4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工作与生活失衡</a:t>
              </a:r>
            </a:p>
          </p:txBody>
        </p:sp>
        <p:sp>
          <p:nvSpPr>
            <p:cNvPr id="67" name="小红书平北职场PPT10-4"/>
            <p:cNvSpPr txBox="1"/>
            <p:nvPr/>
          </p:nvSpPr>
          <p:spPr>
            <a:xfrm>
              <a:off x="9764159" y="3812985"/>
              <a:ext cx="1023354" cy="370472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4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个人发展瓶颈</a:t>
              </a:r>
            </a:p>
          </p:txBody>
        </p:sp>
        <p:sp>
          <p:nvSpPr>
            <p:cNvPr id="68" name="小红书平北职场PPT10-5"/>
            <p:cNvSpPr txBox="1"/>
            <p:nvPr/>
          </p:nvSpPr>
          <p:spPr>
            <a:xfrm>
              <a:off x="10033085" y="3502761"/>
              <a:ext cx="1261344" cy="336878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>
              <a:defPPr>
                <a:defRPr lang="zh-CN"/>
              </a:defPPr>
              <a:lvl1pPr>
                <a:defRPr sz="12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9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思源黑体 CN Normal" panose="020B0400000000000000" charset="-122"/>
                </a:rPr>
                <a:t>公司文化与管理风格</a:t>
              </a:r>
            </a:p>
          </p:txBody>
        </p:sp>
        <p:sp>
          <p:nvSpPr>
            <p:cNvPr id="69" name="小红书平北职场PPT10-6"/>
            <p:cNvSpPr txBox="1"/>
            <p:nvPr/>
          </p:nvSpPr>
          <p:spPr>
            <a:xfrm>
              <a:off x="8482200" y="3473543"/>
              <a:ext cx="1446447" cy="403785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95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职业发展空间有限</a:t>
              </a:r>
            </a:p>
          </p:txBody>
        </p:sp>
        <p:sp>
          <p:nvSpPr>
            <p:cNvPr id="70" name="小红书平北职场PPT10-7"/>
            <p:cNvSpPr txBox="1"/>
            <p:nvPr/>
          </p:nvSpPr>
          <p:spPr>
            <a:xfrm>
              <a:off x="9777914" y="2766363"/>
              <a:ext cx="1603455" cy="403785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>
              <a:defPPr>
                <a:defRPr lang="zh-CN"/>
              </a:defPPr>
              <a:lvl1pPr>
                <a:defRPr sz="160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0"/>
                  </a:gradFill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95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不符合公司发展辞退</a:t>
              </a:r>
            </a:p>
          </p:txBody>
        </p:sp>
        <p:sp>
          <p:nvSpPr>
            <p:cNvPr id="71" name="小红书平北职场PPT10-8"/>
            <p:cNvSpPr txBox="1"/>
            <p:nvPr/>
          </p:nvSpPr>
          <p:spPr>
            <a:xfrm>
              <a:off x="8379316" y="3837520"/>
              <a:ext cx="1142350" cy="336878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>
              <a:defPPr>
                <a:defRPr lang="zh-CN"/>
              </a:defPPr>
              <a:lvl1pPr>
                <a:defRPr sz="12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9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思源黑体 CN Normal" panose="020B0400000000000000" charset="-122"/>
                </a:rPr>
                <a:t>寻求新的工作体验</a:t>
              </a:r>
            </a:p>
          </p:txBody>
        </p:sp>
      </p:grpSp>
      <p:grpSp>
        <p:nvGrpSpPr>
          <p:cNvPr id="72" name="小红书平北职场PPT11"/>
          <p:cNvGrpSpPr/>
          <p:nvPr/>
        </p:nvGrpSpPr>
        <p:grpSpPr>
          <a:xfrm>
            <a:off x="8435346" y="4715063"/>
            <a:ext cx="3343216" cy="1874431"/>
            <a:chOff x="8435346" y="4676963"/>
            <a:chExt cx="3343216" cy="1988766"/>
          </a:xfrm>
        </p:grpSpPr>
        <p:graphicFrame>
          <p:nvGraphicFramePr>
            <p:cNvPr id="73" name="小红书平北职场PPT11-1"/>
            <p:cNvGraphicFramePr/>
            <p:nvPr/>
          </p:nvGraphicFramePr>
          <p:xfrm>
            <a:off x="8435346" y="4676963"/>
            <a:ext cx="3009906" cy="198876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1"/>
            </a:graphicData>
          </a:graphic>
        </p:graphicFrame>
        <p:grpSp>
          <p:nvGrpSpPr>
            <p:cNvPr id="74" name="组合 73"/>
            <p:cNvGrpSpPr/>
            <p:nvPr/>
          </p:nvGrpSpPr>
          <p:grpSpPr>
            <a:xfrm>
              <a:off x="9334564" y="4894010"/>
              <a:ext cx="2442395" cy="246219"/>
              <a:chOff x="8914377" y="5055379"/>
              <a:chExt cx="2442395" cy="246219"/>
            </a:xfrm>
          </p:grpSpPr>
          <p:grpSp>
            <p:nvGrpSpPr>
              <p:cNvPr id="90" name="组合 89"/>
              <p:cNvGrpSpPr/>
              <p:nvPr/>
            </p:nvGrpSpPr>
            <p:grpSpPr>
              <a:xfrm>
                <a:off x="8948507" y="5055379"/>
                <a:ext cx="2408265" cy="246219"/>
                <a:chOff x="8948507" y="5055379"/>
                <a:chExt cx="2408265" cy="246219"/>
              </a:xfrm>
            </p:grpSpPr>
            <p:sp>
              <p:nvSpPr>
                <p:cNvPr id="92" name="小红书平北职场PPT11-2"/>
                <p:cNvSpPr txBox="1"/>
                <p:nvPr/>
              </p:nvSpPr>
              <p:spPr>
                <a:xfrm>
                  <a:off x="10848299" y="5070767"/>
                  <a:ext cx="508473" cy="228585"/>
                </a:xfrm>
                <a:prstGeom prst="rect">
                  <a:avLst/>
                </a:prstGeom>
                <a:noFill/>
              </p:spPr>
              <p:txBody>
                <a:bodyPr vert="horz"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12.5%</a:t>
                  </a:r>
                  <a:endPara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93" name="小红书平北职场PPT11-3"/>
                <p:cNvSpPr/>
                <p:nvPr/>
              </p:nvSpPr>
              <p:spPr>
                <a:xfrm rot="5400000">
                  <a:off x="9034459" y="4976046"/>
                  <a:ext cx="246219" cy="404885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5400000" scaled="1"/>
                  <a:tileRect/>
                </a:gradFill>
                <a:ln w="9525">
                  <a:noFill/>
                  <a:round/>
                </a:ln>
                <a:effectLst/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94" name="小红书平北职场PPT11-4"/>
                <p:cNvSpPr txBox="1"/>
                <p:nvPr/>
              </p:nvSpPr>
              <p:spPr>
                <a:xfrm>
                  <a:off x="8948507" y="5070767"/>
                  <a:ext cx="412292" cy="228585"/>
                </a:xfrm>
                <a:prstGeom prst="rect">
                  <a:avLst/>
                </a:prstGeom>
                <a:noFill/>
              </p:spPr>
              <p:txBody>
                <a:bodyPr vert="horz"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10</a:t>
                  </a:r>
                  <a:r>
                    <a:rPr kumimoji="0" lang="zh-CN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人</a:t>
                  </a:r>
                </a:p>
              </p:txBody>
            </p:sp>
          </p:grpSp>
          <p:sp>
            <p:nvSpPr>
              <p:cNvPr id="91" name="小红书平北职场PPT11-5"/>
              <p:cNvSpPr/>
              <p:nvPr/>
            </p:nvSpPr>
            <p:spPr>
              <a:xfrm flipH="1">
                <a:off x="8914377" y="5141624"/>
                <a:ext cx="72000" cy="76392"/>
              </a:xfrm>
              <a:prstGeom prst="ellipse">
                <a:avLst/>
              </a:prstGeom>
              <a:solidFill>
                <a:schemeClr val="bg1"/>
              </a:solidFill>
              <a:ln w="14399" cap="flat" cmpd="sng" algn="ctr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2700000" scaled="1"/>
                  <a:tileRect/>
                </a:gra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9334564" y="5338885"/>
              <a:ext cx="2443998" cy="246219"/>
              <a:chOff x="8914377" y="5419568"/>
              <a:chExt cx="2443998" cy="246219"/>
            </a:xfrm>
          </p:grpSpPr>
          <p:sp>
            <p:nvSpPr>
              <p:cNvPr id="86" name="小红书平北职场PPT11-6"/>
              <p:cNvSpPr txBox="1"/>
              <p:nvPr/>
            </p:nvSpPr>
            <p:spPr>
              <a:xfrm>
                <a:off x="10849902" y="5434955"/>
                <a:ext cx="508473" cy="228585"/>
              </a:xfrm>
              <a:prstGeom prst="rect">
                <a:avLst/>
              </a:prstGeom>
              <a:noFill/>
            </p:spPr>
            <p:txBody>
              <a:bodyPr vert="horz"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15.0%</a:t>
                </a: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7" name="小红书平北职场PPT11-7"/>
              <p:cNvSpPr/>
              <p:nvPr/>
            </p:nvSpPr>
            <p:spPr>
              <a:xfrm rot="5400000">
                <a:off x="9034466" y="5340235"/>
                <a:ext cx="246219" cy="40488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5400000" scaled="1"/>
                <a:tileRect/>
              </a:gradFill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8" name="小红书平北职场PPT11-8"/>
              <p:cNvSpPr txBox="1"/>
              <p:nvPr/>
            </p:nvSpPr>
            <p:spPr>
              <a:xfrm>
                <a:off x="8958656" y="5434955"/>
                <a:ext cx="412292" cy="228585"/>
              </a:xfrm>
              <a:prstGeom prst="rect">
                <a:avLst/>
              </a:prstGeom>
              <a:noFill/>
            </p:spPr>
            <p:txBody>
              <a:bodyPr vert="horz"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12</a:t>
                </a:r>
                <a:r>
                  <a: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人</a:t>
                </a:r>
              </a:p>
            </p:txBody>
          </p:sp>
          <p:sp>
            <p:nvSpPr>
              <p:cNvPr id="89" name="小红书平北职场PPT11-9"/>
              <p:cNvSpPr/>
              <p:nvPr/>
            </p:nvSpPr>
            <p:spPr>
              <a:xfrm flipH="1">
                <a:off x="8914377" y="5505813"/>
                <a:ext cx="72000" cy="76392"/>
              </a:xfrm>
              <a:prstGeom prst="ellipse">
                <a:avLst/>
              </a:prstGeom>
              <a:solidFill>
                <a:schemeClr val="bg1"/>
              </a:solidFill>
              <a:ln w="14399" cap="flat" cmpd="sng" algn="ctr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2700000" scaled="1"/>
                  <a:tileRect/>
                </a:gra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76" name="组合 75"/>
            <p:cNvGrpSpPr/>
            <p:nvPr/>
          </p:nvGrpSpPr>
          <p:grpSpPr>
            <a:xfrm>
              <a:off x="9334564" y="5760505"/>
              <a:ext cx="2419952" cy="246219"/>
              <a:chOff x="8914377" y="5800847"/>
              <a:chExt cx="2419952" cy="246219"/>
            </a:xfrm>
          </p:grpSpPr>
          <p:sp>
            <p:nvSpPr>
              <p:cNvPr id="82" name="小红书平北职场PPT11-10"/>
              <p:cNvSpPr txBox="1"/>
              <p:nvPr/>
            </p:nvSpPr>
            <p:spPr>
              <a:xfrm>
                <a:off x="10825856" y="5816234"/>
                <a:ext cx="508473" cy="228585"/>
              </a:xfrm>
              <a:prstGeom prst="rect">
                <a:avLst/>
              </a:prstGeom>
              <a:noFill/>
            </p:spPr>
            <p:txBody>
              <a:bodyPr vert="horz"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35.0%</a:t>
                </a: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3" name="小红书平北职场PPT11-11"/>
              <p:cNvSpPr/>
              <p:nvPr/>
            </p:nvSpPr>
            <p:spPr>
              <a:xfrm rot="5400000">
                <a:off x="9034472" y="5721514"/>
                <a:ext cx="246219" cy="40488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5400000" scaled="1"/>
                <a:tileRect/>
              </a:gradFill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4" name="小红书平北职场PPT11-12"/>
              <p:cNvSpPr txBox="1"/>
              <p:nvPr/>
            </p:nvSpPr>
            <p:spPr>
              <a:xfrm>
                <a:off x="8934610" y="5816234"/>
                <a:ext cx="412292" cy="228585"/>
              </a:xfrm>
              <a:prstGeom prst="rect">
                <a:avLst/>
              </a:prstGeom>
              <a:noFill/>
            </p:spPr>
            <p:txBody>
              <a:bodyPr vert="horz"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28</a:t>
                </a:r>
                <a:r>
                  <a: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人</a:t>
                </a:r>
              </a:p>
            </p:txBody>
          </p:sp>
          <p:sp>
            <p:nvSpPr>
              <p:cNvPr id="85" name="小红书平北职场PPT11-13"/>
              <p:cNvSpPr/>
              <p:nvPr/>
            </p:nvSpPr>
            <p:spPr>
              <a:xfrm flipH="1">
                <a:off x="8914377" y="5887092"/>
                <a:ext cx="72000" cy="76392"/>
              </a:xfrm>
              <a:prstGeom prst="ellipse">
                <a:avLst/>
              </a:prstGeom>
              <a:solidFill>
                <a:schemeClr val="bg1"/>
              </a:solidFill>
              <a:ln w="14399" cap="flat" cmpd="sng" algn="ctr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2700000" scaled="1"/>
                  <a:tileRect/>
                </a:gra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77" name="组合 76"/>
            <p:cNvGrpSpPr/>
            <p:nvPr/>
          </p:nvGrpSpPr>
          <p:grpSpPr>
            <a:xfrm>
              <a:off x="9334564" y="6193551"/>
              <a:ext cx="2421556" cy="246219"/>
              <a:chOff x="8914377" y="6173379"/>
              <a:chExt cx="2421556" cy="246219"/>
            </a:xfrm>
          </p:grpSpPr>
          <p:sp>
            <p:nvSpPr>
              <p:cNvPr id="78" name="小红书平北职场PPT11-14"/>
              <p:cNvSpPr txBox="1"/>
              <p:nvPr/>
            </p:nvSpPr>
            <p:spPr>
              <a:xfrm>
                <a:off x="10827460" y="6188767"/>
                <a:ext cx="508473" cy="228585"/>
              </a:xfrm>
              <a:prstGeom prst="rect">
                <a:avLst/>
              </a:prstGeom>
              <a:noFill/>
            </p:spPr>
            <p:txBody>
              <a:bodyPr vert="horz"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37.5%</a:t>
                </a: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9" name="小红书平北职场PPT11-15"/>
              <p:cNvSpPr/>
              <p:nvPr/>
            </p:nvSpPr>
            <p:spPr>
              <a:xfrm rot="5400000">
                <a:off x="9034463" y="6094046"/>
                <a:ext cx="246219" cy="40488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5400000" scaled="1"/>
                <a:tileRect/>
              </a:gradFill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0" name="小红书平北职场PPT11-16"/>
              <p:cNvSpPr txBox="1"/>
              <p:nvPr/>
            </p:nvSpPr>
            <p:spPr>
              <a:xfrm>
                <a:off x="8936214" y="6188767"/>
                <a:ext cx="412292" cy="228585"/>
              </a:xfrm>
              <a:prstGeom prst="rect">
                <a:avLst/>
              </a:prstGeom>
              <a:noFill/>
            </p:spPr>
            <p:txBody>
              <a:bodyPr vert="horz"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30</a:t>
                </a:r>
                <a:r>
                  <a: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人</a:t>
                </a:r>
              </a:p>
            </p:txBody>
          </p:sp>
          <p:sp>
            <p:nvSpPr>
              <p:cNvPr id="81" name="小红书平北职场PPT11-17"/>
              <p:cNvSpPr/>
              <p:nvPr/>
            </p:nvSpPr>
            <p:spPr>
              <a:xfrm flipH="1">
                <a:off x="8914377" y="6259625"/>
                <a:ext cx="72000" cy="76392"/>
              </a:xfrm>
              <a:prstGeom prst="ellipse">
                <a:avLst/>
              </a:prstGeom>
              <a:solidFill>
                <a:schemeClr val="bg1"/>
              </a:solidFill>
              <a:ln w="14399" cap="flat" cmpd="sng" algn="ctr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2700000" scaled="1"/>
                  <a:tileRect/>
                </a:gra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grpSp>
        <p:nvGrpSpPr>
          <p:cNvPr id="95" name="小红书平北职场PPT12"/>
          <p:cNvGrpSpPr/>
          <p:nvPr/>
        </p:nvGrpSpPr>
        <p:grpSpPr>
          <a:xfrm>
            <a:off x="284267" y="2336301"/>
            <a:ext cx="10543400" cy="2363306"/>
            <a:chOff x="284267" y="2336301"/>
            <a:chExt cx="10543400" cy="2363306"/>
          </a:xfrm>
        </p:grpSpPr>
        <p:grpSp>
          <p:nvGrpSpPr>
            <p:cNvPr id="96" name="组合 95"/>
            <p:cNvGrpSpPr/>
            <p:nvPr/>
          </p:nvGrpSpPr>
          <p:grpSpPr>
            <a:xfrm>
              <a:off x="284267" y="2336301"/>
              <a:ext cx="10543400" cy="2363306"/>
              <a:chOff x="284267" y="2336301"/>
              <a:chExt cx="10543400" cy="2363306"/>
            </a:xfrm>
          </p:grpSpPr>
          <p:grpSp>
            <p:nvGrpSpPr>
              <p:cNvPr id="98" name="组合 97"/>
              <p:cNvGrpSpPr/>
              <p:nvPr/>
            </p:nvGrpSpPr>
            <p:grpSpPr>
              <a:xfrm>
                <a:off x="284267" y="2336301"/>
                <a:ext cx="2964510" cy="431815"/>
                <a:chOff x="194327" y="2319972"/>
                <a:chExt cx="2964510" cy="431815"/>
              </a:xfrm>
            </p:grpSpPr>
            <p:grpSp>
              <p:nvGrpSpPr>
                <p:cNvPr id="105" name="组合 104"/>
                <p:cNvGrpSpPr/>
                <p:nvPr/>
              </p:nvGrpSpPr>
              <p:grpSpPr>
                <a:xfrm>
                  <a:off x="194327" y="2319972"/>
                  <a:ext cx="2964510" cy="431815"/>
                  <a:chOff x="194327" y="2319972"/>
                  <a:chExt cx="2964510" cy="431815"/>
                </a:xfrm>
              </p:grpSpPr>
              <p:sp>
                <p:nvSpPr>
                  <p:cNvPr id="107" name="小红书平北职场PPT12-1"/>
                  <p:cNvSpPr/>
                  <p:nvPr>
                    <p:custDataLst>
                      <p:tags r:id="rId6"/>
                    </p:custDataLst>
                  </p:nvPr>
                </p:nvSpPr>
                <p:spPr>
                  <a:xfrm>
                    <a:off x="194330" y="2391681"/>
                    <a:ext cx="2964507" cy="360106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/>
                      </a:gs>
                    </a:gsLst>
                    <a:lin ang="0" scaled="1"/>
                    <a:tileRect/>
                  </a:gradFill>
                  <a:ln w="9525">
                    <a:noFill/>
                    <a:round/>
                  </a:ln>
                  <a:effectLst>
                    <a:outerShdw blurRad="142619" dist="65824" dir="5400000" algn="ctr" rotWithShape="0">
                      <a:schemeClr val="accent2">
                        <a:alpha val="40000"/>
                      </a:schemeClr>
                    </a:outerShdw>
                  </a:effectLst>
                </p:spPr>
                <p:txBody>
                  <a:bodyPr vert="horz" wrap="square" lIns="121920" tIns="60960" rIns="121920" bIns="60960" numCol="1" rtlCol="0" anchor="ctr" anchorCtr="0" compatLnSpc="1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endParaRPr>
                  </a:p>
                </p:txBody>
              </p:sp>
              <p:sp>
                <p:nvSpPr>
                  <p:cNvPr id="108" name="小红书平北职场PPT12-2"/>
                  <p:cNvSpPr/>
                  <p:nvPr>
                    <p:custDataLst>
                      <p:tags r:id="rId7"/>
                    </p:custDataLst>
                  </p:nvPr>
                </p:nvSpPr>
                <p:spPr>
                  <a:xfrm flipH="1">
                    <a:off x="194327" y="2319972"/>
                    <a:ext cx="134897" cy="75261"/>
                  </a:xfrm>
                  <a:prstGeom prst="rtTriangl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 w="9525">
                    <a:noFill/>
                    <a:round/>
                  </a:ln>
                  <a:effectLst>
                    <a:outerShdw blurRad="142619" dist="65824" dir="5400000" algn="ctr" rotWithShape="0">
                      <a:schemeClr val="accent1">
                        <a:alpha val="40000"/>
                      </a:schemeClr>
                    </a:outerShdw>
                  </a:effectLst>
                </p:spPr>
                <p:txBody>
                  <a:bodyPr vert="horz" wrap="square" lIns="121920" tIns="60960" rIns="121920" bIns="60960" numCol="1" rtlCol="0" anchor="ctr" anchorCtr="0" compatLnSpc="1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endParaRPr>
                  </a:p>
                </p:txBody>
              </p:sp>
            </p:grpSp>
            <p:sp>
              <p:nvSpPr>
                <p:cNvPr id="106" name="小红书平北职场PPT12-3"/>
                <p:cNvSpPr txBox="1"/>
                <p:nvPr/>
              </p:nvSpPr>
              <p:spPr>
                <a:xfrm>
                  <a:off x="302896" y="2421217"/>
                  <a:ext cx="279942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离职人数排名前五的部门</a:t>
                  </a:r>
                  <a:r>
                    <a:rPr kumimoji="0" lang="zh-CN" altLang="zh-CN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名次表</a:t>
                  </a:r>
                  <a:endPara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</p:grpSp>
          <p:grpSp>
            <p:nvGrpSpPr>
              <p:cNvPr id="99" name="组合 98"/>
              <p:cNvGrpSpPr/>
              <p:nvPr/>
            </p:nvGrpSpPr>
            <p:grpSpPr>
              <a:xfrm>
                <a:off x="8209131" y="4267792"/>
                <a:ext cx="2618536" cy="431815"/>
                <a:chOff x="194327" y="2319972"/>
                <a:chExt cx="2618536" cy="431815"/>
              </a:xfrm>
            </p:grpSpPr>
            <p:sp>
              <p:nvSpPr>
                <p:cNvPr id="103" name="小红书平北职场PPT12-4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194330" y="2391681"/>
                  <a:ext cx="2618533" cy="360106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 w="9525">
                  <a:noFill/>
                  <a:round/>
                </a:ln>
                <a:effectLst>
                  <a:outerShdw blurRad="142619" dist="65824" dir="5400000" algn="ctr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04" name="小红书平北职场PPT12-5"/>
                <p:cNvSpPr/>
                <p:nvPr>
                  <p:custDataLst>
                    <p:tags r:id="rId5"/>
                  </p:custDataLst>
                </p:nvPr>
              </p:nvSpPr>
              <p:spPr>
                <a:xfrm flipH="1">
                  <a:off x="194327" y="2319972"/>
                  <a:ext cx="134897" cy="75261"/>
                </a:xfrm>
                <a:prstGeom prst="rtTriangle">
                  <a:avLst/>
                </a:prstGeom>
                <a:solidFill>
                  <a:schemeClr val="accent1">
                    <a:lumMod val="75000"/>
                  </a:schemeClr>
                </a:solidFill>
                <a:ln w="9525">
                  <a:noFill/>
                  <a:round/>
                </a:ln>
                <a:effectLst>
                  <a:outerShdw blurRad="142619" dist="65824" dir="5400000" algn="ctr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</p:grpSp>
          <p:grpSp>
            <p:nvGrpSpPr>
              <p:cNvPr id="100" name="组合 99"/>
              <p:cNvGrpSpPr/>
              <p:nvPr/>
            </p:nvGrpSpPr>
            <p:grpSpPr>
              <a:xfrm>
                <a:off x="8209131" y="2336301"/>
                <a:ext cx="2618536" cy="431815"/>
                <a:chOff x="194327" y="2319972"/>
                <a:chExt cx="2618536" cy="431815"/>
              </a:xfrm>
            </p:grpSpPr>
            <p:sp>
              <p:nvSpPr>
                <p:cNvPr id="101" name="小红书平北职场PPT12-6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194330" y="2391681"/>
                  <a:ext cx="2618533" cy="360106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 w="9525">
                  <a:noFill/>
                  <a:round/>
                </a:ln>
                <a:effectLst>
                  <a:outerShdw blurRad="142619" dist="65824" dir="5400000" algn="ctr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02" name="小红书平北职场PPT12-7"/>
                <p:cNvSpPr/>
                <p:nvPr>
                  <p:custDataLst>
                    <p:tags r:id="rId3"/>
                  </p:custDataLst>
                </p:nvPr>
              </p:nvSpPr>
              <p:spPr>
                <a:xfrm flipH="1">
                  <a:off x="194327" y="2319972"/>
                  <a:ext cx="134897" cy="75261"/>
                </a:xfrm>
                <a:prstGeom prst="rtTriangle">
                  <a:avLst/>
                </a:prstGeom>
                <a:solidFill>
                  <a:schemeClr val="accent1">
                    <a:lumMod val="75000"/>
                  </a:schemeClr>
                </a:solidFill>
                <a:ln w="9525">
                  <a:noFill/>
                  <a:round/>
                </a:ln>
                <a:effectLst>
                  <a:outerShdw blurRad="142619" dist="65824" dir="5400000" algn="ctr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</p:grpSp>
        </p:grpSp>
        <p:sp>
          <p:nvSpPr>
            <p:cNvPr id="97" name="小红书平北职场PPT12-8"/>
            <p:cNvSpPr txBox="1"/>
            <p:nvPr/>
          </p:nvSpPr>
          <p:spPr>
            <a:xfrm>
              <a:off x="8346554" y="2437546"/>
              <a:ext cx="2210192" cy="30777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各类离职原因调查分析</a:t>
              </a:r>
            </a:p>
          </p:txBody>
        </p:sp>
      </p:grpSp>
      <p:sp>
        <p:nvSpPr>
          <p:cNvPr id="109" name="小红书平北职场PPT13"/>
          <p:cNvSpPr txBox="1"/>
          <p:nvPr/>
        </p:nvSpPr>
        <p:spPr>
          <a:xfrm>
            <a:off x="8346554" y="4355601"/>
            <a:ext cx="2705388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各类离职员工的工龄分布</a:t>
            </a:r>
          </a:p>
        </p:txBody>
      </p:sp>
      <p:sp>
        <p:nvSpPr>
          <p:cNvPr id="110" name="小红书平北职场PPT14"/>
          <p:cNvSpPr/>
          <p:nvPr/>
        </p:nvSpPr>
        <p:spPr>
          <a:xfrm>
            <a:off x="3539344" y="2262174"/>
            <a:ext cx="4475187" cy="205731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11" name="小红书平北职场PPT15"/>
          <p:cNvSpPr/>
          <p:nvPr/>
        </p:nvSpPr>
        <p:spPr>
          <a:xfrm>
            <a:off x="3539344" y="4494080"/>
            <a:ext cx="4475187" cy="205731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12" name="小红书平北职场PPT16"/>
          <p:cNvGrpSpPr/>
          <p:nvPr/>
        </p:nvGrpSpPr>
        <p:grpSpPr>
          <a:xfrm>
            <a:off x="4884117" y="2399037"/>
            <a:ext cx="2932213" cy="307777"/>
            <a:chOff x="4718366" y="2428917"/>
            <a:chExt cx="2932213" cy="307777"/>
          </a:xfrm>
        </p:grpSpPr>
        <p:sp>
          <p:nvSpPr>
            <p:cNvPr id="113" name="小红书平北职场PPT16-1"/>
            <p:cNvSpPr/>
            <p:nvPr/>
          </p:nvSpPr>
          <p:spPr>
            <a:xfrm>
              <a:off x="4810183" y="2630252"/>
              <a:ext cx="2700000" cy="72000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4" name="小红书平北职场PPT16-2"/>
            <p:cNvSpPr txBox="1"/>
            <p:nvPr/>
          </p:nvSpPr>
          <p:spPr>
            <a:xfrm>
              <a:off x="4718366" y="2428917"/>
              <a:ext cx="293221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离职分析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: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0" scaled="1"/>
                    <a:tileRect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各部门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离职类型人数分布</a:t>
              </a:r>
            </a:p>
          </p:txBody>
        </p:sp>
      </p:grpSp>
      <p:grpSp>
        <p:nvGrpSpPr>
          <p:cNvPr id="115" name="小红书平北职场PPT17"/>
          <p:cNvGrpSpPr/>
          <p:nvPr/>
        </p:nvGrpSpPr>
        <p:grpSpPr>
          <a:xfrm>
            <a:off x="4884117" y="4652188"/>
            <a:ext cx="2932213" cy="307777"/>
            <a:chOff x="4718366" y="2428917"/>
            <a:chExt cx="2932213" cy="307777"/>
          </a:xfrm>
        </p:grpSpPr>
        <p:sp>
          <p:nvSpPr>
            <p:cNvPr id="116" name="小红书平北职场PPT17-1"/>
            <p:cNvSpPr/>
            <p:nvPr/>
          </p:nvSpPr>
          <p:spPr>
            <a:xfrm>
              <a:off x="4810183" y="2630252"/>
              <a:ext cx="2700000" cy="72000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7" name="小红书平北职场PPT17-2"/>
            <p:cNvSpPr txBox="1"/>
            <p:nvPr/>
          </p:nvSpPr>
          <p:spPr>
            <a:xfrm>
              <a:off x="4718366" y="2428917"/>
              <a:ext cx="293221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离职分析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: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0" scaled="1"/>
                    <a:tileRect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各职级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离职类型人数分布</a:t>
              </a:r>
            </a:p>
          </p:txBody>
        </p:sp>
      </p:grpSp>
      <p:sp>
        <p:nvSpPr>
          <p:cNvPr id="118" name="小红书平北职场PPT18"/>
          <p:cNvSpPr txBox="1"/>
          <p:nvPr/>
        </p:nvSpPr>
        <p:spPr>
          <a:xfrm flipH="1">
            <a:off x="3625662" y="2560355"/>
            <a:ext cx="321400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00000">
                        <a:alpha val="10000"/>
                      </a:srgbClr>
                    </a:gs>
                    <a:gs pos="100000">
                      <a:srgbClr val="000000">
                        <a:alpha val="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rPr>
              <a:t>01</a:t>
            </a:r>
          </a:p>
        </p:txBody>
      </p:sp>
      <p:sp>
        <p:nvSpPr>
          <p:cNvPr id="119" name="小红书平北职场PPT19"/>
          <p:cNvSpPr txBox="1"/>
          <p:nvPr/>
        </p:nvSpPr>
        <p:spPr>
          <a:xfrm flipH="1">
            <a:off x="3625662" y="4783492"/>
            <a:ext cx="321400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00000">
                        <a:alpha val="10000"/>
                      </a:srgbClr>
                    </a:gs>
                    <a:gs pos="100000">
                      <a:srgbClr val="000000">
                        <a:alpha val="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rPr>
              <a:t>02</a:t>
            </a:r>
          </a:p>
        </p:txBody>
      </p:sp>
      <p:graphicFrame>
        <p:nvGraphicFramePr>
          <p:cNvPr id="120" name="小红书平北职场PPT20"/>
          <p:cNvGraphicFramePr/>
          <p:nvPr/>
        </p:nvGraphicFramePr>
        <p:xfrm>
          <a:off x="3510598" y="2622860"/>
          <a:ext cx="4467335" cy="1689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121" name="小红书平北职场PPT21"/>
          <p:cNvGraphicFramePr/>
          <p:nvPr/>
        </p:nvGraphicFramePr>
        <p:xfrm>
          <a:off x="3510598" y="4845133"/>
          <a:ext cx="4467335" cy="1689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小红书平北职场PPT1"/>
          <p:cNvSpPr/>
          <p:nvPr/>
        </p:nvSpPr>
        <p:spPr>
          <a:xfrm>
            <a:off x="5054871" y="4222907"/>
            <a:ext cx="3108643" cy="234878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3" name="小红书平北职场PPT2"/>
          <p:cNvGrpSpPr/>
          <p:nvPr/>
        </p:nvGrpSpPr>
        <p:grpSpPr>
          <a:xfrm>
            <a:off x="4919974" y="4297033"/>
            <a:ext cx="2830183" cy="431815"/>
            <a:chOff x="194327" y="2319972"/>
            <a:chExt cx="2830183" cy="431815"/>
          </a:xfrm>
        </p:grpSpPr>
        <p:sp>
          <p:nvSpPr>
            <p:cNvPr id="4" name="小红书平北职场PPT2-1"/>
            <p:cNvSpPr/>
            <p:nvPr>
              <p:custDataLst>
                <p:tags r:id="rId8"/>
              </p:custDataLst>
            </p:nvPr>
          </p:nvSpPr>
          <p:spPr>
            <a:xfrm>
              <a:off x="194330" y="2391681"/>
              <a:ext cx="2830180" cy="360106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  <a:round/>
            </a:ln>
            <a:effectLst>
              <a:outerShdw blurRad="142619" dist="65824" dir="5400000" algn="ctr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5" name="小红书平北职场PPT2-2"/>
            <p:cNvSpPr/>
            <p:nvPr>
              <p:custDataLst>
                <p:tags r:id="rId9"/>
              </p:custDataLst>
            </p:nvPr>
          </p:nvSpPr>
          <p:spPr>
            <a:xfrm flipH="1">
              <a:off x="194327" y="2319972"/>
              <a:ext cx="134897" cy="75261"/>
            </a:xfrm>
            <a:prstGeom prst="rtTriangle">
              <a:avLst/>
            </a:prstGeom>
            <a:solidFill>
              <a:schemeClr val="accent1">
                <a:lumMod val="75000"/>
              </a:schemeClr>
            </a:solidFill>
            <a:ln w="9525">
              <a:noFill/>
              <a:round/>
            </a:ln>
            <a:effectLst>
              <a:outerShdw blurRad="142619" dist="65824" dir="5400000" algn="ctr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6" name="小红书平北职场PPT3"/>
          <p:cNvSpPr txBox="1"/>
          <p:nvPr/>
        </p:nvSpPr>
        <p:spPr>
          <a:xfrm>
            <a:off x="5019997" y="4410615"/>
            <a:ext cx="2730160" cy="318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不同部门预算使用情况</a:t>
            </a:r>
          </a:p>
        </p:txBody>
      </p:sp>
      <p:sp>
        <p:nvSpPr>
          <p:cNvPr id="7" name="小红书平北职场PPT4"/>
          <p:cNvSpPr/>
          <p:nvPr/>
        </p:nvSpPr>
        <p:spPr>
          <a:xfrm>
            <a:off x="5054871" y="925554"/>
            <a:ext cx="6772182" cy="300876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8" name="小红书平北职场PPT5"/>
          <p:cNvGrpSpPr/>
          <p:nvPr/>
        </p:nvGrpSpPr>
        <p:grpSpPr>
          <a:xfrm>
            <a:off x="4919974" y="999680"/>
            <a:ext cx="6487079" cy="431815"/>
            <a:chOff x="194327" y="2319972"/>
            <a:chExt cx="6487079" cy="431815"/>
          </a:xfrm>
        </p:grpSpPr>
        <p:grpSp>
          <p:nvGrpSpPr>
            <p:cNvPr id="9" name="组合 8"/>
            <p:cNvGrpSpPr/>
            <p:nvPr/>
          </p:nvGrpSpPr>
          <p:grpSpPr>
            <a:xfrm>
              <a:off x="194327" y="2319972"/>
              <a:ext cx="6487079" cy="431815"/>
              <a:chOff x="194327" y="2319972"/>
              <a:chExt cx="6487079" cy="431815"/>
            </a:xfrm>
          </p:grpSpPr>
          <p:sp>
            <p:nvSpPr>
              <p:cNvPr id="11" name="小红书平北职场PPT5-1"/>
              <p:cNvSpPr/>
              <p:nvPr>
                <p:custDataLst>
                  <p:tags r:id="rId6"/>
                </p:custDataLst>
              </p:nvPr>
            </p:nvSpPr>
            <p:spPr>
              <a:xfrm>
                <a:off x="194329" y="2391681"/>
                <a:ext cx="6487077" cy="36010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 w="9525">
                <a:noFill/>
                <a:round/>
              </a:ln>
              <a:effectLst>
                <a:outerShdw blurRad="142619" dist="65824" dir="5400000" algn="ctr" rotWithShape="0">
                  <a:schemeClr val="accent2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2" name="小红书平北职场PPT5-2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194327" y="2319972"/>
                <a:ext cx="134897" cy="75261"/>
              </a:xfrm>
              <a:prstGeom prst="rtTriangle">
                <a:avLst/>
              </a:prstGeom>
              <a:solidFill>
                <a:schemeClr val="accent2">
                  <a:lumMod val="75000"/>
                </a:schemeClr>
              </a:solidFill>
              <a:ln w="9525">
                <a:noFill/>
                <a:round/>
              </a:ln>
              <a:effectLst>
                <a:outerShdw blurRad="142619" dist="65824" dir="5400000" algn="ctr" rotWithShape="0">
                  <a:schemeClr val="accent1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10" name="小红书平北职场PPT5-3"/>
            <p:cNvSpPr txBox="1"/>
            <p:nvPr/>
          </p:nvSpPr>
          <p:spPr>
            <a:xfrm>
              <a:off x="294349" y="2433554"/>
              <a:ext cx="538825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管控重点首当其冲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 :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招待差旅，占比最高，超支最重，管控当先</a:t>
              </a:r>
            </a:p>
          </p:txBody>
        </p:sp>
      </p:grpSp>
      <p:grpSp>
        <p:nvGrpSpPr>
          <p:cNvPr id="13" name="小红书平北职场PPT6"/>
          <p:cNvGrpSpPr/>
          <p:nvPr/>
        </p:nvGrpSpPr>
        <p:grpSpPr>
          <a:xfrm>
            <a:off x="334963" y="184318"/>
            <a:ext cx="11522075" cy="506147"/>
            <a:chOff x="334963" y="184318"/>
            <a:chExt cx="11522075" cy="506147"/>
          </a:xfrm>
        </p:grpSpPr>
        <p:cxnSp>
          <p:nvCxnSpPr>
            <p:cNvPr id="14" name="小红书平北职场PPT6-1"/>
            <p:cNvCxnSpPr/>
            <p:nvPr>
              <p:custDataLst>
                <p:tags r:id="rId4"/>
              </p:custDataLst>
            </p:nvPr>
          </p:nvCxnSpPr>
          <p:spPr>
            <a:xfrm>
              <a:off x="334963" y="690465"/>
              <a:ext cx="115220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小红书平北职场PPT6-2"/>
            <p:cNvSpPr txBox="1"/>
            <p:nvPr>
              <p:custDataLst>
                <p:tags r:id="rId5"/>
              </p:custDataLst>
            </p:nvPr>
          </p:nvSpPr>
          <p:spPr>
            <a:xfrm>
              <a:off x="334963" y="184318"/>
              <a:ext cx="3590727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财务预算执行分析报告</a:t>
              </a:r>
            </a:p>
          </p:txBody>
        </p:sp>
      </p:grpSp>
      <p:sp>
        <p:nvSpPr>
          <p:cNvPr id="16" name="小红书平北职场PPT8"/>
          <p:cNvSpPr/>
          <p:nvPr/>
        </p:nvSpPr>
        <p:spPr>
          <a:xfrm>
            <a:off x="473512" y="925553"/>
            <a:ext cx="4283292" cy="56268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7" name="小红书平北职场PPT9"/>
          <p:cNvGrpSpPr/>
          <p:nvPr/>
        </p:nvGrpSpPr>
        <p:grpSpPr>
          <a:xfrm>
            <a:off x="334963" y="999680"/>
            <a:ext cx="4149188" cy="431815"/>
            <a:chOff x="194327" y="2319972"/>
            <a:chExt cx="4149188" cy="431815"/>
          </a:xfrm>
        </p:grpSpPr>
        <p:grpSp>
          <p:nvGrpSpPr>
            <p:cNvPr id="18" name="组合 17"/>
            <p:cNvGrpSpPr/>
            <p:nvPr/>
          </p:nvGrpSpPr>
          <p:grpSpPr>
            <a:xfrm>
              <a:off x="194327" y="2319972"/>
              <a:ext cx="4149188" cy="431815"/>
              <a:chOff x="194327" y="2319972"/>
              <a:chExt cx="4149188" cy="431815"/>
            </a:xfrm>
          </p:grpSpPr>
          <p:sp>
            <p:nvSpPr>
              <p:cNvPr id="20" name="小红书平北职场PPT9-1"/>
              <p:cNvSpPr/>
              <p:nvPr>
                <p:custDataLst>
                  <p:tags r:id="rId2"/>
                </p:custDataLst>
              </p:nvPr>
            </p:nvSpPr>
            <p:spPr>
              <a:xfrm>
                <a:off x="194331" y="2391681"/>
                <a:ext cx="4149184" cy="36010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 w="9525">
                <a:noFill/>
                <a:round/>
              </a:ln>
              <a:effectLst>
                <a:outerShdw blurRad="142619" dist="65824" dir="5400000" algn="ctr" rotWithShape="0">
                  <a:schemeClr val="accent1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21" name="小红书平北职场PPT9-2"/>
              <p:cNvSpPr/>
              <p:nvPr>
                <p:custDataLst>
                  <p:tags r:id="rId3"/>
                </p:custDataLst>
              </p:nvPr>
            </p:nvSpPr>
            <p:spPr>
              <a:xfrm flipH="1">
                <a:off x="194327" y="2319972"/>
                <a:ext cx="134897" cy="75261"/>
              </a:xfrm>
              <a:prstGeom prst="rtTriangle">
                <a:avLst/>
              </a:prstGeom>
              <a:solidFill>
                <a:schemeClr val="accent1">
                  <a:lumMod val="75000"/>
                </a:schemeClr>
              </a:solidFill>
              <a:ln w="9525">
                <a:noFill/>
                <a:round/>
              </a:ln>
              <a:effectLst>
                <a:outerShdw blurRad="142619" dist="65824" dir="5400000" algn="ctr" rotWithShape="0">
                  <a:schemeClr val="accent1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19" name="小红书平北职场PPT9-3"/>
            <p:cNvSpPr txBox="1"/>
            <p:nvPr/>
          </p:nvSpPr>
          <p:spPr>
            <a:xfrm>
              <a:off x="294350" y="2433554"/>
              <a:ext cx="39142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预算使用趋势分析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: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 预算执行率升，超支压力增</a:t>
              </a:r>
            </a:p>
          </p:txBody>
        </p:sp>
      </p:grpSp>
      <p:graphicFrame>
        <p:nvGraphicFramePr>
          <p:cNvPr id="22" name="小红书平北职场PPT10"/>
          <p:cNvGraphicFramePr/>
          <p:nvPr/>
        </p:nvGraphicFramePr>
        <p:xfrm>
          <a:off x="495868" y="1536902"/>
          <a:ext cx="4179576" cy="50005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pSp>
        <p:nvGrpSpPr>
          <p:cNvPr id="23" name="小红书平北职场PPT11"/>
          <p:cNvGrpSpPr/>
          <p:nvPr/>
        </p:nvGrpSpPr>
        <p:grpSpPr>
          <a:xfrm>
            <a:off x="1410448" y="4597509"/>
            <a:ext cx="501183" cy="409180"/>
            <a:chOff x="1514563" y="2740836"/>
            <a:chExt cx="391286" cy="336633"/>
          </a:xfrm>
        </p:grpSpPr>
        <p:sp>
          <p:nvSpPr>
            <p:cNvPr id="24" name="小红书平北职场PPT11-1"/>
            <p:cNvSpPr/>
            <p:nvPr/>
          </p:nvSpPr>
          <p:spPr>
            <a:xfrm flipH="1">
              <a:off x="1514563" y="2740836"/>
              <a:ext cx="84318" cy="88852"/>
            </a:xfrm>
            <a:prstGeom prst="ellipse">
              <a:avLst/>
            </a:prstGeom>
            <a:solidFill>
              <a:schemeClr val="bg1"/>
            </a:solidFill>
            <a:ln w="20261" cap="flat" cmpd="sng" algn="ctr"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25" name="组合 24"/>
            <p:cNvGrpSpPr/>
            <p:nvPr/>
          </p:nvGrpSpPr>
          <p:grpSpPr>
            <a:xfrm flipV="1">
              <a:off x="1514563" y="2824186"/>
              <a:ext cx="391286" cy="253283"/>
              <a:chOff x="4661020" y="2619222"/>
              <a:chExt cx="499390" cy="323261"/>
            </a:xfrm>
          </p:grpSpPr>
          <p:sp>
            <p:nvSpPr>
              <p:cNvPr id="26" name="小红书平北职场PPT11-2"/>
              <p:cNvSpPr/>
              <p:nvPr/>
            </p:nvSpPr>
            <p:spPr>
              <a:xfrm>
                <a:off x="4686541" y="2647305"/>
                <a:ext cx="436970" cy="295178"/>
              </a:xfrm>
              <a:custGeom>
                <a:avLst/>
                <a:gdLst>
                  <a:gd name="connsiteX0" fmla="*/ 35913 w 436970"/>
                  <a:gd name="connsiteY0" fmla="*/ 0 h 295178"/>
                  <a:gd name="connsiteX1" fmla="*/ 401057 w 436970"/>
                  <a:gd name="connsiteY1" fmla="*/ 0 h 295178"/>
                  <a:gd name="connsiteX2" fmla="*/ 436970 w 436970"/>
                  <a:gd name="connsiteY2" fmla="*/ 35913 h 295178"/>
                  <a:gd name="connsiteX3" fmla="*/ 436970 w 436970"/>
                  <a:gd name="connsiteY3" fmla="*/ 179560 h 295178"/>
                  <a:gd name="connsiteX4" fmla="*/ 401057 w 436970"/>
                  <a:gd name="connsiteY4" fmla="*/ 215473 h 295178"/>
                  <a:gd name="connsiteX5" fmla="*/ 127413 w 436970"/>
                  <a:gd name="connsiteY5" fmla="*/ 215473 h 295178"/>
                  <a:gd name="connsiteX6" fmla="*/ 52880 w 436970"/>
                  <a:gd name="connsiteY6" fmla="*/ 295178 h 295178"/>
                  <a:gd name="connsiteX7" fmla="*/ 52880 w 436970"/>
                  <a:gd name="connsiteY7" fmla="*/ 215473 h 295178"/>
                  <a:gd name="connsiteX8" fmla="*/ 35913 w 436970"/>
                  <a:gd name="connsiteY8" fmla="*/ 215473 h 295178"/>
                  <a:gd name="connsiteX9" fmla="*/ 0 w 436970"/>
                  <a:gd name="connsiteY9" fmla="*/ 179560 h 295178"/>
                  <a:gd name="connsiteX10" fmla="*/ 0 w 436970"/>
                  <a:gd name="connsiteY10" fmla="*/ 35913 h 295178"/>
                  <a:gd name="connsiteX11" fmla="*/ 35913 w 436970"/>
                  <a:gd name="connsiteY11" fmla="*/ 0 h 295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36970" h="295178">
                    <a:moveTo>
                      <a:pt x="35913" y="0"/>
                    </a:moveTo>
                    <a:lnTo>
                      <a:pt x="401057" y="0"/>
                    </a:lnTo>
                    <a:cubicBezTo>
                      <a:pt x="420891" y="0"/>
                      <a:pt x="436970" y="16079"/>
                      <a:pt x="436970" y="35913"/>
                    </a:cubicBezTo>
                    <a:lnTo>
                      <a:pt x="436970" y="179560"/>
                    </a:lnTo>
                    <a:cubicBezTo>
                      <a:pt x="436970" y="199394"/>
                      <a:pt x="420891" y="215473"/>
                      <a:pt x="401057" y="215473"/>
                    </a:cubicBezTo>
                    <a:lnTo>
                      <a:pt x="127413" y="215473"/>
                    </a:lnTo>
                    <a:lnTo>
                      <a:pt x="52880" y="295178"/>
                    </a:lnTo>
                    <a:lnTo>
                      <a:pt x="52880" y="215473"/>
                    </a:lnTo>
                    <a:lnTo>
                      <a:pt x="35913" y="215473"/>
                    </a:lnTo>
                    <a:cubicBezTo>
                      <a:pt x="16079" y="215473"/>
                      <a:pt x="0" y="199394"/>
                      <a:pt x="0" y="179560"/>
                    </a:cubicBezTo>
                    <a:lnTo>
                      <a:pt x="0" y="35913"/>
                    </a:lnTo>
                    <a:cubicBezTo>
                      <a:pt x="0" y="16079"/>
                      <a:pt x="16079" y="0"/>
                      <a:pt x="35913" y="0"/>
                    </a:cubicBezTo>
                    <a:close/>
                  </a:path>
                </a:pathLst>
              </a:custGeom>
              <a:solidFill>
                <a:schemeClr val="bg1">
                  <a:alpha val="90000"/>
                </a:schemeClr>
              </a:solidFill>
              <a:ln w="6048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27" name="小红书平北职场PPT11-3"/>
              <p:cNvSpPr txBox="1"/>
              <p:nvPr/>
            </p:nvSpPr>
            <p:spPr>
              <a:xfrm flipV="1">
                <a:off x="4661020" y="2619222"/>
                <a:ext cx="499390" cy="2640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200" spc="300">
                    <a:solidFill>
                      <a:schemeClr val="tx2"/>
                    </a:solidFill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97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95%</a:t>
                </a:r>
                <a:endParaRPr kumimoji="0" lang="zh-CN" altLang="en-US" sz="97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grpSp>
        <p:nvGrpSpPr>
          <p:cNvPr id="28" name="小红书平北职场PPT12"/>
          <p:cNvGrpSpPr/>
          <p:nvPr/>
        </p:nvGrpSpPr>
        <p:grpSpPr>
          <a:xfrm>
            <a:off x="2460883" y="2442001"/>
            <a:ext cx="551557" cy="407043"/>
            <a:chOff x="2823856" y="1945739"/>
            <a:chExt cx="430614" cy="334876"/>
          </a:xfrm>
        </p:grpSpPr>
        <p:sp>
          <p:nvSpPr>
            <p:cNvPr id="29" name="小红书平北职场PPT12-1"/>
            <p:cNvSpPr/>
            <p:nvPr/>
          </p:nvSpPr>
          <p:spPr>
            <a:xfrm flipH="1">
              <a:off x="2840702" y="1945739"/>
              <a:ext cx="84318" cy="88852"/>
            </a:xfrm>
            <a:prstGeom prst="ellipse">
              <a:avLst/>
            </a:prstGeom>
            <a:solidFill>
              <a:schemeClr val="bg1"/>
            </a:solidFill>
            <a:ln w="20261" cap="flat" cmpd="sng" algn="ctr"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30" name="组合 29"/>
            <p:cNvGrpSpPr/>
            <p:nvPr/>
          </p:nvGrpSpPr>
          <p:grpSpPr>
            <a:xfrm flipV="1">
              <a:off x="2823856" y="2018653"/>
              <a:ext cx="430614" cy="261962"/>
              <a:chOff x="4644083" y="2608144"/>
              <a:chExt cx="549583" cy="334339"/>
            </a:xfrm>
          </p:grpSpPr>
          <p:sp>
            <p:nvSpPr>
              <p:cNvPr id="31" name="小红书平北职场PPT12-2"/>
              <p:cNvSpPr/>
              <p:nvPr/>
            </p:nvSpPr>
            <p:spPr>
              <a:xfrm>
                <a:off x="4686541" y="2647305"/>
                <a:ext cx="436970" cy="295178"/>
              </a:xfrm>
              <a:custGeom>
                <a:avLst/>
                <a:gdLst>
                  <a:gd name="connsiteX0" fmla="*/ 35913 w 436970"/>
                  <a:gd name="connsiteY0" fmla="*/ 0 h 295178"/>
                  <a:gd name="connsiteX1" fmla="*/ 401057 w 436970"/>
                  <a:gd name="connsiteY1" fmla="*/ 0 h 295178"/>
                  <a:gd name="connsiteX2" fmla="*/ 436970 w 436970"/>
                  <a:gd name="connsiteY2" fmla="*/ 35913 h 295178"/>
                  <a:gd name="connsiteX3" fmla="*/ 436970 w 436970"/>
                  <a:gd name="connsiteY3" fmla="*/ 179560 h 295178"/>
                  <a:gd name="connsiteX4" fmla="*/ 401057 w 436970"/>
                  <a:gd name="connsiteY4" fmla="*/ 215473 h 295178"/>
                  <a:gd name="connsiteX5" fmla="*/ 127413 w 436970"/>
                  <a:gd name="connsiteY5" fmla="*/ 215473 h 295178"/>
                  <a:gd name="connsiteX6" fmla="*/ 52880 w 436970"/>
                  <a:gd name="connsiteY6" fmla="*/ 295178 h 295178"/>
                  <a:gd name="connsiteX7" fmla="*/ 52880 w 436970"/>
                  <a:gd name="connsiteY7" fmla="*/ 215473 h 295178"/>
                  <a:gd name="connsiteX8" fmla="*/ 35913 w 436970"/>
                  <a:gd name="connsiteY8" fmla="*/ 215473 h 295178"/>
                  <a:gd name="connsiteX9" fmla="*/ 0 w 436970"/>
                  <a:gd name="connsiteY9" fmla="*/ 179560 h 295178"/>
                  <a:gd name="connsiteX10" fmla="*/ 0 w 436970"/>
                  <a:gd name="connsiteY10" fmla="*/ 35913 h 295178"/>
                  <a:gd name="connsiteX11" fmla="*/ 35913 w 436970"/>
                  <a:gd name="connsiteY11" fmla="*/ 0 h 295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36970" h="295178">
                    <a:moveTo>
                      <a:pt x="35913" y="0"/>
                    </a:moveTo>
                    <a:lnTo>
                      <a:pt x="401057" y="0"/>
                    </a:lnTo>
                    <a:cubicBezTo>
                      <a:pt x="420891" y="0"/>
                      <a:pt x="436970" y="16079"/>
                      <a:pt x="436970" y="35913"/>
                    </a:cubicBezTo>
                    <a:lnTo>
                      <a:pt x="436970" y="179560"/>
                    </a:lnTo>
                    <a:cubicBezTo>
                      <a:pt x="436970" y="199394"/>
                      <a:pt x="420891" y="215473"/>
                      <a:pt x="401057" y="215473"/>
                    </a:cubicBezTo>
                    <a:lnTo>
                      <a:pt x="127413" y="215473"/>
                    </a:lnTo>
                    <a:lnTo>
                      <a:pt x="52880" y="295178"/>
                    </a:lnTo>
                    <a:lnTo>
                      <a:pt x="52880" y="215473"/>
                    </a:lnTo>
                    <a:lnTo>
                      <a:pt x="35913" y="215473"/>
                    </a:lnTo>
                    <a:cubicBezTo>
                      <a:pt x="16079" y="215473"/>
                      <a:pt x="0" y="199394"/>
                      <a:pt x="0" y="179560"/>
                    </a:cubicBezTo>
                    <a:lnTo>
                      <a:pt x="0" y="35913"/>
                    </a:lnTo>
                    <a:cubicBezTo>
                      <a:pt x="0" y="16079"/>
                      <a:pt x="16079" y="0"/>
                      <a:pt x="35913" y="0"/>
                    </a:cubicBezTo>
                    <a:close/>
                  </a:path>
                </a:pathLst>
              </a:custGeom>
              <a:solidFill>
                <a:schemeClr val="bg1">
                  <a:alpha val="90000"/>
                </a:schemeClr>
              </a:solidFill>
              <a:ln w="6048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32" name="小红书平北职场PPT12-3"/>
              <p:cNvSpPr txBox="1"/>
              <p:nvPr/>
            </p:nvSpPr>
            <p:spPr>
              <a:xfrm flipV="1">
                <a:off x="4644083" y="2608144"/>
                <a:ext cx="549583" cy="264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200" spc="300">
                    <a:solidFill>
                      <a:schemeClr val="tx2"/>
                    </a:solidFill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97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103%</a:t>
                </a:r>
                <a:endParaRPr kumimoji="0" lang="zh-CN" altLang="en-US" sz="97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grpSp>
        <p:nvGrpSpPr>
          <p:cNvPr id="33" name="小红书平北职场PPT13"/>
          <p:cNvGrpSpPr/>
          <p:nvPr/>
        </p:nvGrpSpPr>
        <p:grpSpPr>
          <a:xfrm>
            <a:off x="3505327" y="1895989"/>
            <a:ext cx="551557" cy="391308"/>
            <a:chOff x="4078802" y="1768356"/>
            <a:chExt cx="430614" cy="321930"/>
          </a:xfrm>
        </p:grpSpPr>
        <p:sp>
          <p:nvSpPr>
            <p:cNvPr id="34" name="小红书平北职场PPT13-1"/>
            <p:cNvSpPr/>
            <p:nvPr/>
          </p:nvSpPr>
          <p:spPr>
            <a:xfrm flipH="1">
              <a:off x="4106423" y="1768356"/>
              <a:ext cx="84318" cy="88852"/>
            </a:xfrm>
            <a:prstGeom prst="ellipse">
              <a:avLst/>
            </a:prstGeom>
            <a:solidFill>
              <a:schemeClr val="bg1"/>
            </a:solidFill>
            <a:ln w="20261" cap="flat" cmpd="sng" algn="ctr"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 flipV="1">
              <a:off x="4078802" y="1838772"/>
              <a:ext cx="430614" cy="251514"/>
              <a:chOff x="4644083" y="2621479"/>
              <a:chExt cx="549583" cy="321004"/>
            </a:xfrm>
          </p:grpSpPr>
          <p:sp>
            <p:nvSpPr>
              <p:cNvPr id="36" name="小红书平北职场PPT13-2"/>
              <p:cNvSpPr/>
              <p:nvPr/>
            </p:nvSpPr>
            <p:spPr>
              <a:xfrm>
                <a:off x="4686541" y="2647305"/>
                <a:ext cx="436970" cy="295178"/>
              </a:xfrm>
              <a:custGeom>
                <a:avLst/>
                <a:gdLst>
                  <a:gd name="connsiteX0" fmla="*/ 35913 w 436970"/>
                  <a:gd name="connsiteY0" fmla="*/ 0 h 295178"/>
                  <a:gd name="connsiteX1" fmla="*/ 401057 w 436970"/>
                  <a:gd name="connsiteY1" fmla="*/ 0 h 295178"/>
                  <a:gd name="connsiteX2" fmla="*/ 436970 w 436970"/>
                  <a:gd name="connsiteY2" fmla="*/ 35913 h 295178"/>
                  <a:gd name="connsiteX3" fmla="*/ 436970 w 436970"/>
                  <a:gd name="connsiteY3" fmla="*/ 179560 h 295178"/>
                  <a:gd name="connsiteX4" fmla="*/ 401057 w 436970"/>
                  <a:gd name="connsiteY4" fmla="*/ 215473 h 295178"/>
                  <a:gd name="connsiteX5" fmla="*/ 127413 w 436970"/>
                  <a:gd name="connsiteY5" fmla="*/ 215473 h 295178"/>
                  <a:gd name="connsiteX6" fmla="*/ 52880 w 436970"/>
                  <a:gd name="connsiteY6" fmla="*/ 295178 h 295178"/>
                  <a:gd name="connsiteX7" fmla="*/ 52880 w 436970"/>
                  <a:gd name="connsiteY7" fmla="*/ 215473 h 295178"/>
                  <a:gd name="connsiteX8" fmla="*/ 35913 w 436970"/>
                  <a:gd name="connsiteY8" fmla="*/ 215473 h 295178"/>
                  <a:gd name="connsiteX9" fmla="*/ 0 w 436970"/>
                  <a:gd name="connsiteY9" fmla="*/ 179560 h 295178"/>
                  <a:gd name="connsiteX10" fmla="*/ 0 w 436970"/>
                  <a:gd name="connsiteY10" fmla="*/ 35913 h 295178"/>
                  <a:gd name="connsiteX11" fmla="*/ 35913 w 436970"/>
                  <a:gd name="connsiteY11" fmla="*/ 0 h 295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36970" h="295178">
                    <a:moveTo>
                      <a:pt x="35913" y="0"/>
                    </a:moveTo>
                    <a:lnTo>
                      <a:pt x="401057" y="0"/>
                    </a:lnTo>
                    <a:cubicBezTo>
                      <a:pt x="420891" y="0"/>
                      <a:pt x="436970" y="16079"/>
                      <a:pt x="436970" y="35913"/>
                    </a:cubicBezTo>
                    <a:lnTo>
                      <a:pt x="436970" y="179560"/>
                    </a:lnTo>
                    <a:cubicBezTo>
                      <a:pt x="436970" y="199394"/>
                      <a:pt x="420891" y="215473"/>
                      <a:pt x="401057" y="215473"/>
                    </a:cubicBezTo>
                    <a:lnTo>
                      <a:pt x="127413" y="215473"/>
                    </a:lnTo>
                    <a:lnTo>
                      <a:pt x="52880" y="295178"/>
                    </a:lnTo>
                    <a:lnTo>
                      <a:pt x="52880" y="215473"/>
                    </a:lnTo>
                    <a:lnTo>
                      <a:pt x="35913" y="215473"/>
                    </a:lnTo>
                    <a:cubicBezTo>
                      <a:pt x="16079" y="215473"/>
                      <a:pt x="0" y="199394"/>
                      <a:pt x="0" y="179560"/>
                    </a:cubicBezTo>
                    <a:lnTo>
                      <a:pt x="0" y="35913"/>
                    </a:lnTo>
                    <a:cubicBezTo>
                      <a:pt x="0" y="16079"/>
                      <a:pt x="16079" y="0"/>
                      <a:pt x="35913" y="0"/>
                    </a:cubicBezTo>
                    <a:close/>
                  </a:path>
                </a:pathLst>
              </a:custGeom>
              <a:solidFill>
                <a:schemeClr val="bg1">
                  <a:alpha val="90000"/>
                </a:schemeClr>
              </a:solidFill>
              <a:ln w="6048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37" name="小红书平北职场PPT13-3"/>
              <p:cNvSpPr txBox="1"/>
              <p:nvPr/>
            </p:nvSpPr>
            <p:spPr>
              <a:xfrm flipV="1">
                <a:off x="4644083" y="2621479"/>
                <a:ext cx="549583" cy="2640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200" spc="300">
                    <a:solidFill>
                      <a:schemeClr val="tx2"/>
                    </a:solidFill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97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105%</a:t>
                </a:r>
                <a:endParaRPr kumimoji="0" lang="zh-CN" altLang="en-US" sz="97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sp>
        <p:nvSpPr>
          <p:cNvPr id="38" name="小红书平北职场PPT14"/>
          <p:cNvSpPr txBox="1"/>
          <p:nvPr/>
        </p:nvSpPr>
        <p:spPr>
          <a:xfrm>
            <a:off x="600722" y="6257764"/>
            <a:ext cx="9914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</a:rPr>
              <a:t>（单位：万元）</a:t>
            </a:r>
          </a:p>
        </p:txBody>
      </p:sp>
      <p:graphicFrame>
        <p:nvGraphicFramePr>
          <p:cNvPr id="39" name="小红书平北职场PPT15"/>
          <p:cNvGraphicFramePr/>
          <p:nvPr/>
        </p:nvGraphicFramePr>
        <p:xfrm>
          <a:off x="4714976" y="1531303"/>
          <a:ext cx="3415979" cy="2422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40" name="小红书平北职场PPT16"/>
          <p:cNvSpPr/>
          <p:nvPr/>
        </p:nvSpPr>
        <p:spPr>
          <a:xfrm>
            <a:off x="5983160" y="2069621"/>
            <a:ext cx="872752" cy="872752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41" name="小红书平北职场PPT17"/>
          <p:cNvGraphicFramePr/>
          <p:nvPr/>
        </p:nvGraphicFramePr>
        <p:xfrm>
          <a:off x="7750157" y="1525969"/>
          <a:ext cx="3556130" cy="24225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grpSp>
        <p:nvGrpSpPr>
          <p:cNvPr id="42" name="小红书平北职场PPT18"/>
          <p:cNvGrpSpPr/>
          <p:nvPr/>
        </p:nvGrpSpPr>
        <p:grpSpPr>
          <a:xfrm>
            <a:off x="9552791" y="1689851"/>
            <a:ext cx="1972550" cy="2037270"/>
            <a:chOff x="9552791" y="1689851"/>
            <a:chExt cx="1972550" cy="2037270"/>
          </a:xfrm>
        </p:grpSpPr>
        <p:grpSp>
          <p:nvGrpSpPr>
            <p:cNvPr id="43" name="组合 42"/>
            <p:cNvGrpSpPr/>
            <p:nvPr/>
          </p:nvGrpSpPr>
          <p:grpSpPr>
            <a:xfrm>
              <a:off x="10165978" y="1689851"/>
              <a:ext cx="1359363" cy="310077"/>
              <a:chOff x="10165978" y="1689851"/>
              <a:chExt cx="1359363" cy="310077"/>
            </a:xfrm>
          </p:grpSpPr>
          <p:cxnSp>
            <p:nvCxnSpPr>
              <p:cNvPr id="68" name="小红书平北职场PPT18-1"/>
              <p:cNvCxnSpPr/>
              <p:nvPr/>
            </p:nvCxnSpPr>
            <p:spPr>
              <a:xfrm>
                <a:off x="10165978" y="1850316"/>
                <a:ext cx="1161826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小红书平北职场PPT18-2"/>
              <p:cNvSpPr/>
              <p:nvPr/>
            </p:nvSpPr>
            <p:spPr>
              <a:xfrm>
                <a:off x="11151891" y="1689851"/>
                <a:ext cx="310077" cy="310077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</a:gra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grpSp>
            <p:nvGrpSpPr>
              <p:cNvPr id="70" name="组合 69"/>
              <p:cNvGrpSpPr/>
              <p:nvPr/>
            </p:nvGrpSpPr>
            <p:grpSpPr>
              <a:xfrm>
                <a:off x="11101827" y="1737984"/>
                <a:ext cx="423514" cy="248111"/>
                <a:chOff x="11101827" y="1729047"/>
                <a:chExt cx="423514" cy="248111"/>
              </a:xfrm>
            </p:grpSpPr>
            <p:sp>
              <p:nvSpPr>
                <p:cNvPr id="71" name="小红书平北职场PPT18-3"/>
                <p:cNvSpPr txBox="1"/>
                <p:nvPr/>
              </p:nvSpPr>
              <p:spPr>
                <a:xfrm>
                  <a:off x="11101827" y="1761714"/>
                  <a:ext cx="423514" cy="2154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38.9</a:t>
                  </a:r>
                  <a:r>
                    <a:rPr kumimoji="0" lang="en-US" altLang="zh-CN" sz="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%</a:t>
                  </a:r>
                  <a:endPara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72" name="小红书平北职场PPT18-4"/>
                <p:cNvSpPr/>
                <p:nvPr/>
              </p:nvSpPr>
              <p:spPr>
                <a:xfrm>
                  <a:off x="11280424" y="1729047"/>
                  <a:ext cx="52703" cy="52703"/>
                </a:xfrm>
                <a:prstGeom prst="triangl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</p:grpSp>
        </p:grpSp>
        <p:grpSp>
          <p:nvGrpSpPr>
            <p:cNvPr id="44" name="组合 43"/>
            <p:cNvGrpSpPr/>
            <p:nvPr/>
          </p:nvGrpSpPr>
          <p:grpSpPr>
            <a:xfrm>
              <a:off x="10381130" y="2121649"/>
              <a:ext cx="1131387" cy="310077"/>
              <a:chOff x="10381130" y="2095711"/>
              <a:chExt cx="1131387" cy="310077"/>
            </a:xfrm>
          </p:grpSpPr>
          <p:cxnSp>
            <p:nvCxnSpPr>
              <p:cNvPr id="63" name="小红书平北职场PPT18-5"/>
              <p:cNvCxnSpPr/>
              <p:nvPr/>
            </p:nvCxnSpPr>
            <p:spPr>
              <a:xfrm>
                <a:off x="10381130" y="2253538"/>
                <a:ext cx="946674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小红书平北职场PPT18-6"/>
              <p:cNvSpPr/>
              <p:nvPr/>
            </p:nvSpPr>
            <p:spPr>
              <a:xfrm>
                <a:off x="11151891" y="2095711"/>
                <a:ext cx="310077" cy="310077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</a:gra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grpSp>
            <p:nvGrpSpPr>
              <p:cNvPr id="65" name="组合 64"/>
              <p:cNvGrpSpPr/>
              <p:nvPr/>
            </p:nvGrpSpPr>
            <p:grpSpPr>
              <a:xfrm>
                <a:off x="11114651" y="2142987"/>
                <a:ext cx="397866" cy="248112"/>
                <a:chOff x="11114651" y="1729046"/>
                <a:chExt cx="397866" cy="248112"/>
              </a:xfrm>
            </p:grpSpPr>
            <p:sp>
              <p:nvSpPr>
                <p:cNvPr id="66" name="小红书平北职场PPT18-7"/>
                <p:cNvSpPr txBox="1"/>
                <p:nvPr/>
              </p:nvSpPr>
              <p:spPr>
                <a:xfrm>
                  <a:off x="11114651" y="1761714"/>
                  <a:ext cx="397866" cy="2154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18.2</a:t>
                  </a:r>
                  <a:r>
                    <a:rPr kumimoji="0" lang="en-US" altLang="zh-CN" sz="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%</a:t>
                  </a:r>
                  <a:endPara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7" name="小红书平北职场PPT18-8"/>
                <p:cNvSpPr/>
                <p:nvPr/>
              </p:nvSpPr>
              <p:spPr>
                <a:xfrm>
                  <a:off x="11280424" y="1729046"/>
                  <a:ext cx="52703" cy="52703"/>
                </a:xfrm>
                <a:prstGeom prst="triangl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</p:grpSp>
        </p:grpSp>
        <p:grpSp>
          <p:nvGrpSpPr>
            <p:cNvPr id="45" name="组合 44"/>
            <p:cNvGrpSpPr/>
            <p:nvPr/>
          </p:nvGrpSpPr>
          <p:grpSpPr>
            <a:xfrm>
              <a:off x="10800678" y="2553448"/>
              <a:ext cx="692603" cy="310077"/>
              <a:chOff x="10800678" y="2484394"/>
              <a:chExt cx="692603" cy="310077"/>
            </a:xfrm>
          </p:grpSpPr>
          <p:cxnSp>
            <p:nvCxnSpPr>
              <p:cNvPr id="58" name="小红书平北职场PPT18-9"/>
              <p:cNvCxnSpPr/>
              <p:nvPr/>
            </p:nvCxnSpPr>
            <p:spPr>
              <a:xfrm>
                <a:off x="10800678" y="2656760"/>
                <a:ext cx="527126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小红书平北职场PPT18-10"/>
              <p:cNvSpPr/>
              <p:nvPr/>
            </p:nvSpPr>
            <p:spPr>
              <a:xfrm>
                <a:off x="11151891" y="2484394"/>
                <a:ext cx="310077" cy="310077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</a:gra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grpSp>
            <p:nvGrpSpPr>
              <p:cNvPr id="60" name="组合 59"/>
              <p:cNvGrpSpPr/>
              <p:nvPr/>
            </p:nvGrpSpPr>
            <p:grpSpPr>
              <a:xfrm>
                <a:off x="11133887" y="2538200"/>
                <a:ext cx="359394" cy="239972"/>
                <a:chOff x="11133887" y="1740598"/>
                <a:chExt cx="359394" cy="239972"/>
              </a:xfrm>
            </p:grpSpPr>
            <p:sp>
              <p:nvSpPr>
                <p:cNvPr id="61" name="小红书平北职场PPT18-11"/>
                <p:cNvSpPr txBox="1"/>
                <p:nvPr/>
              </p:nvSpPr>
              <p:spPr>
                <a:xfrm>
                  <a:off x="11133887" y="1765126"/>
                  <a:ext cx="359394" cy="2154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0.0</a:t>
                  </a:r>
                  <a:r>
                    <a:rPr kumimoji="0" lang="en-US" altLang="zh-CN" sz="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%</a:t>
                  </a:r>
                  <a:endPara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2" name="小红书平北职场PPT18-12"/>
                <p:cNvSpPr/>
                <p:nvPr/>
              </p:nvSpPr>
              <p:spPr>
                <a:xfrm flipV="1">
                  <a:off x="11280424" y="1740598"/>
                  <a:ext cx="52703" cy="52703"/>
                </a:xfrm>
                <a:prstGeom prst="triangl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</p:grpSp>
        </p:grpSp>
        <p:grpSp>
          <p:nvGrpSpPr>
            <p:cNvPr id="46" name="组合 45"/>
            <p:cNvGrpSpPr/>
            <p:nvPr/>
          </p:nvGrpSpPr>
          <p:grpSpPr>
            <a:xfrm>
              <a:off x="9628095" y="2985245"/>
              <a:ext cx="1884422" cy="310077"/>
              <a:chOff x="9628095" y="2899517"/>
              <a:chExt cx="1884422" cy="310077"/>
            </a:xfrm>
          </p:grpSpPr>
          <p:cxnSp>
            <p:nvCxnSpPr>
              <p:cNvPr id="53" name="小红书平北职场PPT18-13"/>
              <p:cNvCxnSpPr/>
              <p:nvPr/>
            </p:nvCxnSpPr>
            <p:spPr>
              <a:xfrm>
                <a:off x="9628095" y="3059982"/>
                <a:ext cx="1699708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小红书平北职场PPT18-14"/>
              <p:cNvSpPr/>
              <p:nvPr/>
            </p:nvSpPr>
            <p:spPr>
              <a:xfrm>
                <a:off x="11151891" y="2899517"/>
                <a:ext cx="310077" cy="310077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</a:gra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grpSp>
            <p:nvGrpSpPr>
              <p:cNvPr id="55" name="组合 54"/>
              <p:cNvGrpSpPr/>
              <p:nvPr/>
            </p:nvGrpSpPr>
            <p:grpSpPr>
              <a:xfrm>
                <a:off x="11114651" y="2944545"/>
                <a:ext cx="397866" cy="239973"/>
                <a:chOff x="11114651" y="1740597"/>
                <a:chExt cx="397866" cy="239973"/>
              </a:xfrm>
            </p:grpSpPr>
            <p:sp>
              <p:nvSpPr>
                <p:cNvPr id="56" name="小红书平北职场PPT18-15"/>
                <p:cNvSpPr txBox="1"/>
                <p:nvPr/>
              </p:nvSpPr>
              <p:spPr>
                <a:xfrm>
                  <a:off x="11114651" y="1765126"/>
                  <a:ext cx="397866" cy="2154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13.3</a:t>
                  </a:r>
                  <a:r>
                    <a:rPr kumimoji="0" lang="en-US" altLang="zh-CN" sz="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%</a:t>
                  </a:r>
                  <a:endPara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7" name="小红书平北职场PPT18-16"/>
                <p:cNvSpPr/>
                <p:nvPr/>
              </p:nvSpPr>
              <p:spPr>
                <a:xfrm flipV="1">
                  <a:off x="11280424" y="1740597"/>
                  <a:ext cx="52703" cy="52703"/>
                </a:xfrm>
                <a:prstGeom prst="triangl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</p:grpSp>
        </p:grpSp>
        <p:grpSp>
          <p:nvGrpSpPr>
            <p:cNvPr id="47" name="组合 46"/>
            <p:cNvGrpSpPr/>
            <p:nvPr/>
          </p:nvGrpSpPr>
          <p:grpSpPr>
            <a:xfrm>
              <a:off x="9552791" y="3417044"/>
              <a:ext cx="1972550" cy="310077"/>
              <a:chOff x="9552791" y="3302741"/>
              <a:chExt cx="1972550" cy="310077"/>
            </a:xfrm>
          </p:grpSpPr>
          <p:cxnSp>
            <p:nvCxnSpPr>
              <p:cNvPr id="48" name="小红书平北职场PPT18-17"/>
              <p:cNvCxnSpPr/>
              <p:nvPr/>
            </p:nvCxnSpPr>
            <p:spPr>
              <a:xfrm>
                <a:off x="9552791" y="3463205"/>
                <a:ext cx="1775012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小红书平北职场PPT18-18"/>
              <p:cNvSpPr/>
              <p:nvPr/>
            </p:nvSpPr>
            <p:spPr>
              <a:xfrm>
                <a:off x="11151891" y="3302741"/>
                <a:ext cx="310077" cy="310077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</a:gra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grpSp>
            <p:nvGrpSpPr>
              <p:cNvPr id="50" name="组合 49"/>
              <p:cNvGrpSpPr/>
              <p:nvPr/>
            </p:nvGrpSpPr>
            <p:grpSpPr>
              <a:xfrm>
                <a:off x="11101827" y="3343651"/>
                <a:ext cx="423514" cy="239974"/>
                <a:chOff x="11101827" y="1740596"/>
                <a:chExt cx="423514" cy="239974"/>
              </a:xfrm>
            </p:grpSpPr>
            <p:sp>
              <p:nvSpPr>
                <p:cNvPr id="51" name="小红书平北职场PPT18-19"/>
                <p:cNvSpPr txBox="1"/>
                <p:nvPr/>
              </p:nvSpPr>
              <p:spPr>
                <a:xfrm>
                  <a:off x="11101827" y="1765126"/>
                  <a:ext cx="423514" cy="2154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26.7</a:t>
                  </a:r>
                  <a:r>
                    <a:rPr kumimoji="0" lang="en-US" altLang="zh-CN" sz="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%</a:t>
                  </a:r>
                  <a:endPara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2" name="小红书平北职场PPT18-20"/>
                <p:cNvSpPr/>
                <p:nvPr/>
              </p:nvSpPr>
              <p:spPr>
                <a:xfrm flipV="1">
                  <a:off x="11280424" y="1740596"/>
                  <a:ext cx="52703" cy="52703"/>
                </a:xfrm>
                <a:prstGeom prst="triangl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</p:grpSp>
        </p:grpSp>
      </p:grpSp>
      <p:sp>
        <p:nvSpPr>
          <p:cNvPr id="73" name="小红书平北职场PPT19"/>
          <p:cNvSpPr/>
          <p:nvPr/>
        </p:nvSpPr>
        <p:spPr>
          <a:xfrm>
            <a:off x="8533771" y="4222204"/>
            <a:ext cx="3293282" cy="2330224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1"/>
            <a:tileRect/>
          </a:gradFill>
          <a:ln w="9525">
            <a:noFill/>
            <a:round/>
          </a:ln>
          <a:effectLst>
            <a:outerShdw blurRad="165100" dist="76200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74" name="小红书平北职场PPT20"/>
          <p:cNvGrpSpPr/>
          <p:nvPr/>
        </p:nvGrpSpPr>
        <p:grpSpPr>
          <a:xfrm>
            <a:off x="8678350" y="4738553"/>
            <a:ext cx="2964344" cy="1673273"/>
            <a:chOff x="8704476" y="4829994"/>
            <a:chExt cx="2964344" cy="1673273"/>
          </a:xfrm>
        </p:grpSpPr>
        <p:sp>
          <p:nvSpPr>
            <p:cNvPr id="75" name="小红书平北职场PPT20-1"/>
            <p:cNvSpPr txBox="1"/>
            <p:nvPr/>
          </p:nvSpPr>
          <p:spPr>
            <a:xfrm>
              <a:off x="9098321" y="4829994"/>
              <a:ext cx="2570499" cy="16469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7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暂停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：业务招待及差旅费新申请一律暂停，待专项审计后调整标准</a:t>
              </a:r>
            </a:p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7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审计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：由财务等组成工作组，完成超支费用业务合理性审查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7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调配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：按季度将后勤部门结余预算调剂至业务部门</a:t>
              </a:r>
            </a:p>
          </p:txBody>
        </p:sp>
        <p:grpSp>
          <p:nvGrpSpPr>
            <p:cNvPr id="76" name="组合 75"/>
            <p:cNvGrpSpPr/>
            <p:nvPr/>
          </p:nvGrpSpPr>
          <p:grpSpPr>
            <a:xfrm>
              <a:off x="8704477" y="5403754"/>
              <a:ext cx="2951280" cy="540027"/>
              <a:chOff x="8751194" y="5358565"/>
              <a:chExt cx="2859110" cy="490542"/>
            </a:xfrm>
          </p:grpSpPr>
          <p:cxnSp>
            <p:nvCxnSpPr>
              <p:cNvPr id="80" name="小红书平北职场PPT20-2"/>
              <p:cNvCxnSpPr/>
              <p:nvPr/>
            </p:nvCxnSpPr>
            <p:spPr>
              <a:xfrm>
                <a:off x="8751194" y="5358565"/>
                <a:ext cx="2859110" cy="0"/>
              </a:xfrm>
              <a:prstGeom prst="line">
                <a:avLst/>
              </a:prstGeom>
              <a:ln w="8639">
                <a:solidFill>
                  <a:schemeClr val="bg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小红书平北职场PPT20-3"/>
              <p:cNvCxnSpPr/>
              <p:nvPr/>
            </p:nvCxnSpPr>
            <p:spPr>
              <a:xfrm>
                <a:off x="8751194" y="5849107"/>
                <a:ext cx="2859110" cy="0"/>
              </a:xfrm>
              <a:prstGeom prst="line">
                <a:avLst/>
              </a:prstGeom>
              <a:ln w="8639">
                <a:solidFill>
                  <a:schemeClr val="bg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小红书平北职场PPT20-4"/>
            <p:cNvSpPr/>
            <p:nvPr/>
          </p:nvSpPr>
          <p:spPr>
            <a:xfrm>
              <a:off x="8749112" y="4938342"/>
              <a:ext cx="273669" cy="273669"/>
            </a:xfrm>
            <a:custGeom>
              <a:avLst/>
              <a:gdLst>
                <a:gd name="connsiteX0" fmla="*/ 1027416 w 1668178"/>
                <a:gd name="connsiteY0" fmla="*/ 455358 h 1668177"/>
                <a:gd name="connsiteX1" fmla="*/ 944463 w 1668178"/>
                <a:gd name="connsiteY1" fmla="*/ 538311 h 1668177"/>
                <a:gd name="connsiteX2" fmla="*/ 944463 w 1668178"/>
                <a:gd name="connsiteY2" fmla="*/ 1129866 h 1668177"/>
                <a:gd name="connsiteX3" fmla="*/ 1027416 w 1668178"/>
                <a:gd name="connsiteY3" fmla="*/ 1212819 h 1668177"/>
                <a:gd name="connsiteX4" fmla="*/ 1110369 w 1668178"/>
                <a:gd name="connsiteY4" fmla="*/ 1129866 h 1668177"/>
                <a:gd name="connsiteX5" fmla="*/ 1110369 w 1668178"/>
                <a:gd name="connsiteY5" fmla="*/ 538311 h 1668177"/>
                <a:gd name="connsiteX6" fmla="*/ 1027416 w 1668178"/>
                <a:gd name="connsiteY6" fmla="*/ 455358 h 1668177"/>
                <a:gd name="connsiteX7" fmla="*/ 640742 w 1668178"/>
                <a:gd name="connsiteY7" fmla="*/ 455358 h 1668177"/>
                <a:gd name="connsiteX8" fmla="*/ 557789 w 1668178"/>
                <a:gd name="connsiteY8" fmla="*/ 538311 h 1668177"/>
                <a:gd name="connsiteX9" fmla="*/ 557789 w 1668178"/>
                <a:gd name="connsiteY9" fmla="*/ 1129866 h 1668177"/>
                <a:gd name="connsiteX10" fmla="*/ 640742 w 1668178"/>
                <a:gd name="connsiteY10" fmla="*/ 1212819 h 1668177"/>
                <a:gd name="connsiteX11" fmla="*/ 723695 w 1668178"/>
                <a:gd name="connsiteY11" fmla="*/ 1129866 h 1668177"/>
                <a:gd name="connsiteX12" fmla="*/ 723695 w 1668178"/>
                <a:gd name="connsiteY12" fmla="*/ 538311 h 1668177"/>
                <a:gd name="connsiteX13" fmla="*/ 640742 w 1668178"/>
                <a:gd name="connsiteY13" fmla="*/ 455358 h 1668177"/>
                <a:gd name="connsiteX14" fmla="*/ 834089 w 1668178"/>
                <a:gd name="connsiteY14" fmla="*/ 0 h 1668177"/>
                <a:gd name="connsiteX15" fmla="*/ 1476003 w 1668178"/>
                <a:gd name="connsiteY15" fmla="*/ 192193 h 1668177"/>
                <a:gd name="connsiteX16" fmla="*/ 1668178 w 1668178"/>
                <a:gd name="connsiteY16" fmla="*/ 834089 h 1668177"/>
                <a:gd name="connsiteX17" fmla="*/ 1475985 w 1668178"/>
                <a:gd name="connsiteY17" fmla="*/ 1476003 h 1668177"/>
                <a:gd name="connsiteX18" fmla="*/ 834089 w 1668178"/>
                <a:gd name="connsiteY18" fmla="*/ 1668177 h 1668177"/>
                <a:gd name="connsiteX19" fmla="*/ 192175 w 1668178"/>
                <a:gd name="connsiteY19" fmla="*/ 1475984 h 1668177"/>
                <a:gd name="connsiteX20" fmla="*/ 0 w 1668178"/>
                <a:gd name="connsiteY20" fmla="*/ 834089 h 1668177"/>
                <a:gd name="connsiteX21" fmla="*/ 192193 w 1668178"/>
                <a:gd name="connsiteY21" fmla="*/ 192174 h 1668177"/>
                <a:gd name="connsiteX22" fmla="*/ 834089 w 1668178"/>
                <a:gd name="connsiteY22" fmla="*/ 0 h 166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668178" h="1668177">
                  <a:moveTo>
                    <a:pt x="1027416" y="455358"/>
                  </a:moveTo>
                  <a:cubicBezTo>
                    <a:pt x="981782" y="455358"/>
                    <a:pt x="944463" y="492695"/>
                    <a:pt x="944463" y="538311"/>
                  </a:cubicBezTo>
                  <a:lnTo>
                    <a:pt x="944463" y="1129866"/>
                  </a:lnTo>
                  <a:cubicBezTo>
                    <a:pt x="944463" y="1175500"/>
                    <a:pt x="981800" y="1212819"/>
                    <a:pt x="1027416" y="1212819"/>
                  </a:cubicBezTo>
                  <a:cubicBezTo>
                    <a:pt x="1073051" y="1212819"/>
                    <a:pt x="1110369" y="1175482"/>
                    <a:pt x="1110369" y="1129866"/>
                  </a:cubicBezTo>
                  <a:lnTo>
                    <a:pt x="1110369" y="538311"/>
                  </a:lnTo>
                  <a:cubicBezTo>
                    <a:pt x="1110369" y="492695"/>
                    <a:pt x="1073032" y="455358"/>
                    <a:pt x="1027416" y="455358"/>
                  </a:cubicBezTo>
                  <a:close/>
                  <a:moveTo>
                    <a:pt x="640742" y="455358"/>
                  </a:moveTo>
                  <a:cubicBezTo>
                    <a:pt x="595108" y="455358"/>
                    <a:pt x="557789" y="492695"/>
                    <a:pt x="557789" y="538311"/>
                  </a:cubicBezTo>
                  <a:lnTo>
                    <a:pt x="557789" y="1129866"/>
                  </a:lnTo>
                  <a:cubicBezTo>
                    <a:pt x="557789" y="1175500"/>
                    <a:pt x="595126" y="1212819"/>
                    <a:pt x="640742" y="1212819"/>
                  </a:cubicBezTo>
                  <a:cubicBezTo>
                    <a:pt x="686376" y="1212819"/>
                    <a:pt x="723695" y="1175482"/>
                    <a:pt x="723695" y="1129866"/>
                  </a:cubicBezTo>
                  <a:lnTo>
                    <a:pt x="723695" y="538311"/>
                  </a:lnTo>
                  <a:cubicBezTo>
                    <a:pt x="723695" y="492695"/>
                    <a:pt x="686376" y="455358"/>
                    <a:pt x="640742" y="455358"/>
                  </a:cubicBezTo>
                  <a:close/>
                  <a:moveTo>
                    <a:pt x="834089" y="0"/>
                  </a:moveTo>
                  <a:cubicBezTo>
                    <a:pt x="1110556" y="3795"/>
                    <a:pt x="1339472" y="51792"/>
                    <a:pt x="1476003" y="192193"/>
                  </a:cubicBezTo>
                  <a:cubicBezTo>
                    <a:pt x="1616385" y="328706"/>
                    <a:pt x="1664401" y="557622"/>
                    <a:pt x="1668178" y="834089"/>
                  </a:cubicBezTo>
                  <a:cubicBezTo>
                    <a:pt x="1664382" y="1110556"/>
                    <a:pt x="1616367" y="1339472"/>
                    <a:pt x="1475985" y="1476003"/>
                  </a:cubicBezTo>
                  <a:cubicBezTo>
                    <a:pt x="1339472" y="1616385"/>
                    <a:pt x="1110556" y="1664401"/>
                    <a:pt x="834089" y="1668177"/>
                  </a:cubicBezTo>
                  <a:cubicBezTo>
                    <a:pt x="557622" y="1664382"/>
                    <a:pt x="328706" y="1616385"/>
                    <a:pt x="192175" y="1475984"/>
                  </a:cubicBezTo>
                  <a:cubicBezTo>
                    <a:pt x="51792" y="1339472"/>
                    <a:pt x="3777" y="1110556"/>
                    <a:pt x="0" y="834089"/>
                  </a:cubicBezTo>
                  <a:cubicBezTo>
                    <a:pt x="3795" y="557622"/>
                    <a:pt x="51792" y="328706"/>
                    <a:pt x="192193" y="192174"/>
                  </a:cubicBezTo>
                  <a:cubicBezTo>
                    <a:pt x="328706" y="51792"/>
                    <a:pt x="557622" y="3777"/>
                    <a:pt x="834089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902" cap="flat">
              <a:noFill/>
              <a:prstDash val="solid"/>
              <a:miter/>
            </a:ln>
            <a:effectLst>
              <a:outerShdw blurRad="46077" dist="34558" dir="5400000" algn="t" rotWithShape="0">
                <a:srgbClr val="420003">
                  <a:alpha val="2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pic>
          <p:nvPicPr>
            <p:cNvPr id="78" name="小红书平北职场PPT20-5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741973" y="5528598"/>
              <a:ext cx="287946" cy="287946"/>
            </a:xfrm>
            <a:prstGeom prst="rect">
              <a:avLst/>
            </a:prstGeom>
            <a:effectLst>
              <a:outerShdw blurRad="46077" dist="34558" dir="5400000" algn="t" rotWithShape="0">
                <a:srgbClr val="420003">
                  <a:alpha val="20000"/>
                </a:srgbClr>
              </a:outerShdw>
            </a:effectLst>
          </p:spPr>
        </p:pic>
        <p:pic>
          <p:nvPicPr>
            <p:cNvPr id="79" name="小红书平北职场PPT20-6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8704476" y="6093063"/>
              <a:ext cx="410204" cy="410204"/>
            </a:xfrm>
            <a:prstGeom prst="rect">
              <a:avLst/>
            </a:prstGeom>
            <a:effectLst>
              <a:outerShdw blurRad="46077" dist="34558" dir="5400000" algn="t" rotWithShape="0">
                <a:srgbClr val="420003">
                  <a:alpha val="20000"/>
                </a:srgbClr>
              </a:outerShdw>
            </a:effectLst>
          </p:spPr>
        </p:pic>
      </p:grpSp>
      <p:grpSp>
        <p:nvGrpSpPr>
          <p:cNvPr id="82" name="小红书平北职场PPT21"/>
          <p:cNvGrpSpPr/>
          <p:nvPr/>
        </p:nvGrpSpPr>
        <p:grpSpPr>
          <a:xfrm>
            <a:off x="8533771" y="4332465"/>
            <a:ext cx="3232659" cy="333006"/>
            <a:chOff x="8247669" y="1104057"/>
            <a:chExt cx="3232659" cy="265153"/>
          </a:xfrm>
        </p:grpSpPr>
        <p:sp>
          <p:nvSpPr>
            <p:cNvPr id="83" name="小红书平北职场PPT21-1"/>
            <p:cNvSpPr/>
            <p:nvPr/>
          </p:nvSpPr>
          <p:spPr>
            <a:xfrm>
              <a:off x="8985737" y="1104057"/>
              <a:ext cx="2494591" cy="26515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年度预算执行重大风险及应对方案</a:t>
              </a:r>
            </a:p>
          </p:txBody>
        </p:sp>
        <p:sp>
          <p:nvSpPr>
            <p:cNvPr id="84" name="小红书平北职场PPT21-2"/>
            <p:cNvSpPr/>
            <p:nvPr/>
          </p:nvSpPr>
          <p:spPr>
            <a:xfrm>
              <a:off x="8247669" y="1104057"/>
              <a:ext cx="738068" cy="26515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⭐⭐⭐</a:t>
              </a:r>
            </a:p>
          </p:txBody>
        </p:sp>
      </p:grpSp>
      <p:sp>
        <p:nvSpPr>
          <p:cNvPr id="85" name="小红书平北职场PPT22"/>
          <p:cNvSpPr/>
          <p:nvPr/>
        </p:nvSpPr>
        <p:spPr>
          <a:xfrm>
            <a:off x="5090576" y="5510580"/>
            <a:ext cx="2968157" cy="282399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6" name="小红书平北职场PPT23"/>
          <p:cNvSpPr/>
          <p:nvPr/>
        </p:nvSpPr>
        <p:spPr>
          <a:xfrm>
            <a:off x="5090576" y="6161350"/>
            <a:ext cx="2968157" cy="282399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87" name="小红书平北职场PPT24"/>
          <p:cNvGraphicFramePr>
            <a:graphicFrameLocks noGrp="1"/>
          </p:cNvGraphicFramePr>
          <p:nvPr/>
        </p:nvGraphicFramePr>
        <p:xfrm>
          <a:off x="5136246" y="4813088"/>
          <a:ext cx="2951211" cy="1667135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3427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部门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预算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支出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超支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执行率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427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销售部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4,000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4,700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gradFill>
                            <a:gsLst>
                              <a:gs pos="0">
                                <a:schemeClr val="accent1">
                                  <a:lumMod val="60000"/>
                                  <a:lumOff val="40000"/>
                                </a:schemeClr>
                              </a:gs>
                              <a:gs pos="100000">
                                <a:schemeClr val="accent1"/>
                              </a:gs>
                            </a:gsLst>
                            <a:lin ang="2700000" scaled="1"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-700</a:t>
                      </a:r>
                      <a:endParaRPr lang="zh-CN" altLang="en-US" sz="800" b="0" dirty="0">
                        <a:gradFill>
                          <a:gsLst>
                            <a:gs pos="0">
                              <a:schemeClr val="accent1">
                                <a:lumMod val="60000"/>
                                <a:lumOff val="40000"/>
                              </a:schemeClr>
                            </a:gs>
                            <a:gs pos="100000">
                              <a:schemeClr val="accent1"/>
                            </a:gs>
                          </a:gsLst>
                          <a:lin ang="2700000" scaled="1"/>
                        </a:gra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117.5%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427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市场部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2,000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2,200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gradFill>
                            <a:gsLst>
                              <a:gs pos="0">
                                <a:schemeClr val="accent1">
                                  <a:lumMod val="60000"/>
                                  <a:lumOff val="40000"/>
                                </a:schemeClr>
                              </a:gs>
                              <a:gs pos="100000">
                                <a:schemeClr val="accent1"/>
                              </a:gs>
                            </a:gsLst>
                            <a:lin ang="2700000" scaled="1"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-200</a:t>
                      </a:r>
                      <a:endParaRPr lang="zh-CN" altLang="en-US" sz="800" b="0" dirty="0">
                        <a:gradFill>
                          <a:gsLst>
                            <a:gs pos="0">
                              <a:schemeClr val="accent1">
                                <a:lumMod val="60000"/>
                                <a:lumOff val="40000"/>
                              </a:schemeClr>
                            </a:gs>
                            <a:gs pos="100000">
                              <a:schemeClr val="accent1"/>
                            </a:gs>
                          </a:gsLst>
                          <a:lin ang="2700000" scaled="1"/>
                        </a:gra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110.0%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427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研发部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2,500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2,350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gradFill>
                            <a:gsLst>
                              <a:gs pos="0">
                                <a:schemeClr val="accent1">
                                  <a:lumMod val="60000"/>
                                  <a:lumOff val="40000"/>
                                </a:schemeClr>
                              </a:gs>
                              <a:gs pos="100000">
                                <a:schemeClr val="accent1"/>
                              </a:gs>
                            </a:gsLst>
                            <a:lin ang="2700000" scaled="1"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+150</a:t>
                      </a:r>
                      <a:endParaRPr lang="zh-CN" altLang="en-US" sz="800" b="0" dirty="0">
                        <a:gradFill>
                          <a:gsLst>
                            <a:gs pos="0">
                              <a:schemeClr val="accent1">
                                <a:lumMod val="60000"/>
                                <a:lumOff val="40000"/>
                              </a:schemeClr>
                            </a:gs>
                            <a:gs pos="100000">
                              <a:schemeClr val="accent1"/>
                            </a:gs>
                          </a:gsLst>
                          <a:lin ang="2700000" scaled="1"/>
                        </a:gra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94.0%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427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行政部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1,500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1,250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gradFill>
                            <a:gsLst>
                              <a:gs pos="0">
                                <a:schemeClr val="accent1">
                                  <a:lumMod val="60000"/>
                                  <a:lumOff val="40000"/>
                                </a:schemeClr>
                              </a:gs>
                              <a:gs pos="100000">
                                <a:schemeClr val="accent1"/>
                              </a:gs>
                            </a:gsLst>
                            <a:lin ang="2700000" scaled="1"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+250</a:t>
                      </a:r>
                      <a:endParaRPr lang="zh-CN" altLang="en-US" sz="800" b="0" dirty="0">
                        <a:gradFill>
                          <a:gsLst>
                            <a:gs pos="0">
                              <a:schemeClr val="accent1">
                                <a:lumMod val="60000"/>
                                <a:lumOff val="40000"/>
                              </a:schemeClr>
                            </a:gs>
                            <a:gs pos="100000">
                              <a:schemeClr val="accent1"/>
                            </a:gs>
                          </a:gsLst>
                          <a:lin ang="2700000" scaled="1"/>
                        </a:gra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83.3%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88" name="小红书平北职场PPT25"/>
          <p:cNvCxnSpPr/>
          <p:nvPr/>
        </p:nvCxnSpPr>
        <p:spPr>
          <a:xfrm>
            <a:off x="5136246" y="5120570"/>
            <a:ext cx="292248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小红书平北职场PPT1"/>
          <p:cNvSpPr/>
          <p:nvPr/>
        </p:nvSpPr>
        <p:spPr>
          <a:xfrm>
            <a:off x="8865252" y="927427"/>
            <a:ext cx="2939504" cy="293828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" name="小红书平北职场PPT2"/>
          <p:cNvSpPr/>
          <p:nvPr/>
        </p:nvSpPr>
        <p:spPr>
          <a:xfrm>
            <a:off x="8863791" y="2911824"/>
            <a:ext cx="2939504" cy="228461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" name="小红书平北职场PPT3"/>
          <p:cNvSpPr/>
          <p:nvPr/>
        </p:nvSpPr>
        <p:spPr>
          <a:xfrm>
            <a:off x="8863791" y="3543529"/>
            <a:ext cx="2939504" cy="228461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" name="小红书平北职场PPT4"/>
          <p:cNvSpPr/>
          <p:nvPr/>
        </p:nvSpPr>
        <p:spPr>
          <a:xfrm>
            <a:off x="8863791" y="2286965"/>
            <a:ext cx="2939504" cy="228461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" name="小红书平北职场PPT5"/>
          <p:cNvSpPr/>
          <p:nvPr/>
        </p:nvSpPr>
        <p:spPr>
          <a:xfrm flipH="1">
            <a:off x="3789910" y="925555"/>
            <a:ext cx="4631060" cy="317569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aphicFrame>
        <p:nvGraphicFramePr>
          <p:cNvPr id="7" name="小红书平北职场PPT6"/>
          <p:cNvGraphicFramePr/>
          <p:nvPr/>
        </p:nvGraphicFramePr>
        <p:xfrm>
          <a:off x="3829252" y="1485572"/>
          <a:ext cx="5228520" cy="26455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pSp>
        <p:nvGrpSpPr>
          <p:cNvPr id="8" name="小红书平北职场PPT7"/>
          <p:cNvGrpSpPr/>
          <p:nvPr/>
        </p:nvGrpSpPr>
        <p:grpSpPr>
          <a:xfrm>
            <a:off x="334963" y="184318"/>
            <a:ext cx="11522075" cy="506147"/>
            <a:chOff x="334963" y="184318"/>
            <a:chExt cx="11522075" cy="506147"/>
          </a:xfrm>
        </p:grpSpPr>
        <p:cxnSp>
          <p:nvCxnSpPr>
            <p:cNvPr id="9" name="小红书平北职场PPT7-1"/>
            <p:cNvCxnSpPr/>
            <p:nvPr>
              <p:custDataLst>
                <p:tags r:id="rId9"/>
              </p:custDataLst>
            </p:nvPr>
          </p:nvCxnSpPr>
          <p:spPr>
            <a:xfrm>
              <a:off x="334963" y="690465"/>
              <a:ext cx="115220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小红书平北职场PPT7-2"/>
            <p:cNvSpPr txBox="1"/>
            <p:nvPr>
              <p:custDataLst>
                <p:tags r:id="rId10"/>
              </p:custDataLst>
            </p:nvPr>
          </p:nvSpPr>
          <p:spPr>
            <a:xfrm>
              <a:off x="334963" y="184318"/>
              <a:ext cx="6822380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从‘流量红利’到‘留量价值’的运营转型</a:t>
              </a:r>
            </a:p>
          </p:txBody>
        </p:sp>
      </p:grpSp>
      <p:sp>
        <p:nvSpPr>
          <p:cNvPr id="11" name="小红书平北职场PPT8"/>
          <p:cNvSpPr/>
          <p:nvPr/>
        </p:nvSpPr>
        <p:spPr>
          <a:xfrm flipH="1">
            <a:off x="3789908" y="4362857"/>
            <a:ext cx="4631060" cy="218689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2" name="小红书平北职场PPT9"/>
          <p:cNvGrpSpPr/>
          <p:nvPr/>
        </p:nvGrpSpPr>
        <p:grpSpPr>
          <a:xfrm>
            <a:off x="317042" y="919265"/>
            <a:ext cx="3010234" cy="5630490"/>
            <a:chOff x="317042" y="919265"/>
            <a:chExt cx="3279820" cy="5630490"/>
          </a:xfrm>
        </p:grpSpPr>
        <p:sp>
          <p:nvSpPr>
            <p:cNvPr id="13" name="小红书平北职场PPT9-1"/>
            <p:cNvSpPr/>
            <p:nvPr/>
          </p:nvSpPr>
          <p:spPr>
            <a:xfrm>
              <a:off x="317042" y="919265"/>
              <a:ext cx="3279820" cy="563049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222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334604" y="1672562"/>
              <a:ext cx="3262258" cy="818593"/>
              <a:chOff x="334604" y="1688891"/>
              <a:chExt cx="3262258" cy="818593"/>
            </a:xfrm>
          </p:grpSpPr>
          <p:grpSp>
            <p:nvGrpSpPr>
              <p:cNvPr id="54" name="组合 53"/>
              <p:cNvGrpSpPr/>
              <p:nvPr/>
            </p:nvGrpSpPr>
            <p:grpSpPr>
              <a:xfrm>
                <a:off x="334604" y="1688891"/>
                <a:ext cx="1674176" cy="818593"/>
                <a:chOff x="2009664" y="1511706"/>
                <a:chExt cx="1938067" cy="947624"/>
              </a:xfrm>
            </p:grpSpPr>
            <p:sp>
              <p:nvSpPr>
                <p:cNvPr id="59" name="小红书平北职场PPT9-2"/>
                <p:cNvSpPr/>
                <p:nvPr/>
              </p:nvSpPr>
              <p:spPr>
                <a:xfrm>
                  <a:off x="2154181" y="1511706"/>
                  <a:ext cx="1649033" cy="947624"/>
                </a:xfrm>
                <a:prstGeom prst="roundRect">
                  <a:avLst>
                    <a:gd name="adj" fmla="val 8615"/>
                  </a:avLst>
                </a:prstGeom>
                <a:noFill/>
                <a:ln w="13713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0" name="小红书平北职场PPT9-3"/>
                <p:cNvSpPr txBox="1"/>
                <p:nvPr/>
              </p:nvSpPr>
              <p:spPr>
                <a:xfrm>
                  <a:off x="2125348" y="2135384"/>
                  <a:ext cx="1706700" cy="2939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1050">
                      <a:latin typeface="+mn-ea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5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年度销售额</a:t>
                  </a:r>
                  <a:r>
                    <a:rPr kumimoji="0" lang="en-US" altLang="zh-CN" sz="105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(</a:t>
                  </a:r>
                  <a:r>
                    <a:rPr kumimoji="0" lang="zh-CN" altLang="en-US" sz="105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万元</a:t>
                  </a:r>
                  <a:r>
                    <a:rPr kumimoji="0" lang="en-US" altLang="zh-CN" sz="105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)</a:t>
                  </a:r>
                  <a:endPara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1" name="小红书平北职场PPT9-4"/>
                <p:cNvSpPr txBox="1"/>
                <p:nvPr/>
              </p:nvSpPr>
              <p:spPr>
                <a:xfrm>
                  <a:off x="2009664" y="1587234"/>
                  <a:ext cx="1938067" cy="534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2400">
                      <a:gradFill>
                        <a:gsLst>
                          <a:gs pos="0">
                            <a:schemeClr val="accent1">
                              <a:lumMod val="60000"/>
                              <a:lumOff val="40000"/>
                            </a:schemeClr>
                          </a:gs>
                          <a:gs pos="100000">
                            <a:schemeClr val="accent1"/>
                          </a:gs>
                        </a:gsLst>
                        <a:lin ang="2700000" scaled="1"/>
                      </a:gradFill>
                      <a:ea typeface="+mj-ea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srgbClr val="1D4273">
                              <a:lumMod val="60000"/>
                              <a:lumOff val="40000"/>
                            </a:srgbClr>
                          </a:gs>
                          <a:gs pos="100000">
                            <a:srgbClr val="1D4273"/>
                          </a:gs>
                        </a:gsLst>
                        <a:lin ang="2700000" scaled="1"/>
                      </a:gradFill>
                      <a:effectLst/>
                      <a:uLnTx/>
                      <a:uFillTx/>
                      <a:latin typeface="Roboto" panose="0200000000000000000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2,430</a:t>
                  </a:r>
                </a:p>
              </p:txBody>
            </p:sp>
          </p:grpSp>
          <p:grpSp>
            <p:nvGrpSpPr>
              <p:cNvPr id="55" name="组合 54"/>
              <p:cNvGrpSpPr/>
              <p:nvPr/>
            </p:nvGrpSpPr>
            <p:grpSpPr>
              <a:xfrm>
                <a:off x="1848377" y="1688891"/>
                <a:ext cx="1748485" cy="818593"/>
                <a:chOff x="245905" y="1511707"/>
                <a:chExt cx="2024090" cy="947624"/>
              </a:xfrm>
            </p:grpSpPr>
            <p:sp>
              <p:nvSpPr>
                <p:cNvPr id="56" name="小红书平北职场PPT9-5"/>
                <p:cNvSpPr/>
                <p:nvPr/>
              </p:nvSpPr>
              <p:spPr>
                <a:xfrm>
                  <a:off x="433432" y="1511707"/>
                  <a:ext cx="1649032" cy="947624"/>
                </a:xfrm>
                <a:prstGeom prst="roundRect">
                  <a:avLst>
                    <a:gd name="adj" fmla="val 8615"/>
                  </a:avLst>
                </a:prstGeom>
                <a:noFill/>
                <a:ln w="13713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7" name="小红书平北职场PPT9-6"/>
                <p:cNvSpPr txBox="1"/>
                <p:nvPr/>
              </p:nvSpPr>
              <p:spPr>
                <a:xfrm>
                  <a:off x="602691" y="2135385"/>
                  <a:ext cx="1310518" cy="3028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1050">
                      <a:latin typeface="+mn-ea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订单总数（单）</a:t>
                  </a:r>
                  <a:endPara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8" name="小红书平北职场PPT9-7"/>
                <p:cNvSpPr txBox="1"/>
                <p:nvPr/>
              </p:nvSpPr>
              <p:spPr>
                <a:xfrm>
                  <a:off x="245905" y="1600161"/>
                  <a:ext cx="2024090" cy="534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2400">
                      <a:gradFill>
                        <a:gsLst>
                          <a:gs pos="0">
                            <a:schemeClr val="accent1">
                              <a:lumMod val="60000"/>
                              <a:lumOff val="40000"/>
                            </a:schemeClr>
                          </a:gs>
                          <a:gs pos="100000">
                            <a:schemeClr val="accent1"/>
                          </a:gs>
                        </a:gsLst>
                        <a:lin ang="2700000" scaled="1"/>
                      </a:gradFill>
                      <a:ea typeface="+mj-ea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srgbClr val="1D4273">
                              <a:lumMod val="60000"/>
                              <a:lumOff val="40000"/>
                            </a:srgbClr>
                          </a:gs>
                          <a:gs pos="100000">
                            <a:srgbClr val="1D4273"/>
                          </a:gs>
                        </a:gsLst>
                        <a:lin ang="2700000" scaled="1"/>
                      </a:gradFill>
                      <a:effectLst/>
                      <a:uLnTx/>
                      <a:uFillTx/>
                      <a:latin typeface="Roboto" panose="0200000000000000000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81,500 </a:t>
                  </a:r>
                </a:p>
              </p:txBody>
            </p:sp>
          </p:grpSp>
        </p:grpSp>
        <p:grpSp>
          <p:nvGrpSpPr>
            <p:cNvPr id="15" name="组合 14"/>
            <p:cNvGrpSpPr/>
            <p:nvPr/>
          </p:nvGrpSpPr>
          <p:grpSpPr>
            <a:xfrm>
              <a:off x="459443" y="3648415"/>
              <a:ext cx="2975424" cy="818593"/>
              <a:chOff x="459443" y="3599370"/>
              <a:chExt cx="2975424" cy="818593"/>
            </a:xfrm>
          </p:grpSpPr>
          <p:grpSp>
            <p:nvGrpSpPr>
              <p:cNvPr id="46" name="组合 45"/>
              <p:cNvGrpSpPr/>
              <p:nvPr/>
            </p:nvGrpSpPr>
            <p:grpSpPr>
              <a:xfrm>
                <a:off x="459443" y="3599370"/>
                <a:ext cx="1424497" cy="818593"/>
                <a:chOff x="2154181" y="3556920"/>
                <a:chExt cx="1649033" cy="947624"/>
              </a:xfrm>
            </p:grpSpPr>
            <p:sp>
              <p:nvSpPr>
                <p:cNvPr id="51" name="小红书平北职场PPT9-8"/>
                <p:cNvSpPr/>
                <p:nvPr/>
              </p:nvSpPr>
              <p:spPr>
                <a:xfrm>
                  <a:off x="2154181" y="3556920"/>
                  <a:ext cx="1649033" cy="947624"/>
                </a:xfrm>
                <a:prstGeom prst="roundRect">
                  <a:avLst>
                    <a:gd name="adj" fmla="val 8615"/>
                  </a:avLst>
                </a:prstGeom>
                <a:noFill/>
                <a:ln w="13713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2" name="小红书平北职场PPT9-9"/>
                <p:cNvSpPr txBox="1"/>
                <p:nvPr/>
              </p:nvSpPr>
              <p:spPr>
                <a:xfrm>
                  <a:off x="2323438" y="4137904"/>
                  <a:ext cx="1310518" cy="3028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支付转化率</a:t>
                  </a:r>
                  <a:endPara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3" name="小红书平北职场PPT9-10"/>
                <p:cNvSpPr txBox="1"/>
                <p:nvPr/>
              </p:nvSpPr>
              <p:spPr>
                <a:xfrm>
                  <a:off x="2329376" y="3638057"/>
                  <a:ext cx="1298644" cy="534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srgbClr val="1D4273">
                              <a:lumMod val="60000"/>
                              <a:lumOff val="40000"/>
                            </a:srgbClr>
                          </a:gs>
                          <a:gs pos="100000">
                            <a:srgbClr val="1D4273"/>
                          </a:gs>
                        </a:gsLst>
                        <a:lin ang="2700000" scaled="1"/>
                      </a:gradFill>
                      <a:effectLst/>
                      <a:uLnTx/>
                      <a:uFillTx/>
                      <a:latin typeface="Roboto" panose="0200000000000000000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3.16%</a:t>
                  </a:r>
                </a:p>
              </p:txBody>
            </p:sp>
          </p:grpSp>
          <p:grpSp>
            <p:nvGrpSpPr>
              <p:cNvPr id="47" name="组合 46"/>
              <p:cNvGrpSpPr/>
              <p:nvPr/>
            </p:nvGrpSpPr>
            <p:grpSpPr>
              <a:xfrm>
                <a:off x="2010370" y="3599370"/>
                <a:ext cx="1424497" cy="818593"/>
                <a:chOff x="433431" y="3556920"/>
                <a:chExt cx="1649033" cy="947624"/>
              </a:xfrm>
            </p:grpSpPr>
            <p:sp>
              <p:nvSpPr>
                <p:cNvPr id="48" name="小红书平北职场PPT9-11"/>
                <p:cNvSpPr/>
                <p:nvPr/>
              </p:nvSpPr>
              <p:spPr>
                <a:xfrm>
                  <a:off x="433431" y="3556920"/>
                  <a:ext cx="1649033" cy="947624"/>
                </a:xfrm>
                <a:prstGeom prst="roundRect">
                  <a:avLst>
                    <a:gd name="adj" fmla="val 8615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  <a:tileRect/>
                </a:gradFill>
                <a:ln w="9525">
                  <a:noFill/>
                  <a:round/>
                </a:ln>
                <a:effectLst/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49" name="小红书平北职场PPT9-12"/>
                <p:cNvSpPr txBox="1"/>
                <p:nvPr/>
              </p:nvSpPr>
              <p:spPr>
                <a:xfrm>
                  <a:off x="602690" y="4137904"/>
                  <a:ext cx="1310518" cy="3028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客户复购率</a:t>
                  </a:r>
                  <a:endPara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0" name="小红书平北职场PPT9-13"/>
                <p:cNvSpPr txBox="1"/>
                <p:nvPr/>
              </p:nvSpPr>
              <p:spPr>
                <a:xfrm>
                  <a:off x="608626" y="3638057"/>
                  <a:ext cx="1298644" cy="534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32.1%</a:t>
                  </a:r>
                </a:p>
              </p:txBody>
            </p:sp>
          </p:grpSp>
        </p:grpSp>
        <p:grpSp>
          <p:nvGrpSpPr>
            <p:cNvPr id="16" name="组合 15"/>
            <p:cNvGrpSpPr/>
            <p:nvPr/>
          </p:nvGrpSpPr>
          <p:grpSpPr>
            <a:xfrm>
              <a:off x="459443" y="2660488"/>
              <a:ext cx="2975424" cy="818594"/>
              <a:chOff x="459443" y="2644370"/>
              <a:chExt cx="2975424" cy="818594"/>
            </a:xfrm>
          </p:grpSpPr>
          <p:grpSp>
            <p:nvGrpSpPr>
              <p:cNvPr id="38" name="组合 37"/>
              <p:cNvGrpSpPr/>
              <p:nvPr/>
            </p:nvGrpSpPr>
            <p:grpSpPr>
              <a:xfrm>
                <a:off x="459443" y="2644370"/>
                <a:ext cx="1424497" cy="818593"/>
                <a:chOff x="2154181" y="2534868"/>
                <a:chExt cx="1649033" cy="947624"/>
              </a:xfrm>
            </p:grpSpPr>
            <p:sp>
              <p:nvSpPr>
                <p:cNvPr id="43" name="小红书平北职场PPT9-14"/>
                <p:cNvSpPr/>
                <p:nvPr/>
              </p:nvSpPr>
              <p:spPr>
                <a:xfrm>
                  <a:off x="2154181" y="2534868"/>
                  <a:ext cx="1649033" cy="947624"/>
                </a:xfrm>
                <a:prstGeom prst="roundRect">
                  <a:avLst>
                    <a:gd name="adj" fmla="val 8615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  <a:tileRect/>
                </a:gradFill>
                <a:ln w="9525">
                  <a:noFill/>
                  <a:round/>
                </a:ln>
                <a:effectLst/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44" name="小红书平北职场PPT9-15"/>
                <p:cNvSpPr txBox="1"/>
                <p:nvPr/>
              </p:nvSpPr>
              <p:spPr>
                <a:xfrm>
                  <a:off x="2211995" y="3082851"/>
                  <a:ext cx="1533405" cy="3028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平均客单价</a:t>
                  </a:r>
                  <a:r>
                    <a:rPr kumimoji="0" lang="en-US" altLang="zh-CN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(</a:t>
                  </a:r>
                  <a:r>
                    <a:rPr kumimoji="0" lang="zh-CN" altLang="en-US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元</a:t>
                  </a:r>
                  <a:r>
                    <a:rPr kumimoji="0" lang="en-US" altLang="zh-CN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)</a:t>
                  </a:r>
                </a:p>
              </p:txBody>
            </p:sp>
            <p:sp>
              <p:nvSpPr>
                <p:cNvPr id="45" name="小红书平北职场PPT9-16"/>
                <p:cNvSpPr txBox="1"/>
                <p:nvPr/>
              </p:nvSpPr>
              <p:spPr>
                <a:xfrm>
                  <a:off x="2329376" y="2581270"/>
                  <a:ext cx="1298644" cy="534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298.2 </a:t>
                  </a:r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2010370" y="2644370"/>
                <a:ext cx="1424497" cy="818594"/>
                <a:chOff x="4495986" y="935915"/>
                <a:chExt cx="1649033" cy="926642"/>
              </a:xfrm>
            </p:grpSpPr>
            <p:sp>
              <p:nvSpPr>
                <p:cNvPr id="40" name="小红书平北职场PPT9-17"/>
                <p:cNvSpPr/>
                <p:nvPr/>
              </p:nvSpPr>
              <p:spPr>
                <a:xfrm>
                  <a:off x="4495986" y="935915"/>
                  <a:ext cx="1649033" cy="926642"/>
                </a:xfrm>
                <a:prstGeom prst="roundRect">
                  <a:avLst>
                    <a:gd name="adj" fmla="val 8615"/>
                  </a:avLst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2700000" scaled="1"/>
                  <a:tileRect/>
                </a:gradFill>
                <a:ln w="9525">
                  <a:noFill/>
                  <a:round/>
                </a:ln>
                <a:effectLst>
                  <a:outerShdw blurRad="142619" dist="65824" dir="5400000" algn="ctr" rotWithShape="0">
                    <a:schemeClr val="accent2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41" name="小红书平北职场PPT9-18"/>
                <p:cNvSpPr txBox="1"/>
                <p:nvPr/>
              </p:nvSpPr>
              <p:spPr>
                <a:xfrm>
                  <a:off x="4665245" y="1471764"/>
                  <a:ext cx="1310518" cy="2961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访客总数</a:t>
                  </a:r>
                  <a:r>
                    <a:rPr kumimoji="0" lang="en-US" altLang="zh-CN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(</a:t>
                  </a:r>
                  <a:r>
                    <a:rPr kumimoji="0" lang="zh-CN" altLang="en-US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万人</a:t>
                  </a:r>
                  <a:r>
                    <a:rPr kumimoji="0" lang="en-US" altLang="zh-CN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)</a:t>
                  </a:r>
                </a:p>
              </p:txBody>
            </p:sp>
            <p:sp>
              <p:nvSpPr>
                <p:cNvPr id="42" name="小红书平北职场PPT9-19"/>
                <p:cNvSpPr txBox="1"/>
                <p:nvPr/>
              </p:nvSpPr>
              <p:spPr>
                <a:xfrm>
                  <a:off x="4671181" y="988987"/>
                  <a:ext cx="1298644" cy="5226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258</a:t>
                  </a:r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459443" y="4636341"/>
              <a:ext cx="2975424" cy="818593"/>
              <a:chOff x="459443" y="4576118"/>
              <a:chExt cx="2975424" cy="818593"/>
            </a:xfrm>
          </p:grpSpPr>
          <p:grpSp>
            <p:nvGrpSpPr>
              <p:cNvPr id="30" name="组合 29"/>
              <p:cNvGrpSpPr/>
              <p:nvPr/>
            </p:nvGrpSpPr>
            <p:grpSpPr>
              <a:xfrm>
                <a:off x="459443" y="4576118"/>
                <a:ext cx="1424497" cy="818593"/>
                <a:chOff x="2154181" y="4586351"/>
                <a:chExt cx="1649033" cy="947624"/>
              </a:xfrm>
            </p:grpSpPr>
            <p:sp>
              <p:nvSpPr>
                <p:cNvPr id="35" name="小红书平北职场PPT9-20"/>
                <p:cNvSpPr/>
                <p:nvPr/>
              </p:nvSpPr>
              <p:spPr>
                <a:xfrm>
                  <a:off x="2154181" y="4586351"/>
                  <a:ext cx="1649033" cy="947624"/>
                </a:xfrm>
                <a:prstGeom prst="roundRect">
                  <a:avLst>
                    <a:gd name="adj" fmla="val 8615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  <a:tileRect/>
                </a:gradFill>
                <a:ln w="9525">
                  <a:noFill/>
                  <a:round/>
                </a:ln>
                <a:effectLst/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36" name="小红书平北职场PPT9-21"/>
                <p:cNvSpPr txBox="1"/>
                <p:nvPr/>
              </p:nvSpPr>
              <p:spPr>
                <a:xfrm>
                  <a:off x="2329376" y="4651906"/>
                  <a:ext cx="1298644" cy="534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43.5%</a:t>
                  </a:r>
                </a:p>
              </p:txBody>
            </p:sp>
            <p:sp>
              <p:nvSpPr>
                <p:cNvPr id="37" name="小红书平北职场PPT9-22"/>
                <p:cNvSpPr txBox="1"/>
                <p:nvPr/>
              </p:nvSpPr>
              <p:spPr>
                <a:xfrm>
                  <a:off x="2323438" y="5173547"/>
                  <a:ext cx="1310518" cy="3028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毛利率</a:t>
                  </a:r>
                  <a:endPara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2010370" y="4576118"/>
                <a:ext cx="1424497" cy="818593"/>
                <a:chOff x="434394" y="4579526"/>
                <a:chExt cx="1649032" cy="947624"/>
              </a:xfrm>
            </p:grpSpPr>
            <p:sp>
              <p:nvSpPr>
                <p:cNvPr id="32" name="小红书平北职场PPT9-23"/>
                <p:cNvSpPr/>
                <p:nvPr/>
              </p:nvSpPr>
              <p:spPr>
                <a:xfrm>
                  <a:off x="434394" y="4579526"/>
                  <a:ext cx="1649032" cy="947624"/>
                </a:xfrm>
                <a:prstGeom prst="roundRect">
                  <a:avLst>
                    <a:gd name="adj" fmla="val 8615"/>
                  </a:avLst>
                </a:prstGeom>
                <a:noFill/>
                <a:ln w="13713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33" name="小红书平北职场PPT9-24"/>
                <p:cNvSpPr txBox="1"/>
                <p:nvPr/>
              </p:nvSpPr>
              <p:spPr>
                <a:xfrm>
                  <a:off x="603653" y="5166721"/>
                  <a:ext cx="1310517" cy="3028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推广费用占比</a:t>
                  </a:r>
                  <a:endPara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34" name="小红书平北职场PPT9-25"/>
                <p:cNvSpPr txBox="1"/>
                <p:nvPr/>
              </p:nvSpPr>
              <p:spPr>
                <a:xfrm>
                  <a:off x="609589" y="4645081"/>
                  <a:ext cx="1298644" cy="534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srgbClr val="1D4273">
                              <a:lumMod val="60000"/>
                              <a:lumOff val="40000"/>
                            </a:srgbClr>
                          </a:gs>
                          <a:gs pos="100000">
                            <a:srgbClr val="1D4273"/>
                          </a:gs>
                        </a:gsLst>
                        <a:lin ang="2700000" scaled="1"/>
                      </a:gradFill>
                      <a:effectLst/>
                      <a:uLnTx/>
                      <a:uFillTx/>
                      <a:latin typeface="Roboto" panose="0200000000000000000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16.8%</a:t>
                  </a:r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370150" y="5624267"/>
              <a:ext cx="3064718" cy="818593"/>
              <a:chOff x="370150" y="5531118"/>
              <a:chExt cx="3064718" cy="818593"/>
            </a:xfrm>
          </p:grpSpPr>
          <p:grpSp>
            <p:nvGrpSpPr>
              <p:cNvPr id="22" name="组合 21"/>
              <p:cNvGrpSpPr/>
              <p:nvPr/>
            </p:nvGrpSpPr>
            <p:grpSpPr>
              <a:xfrm>
                <a:off x="370150" y="5531118"/>
                <a:ext cx="1603084" cy="818593"/>
                <a:chOff x="2050813" y="5602131"/>
                <a:chExt cx="1855770" cy="947624"/>
              </a:xfrm>
            </p:grpSpPr>
            <p:sp>
              <p:nvSpPr>
                <p:cNvPr id="27" name="小红书平北职场PPT9-26"/>
                <p:cNvSpPr/>
                <p:nvPr/>
              </p:nvSpPr>
              <p:spPr>
                <a:xfrm>
                  <a:off x="2154181" y="5602131"/>
                  <a:ext cx="1649033" cy="947624"/>
                </a:xfrm>
                <a:prstGeom prst="roundRect">
                  <a:avLst>
                    <a:gd name="adj" fmla="val 8615"/>
                  </a:avLst>
                </a:prstGeom>
                <a:noFill/>
                <a:ln w="13713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28" name="小红书平北职场PPT9-27"/>
                <p:cNvSpPr txBox="1"/>
                <p:nvPr/>
              </p:nvSpPr>
              <p:spPr>
                <a:xfrm>
                  <a:off x="2050813" y="6174542"/>
                  <a:ext cx="1855770" cy="2939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新品销售占比</a:t>
                  </a:r>
                  <a:endPara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29" name="小红书平北职场PPT9-28"/>
                <p:cNvSpPr txBox="1"/>
                <p:nvPr/>
              </p:nvSpPr>
              <p:spPr>
                <a:xfrm>
                  <a:off x="2329376" y="5683268"/>
                  <a:ext cx="1298644" cy="534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srgbClr val="1D4273">
                              <a:lumMod val="60000"/>
                              <a:lumOff val="40000"/>
                            </a:srgbClr>
                          </a:gs>
                          <a:gs pos="100000">
                            <a:srgbClr val="1D4273"/>
                          </a:gs>
                        </a:gsLst>
                        <a:lin ang="2700000" scaled="1"/>
                      </a:gradFill>
                      <a:effectLst/>
                      <a:uLnTx/>
                      <a:uFillTx/>
                      <a:latin typeface="Roboto" panose="0200000000000000000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22.5%</a:t>
                  </a:r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2010370" y="5531118"/>
                <a:ext cx="1424498" cy="818593"/>
                <a:chOff x="432445" y="5602131"/>
                <a:chExt cx="1649033" cy="947624"/>
              </a:xfrm>
            </p:grpSpPr>
            <p:sp>
              <p:nvSpPr>
                <p:cNvPr id="24" name="小红书平北职场PPT9-29"/>
                <p:cNvSpPr/>
                <p:nvPr/>
              </p:nvSpPr>
              <p:spPr>
                <a:xfrm>
                  <a:off x="432445" y="5602131"/>
                  <a:ext cx="1649033" cy="947624"/>
                </a:xfrm>
                <a:prstGeom prst="roundRect">
                  <a:avLst>
                    <a:gd name="adj" fmla="val 8615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  <a:tileRect/>
                </a:gradFill>
                <a:ln w="9525">
                  <a:noFill/>
                  <a:round/>
                </a:ln>
                <a:effectLst/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25" name="小红书平北职场PPT9-30"/>
                <p:cNvSpPr txBox="1"/>
                <p:nvPr/>
              </p:nvSpPr>
              <p:spPr>
                <a:xfrm>
                  <a:off x="601704" y="6174542"/>
                  <a:ext cx="1310517" cy="2850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DSR</a:t>
                  </a: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评分</a:t>
                  </a:r>
                  <a:endPara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26" name="小红书平北职场PPT9-31"/>
                <p:cNvSpPr txBox="1"/>
                <p:nvPr/>
              </p:nvSpPr>
              <p:spPr>
                <a:xfrm>
                  <a:off x="607640" y="5683268"/>
                  <a:ext cx="1298643" cy="534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4.85</a:t>
                  </a:r>
                </a:p>
              </p:txBody>
            </p:sp>
          </p:grpSp>
        </p:grpSp>
        <p:grpSp>
          <p:nvGrpSpPr>
            <p:cNvPr id="19" name="组合 18"/>
            <p:cNvGrpSpPr/>
            <p:nvPr/>
          </p:nvGrpSpPr>
          <p:grpSpPr>
            <a:xfrm>
              <a:off x="631911" y="1022662"/>
              <a:ext cx="2691665" cy="469099"/>
              <a:chOff x="645979" y="915761"/>
              <a:chExt cx="2691665" cy="547864"/>
            </a:xfrm>
          </p:grpSpPr>
          <p:sp>
            <p:nvSpPr>
              <p:cNvPr id="20" name="小红书平北职场PPT9-32"/>
              <p:cNvSpPr/>
              <p:nvPr>
                <p:custDataLst>
                  <p:tags r:id="rId8"/>
                </p:custDataLst>
              </p:nvPr>
            </p:nvSpPr>
            <p:spPr>
              <a:xfrm flipV="1">
                <a:off x="645979" y="915761"/>
                <a:ext cx="2691665" cy="547864"/>
              </a:xfrm>
              <a:prstGeom prst="trapezoid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 w="9525">
                <a:noFill/>
                <a:round/>
              </a:ln>
              <a:effectLst>
                <a:outerShdw blurRad="165100" dist="76200" dir="5400000" algn="ctr" rotWithShape="0">
                  <a:schemeClr val="accent2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21" name="小红书平北职场PPT9-33"/>
              <p:cNvSpPr txBox="1"/>
              <p:nvPr/>
            </p:nvSpPr>
            <p:spPr>
              <a:xfrm>
                <a:off x="658146" y="1013815"/>
                <a:ext cx="2674760" cy="3594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2023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年店铺核心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KPI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总览</a:t>
                </a:r>
              </a:p>
            </p:txBody>
          </p:sp>
        </p:grpSp>
      </p:grpSp>
      <p:graphicFrame>
        <p:nvGraphicFramePr>
          <p:cNvPr id="62" name="小红书平北职场PPT10"/>
          <p:cNvGraphicFramePr/>
          <p:nvPr/>
        </p:nvGraphicFramePr>
        <p:xfrm>
          <a:off x="3800169" y="4985460"/>
          <a:ext cx="4631060" cy="9329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graphicFrame>
        <p:nvGraphicFramePr>
          <p:cNvPr id="63" name="小红书平北职场PPT11"/>
          <p:cNvGraphicFramePr>
            <a:graphicFrameLocks noGrp="1"/>
          </p:cNvGraphicFramePr>
          <p:nvPr/>
        </p:nvGraphicFramePr>
        <p:xfrm>
          <a:off x="3907769" y="5891517"/>
          <a:ext cx="4375455" cy="5738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5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8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87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8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8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87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87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91299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品类名称</a:t>
                      </a: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个人健康</a:t>
                      </a: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服装配饰</a:t>
                      </a: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厨房电器</a:t>
                      </a: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家居环境</a:t>
                      </a:r>
                      <a:endParaRPr lang="zh-CN" altLang="en-US" sz="7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运动户外</a:t>
                      </a:r>
                      <a:endParaRPr lang="zh-CN" altLang="en-US" sz="7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咖啡器具</a:t>
                      </a:r>
                      <a:endParaRPr lang="zh-CN" altLang="en-US" sz="7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数码电子</a:t>
                      </a: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配件其他</a:t>
                      </a: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299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销售额占比 </a:t>
                      </a:r>
                      <a:r>
                        <a:rPr lang="en-US" altLang="zh-CN" sz="6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(X</a:t>
                      </a:r>
                      <a:r>
                        <a:rPr lang="zh-CN" altLang="en-US" sz="6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轴</a:t>
                      </a:r>
                      <a:r>
                        <a:rPr lang="en-US" altLang="zh-CN" sz="6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)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18%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5%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35%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22%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8%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12%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15%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8%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299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利润额占比</a:t>
                      </a:r>
                      <a:r>
                        <a:rPr lang="zh-CN" altLang="en-US" sz="6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 </a:t>
                      </a:r>
                      <a:r>
                        <a:rPr lang="en-US" altLang="zh-CN" sz="6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(Y</a:t>
                      </a:r>
                      <a:r>
                        <a:rPr lang="zh-CN" altLang="en-US" sz="6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轴</a:t>
                      </a:r>
                      <a:r>
                        <a:rPr lang="en-US" altLang="zh-CN" sz="6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15%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6%</a:t>
                      </a:r>
                      <a:endParaRPr lang="en-US" altLang="zh-CN" sz="7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38%</a:t>
                      </a:r>
                      <a:endParaRPr lang="en-US" altLang="zh-CN" sz="7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20%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10%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15%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12%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7%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4" name="小红书平北职场PPT12"/>
          <p:cNvGrpSpPr/>
          <p:nvPr/>
        </p:nvGrpSpPr>
        <p:grpSpPr>
          <a:xfrm>
            <a:off x="3900085" y="5891517"/>
            <a:ext cx="4417223" cy="573896"/>
            <a:chOff x="4074255" y="5802366"/>
            <a:chExt cx="4688994" cy="669267"/>
          </a:xfrm>
        </p:grpSpPr>
        <p:grpSp>
          <p:nvGrpSpPr>
            <p:cNvPr id="65" name="组合 64"/>
            <p:cNvGrpSpPr/>
            <p:nvPr/>
          </p:nvGrpSpPr>
          <p:grpSpPr>
            <a:xfrm>
              <a:off x="4074255" y="5802366"/>
              <a:ext cx="4688994" cy="669267"/>
              <a:chOff x="4153435" y="5802366"/>
              <a:chExt cx="4609813" cy="669267"/>
            </a:xfrm>
          </p:grpSpPr>
          <p:cxnSp>
            <p:nvCxnSpPr>
              <p:cNvPr id="80" name="小红书平北职场PPT12-1"/>
              <p:cNvCxnSpPr/>
              <p:nvPr/>
            </p:nvCxnSpPr>
            <p:spPr>
              <a:xfrm>
                <a:off x="4153435" y="5802366"/>
                <a:ext cx="4609813" cy="0"/>
              </a:xfrm>
              <a:prstGeom prst="line">
                <a:avLst/>
              </a:prstGeom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小红书平北职场PPT12-2"/>
              <p:cNvCxnSpPr/>
              <p:nvPr/>
            </p:nvCxnSpPr>
            <p:spPr>
              <a:xfrm>
                <a:off x="4153435" y="6035458"/>
                <a:ext cx="4609813" cy="0"/>
              </a:xfrm>
              <a:prstGeom prst="line">
                <a:avLst/>
              </a:prstGeom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小红书平北职场PPT12-3"/>
              <p:cNvCxnSpPr/>
              <p:nvPr/>
            </p:nvCxnSpPr>
            <p:spPr>
              <a:xfrm>
                <a:off x="4153435" y="6261528"/>
                <a:ext cx="4609813" cy="0"/>
              </a:xfrm>
              <a:prstGeom prst="line">
                <a:avLst/>
              </a:prstGeom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小红书平北职场PPT12-4"/>
              <p:cNvCxnSpPr/>
              <p:nvPr/>
            </p:nvCxnSpPr>
            <p:spPr>
              <a:xfrm>
                <a:off x="4153435" y="6471633"/>
                <a:ext cx="4609813" cy="0"/>
              </a:xfrm>
              <a:prstGeom prst="line">
                <a:avLst/>
              </a:prstGeom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组合 65"/>
            <p:cNvGrpSpPr/>
            <p:nvPr/>
          </p:nvGrpSpPr>
          <p:grpSpPr>
            <a:xfrm>
              <a:off x="4075665" y="5805120"/>
              <a:ext cx="1293073" cy="662828"/>
              <a:chOff x="4075665" y="5805120"/>
              <a:chExt cx="1293073" cy="662828"/>
            </a:xfrm>
          </p:grpSpPr>
          <p:cxnSp>
            <p:nvCxnSpPr>
              <p:cNvPr id="77" name="小红书平北职场PPT12-5"/>
              <p:cNvCxnSpPr/>
              <p:nvPr/>
            </p:nvCxnSpPr>
            <p:spPr>
              <a:xfrm>
                <a:off x="4883808" y="5805120"/>
                <a:ext cx="0" cy="662828"/>
              </a:xfrm>
              <a:prstGeom prst="line">
                <a:avLst/>
              </a:prstGeom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小红书平北职场PPT12-6"/>
              <p:cNvCxnSpPr/>
              <p:nvPr/>
            </p:nvCxnSpPr>
            <p:spPr>
              <a:xfrm>
                <a:off x="5368738" y="5805120"/>
                <a:ext cx="0" cy="662828"/>
              </a:xfrm>
              <a:prstGeom prst="line">
                <a:avLst/>
              </a:prstGeom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小红书平北职场PPT12-7"/>
              <p:cNvCxnSpPr/>
              <p:nvPr/>
            </p:nvCxnSpPr>
            <p:spPr>
              <a:xfrm>
                <a:off x="4075665" y="5805120"/>
                <a:ext cx="0" cy="662828"/>
              </a:xfrm>
              <a:prstGeom prst="line">
                <a:avLst/>
              </a:prstGeom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组合 66"/>
            <p:cNvGrpSpPr/>
            <p:nvPr/>
          </p:nvGrpSpPr>
          <p:grpSpPr>
            <a:xfrm>
              <a:off x="5853668" y="5805120"/>
              <a:ext cx="484930" cy="662828"/>
              <a:chOff x="4864195" y="5805120"/>
              <a:chExt cx="484930" cy="662828"/>
            </a:xfrm>
          </p:grpSpPr>
          <p:cxnSp>
            <p:nvCxnSpPr>
              <p:cNvPr id="75" name="小红书平北职场PPT12-8"/>
              <p:cNvCxnSpPr/>
              <p:nvPr/>
            </p:nvCxnSpPr>
            <p:spPr>
              <a:xfrm>
                <a:off x="4864195" y="5805120"/>
                <a:ext cx="0" cy="662828"/>
              </a:xfrm>
              <a:prstGeom prst="line">
                <a:avLst/>
              </a:prstGeom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小红书平北职场PPT12-9"/>
              <p:cNvCxnSpPr/>
              <p:nvPr/>
            </p:nvCxnSpPr>
            <p:spPr>
              <a:xfrm>
                <a:off x="5349125" y="5805120"/>
                <a:ext cx="0" cy="662828"/>
              </a:xfrm>
              <a:prstGeom prst="line">
                <a:avLst/>
              </a:prstGeom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组合 67"/>
            <p:cNvGrpSpPr/>
            <p:nvPr/>
          </p:nvGrpSpPr>
          <p:grpSpPr>
            <a:xfrm>
              <a:off x="6823528" y="5805120"/>
              <a:ext cx="484930" cy="662828"/>
              <a:chOff x="4881114" y="5805120"/>
              <a:chExt cx="484930" cy="662828"/>
            </a:xfrm>
          </p:grpSpPr>
          <p:cxnSp>
            <p:nvCxnSpPr>
              <p:cNvPr id="73" name="小红书平北职场PPT12-10"/>
              <p:cNvCxnSpPr/>
              <p:nvPr/>
            </p:nvCxnSpPr>
            <p:spPr>
              <a:xfrm>
                <a:off x="4881114" y="5805120"/>
                <a:ext cx="0" cy="662828"/>
              </a:xfrm>
              <a:prstGeom prst="line">
                <a:avLst/>
              </a:prstGeom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小红书平北职场PPT12-11"/>
              <p:cNvCxnSpPr/>
              <p:nvPr/>
            </p:nvCxnSpPr>
            <p:spPr>
              <a:xfrm>
                <a:off x="5366044" y="5805120"/>
                <a:ext cx="0" cy="662828"/>
              </a:xfrm>
              <a:prstGeom prst="line">
                <a:avLst/>
              </a:prstGeom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组合 68"/>
            <p:cNvGrpSpPr/>
            <p:nvPr/>
          </p:nvGrpSpPr>
          <p:grpSpPr>
            <a:xfrm>
              <a:off x="7793388" y="5805120"/>
              <a:ext cx="969861" cy="662828"/>
              <a:chOff x="4909332" y="5805120"/>
              <a:chExt cx="969861" cy="662828"/>
            </a:xfrm>
          </p:grpSpPr>
          <p:cxnSp>
            <p:nvCxnSpPr>
              <p:cNvPr id="70" name="小红书平北职场PPT12-12"/>
              <p:cNvCxnSpPr/>
              <p:nvPr/>
            </p:nvCxnSpPr>
            <p:spPr>
              <a:xfrm>
                <a:off x="4909332" y="5805120"/>
                <a:ext cx="0" cy="662828"/>
              </a:xfrm>
              <a:prstGeom prst="line">
                <a:avLst/>
              </a:prstGeom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小红书平北职场PPT12-13"/>
              <p:cNvCxnSpPr/>
              <p:nvPr/>
            </p:nvCxnSpPr>
            <p:spPr>
              <a:xfrm>
                <a:off x="5394262" y="5805120"/>
                <a:ext cx="0" cy="662828"/>
              </a:xfrm>
              <a:prstGeom prst="line">
                <a:avLst/>
              </a:prstGeom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小红书平北职场PPT12-14"/>
              <p:cNvCxnSpPr/>
              <p:nvPr/>
            </p:nvCxnSpPr>
            <p:spPr>
              <a:xfrm>
                <a:off x="5879193" y="5805120"/>
                <a:ext cx="0" cy="662828"/>
              </a:xfrm>
              <a:prstGeom prst="line">
                <a:avLst/>
              </a:prstGeom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小红书平北职场PPT13"/>
          <p:cNvGrpSpPr/>
          <p:nvPr/>
        </p:nvGrpSpPr>
        <p:grpSpPr>
          <a:xfrm>
            <a:off x="3660919" y="999680"/>
            <a:ext cx="4634541" cy="431815"/>
            <a:chOff x="194327" y="2319972"/>
            <a:chExt cx="4634541" cy="431815"/>
          </a:xfrm>
        </p:grpSpPr>
        <p:grpSp>
          <p:nvGrpSpPr>
            <p:cNvPr id="85" name="组合 84"/>
            <p:cNvGrpSpPr/>
            <p:nvPr/>
          </p:nvGrpSpPr>
          <p:grpSpPr>
            <a:xfrm>
              <a:off x="194327" y="2319972"/>
              <a:ext cx="4634541" cy="431815"/>
              <a:chOff x="194327" y="2319972"/>
              <a:chExt cx="4634541" cy="431815"/>
            </a:xfrm>
          </p:grpSpPr>
          <p:sp>
            <p:nvSpPr>
              <p:cNvPr id="87" name="小红书平北职场PPT13-1"/>
              <p:cNvSpPr/>
              <p:nvPr>
                <p:custDataLst>
                  <p:tags r:id="rId6"/>
                </p:custDataLst>
              </p:nvPr>
            </p:nvSpPr>
            <p:spPr>
              <a:xfrm>
                <a:off x="194330" y="2391681"/>
                <a:ext cx="4634538" cy="36010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 w="9525">
                <a:noFill/>
                <a:round/>
              </a:ln>
              <a:effectLst>
                <a:outerShdw blurRad="165100" dist="76200" dir="5400000" algn="ctr" rotWithShape="0">
                  <a:schemeClr val="accent1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8" name="小红书平北职场PPT13-2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194327" y="2319972"/>
                <a:ext cx="134897" cy="75261"/>
              </a:xfrm>
              <a:prstGeom prst="rtTriangle">
                <a:avLst/>
              </a:prstGeom>
              <a:solidFill>
                <a:schemeClr val="accent1">
                  <a:lumMod val="75000"/>
                </a:schemeClr>
              </a:solidFill>
              <a:ln w="9525">
                <a:noFill/>
                <a:round/>
              </a:ln>
              <a:effectLst>
                <a:outerShdw blurRad="142619" dist="65824" dir="5400000" algn="ctr" rotWithShape="0">
                  <a:schemeClr val="accent1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86" name="小红书平北职场PPT13-3"/>
            <p:cNvSpPr txBox="1"/>
            <p:nvPr/>
          </p:nvSpPr>
          <p:spPr>
            <a:xfrm>
              <a:off x="294349" y="2433554"/>
              <a:ext cx="43697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产品贡献解析：年度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TOP10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商品销售额与利润排行榜</a:t>
              </a:r>
            </a:p>
          </p:txBody>
        </p:sp>
      </p:grpSp>
      <p:grpSp>
        <p:nvGrpSpPr>
          <p:cNvPr id="89" name="小红书平北职场PPT14"/>
          <p:cNvGrpSpPr/>
          <p:nvPr/>
        </p:nvGrpSpPr>
        <p:grpSpPr>
          <a:xfrm>
            <a:off x="3660919" y="4390157"/>
            <a:ext cx="4634541" cy="431815"/>
            <a:chOff x="194327" y="2319972"/>
            <a:chExt cx="4634541" cy="431815"/>
          </a:xfrm>
        </p:grpSpPr>
        <p:grpSp>
          <p:nvGrpSpPr>
            <p:cNvPr id="90" name="组合 89"/>
            <p:cNvGrpSpPr/>
            <p:nvPr/>
          </p:nvGrpSpPr>
          <p:grpSpPr>
            <a:xfrm>
              <a:off x="194327" y="2319972"/>
              <a:ext cx="4634541" cy="431815"/>
              <a:chOff x="194327" y="2319972"/>
              <a:chExt cx="4634541" cy="431815"/>
            </a:xfrm>
          </p:grpSpPr>
          <p:sp>
            <p:nvSpPr>
              <p:cNvPr id="92" name="小红书平北职场PPT14-1"/>
              <p:cNvSpPr/>
              <p:nvPr>
                <p:custDataLst>
                  <p:tags r:id="rId4"/>
                </p:custDataLst>
              </p:nvPr>
            </p:nvSpPr>
            <p:spPr>
              <a:xfrm>
                <a:off x="194330" y="2391681"/>
                <a:ext cx="4634538" cy="36010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 w="9525">
                <a:noFill/>
                <a:round/>
              </a:ln>
              <a:effectLst>
                <a:outerShdw blurRad="165100" dist="76200" dir="5400000" algn="ctr" rotWithShape="0">
                  <a:schemeClr val="accent1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93" name="小红书平北职场PPT14-2"/>
              <p:cNvSpPr/>
              <p:nvPr>
                <p:custDataLst>
                  <p:tags r:id="rId5"/>
                </p:custDataLst>
              </p:nvPr>
            </p:nvSpPr>
            <p:spPr>
              <a:xfrm flipH="1">
                <a:off x="194327" y="2319972"/>
                <a:ext cx="134897" cy="75261"/>
              </a:xfrm>
              <a:prstGeom prst="rtTriangle">
                <a:avLst/>
              </a:prstGeom>
              <a:solidFill>
                <a:schemeClr val="accent1">
                  <a:lumMod val="75000"/>
                </a:schemeClr>
              </a:solidFill>
              <a:ln w="9525">
                <a:noFill/>
                <a:round/>
              </a:ln>
              <a:effectLst>
                <a:outerShdw blurRad="142619" dist="65824" dir="5400000" algn="ctr" rotWithShape="0">
                  <a:schemeClr val="accent1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91" name="小红书平北职场PPT14-3"/>
            <p:cNvSpPr txBox="1"/>
            <p:nvPr/>
          </p:nvSpPr>
          <p:spPr>
            <a:xfrm>
              <a:off x="294349" y="2433554"/>
              <a:ext cx="453451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全局视野下的品类价值定位与资源分配战略图</a:t>
              </a:r>
            </a:p>
          </p:txBody>
        </p:sp>
      </p:grpSp>
      <p:graphicFrame>
        <p:nvGraphicFramePr>
          <p:cNvPr id="94" name="小红书平北职场PPT15"/>
          <p:cNvGraphicFramePr>
            <a:graphicFrameLocks noGrp="1"/>
          </p:cNvGraphicFramePr>
          <p:nvPr/>
        </p:nvGraphicFramePr>
        <p:xfrm>
          <a:off x="8784855" y="1505885"/>
          <a:ext cx="2939504" cy="2308860"/>
        </p:xfrm>
        <a:graphic>
          <a:graphicData uri="http://schemas.openxmlformats.org/drawingml/2006/table">
            <a:tbl>
              <a:tblPr/>
              <a:tblGrid>
                <a:gridCol w="857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4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0117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流量</a:t>
                      </a:r>
                      <a:endParaRPr lang="en-US" altLang="zh-CN" sz="800" dirty="0"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来源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流量</a:t>
                      </a:r>
                      <a:endParaRPr lang="en-US" altLang="zh-CN" sz="800" dirty="0"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占比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支付</a:t>
                      </a:r>
                      <a:endParaRPr lang="en-US" altLang="zh-CN" sz="800" dirty="0"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人数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转化</a:t>
                      </a:r>
                      <a:endParaRPr lang="en-US" altLang="zh-CN" sz="800" dirty="0"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率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64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免费搜索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35%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gradFill flip="none" rotWithShape="1">
                            <a:gsLst>
                              <a:gs pos="0">
                                <a:schemeClr val="accent1">
                                  <a:lumMod val="60000"/>
                                  <a:lumOff val="40000"/>
                                </a:schemeClr>
                              </a:gs>
                              <a:gs pos="100000">
                                <a:schemeClr val="accent1"/>
                              </a:gs>
                            </a:gsLst>
                            <a:lin ang="2700000" scaled="1"/>
                            <a:tileRect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31,000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3.4%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64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信息推广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25%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gradFill flip="none" rotWithShape="1">
                            <a:gsLst>
                              <a:gs pos="0">
                                <a:schemeClr val="accent1">
                                  <a:lumMod val="60000"/>
                                  <a:lumOff val="40000"/>
                                </a:schemeClr>
                              </a:gs>
                              <a:gs pos="100000">
                                <a:schemeClr val="accent1"/>
                              </a:gs>
                            </a:gsLst>
                            <a:lin ang="2700000" scaled="1"/>
                            <a:tileRect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18,500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2.4%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64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直播带货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15%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gradFill flip="none" rotWithShape="1">
                            <a:gsLst>
                              <a:gs pos="0">
                                <a:schemeClr val="accent1">
                                  <a:lumMod val="60000"/>
                                  <a:lumOff val="40000"/>
                                </a:schemeClr>
                              </a:gs>
                              <a:gs pos="100000">
                                <a:schemeClr val="accent1"/>
                              </a:gs>
                            </a:gsLst>
                            <a:lin ang="2700000" scaled="1"/>
                            <a:tileRect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15,000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3.3%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64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内容种草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12%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gradFill flip="none" rotWithShape="1">
                            <a:gsLst>
                              <a:gs pos="0">
                                <a:schemeClr val="accent1">
                                  <a:lumMod val="60000"/>
                                  <a:lumOff val="40000"/>
                                </a:schemeClr>
                              </a:gs>
                              <a:gs pos="100000">
                                <a:schemeClr val="accent1"/>
                              </a:gs>
                            </a:gsLst>
                            <a:lin ang="2700000" scaled="1"/>
                            <a:tileRect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10,500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2.9%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64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平台活动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8%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gradFill flip="none" rotWithShape="1">
                            <a:gsLst>
                              <a:gs pos="0">
                                <a:schemeClr val="accent1">
                                  <a:lumMod val="60000"/>
                                  <a:lumOff val="40000"/>
                                </a:schemeClr>
                              </a:gs>
                              <a:gs pos="100000">
                                <a:schemeClr val="accent1"/>
                              </a:gs>
                            </a:gsLst>
                            <a:lin ang="2700000" scaled="1"/>
                            <a:tileRect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4,500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1.9%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64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社群复购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5%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gradFill flip="none" rotWithShape="1">
                            <a:gsLst>
                              <a:gs pos="0">
                                <a:schemeClr val="accent1">
                                  <a:lumMod val="60000"/>
                                  <a:lumOff val="40000"/>
                                </a:schemeClr>
                              </a:gs>
                              <a:gs pos="100000">
                                <a:schemeClr val="accent1"/>
                              </a:gs>
                            </a:gsLst>
                            <a:lin ang="2700000" scaled="1"/>
                            <a:tileRect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2,000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13.2%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95" name="小红书平北职场PPT16"/>
          <p:cNvGrpSpPr/>
          <p:nvPr/>
        </p:nvGrpSpPr>
        <p:grpSpPr>
          <a:xfrm>
            <a:off x="8725701" y="999680"/>
            <a:ext cx="2660218" cy="431815"/>
            <a:chOff x="194327" y="2319972"/>
            <a:chExt cx="2660218" cy="431815"/>
          </a:xfrm>
        </p:grpSpPr>
        <p:grpSp>
          <p:nvGrpSpPr>
            <p:cNvPr id="96" name="组合 95"/>
            <p:cNvGrpSpPr/>
            <p:nvPr/>
          </p:nvGrpSpPr>
          <p:grpSpPr>
            <a:xfrm>
              <a:off x="194327" y="2319972"/>
              <a:ext cx="2660218" cy="431815"/>
              <a:chOff x="194327" y="2319972"/>
              <a:chExt cx="2660218" cy="431815"/>
            </a:xfrm>
          </p:grpSpPr>
          <p:sp>
            <p:nvSpPr>
              <p:cNvPr id="98" name="小红书平北职场PPT16-1"/>
              <p:cNvSpPr/>
              <p:nvPr>
                <p:custDataLst>
                  <p:tags r:id="rId2"/>
                </p:custDataLst>
              </p:nvPr>
            </p:nvSpPr>
            <p:spPr>
              <a:xfrm>
                <a:off x="194330" y="2391681"/>
                <a:ext cx="2660215" cy="36010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 w="9525">
                <a:noFill/>
                <a:round/>
              </a:ln>
              <a:effectLst>
                <a:outerShdw blurRad="165100" dist="76200" dir="5400000" algn="ctr" rotWithShape="0">
                  <a:schemeClr val="accent1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99" name="小红书平北职场PPT16-2"/>
              <p:cNvSpPr/>
              <p:nvPr>
                <p:custDataLst>
                  <p:tags r:id="rId3"/>
                </p:custDataLst>
              </p:nvPr>
            </p:nvSpPr>
            <p:spPr>
              <a:xfrm flipH="1">
                <a:off x="194327" y="2319972"/>
                <a:ext cx="134897" cy="75261"/>
              </a:xfrm>
              <a:prstGeom prst="rtTriangle">
                <a:avLst/>
              </a:prstGeom>
              <a:solidFill>
                <a:schemeClr val="accent1">
                  <a:lumMod val="75000"/>
                </a:schemeClr>
              </a:solidFill>
              <a:ln w="9525">
                <a:noFill/>
                <a:round/>
              </a:ln>
              <a:effectLst>
                <a:outerShdw blurRad="142619" dist="65824" dir="5400000" algn="ctr" rotWithShape="0">
                  <a:schemeClr val="accent1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97" name="小红书平北职场PPT16-3"/>
            <p:cNvSpPr txBox="1"/>
            <p:nvPr/>
          </p:nvSpPr>
          <p:spPr>
            <a:xfrm>
              <a:off x="294350" y="2433554"/>
              <a:ext cx="246820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2023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年流量来源与转化效能</a:t>
              </a:r>
            </a:p>
          </p:txBody>
        </p:sp>
      </p:grpSp>
      <p:cxnSp>
        <p:nvCxnSpPr>
          <p:cNvPr id="100" name="小红书平北职场PPT17"/>
          <p:cNvCxnSpPr/>
          <p:nvPr/>
        </p:nvCxnSpPr>
        <p:spPr>
          <a:xfrm>
            <a:off x="8860598" y="1912997"/>
            <a:ext cx="294269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小红书平北职场PPT18"/>
          <p:cNvGrpSpPr/>
          <p:nvPr/>
        </p:nvGrpSpPr>
        <p:grpSpPr>
          <a:xfrm>
            <a:off x="8779649" y="3967614"/>
            <a:ext cx="3043313" cy="2767299"/>
            <a:chOff x="8912255" y="3925781"/>
            <a:chExt cx="3043313" cy="2767299"/>
          </a:xfrm>
        </p:grpSpPr>
        <p:grpSp>
          <p:nvGrpSpPr>
            <p:cNvPr id="102" name="组合 101"/>
            <p:cNvGrpSpPr/>
            <p:nvPr/>
          </p:nvGrpSpPr>
          <p:grpSpPr>
            <a:xfrm>
              <a:off x="8912255" y="3925781"/>
              <a:ext cx="3043313" cy="682050"/>
              <a:chOff x="8912255" y="4063235"/>
              <a:chExt cx="3043313" cy="682050"/>
            </a:xfrm>
          </p:grpSpPr>
          <p:sp>
            <p:nvSpPr>
              <p:cNvPr id="128" name="小红书平北职场PPT18-1"/>
              <p:cNvSpPr/>
              <p:nvPr/>
            </p:nvSpPr>
            <p:spPr>
              <a:xfrm>
                <a:off x="8919328" y="4201998"/>
                <a:ext cx="3029162" cy="116122"/>
              </a:xfrm>
              <a:prstGeom prst="ellipse">
                <a:avLst/>
              </a:prstGeom>
              <a:gradFill flip="none" rotWithShape="1">
                <a:gsLst>
                  <a:gs pos="24000">
                    <a:schemeClr val="accent2">
                      <a:lumMod val="60000"/>
                      <a:lumOff val="40000"/>
                      <a:alpha val="0"/>
                    </a:schemeClr>
                  </a:gs>
                  <a:gs pos="100000">
                    <a:schemeClr val="accent2">
                      <a:lumMod val="60000"/>
                      <a:lumOff val="40000"/>
                      <a:alpha val="59000"/>
                    </a:schemeClr>
                  </a:gs>
                </a:gsLst>
                <a:lin ang="5400000" scaled="1"/>
                <a:tileRect/>
              </a:gradFill>
              <a:ln w="12095">
                <a:gradFill flip="none" rotWithShape="1">
                  <a:gsLst>
                    <a:gs pos="18000">
                      <a:schemeClr val="accent2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54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29" name="小红书平北职场PPT18-2"/>
              <p:cNvSpPr/>
              <p:nvPr/>
            </p:nvSpPr>
            <p:spPr>
              <a:xfrm>
                <a:off x="8912255" y="4286334"/>
                <a:ext cx="3043313" cy="458951"/>
              </a:xfrm>
              <a:custGeom>
                <a:avLst/>
                <a:gdLst>
                  <a:gd name="connsiteX0" fmla="*/ 0 w 1985229"/>
                  <a:gd name="connsiteY0" fmla="*/ 0 h 539312"/>
                  <a:gd name="connsiteX1" fmla="*/ 15376 w 1985229"/>
                  <a:gd name="connsiteY1" fmla="*/ 0 h 539312"/>
                  <a:gd name="connsiteX2" fmla="*/ 24688 w 1985229"/>
                  <a:gd name="connsiteY2" fmla="*/ 6379 h 539312"/>
                  <a:gd name="connsiteX3" fmla="*/ 992614 w 1985229"/>
                  <a:gd name="connsiteY3" fmla="*/ 60856 h 539312"/>
                  <a:gd name="connsiteX4" fmla="*/ 1960541 w 1985229"/>
                  <a:gd name="connsiteY4" fmla="*/ 6379 h 539312"/>
                  <a:gd name="connsiteX5" fmla="*/ 1969853 w 1985229"/>
                  <a:gd name="connsiteY5" fmla="*/ 0 h 539312"/>
                  <a:gd name="connsiteX6" fmla="*/ 1985229 w 1985229"/>
                  <a:gd name="connsiteY6" fmla="*/ 0 h 539312"/>
                  <a:gd name="connsiteX7" fmla="*/ 1951996 w 1985229"/>
                  <a:gd name="connsiteY7" fmla="*/ 87558 h 539312"/>
                  <a:gd name="connsiteX8" fmla="*/ 1872301 w 1985229"/>
                  <a:gd name="connsiteY8" fmla="*/ 323320 h 539312"/>
                  <a:gd name="connsiteX9" fmla="*/ 1809111 w 1985229"/>
                  <a:gd name="connsiteY9" fmla="*/ 539312 h 539312"/>
                  <a:gd name="connsiteX10" fmla="*/ 176117 w 1985229"/>
                  <a:gd name="connsiteY10" fmla="*/ 539312 h 539312"/>
                  <a:gd name="connsiteX11" fmla="*/ 112927 w 1985229"/>
                  <a:gd name="connsiteY11" fmla="*/ 323321 h 539312"/>
                  <a:gd name="connsiteX12" fmla="*/ 33233 w 1985229"/>
                  <a:gd name="connsiteY12" fmla="*/ 87558 h 539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85229" h="539312">
                    <a:moveTo>
                      <a:pt x="0" y="0"/>
                    </a:moveTo>
                    <a:lnTo>
                      <a:pt x="15376" y="0"/>
                    </a:lnTo>
                    <a:lnTo>
                      <a:pt x="24688" y="6379"/>
                    </a:lnTo>
                    <a:cubicBezTo>
                      <a:pt x="116815" y="37469"/>
                      <a:pt x="515164" y="60856"/>
                      <a:pt x="992614" y="60856"/>
                    </a:cubicBezTo>
                    <a:cubicBezTo>
                      <a:pt x="1470064" y="60856"/>
                      <a:pt x="1868413" y="37469"/>
                      <a:pt x="1960541" y="6379"/>
                    </a:cubicBezTo>
                    <a:lnTo>
                      <a:pt x="1969853" y="0"/>
                    </a:lnTo>
                    <a:lnTo>
                      <a:pt x="1985229" y="0"/>
                    </a:lnTo>
                    <a:lnTo>
                      <a:pt x="1951996" y="87558"/>
                    </a:lnTo>
                    <a:cubicBezTo>
                      <a:pt x="1924619" y="163932"/>
                      <a:pt x="1897990" y="242635"/>
                      <a:pt x="1872301" y="323320"/>
                    </a:cubicBezTo>
                    <a:lnTo>
                      <a:pt x="1809111" y="539312"/>
                    </a:lnTo>
                    <a:lnTo>
                      <a:pt x="176117" y="539312"/>
                    </a:lnTo>
                    <a:lnTo>
                      <a:pt x="112927" y="323321"/>
                    </a:lnTo>
                    <a:cubicBezTo>
                      <a:pt x="87239" y="242635"/>
                      <a:pt x="60610" y="163933"/>
                      <a:pt x="33233" y="87558"/>
                    </a:cubicBezTo>
                    <a:close/>
                  </a:path>
                </a:pathLst>
              </a:custGeom>
              <a:gradFill flip="none" rotWithShape="1">
                <a:gsLst>
                  <a:gs pos="855">
                    <a:schemeClr val="accent2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>
                      <a:lumMod val="20000"/>
                      <a:lumOff val="80000"/>
                      <a:alpha val="76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30" name="小红书平北职场PPT18-3"/>
              <p:cNvSpPr txBox="1"/>
              <p:nvPr/>
            </p:nvSpPr>
            <p:spPr>
              <a:xfrm>
                <a:off x="9129799" y="4100676"/>
                <a:ext cx="67967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1000">
                          <a:srgbClr val="A13422">
                            <a:lumMod val="60000"/>
                            <a:lumOff val="40000"/>
                          </a:srgbClr>
                        </a:gs>
                        <a:gs pos="80000">
                          <a:srgbClr val="A13422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高价值客户 </a:t>
                </a:r>
              </a:p>
            </p:txBody>
          </p:sp>
          <p:sp>
            <p:nvSpPr>
              <p:cNvPr id="131" name="小红书平北职场PPT18-4"/>
              <p:cNvSpPr txBox="1"/>
              <p:nvPr/>
            </p:nvSpPr>
            <p:spPr>
              <a:xfrm>
                <a:off x="9746539" y="4063235"/>
                <a:ext cx="2133918" cy="21544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高复购、高客单，提供专属礼遇和优先服务</a:t>
                </a:r>
              </a:p>
            </p:txBody>
          </p:sp>
          <p:sp>
            <p:nvSpPr>
              <p:cNvPr id="132" name="小红书平北职场PPT18-5"/>
              <p:cNvSpPr/>
              <p:nvPr/>
            </p:nvSpPr>
            <p:spPr>
              <a:xfrm>
                <a:off x="9315968" y="4411562"/>
                <a:ext cx="945418" cy="187964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>
                        <a:lumMod val="40000"/>
                        <a:lumOff val="60000"/>
                      </a:schemeClr>
                    </a:gs>
                  </a:gsLst>
                  <a:lin ang="162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客户数量占比</a:t>
                </a:r>
                <a:r>
                  <a:rPr kumimoji="0" lang="en-US" altLang="zh-CN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5%</a:t>
                </a:r>
              </a:p>
            </p:txBody>
          </p:sp>
          <p:sp>
            <p:nvSpPr>
              <p:cNvPr id="133" name="小红书平北职场PPT18-6"/>
              <p:cNvSpPr/>
              <p:nvPr/>
            </p:nvSpPr>
            <p:spPr>
              <a:xfrm>
                <a:off x="10305321" y="4411562"/>
                <a:ext cx="1299346" cy="187964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>
                        <a:lumMod val="40000"/>
                        <a:lumOff val="60000"/>
                      </a:schemeClr>
                    </a:gs>
                  </a:gsLst>
                  <a:lin ang="162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人均年消费额（元）</a:t>
                </a:r>
                <a:r>
                  <a:rPr kumimoji="0" lang="en-US" altLang="zh-CN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1,215</a:t>
                </a:r>
              </a:p>
            </p:txBody>
          </p:sp>
        </p:grpSp>
        <p:grpSp>
          <p:nvGrpSpPr>
            <p:cNvPr id="103" name="组合 102"/>
            <p:cNvGrpSpPr/>
            <p:nvPr/>
          </p:nvGrpSpPr>
          <p:grpSpPr>
            <a:xfrm>
              <a:off x="8912255" y="4639910"/>
              <a:ext cx="3043313" cy="658468"/>
              <a:chOff x="8912255" y="4684227"/>
              <a:chExt cx="3043313" cy="658468"/>
            </a:xfrm>
          </p:grpSpPr>
          <p:sp>
            <p:nvSpPr>
              <p:cNvPr id="121" name="小红书平北职场PPT18-7"/>
              <p:cNvSpPr/>
              <p:nvPr/>
            </p:nvSpPr>
            <p:spPr>
              <a:xfrm>
                <a:off x="8919328" y="4799408"/>
                <a:ext cx="3029162" cy="116122"/>
              </a:xfrm>
              <a:prstGeom prst="ellipse">
                <a:avLst/>
              </a:prstGeom>
              <a:gradFill flip="none" rotWithShape="1">
                <a:gsLst>
                  <a:gs pos="24000">
                    <a:schemeClr val="accent2">
                      <a:lumMod val="60000"/>
                      <a:lumOff val="40000"/>
                      <a:alpha val="0"/>
                    </a:schemeClr>
                  </a:gs>
                  <a:gs pos="100000">
                    <a:schemeClr val="accent2">
                      <a:lumMod val="60000"/>
                      <a:lumOff val="40000"/>
                      <a:alpha val="59000"/>
                    </a:schemeClr>
                  </a:gs>
                </a:gsLst>
                <a:lin ang="5400000" scaled="1"/>
                <a:tileRect/>
              </a:gradFill>
              <a:ln w="12095">
                <a:gradFill flip="none" rotWithShape="1">
                  <a:gsLst>
                    <a:gs pos="18000">
                      <a:schemeClr val="accent2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54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22" name="小红书平北职场PPT18-8"/>
              <p:cNvSpPr/>
              <p:nvPr/>
            </p:nvSpPr>
            <p:spPr>
              <a:xfrm>
                <a:off x="8912255" y="4883744"/>
                <a:ext cx="3043313" cy="458951"/>
              </a:xfrm>
              <a:custGeom>
                <a:avLst/>
                <a:gdLst>
                  <a:gd name="connsiteX0" fmla="*/ 0 w 1985229"/>
                  <a:gd name="connsiteY0" fmla="*/ 0 h 539312"/>
                  <a:gd name="connsiteX1" fmla="*/ 15376 w 1985229"/>
                  <a:gd name="connsiteY1" fmla="*/ 0 h 539312"/>
                  <a:gd name="connsiteX2" fmla="*/ 24688 w 1985229"/>
                  <a:gd name="connsiteY2" fmla="*/ 6379 h 539312"/>
                  <a:gd name="connsiteX3" fmla="*/ 992614 w 1985229"/>
                  <a:gd name="connsiteY3" fmla="*/ 60856 h 539312"/>
                  <a:gd name="connsiteX4" fmla="*/ 1960541 w 1985229"/>
                  <a:gd name="connsiteY4" fmla="*/ 6379 h 539312"/>
                  <a:gd name="connsiteX5" fmla="*/ 1969853 w 1985229"/>
                  <a:gd name="connsiteY5" fmla="*/ 0 h 539312"/>
                  <a:gd name="connsiteX6" fmla="*/ 1985229 w 1985229"/>
                  <a:gd name="connsiteY6" fmla="*/ 0 h 539312"/>
                  <a:gd name="connsiteX7" fmla="*/ 1951996 w 1985229"/>
                  <a:gd name="connsiteY7" fmla="*/ 87558 h 539312"/>
                  <a:gd name="connsiteX8" fmla="*/ 1872301 w 1985229"/>
                  <a:gd name="connsiteY8" fmla="*/ 323320 h 539312"/>
                  <a:gd name="connsiteX9" fmla="*/ 1809111 w 1985229"/>
                  <a:gd name="connsiteY9" fmla="*/ 539312 h 539312"/>
                  <a:gd name="connsiteX10" fmla="*/ 176117 w 1985229"/>
                  <a:gd name="connsiteY10" fmla="*/ 539312 h 539312"/>
                  <a:gd name="connsiteX11" fmla="*/ 112927 w 1985229"/>
                  <a:gd name="connsiteY11" fmla="*/ 323321 h 539312"/>
                  <a:gd name="connsiteX12" fmla="*/ 33233 w 1985229"/>
                  <a:gd name="connsiteY12" fmla="*/ 87558 h 539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85229" h="539312">
                    <a:moveTo>
                      <a:pt x="0" y="0"/>
                    </a:moveTo>
                    <a:lnTo>
                      <a:pt x="15376" y="0"/>
                    </a:lnTo>
                    <a:lnTo>
                      <a:pt x="24688" y="6379"/>
                    </a:lnTo>
                    <a:cubicBezTo>
                      <a:pt x="116815" y="37469"/>
                      <a:pt x="515164" y="60856"/>
                      <a:pt x="992614" y="60856"/>
                    </a:cubicBezTo>
                    <a:cubicBezTo>
                      <a:pt x="1470064" y="60856"/>
                      <a:pt x="1868413" y="37469"/>
                      <a:pt x="1960541" y="6379"/>
                    </a:cubicBezTo>
                    <a:lnTo>
                      <a:pt x="1969853" y="0"/>
                    </a:lnTo>
                    <a:lnTo>
                      <a:pt x="1985229" y="0"/>
                    </a:lnTo>
                    <a:lnTo>
                      <a:pt x="1951996" y="87558"/>
                    </a:lnTo>
                    <a:cubicBezTo>
                      <a:pt x="1924619" y="163932"/>
                      <a:pt x="1897990" y="242635"/>
                      <a:pt x="1872301" y="323320"/>
                    </a:cubicBezTo>
                    <a:lnTo>
                      <a:pt x="1809111" y="539312"/>
                    </a:lnTo>
                    <a:lnTo>
                      <a:pt x="176117" y="539312"/>
                    </a:lnTo>
                    <a:lnTo>
                      <a:pt x="112927" y="323321"/>
                    </a:lnTo>
                    <a:cubicBezTo>
                      <a:pt x="87239" y="242635"/>
                      <a:pt x="60610" y="163933"/>
                      <a:pt x="33233" y="87558"/>
                    </a:cubicBezTo>
                    <a:close/>
                  </a:path>
                </a:pathLst>
              </a:custGeom>
              <a:gradFill flip="none" rotWithShape="1">
                <a:gsLst>
                  <a:gs pos="855">
                    <a:schemeClr val="accent2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>
                      <a:lumMod val="20000"/>
                      <a:lumOff val="80000"/>
                      <a:alpha val="76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23" name="小红书平北职场PPT18-9"/>
              <p:cNvSpPr txBox="1"/>
              <p:nvPr/>
            </p:nvSpPr>
            <p:spPr>
              <a:xfrm>
                <a:off x="9213155" y="4698086"/>
                <a:ext cx="51296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1000">
                          <a:srgbClr val="A13422">
                            <a:lumMod val="60000"/>
                            <a:lumOff val="40000"/>
                          </a:srgbClr>
                        </a:gs>
                        <a:gs pos="80000">
                          <a:srgbClr val="A13422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忠实客户</a:t>
                </a:r>
              </a:p>
            </p:txBody>
          </p:sp>
          <p:sp>
            <p:nvSpPr>
              <p:cNvPr id="124" name="小红书平北职场PPT18-10"/>
              <p:cNvSpPr txBox="1"/>
              <p:nvPr/>
            </p:nvSpPr>
            <p:spPr>
              <a:xfrm>
                <a:off x="9746539" y="4684227"/>
                <a:ext cx="2133918" cy="21544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定期复购，是社群中坚力量，加强情感链接</a:t>
                </a:r>
              </a:p>
            </p:txBody>
          </p:sp>
          <p:grpSp>
            <p:nvGrpSpPr>
              <p:cNvPr id="125" name="组合 124"/>
              <p:cNvGrpSpPr/>
              <p:nvPr/>
            </p:nvGrpSpPr>
            <p:grpSpPr>
              <a:xfrm>
                <a:off x="9315970" y="5006084"/>
                <a:ext cx="2288701" cy="187964"/>
                <a:chOff x="6165405" y="4041342"/>
                <a:chExt cx="1686111" cy="187964"/>
              </a:xfrm>
            </p:grpSpPr>
            <p:sp>
              <p:nvSpPr>
                <p:cNvPr id="126" name="小红书平北职场PPT18-11"/>
                <p:cNvSpPr/>
                <p:nvPr/>
              </p:nvSpPr>
              <p:spPr>
                <a:xfrm>
                  <a:off x="6165405" y="4041342"/>
                  <a:ext cx="696500" cy="18796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gradFill flip="none" rotWithShape="1">
                    <a:gsLst>
                      <a:gs pos="0">
                        <a:schemeClr val="bg1"/>
                      </a:gs>
                      <a:gs pos="100000">
                        <a:schemeClr val="accent2">
                          <a:lumMod val="40000"/>
                          <a:lumOff val="60000"/>
                        </a:schemeClr>
                      </a:gs>
                    </a:gsLst>
                    <a:lin ang="16200000" scaled="1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客户数量占比</a:t>
                  </a: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15%</a:t>
                  </a:r>
                </a:p>
              </p:txBody>
            </p:sp>
            <p:sp>
              <p:nvSpPr>
                <p:cNvPr id="127" name="小红书平北职场PPT18-12"/>
                <p:cNvSpPr/>
                <p:nvPr/>
              </p:nvSpPr>
              <p:spPr>
                <a:xfrm>
                  <a:off x="6894273" y="4041342"/>
                  <a:ext cx="957243" cy="18796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gradFill flip="none" rotWithShape="1">
                    <a:gsLst>
                      <a:gs pos="0">
                        <a:schemeClr val="bg1"/>
                      </a:gs>
                      <a:gs pos="100000">
                        <a:schemeClr val="accent2">
                          <a:lumMod val="40000"/>
                          <a:lumOff val="60000"/>
                        </a:schemeClr>
                      </a:gs>
                    </a:gsLst>
                    <a:lin ang="16200000" scaled="1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人均年消费额（元）</a:t>
                  </a: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567</a:t>
                  </a:r>
                </a:p>
              </p:txBody>
            </p:sp>
          </p:grpSp>
        </p:grpSp>
        <p:grpSp>
          <p:nvGrpSpPr>
            <p:cNvPr id="104" name="组合 103"/>
            <p:cNvGrpSpPr/>
            <p:nvPr/>
          </p:nvGrpSpPr>
          <p:grpSpPr>
            <a:xfrm>
              <a:off x="8912255" y="5326641"/>
              <a:ext cx="3043313" cy="664996"/>
              <a:chOff x="8912255" y="5334993"/>
              <a:chExt cx="3043313" cy="664996"/>
            </a:xfrm>
          </p:grpSpPr>
          <p:sp>
            <p:nvSpPr>
              <p:cNvPr id="113" name="小红书平北职场PPT18-13"/>
              <p:cNvSpPr/>
              <p:nvPr/>
            </p:nvSpPr>
            <p:spPr>
              <a:xfrm>
                <a:off x="8912255" y="5541038"/>
                <a:ext cx="3043313" cy="458951"/>
              </a:xfrm>
              <a:custGeom>
                <a:avLst/>
                <a:gdLst>
                  <a:gd name="connsiteX0" fmla="*/ 0 w 1985229"/>
                  <a:gd name="connsiteY0" fmla="*/ 0 h 539312"/>
                  <a:gd name="connsiteX1" fmla="*/ 15376 w 1985229"/>
                  <a:gd name="connsiteY1" fmla="*/ 0 h 539312"/>
                  <a:gd name="connsiteX2" fmla="*/ 24688 w 1985229"/>
                  <a:gd name="connsiteY2" fmla="*/ 6379 h 539312"/>
                  <a:gd name="connsiteX3" fmla="*/ 992614 w 1985229"/>
                  <a:gd name="connsiteY3" fmla="*/ 60856 h 539312"/>
                  <a:gd name="connsiteX4" fmla="*/ 1960541 w 1985229"/>
                  <a:gd name="connsiteY4" fmla="*/ 6379 h 539312"/>
                  <a:gd name="connsiteX5" fmla="*/ 1969853 w 1985229"/>
                  <a:gd name="connsiteY5" fmla="*/ 0 h 539312"/>
                  <a:gd name="connsiteX6" fmla="*/ 1985229 w 1985229"/>
                  <a:gd name="connsiteY6" fmla="*/ 0 h 539312"/>
                  <a:gd name="connsiteX7" fmla="*/ 1951996 w 1985229"/>
                  <a:gd name="connsiteY7" fmla="*/ 87558 h 539312"/>
                  <a:gd name="connsiteX8" fmla="*/ 1872301 w 1985229"/>
                  <a:gd name="connsiteY8" fmla="*/ 323320 h 539312"/>
                  <a:gd name="connsiteX9" fmla="*/ 1809111 w 1985229"/>
                  <a:gd name="connsiteY9" fmla="*/ 539312 h 539312"/>
                  <a:gd name="connsiteX10" fmla="*/ 176117 w 1985229"/>
                  <a:gd name="connsiteY10" fmla="*/ 539312 h 539312"/>
                  <a:gd name="connsiteX11" fmla="*/ 112927 w 1985229"/>
                  <a:gd name="connsiteY11" fmla="*/ 323321 h 539312"/>
                  <a:gd name="connsiteX12" fmla="*/ 33233 w 1985229"/>
                  <a:gd name="connsiteY12" fmla="*/ 87558 h 539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85229" h="539312">
                    <a:moveTo>
                      <a:pt x="0" y="0"/>
                    </a:moveTo>
                    <a:lnTo>
                      <a:pt x="15376" y="0"/>
                    </a:lnTo>
                    <a:lnTo>
                      <a:pt x="24688" y="6379"/>
                    </a:lnTo>
                    <a:cubicBezTo>
                      <a:pt x="116815" y="37469"/>
                      <a:pt x="515164" y="60856"/>
                      <a:pt x="992614" y="60856"/>
                    </a:cubicBezTo>
                    <a:cubicBezTo>
                      <a:pt x="1470064" y="60856"/>
                      <a:pt x="1868413" y="37469"/>
                      <a:pt x="1960541" y="6379"/>
                    </a:cubicBezTo>
                    <a:lnTo>
                      <a:pt x="1969853" y="0"/>
                    </a:lnTo>
                    <a:lnTo>
                      <a:pt x="1985229" y="0"/>
                    </a:lnTo>
                    <a:lnTo>
                      <a:pt x="1951996" y="87558"/>
                    </a:lnTo>
                    <a:cubicBezTo>
                      <a:pt x="1924619" y="163932"/>
                      <a:pt x="1897990" y="242635"/>
                      <a:pt x="1872301" y="323320"/>
                    </a:cubicBezTo>
                    <a:lnTo>
                      <a:pt x="1809111" y="539312"/>
                    </a:lnTo>
                    <a:lnTo>
                      <a:pt x="176117" y="539312"/>
                    </a:lnTo>
                    <a:lnTo>
                      <a:pt x="112927" y="323321"/>
                    </a:lnTo>
                    <a:cubicBezTo>
                      <a:pt x="87239" y="242635"/>
                      <a:pt x="60610" y="163933"/>
                      <a:pt x="33233" y="87558"/>
                    </a:cubicBezTo>
                    <a:close/>
                  </a:path>
                </a:pathLst>
              </a:custGeom>
              <a:gradFill flip="none" rotWithShape="1">
                <a:gsLst>
                  <a:gs pos="855">
                    <a:schemeClr val="accent2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>
                      <a:lumMod val="20000"/>
                      <a:lumOff val="80000"/>
                      <a:alpha val="76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grpSp>
            <p:nvGrpSpPr>
              <p:cNvPr id="114" name="组合 113"/>
              <p:cNvGrpSpPr/>
              <p:nvPr/>
            </p:nvGrpSpPr>
            <p:grpSpPr>
              <a:xfrm>
                <a:off x="8919328" y="5334993"/>
                <a:ext cx="3029162" cy="518497"/>
                <a:chOff x="8919328" y="5334993"/>
                <a:chExt cx="3029162" cy="518497"/>
              </a:xfrm>
            </p:grpSpPr>
            <p:sp>
              <p:nvSpPr>
                <p:cNvPr id="115" name="小红书平北职场PPT18-14"/>
                <p:cNvSpPr/>
                <p:nvPr/>
              </p:nvSpPr>
              <p:spPr>
                <a:xfrm>
                  <a:off x="8919328" y="5456702"/>
                  <a:ext cx="3029162" cy="116122"/>
                </a:xfrm>
                <a:prstGeom prst="ellipse">
                  <a:avLst/>
                </a:prstGeom>
                <a:gradFill flip="none" rotWithShape="1">
                  <a:gsLst>
                    <a:gs pos="24000">
                      <a:schemeClr val="accent2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2">
                        <a:lumMod val="60000"/>
                        <a:lumOff val="40000"/>
                        <a:alpha val="59000"/>
                      </a:schemeClr>
                    </a:gs>
                  </a:gsLst>
                  <a:lin ang="5400000" scaled="1"/>
                  <a:tileRect/>
                </a:gradFill>
                <a:ln w="12095">
                  <a:gradFill flip="none" rotWithShape="1">
                    <a:gsLst>
                      <a:gs pos="18000">
                        <a:schemeClr val="accent2">
                          <a:lumMod val="60000"/>
                          <a:lumOff val="40000"/>
                          <a:alpha val="0"/>
                        </a:schemeClr>
                      </a:gs>
                      <a:gs pos="100000">
                        <a:schemeClr val="accent2">
                          <a:lumMod val="60000"/>
                          <a:lumOff val="40000"/>
                        </a:schemeClr>
                      </a:gs>
                    </a:gsLst>
                    <a:lin ang="5400000" scaled="1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16" name="小红书平北职场PPT18-15"/>
                <p:cNvSpPr txBox="1"/>
                <p:nvPr/>
              </p:nvSpPr>
              <p:spPr>
                <a:xfrm>
                  <a:off x="9213155" y="5355380"/>
                  <a:ext cx="512961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gradFill>
                        <a:gsLst>
                          <a:gs pos="1000">
                            <a:srgbClr val="A13422">
                              <a:lumMod val="60000"/>
                              <a:lumOff val="40000"/>
                            </a:srgbClr>
                          </a:gs>
                          <a:gs pos="80000">
                            <a:srgbClr val="A13422"/>
                          </a:gs>
                        </a:gsLst>
                        <a:lin ang="5400000" scaled="1"/>
                      </a:gra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潜力客户</a:t>
                  </a:r>
                </a:p>
              </p:txBody>
            </p:sp>
            <p:sp>
              <p:nvSpPr>
                <p:cNvPr id="117" name="小红书平北职场PPT18-16"/>
                <p:cNvSpPr txBox="1"/>
                <p:nvPr/>
              </p:nvSpPr>
              <p:spPr>
                <a:xfrm>
                  <a:off x="9746539" y="5334993"/>
                  <a:ext cx="2068195" cy="2154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购买过</a:t>
                  </a: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1-2</a:t>
                  </a:r>
                  <a:r>
                    <a:rPr kumimoji="0" lang="zh-CN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次，通过精准营销和优惠券促活</a:t>
                  </a:r>
                </a:p>
              </p:txBody>
            </p:sp>
            <p:grpSp>
              <p:nvGrpSpPr>
                <p:cNvPr id="118" name="组合 117"/>
                <p:cNvGrpSpPr/>
                <p:nvPr/>
              </p:nvGrpSpPr>
              <p:grpSpPr>
                <a:xfrm>
                  <a:off x="9315968" y="5665526"/>
                  <a:ext cx="2288699" cy="187964"/>
                  <a:chOff x="9315968" y="5665526"/>
                  <a:chExt cx="2288699" cy="187964"/>
                </a:xfrm>
              </p:grpSpPr>
              <p:sp>
                <p:nvSpPr>
                  <p:cNvPr id="119" name="小红书平北职场PPT18-17"/>
                  <p:cNvSpPr/>
                  <p:nvPr/>
                </p:nvSpPr>
                <p:spPr>
                  <a:xfrm>
                    <a:off x="9315968" y="5665526"/>
                    <a:ext cx="945418" cy="18796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9525">
                    <a:gradFill flip="none" rotWithShape="1">
                      <a:gsLst>
                        <a:gs pos="0">
                          <a:schemeClr val="bg1"/>
                        </a:gs>
                        <a:gs pos="100000">
                          <a:schemeClr val="accent2">
                            <a:lumMod val="40000"/>
                            <a:lumOff val="60000"/>
                          </a:schemeClr>
                        </a:gs>
                      </a:gsLst>
                      <a:lin ang="16200000" scaled="1"/>
                      <a:tileRect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r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客户数量占比</a:t>
                    </a:r>
                    <a:r>
                      <a: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30%</a:t>
                    </a:r>
                  </a:p>
                </p:txBody>
              </p:sp>
              <p:sp>
                <p:nvSpPr>
                  <p:cNvPr id="120" name="小红书平北职场PPT18-18"/>
                  <p:cNvSpPr/>
                  <p:nvPr/>
                </p:nvSpPr>
                <p:spPr>
                  <a:xfrm>
                    <a:off x="10305321" y="5665526"/>
                    <a:ext cx="1299346" cy="18796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9525">
                    <a:gradFill flip="none" rotWithShape="1">
                      <a:gsLst>
                        <a:gs pos="0">
                          <a:schemeClr val="bg1"/>
                        </a:gs>
                        <a:gs pos="100000">
                          <a:schemeClr val="accent2">
                            <a:lumMod val="40000"/>
                            <a:lumOff val="60000"/>
                          </a:schemeClr>
                        </a:gs>
                      </a:gsLst>
                      <a:lin ang="16200000" scaled="1"/>
                      <a:tileRect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r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人均年消费额（元）</a:t>
                    </a:r>
                    <a:r>
                      <a: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203</a:t>
                    </a:r>
                  </a:p>
                </p:txBody>
              </p:sp>
            </p:grpSp>
          </p:grpSp>
        </p:grpSp>
        <p:grpSp>
          <p:nvGrpSpPr>
            <p:cNvPr id="105" name="组合 104"/>
            <p:cNvGrpSpPr/>
            <p:nvPr/>
          </p:nvGrpSpPr>
          <p:grpSpPr>
            <a:xfrm>
              <a:off x="8912255" y="6021724"/>
              <a:ext cx="3043313" cy="671356"/>
              <a:chOff x="8912255" y="5955985"/>
              <a:chExt cx="3043313" cy="671356"/>
            </a:xfrm>
          </p:grpSpPr>
          <p:sp>
            <p:nvSpPr>
              <p:cNvPr id="106" name="小红书平北职场PPT18-19"/>
              <p:cNvSpPr/>
              <p:nvPr/>
            </p:nvSpPr>
            <p:spPr>
              <a:xfrm>
                <a:off x="8919328" y="6084054"/>
                <a:ext cx="3029162" cy="116122"/>
              </a:xfrm>
              <a:prstGeom prst="ellipse">
                <a:avLst/>
              </a:prstGeom>
              <a:gradFill flip="none" rotWithShape="1">
                <a:gsLst>
                  <a:gs pos="24000">
                    <a:schemeClr val="accent2">
                      <a:lumMod val="60000"/>
                      <a:lumOff val="40000"/>
                      <a:alpha val="0"/>
                    </a:schemeClr>
                  </a:gs>
                  <a:gs pos="100000">
                    <a:schemeClr val="accent2">
                      <a:lumMod val="60000"/>
                      <a:lumOff val="40000"/>
                      <a:alpha val="59000"/>
                    </a:schemeClr>
                  </a:gs>
                </a:gsLst>
                <a:lin ang="5400000" scaled="1"/>
                <a:tileRect/>
              </a:gradFill>
              <a:ln w="12095">
                <a:gradFill flip="none" rotWithShape="1">
                  <a:gsLst>
                    <a:gs pos="18000">
                      <a:schemeClr val="accent2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54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07" name="小红书平北职场PPT18-20"/>
              <p:cNvSpPr txBox="1"/>
              <p:nvPr/>
            </p:nvSpPr>
            <p:spPr>
              <a:xfrm>
                <a:off x="9060068" y="5982732"/>
                <a:ext cx="8191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1000">
                          <a:srgbClr val="A13422">
                            <a:lumMod val="60000"/>
                            <a:lumOff val="40000"/>
                          </a:srgbClr>
                        </a:gs>
                        <a:gs pos="80000">
                          <a:srgbClr val="A13422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新客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1000">
                          <a:srgbClr val="A13422">
                            <a:lumMod val="60000"/>
                            <a:lumOff val="40000"/>
                          </a:srgbClr>
                        </a:gs>
                        <a:gs pos="80000">
                          <a:srgbClr val="A13422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/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1000">
                          <a:srgbClr val="A13422">
                            <a:lumMod val="60000"/>
                            <a:lumOff val="40000"/>
                          </a:srgbClr>
                        </a:gs>
                        <a:gs pos="80000">
                          <a:srgbClr val="A13422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普通客户</a:t>
                </a:r>
              </a:p>
            </p:txBody>
          </p:sp>
          <p:sp>
            <p:nvSpPr>
              <p:cNvPr id="108" name="小红书平北职场PPT18-21"/>
              <p:cNvSpPr/>
              <p:nvPr/>
            </p:nvSpPr>
            <p:spPr>
              <a:xfrm>
                <a:off x="8912255" y="6168390"/>
                <a:ext cx="3043313" cy="458951"/>
              </a:xfrm>
              <a:custGeom>
                <a:avLst/>
                <a:gdLst>
                  <a:gd name="connsiteX0" fmla="*/ 0 w 1985229"/>
                  <a:gd name="connsiteY0" fmla="*/ 0 h 539312"/>
                  <a:gd name="connsiteX1" fmla="*/ 15376 w 1985229"/>
                  <a:gd name="connsiteY1" fmla="*/ 0 h 539312"/>
                  <a:gd name="connsiteX2" fmla="*/ 24688 w 1985229"/>
                  <a:gd name="connsiteY2" fmla="*/ 6379 h 539312"/>
                  <a:gd name="connsiteX3" fmla="*/ 992614 w 1985229"/>
                  <a:gd name="connsiteY3" fmla="*/ 60856 h 539312"/>
                  <a:gd name="connsiteX4" fmla="*/ 1960541 w 1985229"/>
                  <a:gd name="connsiteY4" fmla="*/ 6379 h 539312"/>
                  <a:gd name="connsiteX5" fmla="*/ 1969853 w 1985229"/>
                  <a:gd name="connsiteY5" fmla="*/ 0 h 539312"/>
                  <a:gd name="connsiteX6" fmla="*/ 1985229 w 1985229"/>
                  <a:gd name="connsiteY6" fmla="*/ 0 h 539312"/>
                  <a:gd name="connsiteX7" fmla="*/ 1951996 w 1985229"/>
                  <a:gd name="connsiteY7" fmla="*/ 87558 h 539312"/>
                  <a:gd name="connsiteX8" fmla="*/ 1872301 w 1985229"/>
                  <a:gd name="connsiteY8" fmla="*/ 323320 h 539312"/>
                  <a:gd name="connsiteX9" fmla="*/ 1809111 w 1985229"/>
                  <a:gd name="connsiteY9" fmla="*/ 539312 h 539312"/>
                  <a:gd name="connsiteX10" fmla="*/ 176117 w 1985229"/>
                  <a:gd name="connsiteY10" fmla="*/ 539312 h 539312"/>
                  <a:gd name="connsiteX11" fmla="*/ 112927 w 1985229"/>
                  <a:gd name="connsiteY11" fmla="*/ 323321 h 539312"/>
                  <a:gd name="connsiteX12" fmla="*/ 33233 w 1985229"/>
                  <a:gd name="connsiteY12" fmla="*/ 87558 h 539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85229" h="539312">
                    <a:moveTo>
                      <a:pt x="0" y="0"/>
                    </a:moveTo>
                    <a:lnTo>
                      <a:pt x="15376" y="0"/>
                    </a:lnTo>
                    <a:lnTo>
                      <a:pt x="24688" y="6379"/>
                    </a:lnTo>
                    <a:cubicBezTo>
                      <a:pt x="116815" y="37469"/>
                      <a:pt x="515164" y="60856"/>
                      <a:pt x="992614" y="60856"/>
                    </a:cubicBezTo>
                    <a:cubicBezTo>
                      <a:pt x="1470064" y="60856"/>
                      <a:pt x="1868413" y="37469"/>
                      <a:pt x="1960541" y="6379"/>
                    </a:cubicBezTo>
                    <a:lnTo>
                      <a:pt x="1969853" y="0"/>
                    </a:lnTo>
                    <a:lnTo>
                      <a:pt x="1985229" y="0"/>
                    </a:lnTo>
                    <a:lnTo>
                      <a:pt x="1951996" y="87558"/>
                    </a:lnTo>
                    <a:cubicBezTo>
                      <a:pt x="1924619" y="163932"/>
                      <a:pt x="1897990" y="242635"/>
                      <a:pt x="1872301" y="323320"/>
                    </a:cubicBezTo>
                    <a:lnTo>
                      <a:pt x="1809111" y="539312"/>
                    </a:lnTo>
                    <a:lnTo>
                      <a:pt x="176117" y="539312"/>
                    </a:lnTo>
                    <a:lnTo>
                      <a:pt x="112927" y="323321"/>
                    </a:lnTo>
                    <a:cubicBezTo>
                      <a:pt x="87239" y="242635"/>
                      <a:pt x="60610" y="163933"/>
                      <a:pt x="33233" y="87558"/>
                    </a:cubicBezTo>
                    <a:close/>
                  </a:path>
                </a:pathLst>
              </a:custGeom>
              <a:gradFill flip="none" rotWithShape="1">
                <a:gsLst>
                  <a:gs pos="855">
                    <a:schemeClr val="accent2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>
                      <a:lumMod val="20000"/>
                      <a:lumOff val="80000"/>
                      <a:alpha val="76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09" name="小红书平北职场PPT18-22"/>
              <p:cNvSpPr txBox="1"/>
              <p:nvPr/>
            </p:nvSpPr>
            <p:spPr>
              <a:xfrm>
                <a:off x="9896168" y="5955985"/>
                <a:ext cx="1620957" cy="21544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引流和转化的主要对象，培育品</a:t>
                </a:r>
              </a:p>
            </p:txBody>
          </p:sp>
          <p:grpSp>
            <p:nvGrpSpPr>
              <p:cNvPr id="110" name="组合 109"/>
              <p:cNvGrpSpPr/>
              <p:nvPr/>
            </p:nvGrpSpPr>
            <p:grpSpPr>
              <a:xfrm>
                <a:off x="9315970" y="6300191"/>
                <a:ext cx="2288701" cy="187964"/>
                <a:chOff x="6165405" y="4041342"/>
                <a:chExt cx="1686111" cy="187964"/>
              </a:xfrm>
            </p:grpSpPr>
            <p:sp>
              <p:nvSpPr>
                <p:cNvPr id="111" name="小红书平北职场PPT18-23"/>
                <p:cNvSpPr/>
                <p:nvPr/>
              </p:nvSpPr>
              <p:spPr>
                <a:xfrm>
                  <a:off x="6165405" y="4041342"/>
                  <a:ext cx="696500" cy="18796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gradFill flip="none" rotWithShape="1">
                    <a:gsLst>
                      <a:gs pos="0">
                        <a:schemeClr val="bg1"/>
                      </a:gs>
                      <a:gs pos="100000">
                        <a:schemeClr val="accent2">
                          <a:lumMod val="40000"/>
                          <a:lumOff val="60000"/>
                        </a:schemeClr>
                      </a:gs>
                    </a:gsLst>
                    <a:lin ang="16200000" scaled="1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客户数量占比</a:t>
                  </a: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50%</a:t>
                  </a:r>
                </a:p>
              </p:txBody>
            </p:sp>
            <p:sp>
              <p:nvSpPr>
                <p:cNvPr id="112" name="小红书平北职场PPT18-24"/>
                <p:cNvSpPr/>
                <p:nvPr/>
              </p:nvSpPr>
              <p:spPr>
                <a:xfrm>
                  <a:off x="6894273" y="4041342"/>
                  <a:ext cx="957243" cy="18796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gradFill flip="none" rotWithShape="1">
                    <a:gsLst>
                      <a:gs pos="0">
                        <a:schemeClr val="bg1"/>
                      </a:gs>
                      <a:gs pos="100000">
                        <a:schemeClr val="accent2">
                          <a:lumMod val="40000"/>
                          <a:lumOff val="60000"/>
                        </a:schemeClr>
                      </a:gs>
                    </a:gsLst>
                    <a:lin ang="16200000" scaled="1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人均年消费额（元）</a:t>
                  </a: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73</a:t>
                  </a:r>
                </a:p>
              </p:txBody>
            </p:sp>
          </p:grpSp>
        </p:grpSp>
      </p:grp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721" y="63770"/>
            <a:ext cx="35541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甘特图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项目流程计划</a:t>
            </a:r>
          </a:p>
        </p:txBody>
      </p:sp>
      <p:sp>
        <p:nvSpPr>
          <p:cNvPr id="5" name="箭头: 五边形 4"/>
          <p:cNvSpPr/>
          <p:nvPr/>
        </p:nvSpPr>
        <p:spPr>
          <a:xfrm>
            <a:off x="192088" y="925974"/>
            <a:ext cx="2161309" cy="735305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箭头: V 形 5"/>
          <p:cNvSpPr/>
          <p:nvPr/>
        </p:nvSpPr>
        <p:spPr>
          <a:xfrm>
            <a:off x="2016976" y="925974"/>
            <a:ext cx="2249427" cy="735305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箭头: V 形 6"/>
          <p:cNvSpPr/>
          <p:nvPr/>
        </p:nvSpPr>
        <p:spPr>
          <a:xfrm>
            <a:off x="3950354" y="925974"/>
            <a:ext cx="2249427" cy="735305"/>
          </a:xfrm>
          <a:prstGeom prst="chevron">
            <a:avLst/>
          </a:pr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箭头: V 形 7"/>
          <p:cNvSpPr/>
          <p:nvPr/>
        </p:nvSpPr>
        <p:spPr>
          <a:xfrm>
            <a:off x="5883731" y="925974"/>
            <a:ext cx="2249427" cy="735305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箭头: V 形 8"/>
          <p:cNvSpPr/>
          <p:nvPr/>
        </p:nvSpPr>
        <p:spPr>
          <a:xfrm>
            <a:off x="7817108" y="925974"/>
            <a:ext cx="2249427" cy="735305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箭头: V 形 9"/>
          <p:cNvSpPr/>
          <p:nvPr/>
        </p:nvSpPr>
        <p:spPr>
          <a:xfrm>
            <a:off x="9750486" y="925974"/>
            <a:ext cx="2249427" cy="735305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50680" y="1119732"/>
            <a:ext cx="1023870" cy="347788"/>
          </a:xfrm>
          <a:prstGeom prst="rect">
            <a:avLst/>
          </a:prstGeom>
          <a:noFill/>
          <a:effectLst/>
        </p:spPr>
        <p:txBody>
          <a:bodyPr wrap="none" lIns="100584" tIns="50292" rIns="100584" bIns="50292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项目启动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20019" y="1042148"/>
            <a:ext cx="502957" cy="5029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010835" y="1119732"/>
            <a:ext cx="1023870" cy="347788"/>
          </a:xfrm>
          <a:prstGeom prst="rect">
            <a:avLst/>
          </a:prstGeom>
          <a:noFill/>
          <a:effectLst/>
        </p:spPr>
        <p:txBody>
          <a:bodyPr wrap="none" lIns="100584" tIns="50292" rIns="100584" bIns="50292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规划排期</a:t>
            </a:r>
          </a:p>
        </p:txBody>
      </p:sp>
      <p:sp>
        <p:nvSpPr>
          <p:cNvPr id="18" name="椭圆 17"/>
          <p:cNvSpPr/>
          <p:nvPr/>
        </p:nvSpPr>
        <p:spPr>
          <a:xfrm>
            <a:off x="2514898" y="1042148"/>
            <a:ext cx="502957" cy="5029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923840" y="1119732"/>
            <a:ext cx="1023870" cy="347788"/>
          </a:xfrm>
          <a:prstGeom prst="rect">
            <a:avLst/>
          </a:prstGeom>
          <a:noFill/>
          <a:effectLst/>
        </p:spPr>
        <p:txBody>
          <a:bodyPr wrap="none" lIns="100584" tIns="50292" rIns="100584" bIns="50292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执行实施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4427904" y="1042148"/>
            <a:ext cx="502957" cy="5029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836848" y="1119732"/>
            <a:ext cx="1023870" cy="347788"/>
          </a:xfrm>
          <a:prstGeom prst="rect">
            <a:avLst/>
          </a:prstGeom>
          <a:noFill/>
          <a:effectLst/>
        </p:spPr>
        <p:txBody>
          <a:bodyPr wrap="none" lIns="100584" tIns="50292" rIns="100584" bIns="50292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进度把控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6340910" y="1042148"/>
            <a:ext cx="502957" cy="5029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749855" y="1119732"/>
            <a:ext cx="1023870" cy="347788"/>
          </a:xfrm>
          <a:prstGeom prst="rect">
            <a:avLst/>
          </a:prstGeom>
          <a:noFill/>
          <a:effectLst/>
        </p:spPr>
        <p:txBody>
          <a:bodyPr wrap="none" lIns="100584" tIns="50292" rIns="100584" bIns="50292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成果交付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8253916" y="1042148"/>
            <a:ext cx="502957" cy="5029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0662859" y="1119732"/>
            <a:ext cx="1023870" cy="347788"/>
          </a:xfrm>
          <a:prstGeom prst="rect">
            <a:avLst/>
          </a:prstGeom>
          <a:noFill/>
          <a:effectLst/>
        </p:spPr>
        <p:txBody>
          <a:bodyPr wrap="none" lIns="100584" tIns="50292" rIns="100584" bIns="50292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复盘改进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10166922" y="1042148"/>
            <a:ext cx="502957" cy="5029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92088" y="2344294"/>
            <a:ext cx="11807825" cy="486137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92088" y="2830431"/>
            <a:ext cx="11807825" cy="4861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92088" y="3319461"/>
            <a:ext cx="11807825" cy="486137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92088" y="3805598"/>
            <a:ext cx="11807825" cy="4861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92088" y="4291734"/>
            <a:ext cx="11807825" cy="486137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92088" y="4777871"/>
            <a:ext cx="11807825" cy="4861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2088" y="5264008"/>
            <a:ext cx="11807825" cy="486137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92088" y="5750145"/>
            <a:ext cx="11807825" cy="4861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92088" y="6236282"/>
            <a:ext cx="11807825" cy="486137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1875100" y="1853590"/>
            <a:ext cx="784023" cy="486364"/>
          </a:xfrm>
          <a:prstGeom prst="roundRect">
            <a:avLst>
              <a:gd name="adj" fmla="val 71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2724263" y="1855037"/>
            <a:ext cx="784023" cy="486364"/>
          </a:xfrm>
          <a:prstGeom prst="roundRect">
            <a:avLst>
              <a:gd name="adj" fmla="val 71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3573426" y="1855037"/>
            <a:ext cx="784023" cy="486364"/>
          </a:xfrm>
          <a:prstGeom prst="roundRect">
            <a:avLst>
              <a:gd name="adj" fmla="val 71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3" name="矩形: 圆角 42"/>
          <p:cNvSpPr/>
          <p:nvPr/>
        </p:nvSpPr>
        <p:spPr>
          <a:xfrm>
            <a:off x="4422588" y="1855037"/>
            <a:ext cx="784023" cy="486364"/>
          </a:xfrm>
          <a:prstGeom prst="roundRect">
            <a:avLst>
              <a:gd name="adj" fmla="val 71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4" name="矩形: 圆角 43"/>
          <p:cNvSpPr/>
          <p:nvPr/>
        </p:nvSpPr>
        <p:spPr>
          <a:xfrm>
            <a:off x="5271751" y="1855037"/>
            <a:ext cx="784023" cy="486364"/>
          </a:xfrm>
          <a:prstGeom prst="roundRect">
            <a:avLst>
              <a:gd name="adj" fmla="val 71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矩形: 圆角 44"/>
          <p:cNvSpPr/>
          <p:nvPr/>
        </p:nvSpPr>
        <p:spPr>
          <a:xfrm>
            <a:off x="6120914" y="1855037"/>
            <a:ext cx="784023" cy="486364"/>
          </a:xfrm>
          <a:prstGeom prst="roundRect">
            <a:avLst>
              <a:gd name="adj" fmla="val 71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: 圆角 45"/>
          <p:cNvSpPr/>
          <p:nvPr/>
        </p:nvSpPr>
        <p:spPr>
          <a:xfrm>
            <a:off x="6970077" y="1855037"/>
            <a:ext cx="784023" cy="486364"/>
          </a:xfrm>
          <a:prstGeom prst="roundRect">
            <a:avLst>
              <a:gd name="adj" fmla="val 71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矩形: 圆角 46"/>
          <p:cNvSpPr/>
          <p:nvPr/>
        </p:nvSpPr>
        <p:spPr>
          <a:xfrm>
            <a:off x="7819240" y="1855037"/>
            <a:ext cx="784023" cy="486364"/>
          </a:xfrm>
          <a:prstGeom prst="roundRect">
            <a:avLst>
              <a:gd name="adj" fmla="val 71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8" name="矩形: 圆角 47"/>
          <p:cNvSpPr/>
          <p:nvPr/>
        </p:nvSpPr>
        <p:spPr>
          <a:xfrm>
            <a:off x="8668403" y="1855037"/>
            <a:ext cx="784023" cy="486364"/>
          </a:xfrm>
          <a:prstGeom prst="roundRect">
            <a:avLst>
              <a:gd name="adj" fmla="val 71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矩形: 圆角 48"/>
          <p:cNvSpPr/>
          <p:nvPr/>
        </p:nvSpPr>
        <p:spPr>
          <a:xfrm>
            <a:off x="9517565" y="1855037"/>
            <a:ext cx="784023" cy="486364"/>
          </a:xfrm>
          <a:prstGeom prst="roundRect">
            <a:avLst>
              <a:gd name="adj" fmla="val 71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: 圆角 49"/>
          <p:cNvSpPr/>
          <p:nvPr/>
        </p:nvSpPr>
        <p:spPr>
          <a:xfrm>
            <a:off x="10366728" y="1855037"/>
            <a:ext cx="784023" cy="486364"/>
          </a:xfrm>
          <a:prstGeom prst="roundRect">
            <a:avLst>
              <a:gd name="adj" fmla="val 71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: 圆角 50"/>
          <p:cNvSpPr/>
          <p:nvPr/>
        </p:nvSpPr>
        <p:spPr>
          <a:xfrm>
            <a:off x="11215891" y="1855037"/>
            <a:ext cx="784023" cy="486364"/>
          </a:xfrm>
          <a:prstGeom prst="roundRect">
            <a:avLst>
              <a:gd name="adj" fmla="val 71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2012073" y="1903835"/>
            <a:ext cx="510076" cy="385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2861236" y="1903835"/>
            <a:ext cx="510076" cy="385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3710399" y="1903835"/>
            <a:ext cx="510076" cy="385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4559562" y="1903835"/>
            <a:ext cx="510076" cy="385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5408725" y="1903835"/>
            <a:ext cx="510076" cy="385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6257888" y="1903835"/>
            <a:ext cx="510076" cy="385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7107051" y="1903835"/>
            <a:ext cx="510076" cy="385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7956214" y="1903835"/>
            <a:ext cx="510076" cy="385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8805377" y="1903835"/>
            <a:ext cx="510076" cy="385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9594428" y="1903835"/>
            <a:ext cx="630301" cy="385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10443591" y="1903835"/>
            <a:ext cx="630301" cy="385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11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11292754" y="1903835"/>
            <a:ext cx="630301" cy="385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210592" y="2394425"/>
            <a:ext cx="1441420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识别需求与分析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210592" y="2880561"/>
            <a:ext cx="1620957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组建团队明确分工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210592" y="3366697"/>
            <a:ext cx="1441420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时间与成本规划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210592" y="3852833"/>
            <a:ext cx="1620957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风险规划提前避坑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210592" y="4338969"/>
            <a:ext cx="1441420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任务分配与启动</a:t>
            </a:r>
          </a:p>
        </p:txBody>
      </p:sp>
      <p:sp>
        <p:nvSpPr>
          <p:cNvPr id="70" name="文本框 69"/>
          <p:cNvSpPr txBox="1"/>
          <p:nvPr/>
        </p:nvSpPr>
        <p:spPr>
          <a:xfrm>
            <a:off x="210592" y="4825105"/>
            <a:ext cx="1441420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资源协调与支持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210592" y="5311241"/>
            <a:ext cx="1441420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质量与进度监控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210592" y="5797377"/>
            <a:ext cx="1441420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成果交付与验收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210592" y="6283513"/>
            <a:ext cx="1082348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复盘与改进</a:t>
            </a:r>
          </a:p>
        </p:txBody>
      </p:sp>
      <p:sp>
        <p:nvSpPr>
          <p:cNvPr id="74" name="矩形: 圆角 73"/>
          <p:cNvSpPr/>
          <p:nvPr/>
        </p:nvSpPr>
        <p:spPr>
          <a:xfrm>
            <a:off x="1875101" y="2481458"/>
            <a:ext cx="1908230" cy="211808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3848418" y="2412538"/>
            <a:ext cx="744114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1.3-3.1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6" name="矩形: 圆角 75"/>
          <p:cNvSpPr/>
          <p:nvPr/>
        </p:nvSpPr>
        <p:spPr>
          <a:xfrm>
            <a:off x="2997781" y="2967595"/>
            <a:ext cx="995099" cy="211808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4034705" y="2898675"/>
            <a:ext cx="942887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2.10-3.15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8" name="矩形: 圆角 77"/>
          <p:cNvSpPr/>
          <p:nvPr/>
        </p:nvSpPr>
        <p:spPr>
          <a:xfrm>
            <a:off x="3992880" y="3453732"/>
            <a:ext cx="1645920" cy="211808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5663762" y="3384812"/>
            <a:ext cx="942887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3.17-5.12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矩形: 圆角 79"/>
          <p:cNvSpPr/>
          <p:nvPr/>
        </p:nvSpPr>
        <p:spPr>
          <a:xfrm>
            <a:off x="4154194" y="3940977"/>
            <a:ext cx="2186715" cy="211808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6391887" y="3872057"/>
            <a:ext cx="843501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3.20-6.8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矩形: 圆角 81"/>
          <p:cNvSpPr/>
          <p:nvPr/>
        </p:nvSpPr>
        <p:spPr>
          <a:xfrm>
            <a:off x="6371232" y="4427113"/>
            <a:ext cx="2589888" cy="211808"/>
          </a:xfrm>
          <a:prstGeom prst="roundRect">
            <a:avLst>
              <a:gd name="adj" fmla="val 50000"/>
            </a:avLst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9060414" y="4358193"/>
            <a:ext cx="942887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6.10-9.13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: 圆角 83"/>
          <p:cNvSpPr/>
          <p:nvPr/>
        </p:nvSpPr>
        <p:spPr>
          <a:xfrm>
            <a:off x="7363460" y="4913249"/>
            <a:ext cx="1841500" cy="211808"/>
          </a:xfrm>
          <a:prstGeom prst="roundRect">
            <a:avLst>
              <a:gd name="adj" fmla="val 50000"/>
            </a:avLst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9315453" y="4844329"/>
            <a:ext cx="942887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7.15-8.15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: 圆角 85"/>
          <p:cNvSpPr/>
          <p:nvPr/>
        </p:nvSpPr>
        <p:spPr>
          <a:xfrm>
            <a:off x="5061334" y="5409073"/>
            <a:ext cx="4689152" cy="211808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9830144" y="5340153"/>
            <a:ext cx="942887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4.20-10.8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矩形: 圆角 87"/>
          <p:cNvSpPr/>
          <p:nvPr/>
        </p:nvSpPr>
        <p:spPr>
          <a:xfrm>
            <a:off x="9452426" y="5879409"/>
            <a:ext cx="1136011" cy="2118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10639415" y="5810489"/>
            <a:ext cx="942887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9.20-11.2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0" name="矩形: 圆角 89"/>
          <p:cNvSpPr/>
          <p:nvPr/>
        </p:nvSpPr>
        <p:spPr>
          <a:xfrm>
            <a:off x="9775831" y="6365546"/>
            <a:ext cx="1136011" cy="2118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10962820" y="6296626"/>
            <a:ext cx="1042273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10.9-11.20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18" name="图形 91"/>
          <p:cNvGrpSpPr/>
          <p:nvPr/>
        </p:nvGrpSpPr>
        <p:grpSpPr>
          <a:xfrm>
            <a:off x="8370552" y="1148715"/>
            <a:ext cx="301434" cy="301434"/>
            <a:chOff x="8415365" y="1193528"/>
            <a:chExt cx="211808" cy="211808"/>
          </a:xfrm>
          <a:solidFill>
            <a:schemeClr val="accent1"/>
          </a:solidFill>
        </p:grpSpPr>
        <p:sp>
          <p:nvSpPr>
            <p:cNvPr id="119" name="任意多边形: 形状 118"/>
            <p:cNvSpPr/>
            <p:nvPr/>
          </p:nvSpPr>
          <p:spPr>
            <a:xfrm>
              <a:off x="8415365" y="1372241"/>
              <a:ext cx="162165" cy="33095"/>
            </a:xfrm>
            <a:custGeom>
              <a:avLst/>
              <a:gdLst>
                <a:gd name="connsiteX0" fmla="*/ 0 w 162165"/>
                <a:gd name="connsiteY0" fmla="*/ 16548 h 33095"/>
                <a:gd name="connsiteX1" fmla="*/ 16548 w 162165"/>
                <a:gd name="connsiteY1" fmla="*/ 33095 h 33095"/>
                <a:gd name="connsiteX2" fmla="*/ 155960 w 162165"/>
                <a:gd name="connsiteY2" fmla="*/ 33095 h 33095"/>
                <a:gd name="connsiteX3" fmla="*/ 162166 w 162165"/>
                <a:gd name="connsiteY3" fmla="*/ 26890 h 33095"/>
                <a:gd name="connsiteX4" fmla="*/ 162166 w 162165"/>
                <a:gd name="connsiteY4" fmla="*/ 0 h 33095"/>
                <a:gd name="connsiteX5" fmla="*/ 16548 w 162165"/>
                <a:gd name="connsiteY5" fmla="*/ 0 h 33095"/>
                <a:gd name="connsiteX6" fmla="*/ 0 w 162165"/>
                <a:gd name="connsiteY6" fmla="*/ 16548 h 33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165" h="33095">
                  <a:moveTo>
                    <a:pt x="0" y="16548"/>
                  </a:moveTo>
                  <a:cubicBezTo>
                    <a:pt x="0" y="25686"/>
                    <a:pt x="7409" y="33095"/>
                    <a:pt x="16548" y="33095"/>
                  </a:cubicBezTo>
                  <a:lnTo>
                    <a:pt x="155960" y="33095"/>
                  </a:lnTo>
                  <a:cubicBezTo>
                    <a:pt x="159387" y="33095"/>
                    <a:pt x="162166" y="30317"/>
                    <a:pt x="162166" y="26890"/>
                  </a:cubicBezTo>
                  <a:lnTo>
                    <a:pt x="162166" y="0"/>
                  </a:lnTo>
                  <a:lnTo>
                    <a:pt x="16548" y="0"/>
                  </a:lnTo>
                  <a:cubicBezTo>
                    <a:pt x="7409" y="0"/>
                    <a:pt x="0" y="7409"/>
                    <a:pt x="0" y="16548"/>
                  </a:cubicBezTo>
                  <a:close/>
                </a:path>
              </a:pathLst>
            </a:custGeom>
            <a:solidFill>
              <a:schemeClr val="accent1"/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20" name="任意多边形: 形状 119"/>
            <p:cNvSpPr/>
            <p:nvPr/>
          </p:nvSpPr>
          <p:spPr>
            <a:xfrm>
              <a:off x="8527060" y="1255581"/>
              <a:ext cx="100112" cy="20684"/>
            </a:xfrm>
            <a:custGeom>
              <a:avLst/>
              <a:gdLst>
                <a:gd name="connsiteX0" fmla="*/ 93907 w 100112"/>
                <a:gd name="connsiteY0" fmla="*/ 0 h 20684"/>
                <a:gd name="connsiteX1" fmla="*/ 0 w 100112"/>
                <a:gd name="connsiteY1" fmla="*/ 0 h 20684"/>
                <a:gd name="connsiteX2" fmla="*/ 0 w 100112"/>
                <a:gd name="connsiteY2" fmla="*/ 20684 h 20684"/>
                <a:gd name="connsiteX3" fmla="*/ 93907 w 100112"/>
                <a:gd name="connsiteY3" fmla="*/ 20684 h 20684"/>
                <a:gd name="connsiteX4" fmla="*/ 100112 w 100112"/>
                <a:gd name="connsiteY4" fmla="*/ 14479 h 20684"/>
                <a:gd name="connsiteX5" fmla="*/ 100112 w 100112"/>
                <a:gd name="connsiteY5" fmla="*/ 6205 h 20684"/>
                <a:gd name="connsiteX6" fmla="*/ 93907 w 100112"/>
                <a:gd name="connsiteY6" fmla="*/ 0 h 20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112" h="20684">
                  <a:moveTo>
                    <a:pt x="93907" y="0"/>
                  </a:moveTo>
                  <a:lnTo>
                    <a:pt x="0" y="0"/>
                  </a:lnTo>
                  <a:lnTo>
                    <a:pt x="0" y="20684"/>
                  </a:lnTo>
                  <a:lnTo>
                    <a:pt x="93907" y="20684"/>
                  </a:lnTo>
                  <a:cubicBezTo>
                    <a:pt x="97334" y="20684"/>
                    <a:pt x="100112" y="17906"/>
                    <a:pt x="100112" y="14479"/>
                  </a:cubicBezTo>
                  <a:lnTo>
                    <a:pt x="100112" y="6205"/>
                  </a:lnTo>
                  <a:cubicBezTo>
                    <a:pt x="100112" y="2778"/>
                    <a:pt x="97334" y="0"/>
                    <a:pt x="93907" y="0"/>
                  </a:cubicBezTo>
                  <a:close/>
                </a:path>
              </a:pathLst>
            </a:custGeom>
            <a:solidFill>
              <a:schemeClr val="accent1"/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21" name="任意多边形: 形状 120"/>
            <p:cNvSpPr/>
            <p:nvPr/>
          </p:nvSpPr>
          <p:spPr>
            <a:xfrm>
              <a:off x="8485691" y="1230759"/>
              <a:ext cx="28958" cy="70326"/>
            </a:xfrm>
            <a:custGeom>
              <a:avLst/>
              <a:gdLst>
                <a:gd name="connsiteX0" fmla="*/ 0 w 28958"/>
                <a:gd name="connsiteY0" fmla="*/ 0 h 70326"/>
                <a:gd name="connsiteX1" fmla="*/ 28958 w 28958"/>
                <a:gd name="connsiteY1" fmla="*/ 0 h 70326"/>
                <a:gd name="connsiteX2" fmla="*/ 28958 w 28958"/>
                <a:gd name="connsiteY2" fmla="*/ 70327 h 70326"/>
                <a:gd name="connsiteX3" fmla="*/ 0 w 28958"/>
                <a:gd name="connsiteY3" fmla="*/ 70327 h 7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58" h="70326">
                  <a:moveTo>
                    <a:pt x="0" y="0"/>
                  </a:moveTo>
                  <a:lnTo>
                    <a:pt x="28958" y="0"/>
                  </a:lnTo>
                  <a:lnTo>
                    <a:pt x="28958" y="70327"/>
                  </a:lnTo>
                  <a:lnTo>
                    <a:pt x="0" y="70327"/>
                  </a:lnTo>
                  <a:close/>
                </a:path>
              </a:pathLst>
            </a:custGeom>
            <a:solidFill>
              <a:schemeClr val="accent1"/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22" name="任意多边形: 形状 121"/>
            <p:cNvSpPr/>
            <p:nvPr/>
          </p:nvSpPr>
          <p:spPr>
            <a:xfrm>
              <a:off x="8415365" y="1193528"/>
              <a:ext cx="24821" cy="171516"/>
            </a:xfrm>
            <a:custGeom>
              <a:avLst/>
              <a:gdLst>
                <a:gd name="connsiteX0" fmla="*/ 24821 w 24821"/>
                <a:gd name="connsiteY0" fmla="*/ 166302 h 171516"/>
                <a:gd name="connsiteX1" fmla="*/ 24821 w 24821"/>
                <a:gd name="connsiteY1" fmla="*/ 0 h 171516"/>
                <a:gd name="connsiteX2" fmla="*/ 16548 w 24821"/>
                <a:gd name="connsiteY2" fmla="*/ 0 h 171516"/>
                <a:gd name="connsiteX3" fmla="*/ 0 w 24821"/>
                <a:gd name="connsiteY3" fmla="*/ 16548 h 171516"/>
                <a:gd name="connsiteX4" fmla="*/ 0 w 24821"/>
                <a:gd name="connsiteY4" fmla="*/ 171517 h 171516"/>
                <a:gd name="connsiteX5" fmla="*/ 16548 w 24821"/>
                <a:gd name="connsiteY5" fmla="*/ 166302 h 17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821" h="171516">
                  <a:moveTo>
                    <a:pt x="24821" y="166302"/>
                  </a:moveTo>
                  <a:lnTo>
                    <a:pt x="24821" y="0"/>
                  </a:lnTo>
                  <a:lnTo>
                    <a:pt x="16548" y="0"/>
                  </a:lnTo>
                  <a:cubicBezTo>
                    <a:pt x="7409" y="0"/>
                    <a:pt x="0" y="7409"/>
                    <a:pt x="0" y="16548"/>
                  </a:cubicBezTo>
                  <a:lnTo>
                    <a:pt x="0" y="171517"/>
                  </a:lnTo>
                  <a:cubicBezTo>
                    <a:pt x="4695" y="168235"/>
                    <a:pt x="10398" y="166302"/>
                    <a:pt x="16548" y="166302"/>
                  </a:cubicBezTo>
                  <a:close/>
                </a:path>
              </a:pathLst>
            </a:custGeom>
            <a:solidFill>
              <a:schemeClr val="accent1"/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23" name="任意多边形: 形状 122"/>
            <p:cNvSpPr/>
            <p:nvPr/>
          </p:nvSpPr>
          <p:spPr>
            <a:xfrm>
              <a:off x="8452596" y="1193528"/>
              <a:ext cx="124933" cy="166302"/>
            </a:xfrm>
            <a:custGeom>
              <a:avLst/>
              <a:gdLst>
                <a:gd name="connsiteX0" fmla="*/ 74464 w 124933"/>
                <a:gd name="connsiteY0" fmla="*/ 107559 h 166302"/>
                <a:gd name="connsiteX1" fmla="*/ 76532 w 124933"/>
                <a:gd name="connsiteY1" fmla="*/ 107559 h 166302"/>
                <a:gd name="connsiteX2" fmla="*/ 82738 w 124933"/>
                <a:gd name="connsiteY2" fmla="*/ 113764 h 166302"/>
                <a:gd name="connsiteX3" fmla="*/ 76532 w 124933"/>
                <a:gd name="connsiteY3" fmla="*/ 119969 h 166302"/>
                <a:gd name="connsiteX4" fmla="*/ 18616 w 124933"/>
                <a:gd name="connsiteY4" fmla="*/ 119969 h 166302"/>
                <a:gd name="connsiteX5" fmla="*/ 12411 w 124933"/>
                <a:gd name="connsiteY5" fmla="*/ 113764 h 166302"/>
                <a:gd name="connsiteX6" fmla="*/ 18616 w 124933"/>
                <a:gd name="connsiteY6" fmla="*/ 107559 h 166302"/>
                <a:gd name="connsiteX7" fmla="*/ 20684 w 124933"/>
                <a:gd name="connsiteY7" fmla="*/ 107559 h 166302"/>
                <a:gd name="connsiteX8" fmla="*/ 20684 w 124933"/>
                <a:gd name="connsiteY8" fmla="*/ 37232 h 166302"/>
                <a:gd name="connsiteX9" fmla="*/ 18616 w 124933"/>
                <a:gd name="connsiteY9" fmla="*/ 37232 h 166302"/>
                <a:gd name="connsiteX10" fmla="*/ 12411 w 124933"/>
                <a:gd name="connsiteY10" fmla="*/ 31027 h 166302"/>
                <a:gd name="connsiteX11" fmla="*/ 18616 w 124933"/>
                <a:gd name="connsiteY11" fmla="*/ 24821 h 166302"/>
                <a:gd name="connsiteX12" fmla="*/ 76532 w 124933"/>
                <a:gd name="connsiteY12" fmla="*/ 24821 h 166302"/>
                <a:gd name="connsiteX13" fmla="*/ 82738 w 124933"/>
                <a:gd name="connsiteY13" fmla="*/ 31027 h 166302"/>
                <a:gd name="connsiteX14" fmla="*/ 76532 w 124933"/>
                <a:gd name="connsiteY14" fmla="*/ 37232 h 166302"/>
                <a:gd name="connsiteX15" fmla="*/ 74464 w 124933"/>
                <a:gd name="connsiteY15" fmla="*/ 37232 h 166302"/>
                <a:gd name="connsiteX16" fmla="*/ 74464 w 124933"/>
                <a:gd name="connsiteY16" fmla="*/ 49643 h 166302"/>
                <a:gd name="connsiteX17" fmla="*/ 124934 w 124933"/>
                <a:gd name="connsiteY17" fmla="*/ 49643 h 166302"/>
                <a:gd name="connsiteX18" fmla="*/ 124934 w 124933"/>
                <a:gd name="connsiteY18" fmla="*/ 6205 h 166302"/>
                <a:gd name="connsiteX19" fmla="*/ 118728 w 124933"/>
                <a:gd name="connsiteY19" fmla="*/ 0 h 166302"/>
                <a:gd name="connsiteX20" fmla="*/ 0 w 124933"/>
                <a:gd name="connsiteY20" fmla="*/ 0 h 166302"/>
                <a:gd name="connsiteX21" fmla="*/ 0 w 124933"/>
                <a:gd name="connsiteY21" fmla="*/ 166302 h 166302"/>
                <a:gd name="connsiteX22" fmla="*/ 124934 w 124933"/>
                <a:gd name="connsiteY22" fmla="*/ 166302 h 166302"/>
                <a:gd name="connsiteX23" fmla="*/ 124934 w 124933"/>
                <a:gd name="connsiteY23" fmla="*/ 95148 h 166302"/>
                <a:gd name="connsiteX24" fmla="*/ 74464 w 124933"/>
                <a:gd name="connsiteY24" fmla="*/ 95148 h 16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4933" h="166302">
                  <a:moveTo>
                    <a:pt x="74464" y="107559"/>
                  </a:moveTo>
                  <a:lnTo>
                    <a:pt x="76532" y="107559"/>
                  </a:lnTo>
                  <a:cubicBezTo>
                    <a:pt x="79959" y="107559"/>
                    <a:pt x="82738" y="110337"/>
                    <a:pt x="82738" y="113764"/>
                  </a:cubicBezTo>
                  <a:cubicBezTo>
                    <a:pt x="82738" y="117191"/>
                    <a:pt x="79959" y="119969"/>
                    <a:pt x="76532" y="119969"/>
                  </a:cubicBezTo>
                  <a:lnTo>
                    <a:pt x="18616" y="119969"/>
                  </a:lnTo>
                  <a:cubicBezTo>
                    <a:pt x="15189" y="119969"/>
                    <a:pt x="12411" y="117191"/>
                    <a:pt x="12411" y="113764"/>
                  </a:cubicBezTo>
                  <a:cubicBezTo>
                    <a:pt x="12411" y="110337"/>
                    <a:pt x="15189" y="107559"/>
                    <a:pt x="18616" y="107559"/>
                  </a:cubicBezTo>
                  <a:lnTo>
                    <a:pt x="20684" y="107559"/>
                  </a:lnTo>
                  <a:lnTo>
                    <a:pt x="20684" y="37232"/>
                  </a:lnTo>
                  <a:lnTo>
                    <a:pt x="18616" y="37232"/>
                  </a:lnTo>
                  <a:cubicBezTo>
                    <a:pt x="15189" y="37232"/>
                    <a:pt x="12411" y="34454"/>
                    <a:pt x="12411" y="31027"/>
                  </a:cubicBezTo>
                  <a:cubicBezTo>
                    <a:pt x="12411" y="27600"/>
                    <a:pt x="15189" y="24821"/>
                    <a:pt x="18616" y="24821"/>
                  </a:cubicBezTo>
                  <a:lnTo>
                    <a:pt x="76532" y="24821"/>
                  </a:lnTo>
                  <a:cubicBezTo>
                    <a:pt x="79959" y="24821"/>
                    <a:pt x="82738" y="27600"/>
                    <a:pt x="82738" y="31027"/>
                  </a:cubicBezTo>
                  <a:cubicBezTo>
                    <a:pt x="82738" y="34454"/>
                    <a:pt x="79959" y="37232"/>
                    <a:pt x="76532" y="37232"/>
                  </a:cubicBezTo>
                  <a:lnTo>
                    <a:pt x="74464" y="37232"/>
                  </a:lnTo>
                  <a:lnTo>
                    <a:pt x="74464" y="49643"/>
                  </a:lnTo>
                  <a:lnTo>
                    <a:pt x="124934" y="49643"/>
                  </a:lnTo>
                  <a:lnTo>
                    <a:pt x="124934" y="6205"/>
                  </a:lnTo>
                  <a:cubicBezTo>
                    <a:pt x="124934" y="2778"/>
                    <a:pt x="122155" y="0"/>
                    <a:pt x="118728" y="0"/>
                  </a:cubicBezTo>
                  <a:lnTo>
                    <a:pt x="0" y="0"/>
                  </a:lnTo>
                  <a:lnTo>
                    <a:pt x="0" y="166302"/>
                  </a:lnTo>
                  <a:lnTo>
                    <a:pt x="124934" y="166302"/>
                  </a:lnTo>
                  <a:lnTo>
                    <a:pt x="124934" y="95148"/>
                  </a:lnTo>
                  <a:lnTo>
                    <a:pt x="74464" y="95148"/>
                  </a:lnTo>
                  <a:close/>
                </a:path>
              </a:pathLst>
            </a:custGeom>
            <a:solidFill>
              <a:schemeClr val="accent1"/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24" name="任意多边形: 形状 123"/>
            <p:cNvSpPr/>
            <p:nvPr/>
          </p:nvSpPr>
          <p:spPr>
            <a:xfrm>
              <a:off x="8589941" y="1306778"/>
              <a:ext cx="24821" cy="34121"/>
            </a:xfrm>
            <a:custGeom>
              <a:avLst/>
              <a:gdLst>
                <a:gd name="connsiteX0" fmla="*/ 20160 w 24821"/>
                <a:gd name="connsiteY0" fmla="*/ 0 h 34121"/>
                <a:gd name="connsiteX1" fmla="*/ 0 w 24821"/>
                <a:gd name="connsiteY1" fmla="*/ 0 h 34121"/>
                <a:gd name="connsiteX2" fmla="*/ 0 w 24821"/>
                <a:gd name="connsiteY2" fmla="*/ 34121 h 34121"/>
                <a:gd name="connsiteX3" fmla="*/ 20160 w 24821"/>
                <a:gd name="connsiteY3" fmla="*/ 34121 h 34121"/>
                <a:gd name="connsiteX4" fmla="*/ 23882 w 24821"/>
                <a:gd name="connsiteY4" fmla="*/ 26677 h 34121"/>
                <a:gd name="connsiteX5" fmla="*/ 16670 w 24821"/>
                <a:gd name="connsiteY5" fmla="*/ 17061 h 34121"/>
                <a:gd name="connsiteX6" fmla="*/ 23882 w 24821"/>
                <a:gd name="connsiteY6" fmla="*/ 7445 h 34121"/>
                <a:gd name="connsiteX7" fmla="*/ 20160 w 24821"/>
                <a:gd name="connsiteY7" fmla="*/ 0 h 34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21" h="34121">
                  <a:moveTo>
                    <a:pt x="20160" y="0"/>
                  </a:moveTo>
                  <a:lnTo>
                    <a:pt x="0" y="0"/>
                  </a:lnTo>
                  <a:lnTo>
                    <a:pt x="0" y="34121"/>
                  </a:lnTo>
                  <a:lnTo>
                    <a:pt x="20160" y="34121"/>
                  </a:lnTo>
                  <a:cubicBezTo>
                    <a:pt x="23994" y="34121"/>
                    <a:pt x="26183" y="29744"/>
                    <a:pt x="23882" y="26677"/>
                  </a:cubicBezTo>
                  <a:lnTo>
                    <a:pt x="16670" y="17061"/>
                  </a:lnTo>
                  <a:lnTo>
                    <a:pt x="23882" y="7445"/>
                  </a:lnTo>
                  <a:cubicBezTo>
                    <a:pt x="26183" y="4378"/>
                    <a:pt x="23994" y="0"/>
                    <a:pt x="20160" y="0"/>
                  </a:cubicBezTo>
                  <a:close/>
                </a:path>
              </a:pathLst>
            </a:custGeom>
            <a:solidFill>
              <a:schemeClr val="accent1"/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98" name="图形 92"/>
          <p:cNvGrpSpPr/>
          <p:nvPr/>
        </p:nvGrpSpPr>
        <p:grpSpPr>
          <a:xfrm>
            <a:off x="511523" y="1136038"/>
            <a:ext cx="311436" cy="311436"/>
            <a:chOff x="511523" y="1136038"/>
            <a:chExt cx="311436" cy="311436"/>
          </a:xfrm>
          <a:solidFill>
            <a:schemeClr val="accent1">
              <a:lumMod val="75000"/>
            </a:schemeClr>
          </a:solidFill>
        </p:grpSpPr>
        <p:sp>
          <p:nvSpPr>
            <p:cNvPr id="99" name="任意多边形: 形状 98"/>
            <p:cNvSpPr/>
            <p:nvPr/>
          </p:nvSpPr>
          <p:spPr>
            <a:xfrm>
              <a:off x="511523" y="1136038"/>
              <a:ext cx="237226" cy="245536"/>
            </a:xfrm>
            <a:custGeom>
              <a:avLst/>
              <a:gdLst>
                <a:gd name="connsiteX0" fmla="*/ 206813 w 237226"/>
                <a:gd name="connsiteY0" fmla="*/ 0 h 245536"/>
                <a:gd name="connsiteX1" fmla="*/ 30414 w 237226"/>
                <a:gd name="connsiteY1" fmla="*/ 0 h 245536"/>
                <a:gd name="connsiteX2" fmla="*/ 0 w 237226"/>
                <a:gd name="connsiteY2" fmla="*/ 30414 h 245536"/>
                <a:gd name="connsiteX3" fmla="*/ 0 w 237226"/>
                <a:gd name="connsiteY3" fmla="*/ 236394 h 245536"/>
                <a:gd name="connsiteX4" fmla="*/ 16009 w 237226"/>
                <a:gd name="connsiteY4" fmla="*/ 242381 h 245536"/>
                <a:gd name="connsiteX5" fmla="*/ 57517 w 237226"/>
                <a:gd name="connsiteY5" fmla="*/ 194648 h 245536"/>
                <a:gd name="connsiteX6" fmla="*/ 122871 w 237226"/>
                <a:gd name="connsiteY6" fmla="*/ 194648 h 245536"/>
                <a:gd name="connsiteX7" fmla="*/ 122871 w 237226"/>
                <a:gd name="connsiteY7" fmla="*/ 161192 h 245536"/>
                <a:gd name="connsiteX8" fmla="*/ 42579 w 237226"/>
                <a:gd name="connsiteY8" fmla="*/ 161192 h 245536"/>
                <a:gd name="connsiteX9" fmla="*/ 33455 w 237226"/>
                <a:gd name="connsiteY9" fmla="*/ 152068 h 245536"/>
                <a:gd name="connsiteX10" fmla="*/ 42579 w 237226"/>
                <a:gd name="connsiteY10" fmla="*/ 142944 h 245536"/>
                <a:gd name="connsiteX11" fmla="*/ 123771 w 237226"/>
                <a:gd name="connsiteY11" fmla="*/ 142944 h 245536"/>
                <a:gd name="connsiteX12" fmla="*/ 131441 w 237226"/>
                <a:gd name="connsiteY12" fmla="*/ 124696 h 245536"/>
                <a:gd name="connsiteX13" fmla="*/ 42579 w 237226"/>
                <a:gd name="connsiteY13" fmla="*/ 124696 h 245536"/>
                <a:gd name="connsiteX14" fmla="*/ 33455 w 237226"/>
                <a:gd name="connsiteY14" fmla="*/ 115572 h 245536"/>
                <a:gd name="connsiteX15" fmla="*/ 42579 w 237226"/>
                <a:gd name="connsiteY15" fmla="*/ 106448 h 245536"/>
                <a:gd name="connsiteX16" fmla="*/ 237227 w 237226"/>
                <a:gd name="connsiteY16" fmla="*/ 106448 h 245536"/>
                <a:gd name="connsiteX17" fmla="*/ 237227 w 237226"/>
                <a:gd name="connsiteY17" fmla="*/ 30414 h 245536"/>
                <a:gd name="connsiteX18" fmla="*/ 206813 w 237226"/>
                <a:gd name="connsiteY18" fmla="*/ 0 h 245536"/>
                <a:gd name="connsiteX19" fmla="*/ 194648 w 237226"/>
                <a:gd name="connsiteY19" fmla="*/ 88200 h 245536"/>
                <a:gd name="connsiteX20" fmla="*/ 42579 w 237226"/>
                <a:gd name="connsiteY20" fmla="*/ 88200 h 245536"/>
                <a:gd name="connsiteX21" fmla="*/ 33455 w 237226"/>
                <a:gd name="connsiteY21" fmla="*/ 79076 h 245536"/>
                <a:gd name="connsiteX22" fmla="*/ 42579 w 237226"/>
                <a:gd name="connsiteY22" fmla="*/ 69951 h 245536"/>
                <a:gd name="connsiteX23" fmla="*/ 194648 w 237226"/>
                <a:gd name="connsiteY23" fmla="*/ 69951 h 245536"/>
                <a:gd name="connsiteX24" fmla="*/ 203772 w 237226"/>
                <a:gd name="connsiteY24" fmla="*/ 79076 h 245536"/>
                <a:gd name="connsiteX25" fmla="*/ 194648 w 237226"/>
                <a:gd name="connsiteY25" fmla="*/ 88200 h 245536"/>
                <a:gd name="connsiteX26" fmla="*/ 194648 w 237226"/>
                <a:gd name="connsiteY26" fmla="*/ 51703 h 245536"/>
                <a:gd name="connsiteX27" fmla="*/ 42579 w 237226"/>
                <a:gd name="connsiteY27" fmla="*/ 51703 h 245536"/>
                <a:gd name="connsiteX28" fmla="*/ 33455 w 237226"/>
                <a:gd name="connsiteY28" fmla="*/ 42579 h 245536"/>
                <a:gd name="connsiteX29" fmla="*/ 42579 w 237226"/>
                <a:gd name="connsiteY29" fmla="*/ 33455 h 245536"/>
                <a:gd name="connsiteX30" fmla="*/ 194648 w 237226"/>
                <a:gd name="connsiteY30" fmla="*/ 33455 h 245536"/>
                <a:gd name="connsiteX31" fmla="*/ 203772 w 237226"/>
                <a:gd name="connsiteY31" fmla="*/ 42579 h 245536"/>
                <a:gd name="connsiteX32" fmla="*/ 194648 w 237226"/>
                <a:gd name="connsiteY32" fmla="*/ 51703 h 245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37226" h="245536">
                  <a:moveTo>
                    <a:pt x="206813" y="0"/>
                  </a:moveTo>
                  <a:lnTo>
                    <a:pt x="30414" y="0"/>
                  </a:lnTo>
                  <a:cubicBezTo>
                    <a:pt x="13617" y="0"/>
                    <a:pt x="0" y="13617"/>
                    <a:pt x="0" y="30414"/>
                  </a:cubicBezTo>
                  <a:lnTo>
                    <a:pt x="0" y="236394"/>
                  </a:lnTo>
                  <a:cubicBezTo>
                    <a:pt x="0" y="244832"/>
                    <a:pt x="10472" y="248749"/>
                    <a:pt x="16009" y="242381"/>
                  </a:cubicBezTo>
                  <a:lnTo>
                    <a:pt x="57517" y="194648"/>
                  </a:lnTo>
                  <a:lnTo>
                    <a:pt x="122871" y="194648"/>
                  </a:lnTo>
                  <a:lnTo>
                    <a:pt x="122871" y="161192"/>
                  </a:lnTo>
                  <a:lnTo>
                    <a:pt x="42579" y="161192"/>
                  </a:lnTo>
                  <a:cubicBezTo>
                    <a:pt x="37540" y="161192"/>
                    <a:pt x="33455" y="157107"/>
                    <a:pt x="33455" y="152068"/>
                  </a:cubicBezTo>
                  <a:cubicBezTo>
                    <a:pt x="33455" y="147029"/>
                    <a:pt x="37540" y="142944"/>
                    <a:pt x="42579" y="142944"/>
                  </a:cubicBezTo>
                  <a:lnTo>
                    <a:pt x="123771" y="142944"/>
                  </a:lnTo>
                  <a:cubicBezTo>
                    <a:pt x="125065" y="136278"/>
                    <a:pt x="127721" y="130096"/>
                    <a:pt x="131441" y="124696"/>
                  </a:cubicBezTo>
                  <a:lnTo>
                    <a:pt x="42579" y="124696"/>
                  </a:lnTo>
                  <a:cubicBezTo>
                    <a:pt x="37540" y="124696"/>
                    <a:pt x="33455" y="120611"/>
                    <a:pt x="33455" y="115572"/>
                  </a:cubicBezTo>
                  <a:cubicBezTo>
                    <a:pt x="33455" y="110533"/>
                    <a:pt x="37540" y="106448"/>
                    <a:pt x="42579" y="106448"/>
                  </a:cubicBezTo>
                  <a:lnTo>
                    <a:pt x="237227" y="106448"/>
                  </a:lnTo>
                  <a:lnTo>
                    <a:pt x="237227" y="30414"/>
                  </a:lnTo>
                  <a:cubicBezTo>
                    <a:pt x="237227" y="13617"/>
                    <a:pt x="223610" y="0"/>
                    <a:pt x="206813" y="0"/>
                  </a:cubicBezTo>
                  <a:close/>
                  <a:moveTo>
                    <a:pt x="194648" y="88200"/>
                  </a:moveTo>
                  <a:lnTo>
                    <a:pt x="42579" y="88200"/>
                  </a:lnTo>
                  <a:cubicBezTo>
                    <a:pt x="37540" y="88200"/>
                    <a:pt x="33455" y="84114"/>
                    <a:pt x="33455" y="79076"/>
                  </a:cubicBezTo>
                  <a:cubicBezTo>
                    <a:pt x="33455" y="74037"/>
                    <a:pt x="37540" y="69951"/>
                    <a:pt x="42579" y="69951"/>
                  </a:cubicBezTo>
                  <a:lnTo>
                    <a:pt x="194648" y="69951"/>
                  </a:lnTo>
                  <a:cubicBezTo>
                    <a:pt x="199686" y="69951"/>
                    <a:pt x="203772" y="74037"/>
                    <a:pt x="203772" y="79076"/>
                  </a:cubicBezTo>
                  <a:cubicBezTo>
                    <a:pt x="203772" y="84114"/>
                    <a:pt x="199686" y="88200"/>
                    <a:pt x="194648" y="88200"/>
                  </a:cubicBezTo>
                  <a:close/>
                  <a:moveTo>
                    <a:pt x="194648" y="51703"/>
                  </a:moveTo>
                  <a:lnTo>
                    <a:pt x="42579" y="51703"/>
                  </a:lnTo>
                  <a:cubicBezTo>
                    <a:pt x="37540" y="51703"/>
                    <a:pt x="33455" y="47618"/>
                    <a:pt x="33455" y="42579"/>
                  </a:cubicBezTo>
                  <a:cubicBezTo>
                    <a:pt x="33455" y="37540"/>
                    <a:pt x="37540" y="33455"/>
                    <a:pt x="42579" y="33455"/>
                  </a:cubicBezTo>
                  <a:lnTo>
                    <a:pt x="194648" y="33455"/>
                  </a:lnTo>
                  <a:cubicBezTo>
                    <a:pt x="199686" y="33455"/>
                    <a:pt x="203772" y="37540"/>
                    <a:pt x="203772" y="42579"/>
                  </a:cubicBezTo>
                  <a:cubicBezTo>
                    <a:pt x="203772" y="47618"/>
                    <a:pt x="199686" y="51703"/>
                    <a:pt x="194648" y="5170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5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0" name="任意多边形: 形状 99"/>
            <p:cNvSpPr/>
            <p:nvPr/>
          </p:nvSpPr>
          <p:spPr>
            <a:xfrm>
              <a:off x="652642" y="1260734"/>
              <a:ext cx="170316" cy="186739"/>
            </a:xfrm>
            <a:custGeom>
              <a:avLst/>
              <a:gdLst>
                <a:gd name="connsiteX0" fmla="*/ 139903 w 170316"/>
                <a:gd name="connsiteY0" fmla="*/ 0 h 186739"/>
                <a:gd name="connsiteX1" fmla="*/ 30414 w 170316"/>
                <a:gd name="connsiteY1" fmla="*/ 0 h 186739"/>
                <a:gd name="connsiteX2" fmla="*/ 0 w 170316"/>
                <a:gd name="connsiteY2" fmla="*/ 30414 h 186739"/>
                <a:gd name="connsiteX3" fmla="*/ 0 w 170316"/>
                <a:gd name="connsiteY3" fmla="*/ 115572 h 186739"/>
                <a:gd name="connsiteX4" fmla="*/ 30414 w 170316"/>
                <a:gd name="connsiteY4" fmla="*/ 145986 h 186739"/>
                <a:gd name="connsiteX5" fmla="*/ 127004 w 170316"/>
                <a:gd name="connsiteY5" fmla="*/ 145986 h 186739"/>
                <a:gd name="connsiteX6" fmla="*/ 154127 w 170316"/>
                <a:gd name="connsiteY6" fmla="*/ 183054 h 186739"/>
                <a:gd name="connsiteX7" fmla="*/ 170317 w 170316"/>
                <a:gd name="connsiteY7" fmla="*/ 177763 h 186739"/>
                <a:gd name="connsiteX8" fmla="*/ 170317 w 170316"/>
                <a:gd name="connsiteY8" fmla="*/ 30414 h 186739"/>
                <a:gd name="connsiteX9" fmla="*/ 139903 w 170316"/>
                <a:gd name="connsiteY9" fmla="*/ 0 h 186739"/>
                <a:gd name="connsiteX10" fmla="*/ 65804 w 170316"/>
                <a:gd name="connsiteY10" fmla="*/ 105251 h 186739"/>
                <a:gd name="connsiteX11" fmla="*/ 39996 w 170316"/>
                <a:gd name="connsiteY11" fmla="*/ 79444 h 186739"/>
                <a:gd name="connsiteX12" fmla="*/ 39996 w 170316"/>
                <a:gd name="connsiteY12" fmla="*/ 66541 h 186739"/>
                <a:gd name="connsiteX13" fmla="*/ 52900 w 170316"/>
                <a:gd name="connsiteY13" fmla="*/ 66541 h 186739"/>
                <a:gd name="connsiteX14" fmla="*/ 72255 w 170316"/>
                <a:gd name="connsiteY14" fmla="*/ 85896 h 186739"/>
                <a:gd name="connsiteX15" fmla="*/ 117417 w 170316"/>
                <a:gd name="connsiteY15" fmla="*/ 40734 h 186739"/>
                <a:gd name="connsiteX16" fmla="*/ 130320 w 170316"/>
                <a:gd name="connsiteY16" fmla="*/ 40734 h 186739"/>
                <a:gd name="connsiteX17" fmla="*/ 130320 w 170316"/>
                <a:gd name="connsiteY17" fmla="*/ 53637 h 186739"/>
                <a:gd name="connsiteX18" fmla="*/ 78706 w 170316"/>
                <a:gd name="connsiteY18" fmla="*/ 105251 h 186739"/>
                <a:gd name="connsiteX19" fmla="*/ 65804 w 170316"/>
                <a:gd name="connsiteY19" fmla="*/ 105251 h 186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70316" h="186739">
                  <a:moveTo>
                    <a:pt x="139903" y="0"/>
                  </a:moveTo>
                  <a:lnTo>
                    <a:pt x="30414" y="0"/>
                  </a:lnTo>
                  <a:cubicBezTo>
                    <a:pt x="13617" y="0"/>
                    <a:pt x="0" y="13617"/>
                    <a:pt x="0" y="30414"/>
                  </a:cubicBezTo>
                  <a:lnTo>
                    <a:pt x="0" y="115572"/>
                  </a:lnTo>
                  <a:cubicBezTo>
                    <a:pt x="0" y="132369"/>
                    <a:pt x="13617" y="145986"/>
                    <a:pt x="30414" y="145986"/>
                  </a:cubicBezTo>
                  <a:lnTo>
                    <a:pt x="127004" y="145986"/>
                  </a:lnTo>
                  <a:lnTo>
                    <a:pt x="154127" y="183054"/>
                  </a:lnTo>
                  <a:cubicBezTo>
                    <a:pt x="159243" y="190046"/>
                    <a:pt x="170317" y="186427"/>
                    <a:pt x="170317" y="177763"/>
                  </a:cubicBezTo>
                  <a:lnTo>
                    <a:pt x="170317" y="30414"/>
                  </a:lnTo>
                  <a:cubicBezTo>
                    <a:pt x="170317" y="13617"/>
                    <a:pt x="156700" y="0"/>
                    <a:pt x="139903" y="0"/>
                  </a:cubicBezTo>
                  <a:close/>
                  <a:moveTo>
                    <a:pt x="65804" y="105251"/>
                  </a:moveTo>
                  <a:lnTo>
                    <a:pt x="39996" y="79444"/>
                  </a:lnTo>
                  <a:cubicBezTo>
                    <a:pt x="36433" y="75881"/>
                    <a:pt x="36433" y="70104"/>
                    <a:pt x="39996" y="66541"/>
                  </a:cubicBezTo>
                  <a:cubicBezTo>
                    <a:pt x="43560" y="62978"/>
                    <a:pt x="49336" y="62978"/>
                    <a:pt x="52900" y="66541"/>
                  </a:cubicBezTo>
                  <a:lnTo>
                    <a:pt x="72255" y="85896"/>
                  </a:lnTo>
                  <a:lnTo>
                    <a:pt x="117417" y="40734"/>
                  </a:lnTo>
                  <a:cubicBezTo>
                    <a:pt x="120980" y="37170"/>
                    <a:pt x="126757" y="37170"/>
                    <a:pt x="130320" y="40734"/>
                  </a:cubicBezTo>
                  <a:cubicBezTo>
                    <a:pt x="133883" y="44297"/>
                    <a:pt x="133883" y="50074"/>
                    <a:pt x="130320" y="53637"/>
                  </a:cubicBezTo>
                  <a:lnTo>
                    <a:pt x="78706" y="105251"/>
                  </a:lnTo>
                  <a:cubicBezTo>
                    <a:pt x="75144" y="108815"/>
                    <a:pt x="69366" y="108815"/>
                    <a:pt x="65804" y="10525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5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14" name="图形 93"/>
          <p:cNvGrpSpPr/>
          <p:nvPr/>
        </p:nvGrpSpPr>
        <p:grpSpPr>
          <a:xfrm>
            <a:off x="6440547" y="1119732"/>
            <a:ext cx="308742" cy="308742"/>
            <a:chOff x="6489014" y="1168199"/>
            <a:chExt cx="211808" cy="211808"/>
          </a:xfrm>
          <a:solidFill>
            <a:schemeClr val="accent1">
              <a:lumMod val="75000"/>
            </a:schemeClr>
          </a:solidFill>
        </p:grpSpPr>
        <p:sp>
          <p:nvSpPr>
            <p:cNvPr id="115" name="任意多边形: 形状 114"/>
            <p:cNvSpPr/>
            <p:nvPr/>
          </p:nvSpPr>
          <p:spPr>
            <a:xfrm>
              <a:off x="6526376" y="1242938"/>
              <a:ext cx="137084" cy="62329"/>
            </a:xfrm>
            <a:custGeom>
              <a:avLst/>
              <a:gdLst>
                <a:gd name="connsiteX0" fmla="*/ 105912 w 137084"/>
                <a:gd name="connsiteY0" fmla="*/ 0 h 62329"/>
                <a:gd name="connsiteX1" fmla="*/ 31173 w 137084"/>
                <a:gd name="connsiteY1" fmla="*/ 0 h 62329"/>
                <a:gd name="connsiteX2" fmla="*/ 25623 w 137084"/>
                <a:gd name="connsiteY2" fmla="*/ 3430 h 62329"/>
                <a:gd name="connsiteX3" fmla="*/ 663 w 137084"/>
                <a:gd name="connsiteY3" fmla="*/ 53349 h 62329"/>
                <a:gd name="connsiteX4" fmla="*/ 6213 w 137084"/>
                <a:gd name="connsiteY4" fmla="*/ 62329 h 62329"/>
                <a:gd name="connsiteX5" fmla="*/ 130871 w 137084"/>
                <a:gd name="connsiteY5" fmla="*/ 62329 h 62329"/>
                <a:gd name="connsiteX6" fmla="*/ 136421 w 137084"/>
                <a:gd name="connsiteY6" fmla="*/ 53349 h 62329"/>
                <a:gd name="connsiteX7" fmla="*/ 111462 w 137084"/>
                <a:gd name="connsiteY7" fmla="*/ 3430 h 62329"/>
                <a:gd name="connsiteX8" fmla="*/ 105912 w 137084"/>
                <a:gd name="connsiteY8" fmla="*/ 0 h 62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7084" h="62329">
                  <a:moveTo>
                    <a:pt x="105912" y="0"/>
                  </a:moveTo>
                  <a:lnTo>
                    <a:pt x="31173" y="0"/>
                  </a:lnTo>
                  <a:cubicBezTo>
                    <a:pt x="28822" y="0"/>
                    <a:pt x="26673" y="1328"/>
                    <a:pt x="25623" y="3430"/>
                  </a:cubicBezTo>
                  <a:lnTo>
                    <a:pt x="663" y="53349"/>
                  </a:lnTo>
                  <a:cubicBezTo>
                    <a:pt x="-1400" y="57475"/>
                    <a:pt x="1601" y="62329"/>
                    <a:pt x="6213" y="62329"/>
                  </a:cubicBezTo>
                  <a:lnTo>
                    <a:pt x="130871" y="62329"/>
                  </a:lnTo>
                  <a:cubicBezTo>
                    <a:pt x="135484" y="62329"/>
                    <a:pt x="138484" y="57474"/>
                    <a:pt x="136421" y="53349"/>
                  </a:cubicBezTo>
                  <a:lnTo>
                    <a:pt x="111462" y="3430"/>
                  </a:lnTo>
                  <a:cubicBezTo>
                    <a:pt x="110411" y="1328"/>
                    <a:pt x="108262" y="0"/>
                    <a:pt x="105912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16" name="任意多边形: 形状 115"/>
            <p:cNvSpPr/>
            <p:nvPr/>
          </p:nvSpPr>
          <p:spPr>
            <a:xfrm>
              <a:off x="6563746" y="1168199"/>
              <a:ext cx="62344" cy="62329"/>
            </a:xfrm>
            <a:custGeom>
              <a:avLst/>
              <a:gdLst>
                <a:gd name="connsiteX0" fmla="*/ 25623 w 62344"/>
                <a:gd name="connsiteY0" fmla="*/ 3430 h 62329"/>
                <a:gd name="connsiteX1" fmla="*/ 663 w 62344"/>
                <a:gd name="connsiteY1" fmla="*/ 53349 h 62329"/>
                <a:gd name="connsiteX2" fmla="*/ 6213 w 62344"/>
                <a:gd name="connsiteY2" fmla="*/ 62329 h 62329"/>
                <a:gd name="connsiteX3" fmla="*/ 56132 w 62344"/>
                <a:gd name="connsiteY3" fmla="*/ 62329 h 62329"/>
                <a:gd name="connsiteX4" fmla="*/ 61682 w 62344"/>
                <a:gd name="connsiteY4" fmla="*/ 53349 h 62329"/>
                <a:gd name="connsiteX5" fmla="*/ 36723 w 62344"/>
                <a:gd name="connsiteY5" fmla="*/ 3430 h 62329"/>
                <a:gd name="connsiteX6" fmla="*/ 25623 w 62344"/>
                <a:gd name="connsiteY6" fmla="*/ 3430 h 62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344" h="62329">
                  <a:moveTo>
                    <a:pt x="25623" y="3430"/>
                  </a:moveTo>
                  <a:lnTo>
                    <a:pt x="663" y="53349"/>
                  </a:lnTo>
                  <a:cubicBezTo>
                    <a:pt x="-1400" y="57475"/>
                    <a:pt x="1601" y="62329"/>
                    <a:pt x="6213" y="62329"/>
                  </a:cubicBezTo>
                  <a:lnTo>
                    <a:pt x="56132" y="62329"/>
                  </a:lnTo>
                  <a:cubicBezTo>
                    <a:pt x="60745" y="62329"/>
                    <a:pt x="63745" y="57474"/>
                    <a:pt x="61682" y="53349"/>
                  </a:cubicBezTo>
                  <a:lnTo>
                    <a:pt x="36723" y="3430"/>
                  </a:lnTo>
                  <a:cubicBezTo>
                    <a:pt x="34436" y="-1143"/>
                    <a:pt x="27909" y="-1143"/>
                    <a:pt x="25623" y="343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17" name="任意多边形: 形状 116"/>
            <p:cNvSpPr/>
            <p:nvPr/>
          </p:nvSpPr>
          <p:spPr>
            <a:xfrm>
              <a:off x="6489014" y="1317678"/>
              <a:ext cx="211808" cy="62328"/>
            </a:xfrm>
            <a:custGeom>
              <a:avLst/>
              <a:gdLst>
                <a:gd name="connsiteX0" fmla="*/ 180644 w 211808"/>
                <a:gd name="connsiteY0" fmla="*/ 0 h 62328"/>
                <a:gd name="connsiteX1" fmla="*/ 31165 w 211808"/>
                <a:gd name="connsiteY1" fmla="*/ 0 h 62328"/>
                <a:gd name="connsiteX2" fmla="*/ 25615 w 211808"/>
                <a:gd name="connsiteY2" fmla="*/ 3430 h 62328"/>
                <a:gd name="connsiteX3" fmla="*/ 664 w 211808"/>
                <a:gd name="connsiteY3" fmla="*/ 53330 h 62328"/>
                <a:gd name="connsiteX4" fmla="*/ 6226 w 211808"/>
                <a:gd name="connsiteY4" fmla="*/ 62329 h 62328"/>
                <a:gd name="connsiteX5" fmla="*/ 205582 w 211808"/>
                <a:gd name="connsiteY5" fmla="*/ 62329 h 62328"/>
                <a:gd name="connsiteX6" fmla="*/ 211144 w 211808"/>
                <a:gd name="connsiteY6" fmla="*/ 53330 h 62328"/>
                <a:gd name="connsiteX7" fmla="*/ 186194 w 211808"/>
                <a:gd name="connsiteY7" fmla="*/ 3430 h 62328"/>
                <a:gd name="connsiteX8" fmla="*/ 180644 w 211808"/>
                <a:gd name="connsiteY8" fmla="*/ 0 h 62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808" h="62328">
                  <a:moveTo>
                    <a:pt x="180644" y="0"/>
                  </a:moveTo>
                  <a:lnTo>
                    <a:pt x="31165" y="0"/>
                  </a:lnTo>
                  <a:cubicBezTo>
                    <a:pt x="28814" y="0"/>
                    <a:pt x="26666" y="1328"/>
                    <a:pt x="25615" y="3430"/>
                  </a:cubicBezTo>
                  <a:lnTo>
                    <a:pt x="664" y="53330"/>
                  </a:lnTo>
                  <a:cubicBezTo>
                    <a:pt x="-1403" y="57464"/>
                    <a:pt x="1604" y="62329"/>
                    <a:pt x="6226" y="62329"/>
                  </a:cubicBezTo>
                  <a:lnTo>
                    <a:pt x="205582" y="62329"/>
                  </a:lnTo>
                  <a:cubicBezTo>
                    <a:pt x="210205" y="62329"/>
                    <a:pt x="213211" y="57464"/>
                    <a:pt x="211144" y="53330"/>
                  </a:cubicBezTo>
                  <a:lnTo>
                    <a:pt x="186194" y="3430"/>
                  </a:lnTo>
                  <a:cubicBezTo>
                    <a:pt x="185143" y="1328"/>
                    <a:pt x="182994" y="0"/>
                    <a:pt x="180644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01" name="图形 94"/>
          <p:cNvGrpSpPr/>
          <p:nvPr/>
        </p:nvGrpSpPr>
        <p:grpSpPr>
          <a:xfrm>
            <a:off x="2605954" y="1143000"/>
            <a:ext cx="321466" cy="321466"/>
            <a:chOff x="2605954" y="1143000"/>
            <a:chExt cx="321466" cy="321466"/>
          </a:xfrm>
          <a:solidFill>
            <a:schemeClr val="accent1"/>
          </a:solidFill>
        </p:grpSpPr>
        <p:sp>
          <p:nvSpPr>
            <p:cNvPr id="102" name="任意多边形: 形状 101"/>
            <p:cNvSpPr/>
            <p:nvPr/>
          </p:nvSpPr>
          <p:spPr>
            <a:xfrm>
              <a:off x="2605954" y="1196368"/>
              <a:ext cx="75971" cy="37671"/>
            </a:xfrm>
            <a:custGeom>
              <a:avLst/>
              <a:gdLst>
                <a:gd name="connsiteX0" fmla="*/ 9418 w 75971"/>
                <a:gd name="connsiteY0" fmla="*/ 28254 h 37671"/>
                <a:gd name="connsiteX1" fmla="*/ 30780 w 75971"/>
                <a:gd name="connsiteY1" fmla="*/ 28254 h 37671"/>
                <a:gd name="connsiteX2" fmla="*/ 47090 w 75971"/>
                <a:gd name="connsiteY2" fmla="*/ 37672 h 37671"/>
                <a:gd name="connsiteX3" fmla="*/ 63400 w 75971"/>
                <a:gd name="connsiteY3" fmla="*/ 28254 h 37671"/>
                <a:gd name="connsiteX4" fmla="*/ 75971 w 75971"/>
                <a:gd name="connsiteY4" fmla="*/ 28254 h 37671"/>
                <a:gd name="connsiteX5" fmla="*/ 75971 w 75971"/>
                <a:gd name="connsiteY5" fmla="*/ 9418 h 37671"/>
                <a:gd name="connsiteX6" fmla="*/ 63400 w 75971"/>
                <a:gd name="connsiteY6" fmla="*/ 9418 h 37671"/>
                <a:gd name="connsiteX7" fmla="*/ 47090 w 75971"/>
                <a:gd name="connsiteY7" fmla="*/ 0 h 37671"/>
                <a:gd name="connsiteX8" fmla="*/ 30780 w 75971"/>
                <a:gd name="connsiteY8" fmla="*/ 9418 h 37671"/>
                <a:gd name="connsiteX9" fmla="*/ 9418 w 75971"/>
                <a:gd name="connsiteY9" fmla="*/ 9418 h 37671"/>
                <a:gd name="connsiteX10" fmla="*/ 0 w 75971"/>
                <a:gd name="connsiteY10" fmla="*/ 18836 h 37671"/>
                <a:gd name="connsiteX11" fmla="*/ 9418 w 75971"/>
                <a:gd name="connsiteY11" fmla="*/ 28254 h 37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5971" h="37671">
                  <a:moveTo>
                    <a:pt x="9418" y="28254"/>
                  </a:moveTo>
                  <a:lnTo>
                    <a:pt x="30780" y="28254"/>
                  </a:lnTo>
                  <a:cubicBezTo>
                    <a:pt x="34037" y="33882"/>
                    <a:pt x="40119" y="37672"/>
                    <a:pt x="47090" y="37672"/>
                  </a:cubicBezTo>
                  <a:cubicBezTo>
                    <a:pt x="54061" y="37672"/>
                    <a:pt x="60142" y="33882"/>
                    <a:pt x="63400" y="28254"/>
                  </a:cubicBezTo>
                  <a:lnTo>
                    <a:pt x="75971" y="28254"/>
                  </a:lnTo>
                  <a:lnTo>
                    <a:pt x="75971" y="9418"/>
                  </a:lnTo>
                  <a:lnTo>
                    <a:pt x="63400" y="9418"/>
                  </a:lnTo>
                  <a:cubicBezTo>
                    <a:pt x="60142" y="3790"/>
                    <a:pt x="54060" y="0"/>
                    <a:pt x="47090" y="0"/>
                  </a:cubicBezTo>
                  <a:cubicBezTo>
                    <a:pt x="40119" y="0"/>
                    <a:pt x="34037" y="3790"/>
                    <a:pt x="30780" y="9418"/>
                  </a:cubicBezTo>
                  <a:lnTo>
                    <a:pt x="9418" y="9418"/>
                  </a:lnTo>
                  <a:cubicBezTo>
                    <a:pt x="4217" y="9418"/>
                    <a:pt x="0" y="13635"/>
                    <a:pt x="0" y="18836"/>
                  </a:cubicBezTo>
                  <a:cubicBezTo>
                    <a:pt x="0" y="24037"/>
                    <a:pt x="4217" y="28254"/>
                    <a:pt x="9418" y="28254"/>
                  </a:cubicBezTo>
                  <a:close/>
                </a:path>
              </a:pathLst>
            </a:custGeom>
            <a:solidFill>
              <a:schemeClr val="accent1"/>
            </a:solidFill>
            <a:ln w="6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3" name="任意多边形: 形状 102"/>
            <p:cNvSpPr/>
            <p:nvPr/>
          </p:nvSpPr>
          <p:spPr>
            <a:xfrm>
              <a:off x="2713318" y="1331358"/>
              <a:ext cx="106736" cy="133107"/>
            </a:xfrm>
            <a:custGeom>
              <a:avLst/>
              <a:gdLst>
                <a:gd name="connsiteX0" fmla="*/ 97319 w 106736"/>
                <a:gd name="connsiteY0" fmla="*/ 0 h 133107"/>
                <a:gd name="connsiteX1" fmla="*/ 9418 w 106736"/>
                <a:gd name="connsiteY1" fmla="*/ 0 h 133107"/>
                <a:gd name="connsiteX2" fmla="*/ 0 w 106736"/>
                <a:gd name="connsiteY2" fmla="*/ 9418 h 133107"/>
                <a:gd name="connsiteX3" fmla="*/ 0 w 106736"/>
                <a:gd name="connsiteY3" fmla="*/ 123689 h 133107"/>
                <a:gd name="connsiteX4" fmla="*/ 9418 w 106736"/>
                <a:gd name="connsiteY4" fmla="*/ 133107 h 133107"/>
                <a:gd name="connsiteX5" fmla="*/ 97319 w 106736"/>
                <a:gd name="connsiteY5" fmla="*/ 133107 h 133107"/>
                <a:gd name="connsiteX6" fmla="*/ 106737 w 106736"/>
                <a:gd name="connsiteY6" fmla="*/ 123689 h 133107"/>
                <a:gd name="connsiteX7" fmla="*/ 106737 w 106736"/>
                <a:gd name="connsiteY7" fmla="*/ 9418 h 133107"/>
                <a:gd name="connsiteX8" fmla="*/ 97319 w 106736"/>
                <a:gd name="connsiteY8" fmla="*/ 0 h 133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736" h="133107">
                  <a:moveTo>
                    <a:pt x="97319" y="0"/>
                  </a:moveTo>
                  <a:lnTo>
                    <a:pt x="9418" y="0"/>
                  </a:lnTo>
                  <a:cubicBezTo>
                    <a:pt x="4217" y="0"/>
                    <a:pt x="0" y="4217"/>
                    <a:pt x="0" y="9418"/>
                  </a:cubicBezTo>
                  <a:lnTo>
                    <a:pt x="0" y="123689"/>
                  </a:lnTo>
                  <a:cubicBezTo>
                    <a:pt x="0" y="128890"/>
                    <a:pt x="4217" y="133107"/>
                    <a:pt x="9418" y="133107"/>
                  </a:cubicBezTo>
                  <a:lnTo>
                    <a:pt x="97319" y="133107"/>
                  </a:lnTo>
                  <a:cubicBezTo>
                    <a:pt x="102520" y="133107"/>
                    <a:pt x="106737" y="128890"/>
                    <a:pt x="106737" y="123689"/>
                  </a:cubicBezTo>
                  <a:lnTo>
                    <a:pt x="106737" y="9418"/>
                  </a:lnTo>
                  <a:cubicBezTo>
                    <a:pt x="106737" y="4217"/>
                    <a:pt x="102520" y="0"/>
                    <a:pt x="97319" y="0"/>
                  </a:cubicBezTo>
                  <a:close/>
                </a:path>
              </a:pathLst>
            </a:custGeom>
            <a:solidFill>
              <a:schemeClr val="accent1"/>
            </a:solidFill>
            <a:ln w="6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4" name="任意多边形: 形状 103"/>
            <p:cNvSpPr/>
            <p:nvPr/>
          </p:nvSpPr>
          <p:spPr>
            <a:xfrm>
              <a:off x="2855027" y="1196368"/>
              <a:ext cx="72392" cy="37671"/>
            </a:xfrm>
            <a:custGeom>
              <a:avLst/>
              <a:gdLst>
                <a:gd name="connsiteX0" fmla="*/ 2700 w 72392"/>
                <a:gd name="connsiteY0" fmla="*/ 25115 h 37671"/>
                <a:gd name="connsiteX1" fmla="*/ 2700 w 72392"/>
                <a:gd name="connsiteY1" fmla="*/ 28254 h 37671"/>
                <a:gd name="connsiteX2" fmla="*/ 8993 w 72392"/>
                <a:gd name="connsiteY2" fmla="*/ 28254 h 37671"/>
                <a:gd name="connsiteX3" fmla="*/ 25303 w 72392"/>
                <a:gd name="connsiteY3" fmla="*/ 37672 h 37671"/>
                <a:gd name="connsiteX4" fmla="*/ 41613 w 72392"/>
                <a:gd name="connsiteY4" fmla="*/ 28254 h 37671"/>
                <a:gd name="connsiteX5" fmla="*/ 62975 w 72392"/>
                <a:gd name="connsiteY5" fmla="*/ 28254 h 37671"/>
                <a:gd name="connsiteX6" fmla="*/ 72393 w 72392"/>
                <a:gd name="connsiteY6" fmla="*/ 18836 h 37671"/>
                <a:gd name="connsiteX7" fmla="*/ 62975 w 72392"/>
                <a:gd name="connsiteY7" fmla="*/ 9418 h 37671"/>
                <a:gd name="connsiteX8" fmla="*/ 41613 w 72392"/>
                <a:gd name="connsiteY8" fmla="*/ 9418 h 37671"/>
                <a:gd name="connsiteX9" fmla="*/ 25303 w 72392"/>
                <a:gd name="connsiteY9" fmla="*/ 0 h 37671"/>
                <a:gd name="connsiteX10" fmla="*/ 8993 w 72392"/>
                <a:gd name="connsiteY10" fmla="*/ 9418 h 37671"/>
                <a:gd name="connsiteX11" fmla="*/ 0 w 72392"/>
                <a:gd name="connsiteY11" fmla="*/ 9418 h 37671"/>
                <a:gd name="connsiteX12" fmla="*/ 2700 w 72392"/>
                <a:gd name="connsiteY12" fmla="*/ 25115 h 37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2392" h="37671">
                  <a:moveTo>
                    <a:pt x="2700" y="25115"/>
                  </a:moveTo>
                  <a:lnTo>
                    <a:pt x="2700" y="28254"/>
                  </a:lnTo>
                  <a:lnTo>
                    <a:pt x="8993" y="28254"/>
                  </a:lnTo>
                  <a:cubicBezTo>
                    <a:pt x="12250" y="33882"/>
                    <a:pt x="18332" y="37672"/>
                    <a:pt x="25303" y="37672"/>
                  </a:cubicBezTo>
                  <a:cubicBezTo>
                    <a:pt x="32274" y="37672"/>
                    <a:pt x="38356" y="33882"/>
                    <a:pt x="41613" y="28254"/>
                  </a:cubicBezTo>
                  <a:lnTo>
                    <a:pt x="62975" y="28254"/>
                  </a:lnTo>
                  <a:cubicBezTo>
                    <a:pt x="68176" y="28254"/>
                    <a:pt x="72393" y="24037"/>
                    <a:pt x="72393" y="18836"/>
                  </a:cubicBezTo>
                  <a:cubicBezTo>
                    <a:pt x="72393" y="13635"/>
                    <a:pt x="68176" y="9418"/>
                    <a:pt x="62975" y="9418"/>
                  </a:cubicBezTo>
                  <a:lnTo>
                    <a:pt x="41613" y="9418"/>
                  </a:lnTo>
                  <a:cubicBezTo>
                    <a:pt x="38356" y="3790"/>
                    <a:pt x="32274" y="0"/>
                    <a:pt x="25303" y="0"/>
                  </a:cubicBezTo>
                  <a:cubicBezTo>
                    <a:pt x="18332" y="0"/>
                    <a:pt x="12250" y="3790"/>
                    <a:pt x="8993" y="9418"/>
                  </a:cubicBezTo>
                  <a:lnTo>
                    <a:pt x="0" y="9418"/>
                  </a:lnTo>
                  <a:cubicBezTo>
                    <a:pt x="1742" y="14331"/>
                    <a:pt x="2700" y="19612"/>
                    <a:pt x="2700" y="25115"/>
                  </a:cubicBezTo>
                  <a:close/>
                </a:path>
              </a:pathLst>
            </a:custGeom>
            <a:solidFill>
              <a:schemeClr val="accent1"/>
            </a:solidFill>
            <a:ln w="6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5" name="任意多边形: 形状 104"/>
            <p:cNvSpPr/>
            <p:nvPr/>
          </p:nvSpPr>
          <p:spPr>
            <a:xfrm>
              <a:off x="2700761" y="1193229"/>
              <a:ext cx="138129" cy="119294"/>
            </a:xfrm>
            <a:custGeom>
              <a:avLst/>
              <a:gdLst>
                <a:gd name="connsiteX0" fmla="*/ 138130 w 138129"/>
                <a:gd name="connsiteY0" fmla="*/ 28254 h 119294"/>
                <a:gd name="connsiteX1" fmla="*/ 109876 w 138129"/>
                <a:gd name="connsiteY1" fmla="*/ 0 h 119294"/>
                <a:gd name="connsiteX2" fmla="*/ 56508 w 138129"/>
                <a:gd name="connsiteY2" fmla="*/ 0 h 119294"/>
                <a:gd name="connsiteX3" fmla="*/ 43950 w 138129"/>
                <a:gd name="connsiteY3" fmla="*/ 12557 h 119294"/>
                <a:gd name="connsiteX4" fmla="*/ 69065 w 138129"/>
                <a:gd name="connsiteY4" fmla="*/ 37672 h 119294"/>
                <a:gd name="connsiteX5" fmla="*/ 84762 w 138129"/>
                <a:gd name="connsiteY5" fmla="*/ 37672 h 119294"/>
                <a:gd name="connsiteX6" fmla="*/ 94179 w 138129"/>
                <a:gd name="connsiteY6" fmla="*/ 47090 h 119294"/>
                <a:gd name="connsiteX7" fmla="*/ 84762 w 138129"/>
                <a:gd name="connsiteY7" fmla="*/ 56508 h 119294"/>
                <a:gd name="connsiteX8" fmla="*/ 69065 w 138129"/>
                <a:gd name="connsiteY8" fmla="*/ 56508 h 119294"/>
                <a:gd name="connsiteX9" fmla="*/ 29364 w 138129"/>
                <a:gd name="connsiteY9" fmla="*/ 31393 h 119294"/>
                <a:gd name="connsiteX10" fmla="*/ 25115 w 138129"/>
                <a:gd name="connsiteY10" fmla="*/ 31393 h 119294"/>
                <a:gd name="connsiteX11" fmla="*/ 0 w 138129"/>
                <a:gd name="connsiteY11" fmla="*/ 23480 h 119294"/>
                <a:gd name="connsiteX12" fmla="*/ 0 w 138129"/>
                <a:gd name="connsiteY12" fmla="*/ 55845 h 119294"/>
                <a:gd name="connsiteX13" fmla="*/ 18836 w 138129"/>
                <a:gd name="connsiteY13" fmla="*/ 95767 h 119294"/>
                <a:gd name="connsiteX14" fmla="*/ 18836 w 138129"/>
                <a:gd name="connsiteY14" fmla="*/ 119294 h 119294"/>
                <a:gd name="connsiteX15" fmla="*/ 113015 w 138129"/>
                <a:gd name="connsiteY15" fmla="*/ 119294 h 119294"/>
                <a:gd name="connsiteX16" fmla="*/ 113015 w 138129"/>
                <a:gd name="connsiteY16" fmla="*/ 95749 h 119294"/>
                <a:gd name="connsiteX17" fmla="*/ 124317 w 138129"/>
                <a:gd name="connsiteY17" fmla="*/ 87273 h 119294"/>
                <a:gd name="connsiteX18" fmla="*/ 138130 w 138129"/>
                <a:gd name="connsiteY18" fmla="*/ 59647 h 119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8129" h="119294">
                  <a:moveTo>
                    <a:pt x="138130" y="28254"/>
                  </a:moveTo>
                  <a:cubicBezTo>
                    <a:pt x="138130" y="12675"/>
                    <a:pt x="125455" y="0"/>
                    <a:pt x="109876" y="0"/>
                  </a:cubicBezTo>
                  <a:lnTo>
                    <a:pt x="56508" y="0"/>
                  </a:lnTo>
                  <a:cubicBezTo>
                    <a:pt x="49572" y="0"/>
                    <a:pt x="43950" y="5622"/>
                    <a:pt x="43950" y="12557"/>
                  </a:cubicBezTo>
                  <a:cubicBezTo>
                    <a:pt x="43950" y="26427"/>
                    <a:pt x="55195" y="37672"/>
                    <a:pt x="69065" y="37672"/>
                  </a:cubicBezTo>
                  <a:lnTo>
                    <a:pt x="84762" y="37672"/>
                  </a:lnTo>
                  <a:cubicBezTo>
                    <a:pt x="89963" y="37672"/>
                    <a:pt x="94179" y="41889"/>
                    <a:pt x="94179" y="47090"/>
                  </a:cubicBezTo>
                  <a:cubicBezTo>
                    <a:pt x="94179" y="52291"/>
                    <a:pt x="89963" y="56508"/>
                    <a:pt x="84762" y="56508"/>
                  </a:cubicBezTo>
                  <a:lnTo>
                    <a:pt x="69065" y="56508"/>
                  </a:lnTo>
                  <a:cubicBezTo>
                    <a:pt x="51568" y="56508"/>
                    <a:pt x="36431" y="46228"/>
                    <a:pt x="29364" y="31393"/>
                  </a:cubicBezTo>
                  <a:lnTo>
                    <a:pt x="25115" y="31393"/>
                  </a:lnTo>
                  <a:cubicBezTo>
                    <a:pt x="15781" y="31393"/>
                    <a:pt x="7125" y="28460"/>
                    <a:pt x="0" y="23480"/>
                  </a:cubicBezTo>
                  <a:lnTo>
                    <a:pt x="0" y="55845"/>
                  </a:lnTo>
                  <a:cubicBezTo>
                    <a:pt x="0" y="71424"/>
                    <a:pt x="6956" y="85997"/>
                    <a:pt x="18836" y="95767"/>
                  </a:cubicBezTo>
                  <a:lnTo>
                    <a:pt x="18836" y="119294"/>
                  </a:lnTo>
                  <a:lnTo>
                    <a:pt x="113015" y="119294"/>
                  </a:lnTo>
                  <a:lnTo>
                    <a:pt x="113015" y="95749"/>
                  </a:lnTo>
                  <a:lnTo>
                    <a:pt x="124317" y="87273"/>
                  </a:lnTo>
                  <a:cubicBezTo>
                    <a:pt x="132966" y="80786"/>
                    <a:pt x="138130" y="70459"/>
                    <a:pt x="138130" y="59647"/>
                  </a:cubicBezTo>
                  <a:close/>
                </a:path>
              </a:pathLst>
            </a:custGeom>
            <a:solidFill>
              <a:schemeClr val="accent1"/>
            </a:solidFill>
            <a:ln w="6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6" name="任意多边形: 形状 105"/>
            <p:cNvSpPr/>
            <p:nvPr/>
          </p:nvSpPr>
          <p:spPr>
            <a:xfrm>
              <a:off x="2700761" y="1143000"/>
              <a:ext cx="119294" cy="62786"/>
            </a:xfrm>
            <a:custGeom>
              <a:avLst/>
              <a:gdLst>
                <a:gd name="connsiteX0" fmla="*/ 25115 w 119294"/>
                <a:gd name="connsiteY0" fmla="*/ 62786 h 62786"/>
                <a:gd name="connsiteX1" fmla="*/ 56508 w 119294"/>
                <a:gd name="connsiteY1" fmla="*/ 31393 h 62786"/>
                <a:gd name="connsiteX2" fmla="*/ 109876 w 119294"/>
                <a:gd name="connsiteY2" fmla="*/ 31393 h 62786"/>
                <a:gd name="connsiteX3" fmla="*/ 119294 w 119294"/>
                <a:gd name="connsiteY3" fmla="*/ 32341 h 62786"/>
                <a:gd name="connsiteX4" fmla="*/ 119294 w 119294"/>
                <a:gd name="connsiteY4" fmla="*/ 28254 h 62786"/>
                <a:gd name="connsiteX5" fmla="*/ 91040 w 119294"/>
                <a:gd name="connsiteY5" fmla="*/ 0 h 62786"/>
                <a:gd name="connsiteX6" fmla="*/ 28254 w 119294"/>
                <a:gd name="connsiteY6" fmla="*/ 0 h 62786"/>
                <a:gd name="connsiteX7" fmla="*/ 0 w 119294"/>
                <a:gd name="connsiteY7" fmla="*/ 28254 h 62786"/>
                <a:gd name="connsiteX8" fmla="*/ 0 w 119294"/>
                <a:gd name="connsiteY8" fmla="*/ 37672 h 62786"/>
                <a:gd name="connsiteX9" fmla="*/ 25115 w 119294"/>
                <a:gd name="connsiteY9" fmla="*/ 62786 h 62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294" h="62786">
                  <a:moveTo>
                    <a:pt x="25115" y="62786"/>
                  </a:moveTo>
                  <a:cubicBezTo>
                    <a:pt x="25115" y="45476"/>
                    <a:pt x="39198" y="31393"/>
                    <a:pt x="56508" y="31393"/>
                  </a:cubicBezTo>
                  <a:lnTo>
                    <a:pt x="109876" y="31393"/>
                  </a:lnTo>
                  <a:cubicBezTo>
                    <a:pt x="113101" y="31393"/>
                    <a:pt x="116250" y="31720"/>
                    <a:pt x="119294" y="32341"/>
                  </a:cubicBezTo>
                  <a:lnTo>
                    <a:pt x="119294" y="28254"/>
                  </a:lnTo>
                  <a:cubicBezTo>
                    <a:pt x="119294" y="12650"/>
                    <a:pt x="106644" y="0"/>
                    <a:pt x="91040" y="0"/>
                  </a:cubicBezTo>
                  <a:lnTo>
                    <a:pt x="28254" y="0"/>
                  </a:lnTo>
                  <a:cubicBezTo>
                    <a:pt x="12650" y="0"/>
                    <a:pt x="0" y="12650"/>
                    <a:pt x="0" y="28254"/>
                  </a:cubicBezTo>
                  <a:lnTo>
                    <a:pt x="0" y="37672"/>
                  </a:lnTo>
                  <a:cubicBezTo>
                    <a:pt x="0" y="51542"/>
                    <a:pt x="11244" y="62786"/>
                    <a:pt x="25115" y="62786"/>
                  </a:cubicBezTo>
                  <a:close/>
                </a:path>
              </a:pathLst>
            </a:custGeom>
            <a:solidFill>
              <a:schemeClr val="accent1"/>
            </a:solidFill>
            <a:ln w="6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7" name="任意多边形: 形状 106"/>
            <p:cNvSpPr/>
            <p:nvPr/>
          </p:nvSpPr>
          <p:spPr>
            <a:xfrm>
              <a:off x="2833240" y="1248727"/>
              <a:ext cx="94179" cy="114024"/>
            </a:xfrm>
            <a:custGeom>
              <a:avLst/>
              <a:gdLst>
                <a:gd name="connsiteX0" fmla="*/ 64241 w 94179"/>
                <a:gd name="connsiteY0" fmla="*/ 0 h 114024"/>
                <a:gd name="connsiteX1" fmla="*/ 47090 w 94179"/>
                <a:gd name="connsiteY1" fmla="*/ 4148 h 114024"/>
                <a:gd name="connsiteX2" fmla="*/ 29938 w 94179"/>
                <a:gd name="connsiteY2" fmla="*/ 0 h 114024"/>
                <a:gd name="connsiteX3" fmla="*/ 867 w 94179"/>
                <a:gd name="connsiteY3" fmla="*/ 62988 h 114024"/>
                <a:gd name="connsiteX4" fmla="*/ 0 w 94179"/>
                <a:gd name="connsiteY4" fmla="*/ 66935 h 114024"/>
                <a:gd name="connsiteX5" fmla="*/ 47090 w 94179"/>
                <a:gd name="connsiteY5" fmla="*/ 114024 h 114024"/>
                <a:gd name="connsiteX6" fmla="*/ 94179 w 94179"/>
                <a:gd name="connsiteY6" fmla="*/ 66935 h 114024"/>
                <a:gd name="connsiteX7" fmla="*/ 93312 w 94179"/>
                <a:gd name="connsiteY7" fmla="*/ 62988 h 114024"/>
                <a:gd name="connsiteX8" fmla="*/ 21239 w 94179"/>
                <a:gd name="connsiteY8" fmla="*/ 63795 h 114024"/>
                <a:gd name="connsiteX9" fmla="*/ 47090 w 94179"/>
                <a:gd name="connsiteY9" fmla="*/ 7786 h 114024"/>
                <a:gd name="connsiteX10" fmla="*/ 72940 w 94179"/>
                <a:gd name="connsiteY10" fmla="*/ 63795 h 114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4179" h="114024">
                  <a:moveTo>
                    <a:pt x="64241" y="0"/>
                  </a:moveTo>
                  <a:cubicBezTo>
                    <a:pt x="59093" y="2645"/>
                    <a:pt x="53265" y="4148"/>
                    <a:pt x="47090" y="4148"/>
                  </a:cubicBezTo>
                  <a:cubicBezTo>
                    <a:pt x="40915" y="4148"/>
                    <a:pt x="35087" y="2645"/>
                    <a:pt x="29938" y="0"/>
                  </a:cubicBezTo>
                  <a:lnTo>
                    <a:pt x="867" y="62988"/>
                  </a:lnTo>
                  <a:cubicBezTo>
                    <a:pt x="296" y="64225"/>
                    <a:pt x="0" y="65572"/>
                    <a:pt x="0" y="66935"/>
                  </a:cubicBezTo>
                  <a:cubicBezTo>
                    <a:pt x="0" y="92900"/>
                    <a:pt x="21124" y="114024"/>
                    <a:pt x="47090" y="114024"/>
                  </a:cubicBezTo>
                  <a:cubicBezTo>
                    <a:pt x="73055" y="114024"/>
                    <a:pt x="94179" y="92900"/>
                    <a:pt x="94179" y="66935"/>
                  </a:cubicBezTo>
                  <a:cubicBezTo>
                    <a:pt x="94179" y="65572"/>
                    <a:pt x="93884" y="64225"/>
                    <a:pt x="93312" y="62988"/>
                  </a:cubicBezTo>
                  <a:close/>
                  <a:moveTo>
                    <a:pt x="21239" y="63795"/>
                  </a:moveTo>
                  <a:lnTo>
                    <a:pt x="47090" y="7786"/>
                  </a:lnTo>
                  <a:lnTo>
                    <a:pt x="72940" y="63795"/>
                  </a:lnTo>
                  <a:close/>
                </a:path>
              </a:pathLst>
            </a:custGeom>
            <a:solidFill>
              <a:schemeClr val="accent1"/>
            </a:solidFill>
            <a:ln w="6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8" name="任意多边形: 形状 107"/>
            <p:cNvSpPr/>
            <p:nvPr/>
          </p:nvSpPr>
          <p:spPr>
            <a:xfrm>
              <a:off x="2605954" y="1248727"/>
              <a:ext cx="94179" cy="114024"/>
            </a:xfrm>
            <a:custGeom>
              <a:avLst/>
              <a:gdLst>
                <a:gd name="connsiteX0" fmla="*/ 64241 w 94179"/>
                <a:gd name="connsiteY0" fmla="*/ 0 h 114024"/>
                <a:gd name="connsiteX1" fmla="*/ 47090 w 94179"/>
                <a:gd name="connsiteY1" fmla="*/ 4148 h 114024"/>
                <a:gd name="connsiteX2" fmla="*/ 29938 w 94179"/>
                <a:gd name="connsiteY2" fmla="*/ 0 h 114024"/>
                <a:gd name="connsiteX3" fmla="*/ 867 w 94179"/>
                <a:gd name="connsiteY3" fmla="*/ 62988 h 114024"/>
                <a:gd name="connsiteX4" fmla="*/ 0 w 94179"/>
                <a:gd name="connsiteY4" fmla="*/ 66935 h 114024"/>
                <a:gd name="connsiteX5" fmla="*/ 47090 w 94179"/>
                <a:gd name="connsiteY5" fmla="*/ 114024 h 114024"/>
                <a:gd name="connsiteX6" fmla="*/ 94179 w 94179"/>
                <a:gd name="connsiteY6" fmla="*/ 66935 h 114024"/>
                <a:gd name="connsiteX7" fmla="*/ 93312 w 94179"/>
                <a:gd name="connsiteY7" fmla="*/ 62988 h 114024"/>
                <a:gd name="connsiteX8" fmla="*/ 21239 w 94179"/>
                <a:gd name="connsiteY8" fmla="*/ 63795 h 114024"/>
                <a:gd name="connsiteX9" fmla="*/ 47090 w 94179"/>
                <a:gd name="connsiteY9" fmla="*/ 7786 h 114024"/>
                <a:gd name="connsiteX10" fmla="*/ 72940 w 94179"/>
                <a:gd name="connsiteY10" fmla="*/ 63795 h 114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4179" h="114024">
                  <a:moveTo>
                    <a:pt x="64241" y="0"/>
                  </a:moveTo>
                  <a:cubicBezTo>
                    <a:pt x="59093" y="2645"/>
                    <a:pt x="53265" y="4148"/>
                    <a:pt x="47090" y="4148"/>
                  </a:cubicBezTo>
                  <a:cubicBezTo>
                    <a:pt x="40914" y="4148"/>
                    <a:pt x="35087" y="2645"/>
                    <a:pt x="29938" y="0"/>
                  </a:cubicBezTo>
                  <a:lnTo>
                    <a:pt x="867" y="62988"/>
                  </a:lnTo>
                  <a:cubicBezTo>
                    <a:pt x="296" y="64225"/>
                    <a:pt x="0" y="65572"/>
                    <a:pt x="0" y="66935"/>
                  </a:cubicBezTo>
                  <a:cubicBezTo>
                    <a:pt x="0" y="92900"/>
                    <a:pt x="21124" y="114024"/>
                    <a:pt x="47090" y="114024"/>
                  </a:cubicBezTo>
                  <a:cubicBezTo>
                    <a:pt x="73055" y="114024"/>
                    <a:pt x="94179" y="92900"/>
                    <a:pt x="94179" y="66935"/>
                  </a:cubicBezTo>
                  <a:cubicBezTo>
                    <a:pt x="94179" y="65572"/>
                    <a:pt x="93884" y="64225"/>
                    <a:pt x="93312" y="62988"/>
                  </a:cubicBezTo>
                  <a:close/>
                  <a:moveTo>
                    <a:pt x="21239" y="63795"/>
                  </a:moveTo>
                  <a:lnTo>
                    <a:pt x="47090" y="7786"/>
                  </a:lnTo>
                  <a:lnTo>
                    <a:pt x="72940" y="63795"/>
                  </a:lnTo>
                  <a:close/>
                </a:path>
              </a:pathLst>
            </a:custGeom>
            <a:solidFill>
              <a:schemeClr val="accent1"/>
            </a:solidFill>
            <a:ln w="6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09" name="图形 95"/>
          <p:cNvGrpSpPr/>
          <p:nvPr/>
        </p:nvGrpSpPr>
        <p:grpSpPr>
          <a:xfrm>
            <a:off x="4525898" y="1119732"/>
            <a:ext cx="309856" cy="309856"/>
            <a:chOff x="4574922" y="1168756"/>
            <a:chExt cx="211808" cy="211808"/>
          </a:xfrm>
          <a:solidFill>
            <a:schemeClr val="accent1">
              <a:lumMod val="75000"/>
              <a:alpha val="80000"/>
            </a:schemeClr>
          </a:solidFill>
        </p:grpSpPr>
        <p:sp>
          <p:nvSpPr>
            <p:cNvPr id="110" name="任意多边形: 形状 109"/>
            <p:cNvSpPr/>
            <p:nvPr/>
          </p:nvSpPr>
          <p:spPr>
            <a:xfrm>
              <a:off x="4697787" y="1168756"/>
              <a:ext cx="66190" cy="66190"/>
            </a:xfrm>
            <a:custGeom>
              <a:avLst/>
              <a:gdLst>
                <a:gd name="connsiteX0" fmla="*/ 66190 w 66190"/>
                <a:gd name="connsiteY0" fmla="*/ 33095 h 66190"/>
                <a:gd name="connsiteX1" fmla="*/ 33095 w 66190"/>
                <a:gd name="connsiteY1" fmla="*/ 66190 h 66190"/>
                <a:gd name="connsiteX2" fmla="*/ 0 w 66190"/>
                <a:gd name="connsiteY2" fmla="*/ 33095 h 66190"/>
                <a:gd name="connsiteX3" fmla="*/ 33095 w 66190"/>
                <a:gd name="connsiteY3" fmla="*/ 0 h 66190"/>
                <a:gd name="connsiteX4" fmla="*/ 66190 w 66190"/>
                <a:gd name="connsiteY4" fmla="*/ 33095 h 66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190" h="66190">
                  <a:moveTo>
                    <a:pt x="66190" y="33095"/>
                  </a:moveTo>
                  <a:cubicBezTo>
                    <a:pt x="66190" y="51373"/>
                    <a:pt x="51373" y="66190"/>
                    <a:pt x="33095" y="66190"/>
                  </a:cubicBezTo>
                  <a:cubicBezTo>
                    <a:pt x="14817" y="66190"/>
                    <a:pt x="0" y="51373"/>
                    <a:pt x="0" y="33095"/>
                  </a:cubicBezTo>
                  <a:cubicBezTo>
                    <a:pt x="0" y="14817"/>
                    <a:pt x="14817" y="0"/>
                    <a:pt x="33095" y="0"/>
                  </a:cubicBezTo>
                  <a:cubicBezTo>
                    <a:pt x="51373" y="0"/>
                    <a:pt x="66190" y="14817"/>
                    <a:pt x="66190" y="33095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80000"/>
              </a:schemeClr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11" name="任意多边形: 形状 110"/>
            <p:cNvSpPr/>
            <p:nvPr/>
          </p:nvSpPr>
          <p:spPr>
            <a:xfrm>
              <a:off x="4641939" y="1252320"/>
              <a:ext cx="144790" cy="128243"/>
            </a:xfrm>
            <a:custGeom>
              <a:avLst/>
              <a:gdLst>
                <a:gd name="connsiteX0" fmla="*/ 130829 w 144790"/>
                <a:gd name="connsiteY0" fmla="*/ 44471 h 128243"/>
                <a:gd name="connsiteX1" fmla="*/ 122555 w 144790"/>
                <a:gd name="connsiteY1" fmla="*/ 44471 h 128243"/>
                <a:gd name="connsiteX2" fmla="*/ 136517 w 144790"/>
                <a:gd name="connsiteY2" fmla="*/ 30509 h 128243"/>
                <a:gd name="connsiteX3" fmla="*/ 122555 w 144790"/>
                <a:gd name="connsiteY3" fmla="*/ 16548 h 128243"/>
                <a:gd name="connsiteX4" fmla="*/ 77481 w 144790"/>
                <a:gd name="connsiteY4" fmla="*/ 16548 h 128243"/>
                <a:gd name="connsiteX5" fmla="*/ 64122 w 144790"/>
                <a:gd name="connsiteY5" fmla="*/ 16548 h 128243"/>
                <a:gd name="connsiteX6" fmla="*/ 64122 w 144790"/>
                <a:gd name="connsiteY6" fmla="*/ 0 h 128243"/>
                <a:gd name="connsiteX7" fmla="*/ 64000 w 144790"/>
                <a:gd name="connsiteY7" fmla="*/ 0 h 128243"/>
                <a:gd name="connsiteX8" fmla="*/ 24509 w 144790"/>
                <a:gd name="connsiteY8" fmla="*/ 16358 h 128243"/>
                <a:gd name="connsiteX9" fmla="*/ 16046 w 144790"/>
                <a:gd name="connsiteY9" fmla="*/ 24821 h 128243"/>
                <a:gd name="connsiteX10" fmla="*/ 0 w 144790"/>
                <a:gd name="connsiteY10" fmla="*/ 24821 h 128243"/>
                <a:gd name="connsiteX11" fmla="*/ 0 w 144790"/>
                <a:gd name="connsiteY11" fmla="*/ 111696 h 128243"/>
                <a:gd name="connsiteX12" fmla="*/ 16737 w 144790"/>
                <a:gd name="connsiteY12" fmla="*/ 111696 h 128243"/>
                <a:gd name="connsiteX13" fmla="*/ 27489 w 144790"/>
                <a:gd name="connsiteY13" fmla="*/ 118864 h 128243"/>
                <a:gd name="connsiteX14" fmla="*/ 58468 w 144790"/>
                <a:gd name="connsiteY14" fmla="*/ 128243 h 128243"/>
                <a:gd name="connsiteX15" fmla="*/ 114281 w 144790"/>
                <a:gd name="connsiteY15" fmla="*/ 128243 h 128243"/>
                <a:gd name="connsiteX16" fmla="*/ 128243 w 144790"/>
                <a:gd name="connsiteY16" fmla="*/ 114281 h 128243"/>
                <a:gd name="connsiteX17" fmla="*/ 114281 w 144790"/>
                <a:gd name="connsiteY17" fmla="*/ 100319 h 128243"/>
                <a:gd name="connsiteX18" fmla="*/ 122555 w 144790"/>
                <a:gd name="connsiteY18" fmla="*/ 100319 h 128243"/>
                <a:gd name="connsiteX19" fmla="*/ 136517 w 144790"/>
                <a:gd name="connsiteY19" fmla="*/ 86357 h 128243"/>
                <a:gd name="connsiteX20" fmla="*/ 122555 w 144790"/>
                <a:gd name="connsiteY20" fmla="*/ 72395 h 128243"/>
                <a:gd name="connsiteX21" fmla="*/ 130829 w 144790"/>
                <a:gd name="connsiteY21" fmla="*/ 72395 h 128243"/>
                <a:gd name="connsiteX22" fmla="*/ 144791 w 144790"/>
                <a:gd name="connsiteY22" fmla="*/ 58433 h 128243"/>
                <a:gd name="connsiteX23" fmla="*/ 130829 w 144790"/>
                <a:gd name="connsiteY23" fmla="*/ 44471 h 128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4790" h="128243">
                  <a:moveTo>
                    <a:pt x="130829" y="44471"/>
                  </a:moveTo>
                  <a:lnTo>
                    <a:pt x="122555" y="44471"/>
                  </a:lnTo>
                  <a:cubicBezTo>
                    <a:pt x="130266" y="44471"/>
                    <a:pt x="136517" y="38221"/>
                    <a:pt x="136517" y="30509"/>
                  </a:cubicBezTo>
                  <a:cubicBezTo>
                    <a:pt x="136517" y="22798"/>
                    <a:pt x="130266" y="16548"/>
                    <a:pt x="122555" y="16548"/>
                  </a:cubicBezTo>
                  <a:lnTo>
                    <a:pt x="77481" y="16548"/>
                  </a:lnTo>
                  <a:lnTo>
                    <a:pt x="64122" y="16548"/>
                  </a:lnTo>
                  <a:lnTo>
                    <a:pt x="64122" y="0"/>
                  </a:lnTo>
                  <a:lnTo>
                    <a:pt x="64000" y="0"/>
                  </a:lnTo>
                  <a:cubicBezTo>
                    <a:pt x="49082" y="0"/>
                    <a:pt x="35058" y="5809"/>
                    <a:pt x="24509" y="16358"/>
                  </a:cubicBezTo>
                  <a:lnTo>
                    <a:pt x="16046" y="24821"/>
                  </a:lnTo>
                  <a:lnTo>
                    <a:pt x="0" y="24821"/>
                  </a:lnTo>
                  <a:lnTo>
                    <a:pt x="0" y="111696"/>
                  </a:lnTo>
                  <a:lnTo>
                    <a:pt x="16737" y="111696"/>
                  </a:lnTo>
                  <a:lnTo>
                    <a:pt x="27489" y="118864"/>
                  </a:lnTo>
                  <a:cubicBezTo>
                    <a:pt x="36693" y="125000"/>
                    <a:pt x="47406" y="128243"/>
                    <a:pt x="58468" y="128243"/>
                  </a:cubicBezTo>
                  <a:lnTo>
                    <a:pt x="114281" y="128243"/>
                  </a:lnTo>
                  <a:cubicBezTo>
                    <a:pt x="121992" y="128243"/>
                    <a:pt x="128243" y="121992"/>
                    <a:pt x="128243" y="114281"/>
                  </a:cubicBezTo>
                  <a:cubicBezTo>
                    <a:pt x="128243" y="106570"/>
                    <a:pt x="121992" y="100319"/>
                    <a:pt x="114281" y="100319"/>
                  </a:cubicBezTo>
                  <a:lnTo>
                    <a:pt x="122555" y="100319"/>
                  </a:lnTo>
                  <a:cubicBezTo>
                    <a:pt x="130266" y="100319"/>
                    <a:pt x="136517" y="94068"/>
                    <a:pt x="136517" y="86357"/>
                  </a:cubicBezTo>
                  <a:cubicBezTo>
                    <a:pt x="136517" y="78646"/>
                    <a:pt x="130266" y="72395"/>
                    <a:pt x="122555" y="72395"/>
                  </a:cubicBezTo>
                  <a:lnTo>
                    <a:pt x="130829" y="72395"/>
                  </a:lnTo>
                  <a:cubicBezTo>
                    <a:pt x="138540" y="72395"/>
                    <a:pt x="144791" y="66145"/>
                    <a:pt x="144791" y="58433"/>
                  </a:cubicBezTo>
                  <a:cubicBezTo>
                    <a:pt x="144791" y="50722"/>
                    <a:pt x="138540" y="44471"/>
                    <a:pt x="130829" y="44471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80000"/>
              </a:schemeClr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12" name="任意多边形: 形状 111"/>
            <p:cNvSpPr/>
            <p:nvPr/>
          </p:nvSpPr>
          <p:spPr>
            <a:xfrm>
              <a:off x="4574922" y="1260594"/>
              <a:ext cx="54606" cy="115832"/>
            </a:xfrm>
            <a:custGeom>
              <a:avLst/>
              <a:gdLst>
                <a:gd name="connsiteX0" fmla="*/ 48401 w 54606"/>
                <a:gd name="connsiteY0" fmla="*/ 0 h 115832"/>
                <a:gd name="connsiteX1" fmla="*/ 6205 w 54606"/>
                <a:gd name="connsiteY1" fmla="*/ 0 h 115832"/>
                <a:gd name="connsiteX2" fmla="*/ 0 w 54606"/>
                <a:gd name="connsiteY2" fmla="*/ 6205 h 115832"/>
                <a:gd name="connsiteX3" fmla="*/ 0 w 54606"/>
                <a:gd name="connsiteY3" fmla="*/ 109627 h 115832"/>
                <a:gd name="connsiteX4" fmla="*/ 6205 w 54606"/>
                <a:gd name="connsiteY4" fmla="*/ 115833 h 115832"/>
                <a:gd name="connsiteX5" fmla="*/ 48401 w 54606"/>
                <a:gd name="connsiteY5" fmla="*/ 115833 h 115832"/>
                <a:gd name="connsiteX6" fmla="*/ 54607 w 54606"/>
                <a:gd name="connsiteY6" fmla="*/ 109627 h 115832"/>
                <a:gd name="connsiteX7" fmla="*/ 54607 w 54606"/>
                <a:gd name="connsiteY7" fmla="*/ 6205 h 115832"/>
                <a:gd name="connsiteX8" fmla="*/ 48401 w 54606"/>
                <a:gd name="connsiteY8" fmla="*/ 0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606" h="115832">
                  <a:moveTo>
                    <a:pt x="48401" y="0"/>
                  </a:moveTo>
                  <a:lnTo>
                    <a:pt x="6205" y="0"/>
                  </a:lnTo>
                  <a:cubicBezTo>
                    <a:pt x="2778" y="0"/>
                    <a:pt x="0" y="2778"/>
                    <a:pt x="0" y="6205"/>
                  </a:cubicBezTo>
                  <a:lnTo>
                    <a:pt x="0" y="109627"/>
                  </a:lnTo>
                  <a:cubicBezTo>
                    <a:pt x="0" y="113054"/>
                    <a:pt x="2778" y="115833"/>
                    <a:pt x="6205" y="115833"/>
                  </a:cubicBezTo>
                  <a:lnTo>
                    <a:pt x="48401" y="115833"/>
                  </a:lnTo>
                  <a:cubicBezTo>
                    <a:pt x="51828" y="115833"/>
                    <a:pt x="54607" y="113054"/>
                    <a:pt x="54607" y="109627"/>
                  </a:cubicBezTo>
                  <a:lnTo>
                    <a:pt x="54607" y="6205"/>
                  </a:lnTo>
                  <a:cubicBezTo>
                    <a:pt x="54607" y="2778"/>
                    <a:pt x="51828" y="0"/>
                    <a:pt x="48401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80000"/>
              </a:schemeClr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13" name="任意多边形: 形状 112"/>
            <p:cNvSpPr/>
            <p:nvPr/>
          </p:nvSpPr>
          <p:spPr>
            <a:xfrm>
              <a:off x="4718471" y="1245636"/>
              <a:ext cx="24821" cy="10821"/>
            </a:xfrm>
            <a:custGeom>
              <a:avLst/>
              <a:gdLst>
                <a:gd name="connsiteX0" fmla="*/ 0 w 24821"/>
                <a:gd name="connsiteY0" fmla="*/ 0 h 10821"/>
                <a:gd name="connsiteX1" fmla="*/ 0 w 24821"/>
                <a:gd name="connsiteY1" fmla="*/ 10822 h 10821"/>
                <a:gd name="connsiteX2" fmla="*/ 24821 w 24821"/>
                <a:gd name="connsiteY2" fmla="*/ 10822 h 10821"/>
                <a:gd name="connsiteX3" fmla="*/ 24821 w 24821"/>
                <a:gd name="connsiteY3" fmla="*/ 0 h 10821"/>
                <a:gd name="connsiteX4" fmla="*/ 12411 w 24821"/>
                <a:gd name="connsiteY4" fmla="*/ 1721 h 10821"/>
                <a:gd name="connsiteX5" fmla="*/ 0 w 24821"/>
                <a:gd name="connsiteY5" fmla="*/ 0 h 10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821" h="10821">
                  <a:moveTo>
                    <a:pt x="0" y="0"/>
                  </a:moveTo>
                  <a:lnTo>
                    <a:pt x="0" y="10822"/>
                  </a:lnTo>
                  <a:lnTo>
                    <a:pt x="24821" y="10822"/>
                  </a:lnTo>
                  <a:lnTo>
                    <a:pt x="24821" y="0"/>
                  </a:lnTo>
                  <a:cubicBezTo>
                    <a:pt x="20875" y="1120"/>
                    <a:pt x="16711" y="1721"/>
                    <a:pt x="12411" y="1721"/>
                  </a:cubicBezTo>
                  <a:cubicBezTo>
                    <a:pt x="8110" y="1721"/>
                    <a:pt x="3947" y="112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80000"/>
              </a:schemeClr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25" name="图形 96"/>
          <p:cNvGrpSpPr/>
          <p:nvPr/>
        </p:nvGrpSpPr>
        <p:grpSpPr>
          <a:xfrm>
            <a:off x="10266484" y="1125057"/>
            <a:ext cx="296812" cy="323338"/>
            <a:chOff x="10317674" y="1175497"/>
            <a:chExt cx="194432" cy="211808"/>
          </a:xfrm>
          <a:solidFill>
            <a:schemeClr val="accent1">
              <a:lumMod val="75000"/>
              <a:alpha val="80000"/>
            </a:schemeClr>
          </a:solidFill>
        </p:grpSpPr>
        <p:sp>
          <p:nvSpPr>
            <p:cNvPr id="126" name="任意多边形: 形状 125"/>
            <p:cNvSpPr/>
            <p:nvPr/>
          </p:nvSpPr>
          <p:spPr>
            <a:xfrm>
              <a:off x="10396274" y="1250843"/>
              <a:ext cx="37231" cy="37231"/>
            </a:xfrm>
            <a:custGeom>
              <a:avLst/>
              <a:gdLst>
                <a:gd name="connsiteX0" fmla="*/ 14228 w 37231"/>
                <a:gd name="connsiteY0" fmla="*/ 23004 h 37231"/>
                <a:gd name="connsiteX1" fmla="*/ 1819 w 37231"/>
                <a:gd name="connsiteY1" fmla="*/ 10595 h 37231"/>
                <a:gd name="connsiteX2" fmla="*/ 0 w 37231"/>
                <a:gd name="connsiteY2" fmla="*/ 18616 h 37231"/>
                <a:gd name="connsiteX3" fmla="*/ 18616 w 37231"/>
                <a:gd name="connsiteY3" fmla="*/ 37232 h 37231"/>
                <a:gd name="connsiteX4" fmla="*/ 37232 w 37231"/>
                <a:gd name="connsiteY4" fmla="*/ 18616 h 37231"/>
                <a:gd name="connsiteX5" fmla="*/ 18616 w 37231"/>
                <a:gd name="connsiteY5" fmla="*/ 0 h 37231"/>
                <a:gd name="connsiteX6" fmla="*/ 10595 w 37231"/>
                <a:gd name="connsiteY6" fmla="*/ 1819 h 37231"/>
                <a:gd name="connsiteX7" fmla="*/ 23004 w 37231"/>
                <a:gd name="connsiteY7" fmla="*/ 14228 h 37231"/>
                <a:gd name="connsiteX8" fmla="*/ 23004 w 37231"/>
                <a:gd name="connsiteY8" fmla="*/ 23004 h 37231"/>
                <a:gd name="connsiteX9" fmla="*/ 14228 w 37231"/>
                <a:gd name="connsiteY9" fmla="*/ 23004 h 37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231" h="37231">
                  <a:moveTo>
                    <a:pt x="14228" y="23004"/>
                  </a:moveTo>
                  <a:lnTo>
                    <a:pt x="1819" y="10595"/>
                  </a:lnTo>
                  <a:cubicBezTo>
                    <a:pt x="654" y="13025"/>
                    <a:pt x="0" y="15746"/>
                    <a:pt x="0" y="18616"/>
                  </a:cubicBezTo>
                  <a:cubicBezTo>
                    <a:pt x="0" y="28881"/>
                    <a:pt x="8351" y="37232"/>
                    <a:pt x="18616" y="37232"/>
                  </a:cubicBezTo>
                  <a:cubicBezTo>
                    <a:pt x="28881" y="37232"/>
                    <a:pt x="37232" y="28881"/>
                    <a:pt x="37232" y="18616"/>
                  </a:cubicBezTo>
                  <a:cubicBezTo>
                    <a:pt x="37232" y="8351"/>
                    <a:pt x="28881" y="0"/>
                    <a:pt x="18616" y="0"/>
                  </a:cubicBezTo>
                  <a:cubicBezTo>
                    <a:pt x="15745" y="0"/>
                    <a:pt x="13025" y="654"/>
                    <a:pt x="10595" y="1819"/>
                  </a:cubicBezTo>
                  <a:lnTo>
                    <a:pt x="23004" y="14228"/>
                  </a:lnTo>
                  <a:cubicBezTo>
                    <a:pt x="25427" y="16652"/>
                    <a:pt x="25427" y="20581"/>
                    <a:pt x="23004" y="23004"/>
                  </a:cubicBezTo>
                  <a:cubicBezTo>
                    <a:pt x="20581" y="25427"/>
                    <a:pt x="16652" y="25427"/>
                    <a:pt x="14228" y="23004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80000"/>
              </a:schemeClr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27" name="任意多边形: 形状 126"/>
            <p:cNvSpPr/>
            <p:nvPr/>
          </p:nvSpPr>
          <p:spPr>
            <a:xfrm>
              <a:off x="10365248" y="1219817"/>
              <a:ext cx="99285" cy="99284"/>
            </a:xfrm>
            <a:custGeom>
              <a:avLst/>
              <a:gdLst>
                <a:gd name="connsiteX0" fmla="*/ 10443 w 99285"/>
                <a:gd name="connsiteY0" fmla="*/ 19219 h 99284"/>
                <a:gd name="connsiteX1" fmla="*/ 0 w 99285"/>
                <a:gd name="connsiteY1" fmla="*/ 49643 h 99284"/>
                <a:gd name="connsiteX2" fmla="*/ 49643 w 99285"/>
                <a:gd name="connsiteY2" fmla="*/ 99285 h 99284"/>
                <a:gd name="connsiteX3" fmla="*/ 99285 w 99285"/>
                <a:gd name="connsiteY3" fmla="*/ 49643 h 99284"/>
                <a:gd name="connsiteX4" fmla="*/ 49643 w 99285"/>
                <a:gd name="connsiteY4" fmla="*/ 0 h 99284"/>
                <a:gd name="connsiteX5" fmla="*/ 19219 w 99285"/>
                <a:gd name="connsiteY5" fmla="*/ 10443 h 99284"/>
                <a:gd name="connsiteX6" fmla="*/ 32545 w 99285"/>
                <a:gd name="connsiteY6" fmla="*/ 23769 h 99284"/>
                <a:gd name="connsiteX7" fmla="*/ 49642 w 99285"/>
                <a:gd name="connsiteY7" fmla="*/ 18616 h 99284"/>
                <a:gd name="connsiteX8" fmla="*/ 80669 w 99285"/>
                <a:gd name="connsiteY8" fmla="*/ 49642 h 99284"/>
                <a:gd name="connsiteX9" fmla="*/ 49642 w 99285"/>
                <a:gd name="connsiteY9" fmla="*/ 80669 h 99284"/>
                <a:gd name="connsiteX10" fmla="*/ 18616 w 99285"/>
                <a:gd name="connsiteY10" fmla="*/ 49642 h 99284"/>
                <a:gd name="connsiteX11" fmla="*/ 23769 w 99285"/>
                <a:gd name="connsiteY11" fmla="*/ 32544 h 99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285" h="99284">
                  <a:moveTo>
                    <a:pt x="10443" y="19219"/>
                  </a:moveTo>
                  <a:cubicBezTo>
                    <a:pt x="3901" y="27629"/>
                    <a:pt x="0" y="38188"/>
                    <a:pt x="0" y="49643"/>
                  </a:cubicBezTo>
                  <a:cubicBezTo>
                    <a:pt x="0" y="77015"/>
                    <a:pt x="22270" y="99285"/>
                    <a:pt x="49643" y="99285"/>
                  </a:cubicBezTo>
                  <a:cubicBezTo>
                    <a:pt x="77015" y="99285"/>
                    <a:pt x="99285" y="77015"/>
                    <a:pt x="99285" y="49643"/>
                  </a:cubicBezTo>
                  <a:cubicBezTo>
                    <a:pt x="99285" y="22270"/>
                    <a:pt x="77015" y="0"/>
                    <a:pt x="49643" y="0"/>
                  </a:cubicBezTo>
                  <a:cubicBezTo>
                    <a:pt x="38188" y="0"/>
                    <a:pt x="27628" y="3901"/>
                    <a:pt x="19219" y="10443"/>
                  </a:cubicBezTo>
                  <a:lnTo>
                    <a:pt x="32545" y="23769"/>
                  </a:lnTo>
                  <a:cubicBezTo>
                    <a:pt x="37451" y="20516"/>
                    <a:pt x="43328" y="18616"/>
                    <a:pt x="49642" y="18616"/>
                  </a:cubicBezTo>
                  <a:cubicBezTo>
                    <a:pt x="66750" y="18616"/>
                    <a:pt x="80669" y="32534"/>
                    <a:pt x="80669" y="49642"/>
                  </a:cubicBezTo>
                  <a:cubicBezTo>
                    <a:pt x="80669" y="66750"/>
                    <a:pt x="66750" y="80669"/>
                    <a:pt x="49642" y="80669"/>
                  </a:cubicBezTo>
                  <a:cubicBezTo>
                    <a:pt x="32534" y="80669"/>
                    <a:pt x="18616" y="66750"/>
                    <a:pt x="18616" y="49642"/>
                  </a:cubicBezTo>
                  <a:cubicBezTo>
                    <a:pt x="18616" y="43328"/>
                    <a:pt x="20516" y="37451"/>
                    <a:pt x="23769" y="32544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80000"/>
              </a:schemeClr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28" name="任意多边形: 形状 127"/>
            <p:cNvSpPr/>
            <p:nvPr/>
          </p:nvSpPr>
          <p:spPr>
            <a:xfrm>
              <a:off x="10334221" y="1188790"/>
              <a:ext cx="161338" cy="161338"/>
            </a:xfrm>
            <a:custGeom>
              <a:avLst/>
              <a:gdLst>
                <a:gd name="connsiteX0" fmla="*/ 161338 w 161338"/>
                <a:gd name="connsiteY0" fmla="*/ 80669 h 161338"/>
                <a:gd name="connsiteX1" fmla="*/ 80669 w 161338"/>
                <a:gd name="connsiteY1" fmla="*/ 0 h 161338"/>
                <a:gd name="connsiteX2" fmla="*/ 46418 w 161338"/>
                <a:gd name="connsiteY2" fmla="*/ 7652 h 161338"/>
                <a:gd name="connsiteX3" fmla="*/ 45744 w 161338"/>
                <a:gd name="connsiteY3" fmla="*/ 16641 h 161338"/>
                <a:gd name="connsiteX4" fmla="*/ 40662 w 161338"/>
                <a:gd name="connsiteY4" fmla="*/ 31887 h 161338"/>
                <a:gd name="connsiteX5" fmla="*/ 41419 w 161338"/>
                <a:gd name="connsiteY5" fmla="*/ 32644 h 161338"/>
                <a:gd name="connsiteX6" fmla="*/ 80669 w 161338"/>
                <a:gd name="connsiteY6" fmla="*/ 18616 h 161338"/>
                <a:gd name="connsiteX7" fmla="*/ 142722 w 161338"/>
                <a:gd name="connsiteY7" fmla="*/ 80669 h 161338"/>
                <a:gd name="connsiteX8" fmla="*/ 80669 w 161338"/>
                <a:gd name="connsiteY8" fmla="*/ 142722 h 161338"/>
                <a:gd name="connsiteX9" fmla="*/ 18616 w 161338"/>
                <a:gd name="connsiteY9" fmla="*/ 80669 h 161338"/>
                <a:gd name="connsiteX10" fmla="*/ 32643 w 161338"/>
                <a:gd name="connsiteY10" fmla="*/ 41419 h 161338"/>
                <a:gd name="connsiteX11" fmla="*/ 31886 w 161338"/>
                <a:gd name="connsiteY11" fmla="*/ 40662 h 161338"/>
                <a:gd name="connsiteX12" fmla="*/ 16640 w 161338"/>
                <a:gd name="connsiteY12" fmla="*/ 45744 h 161338"/>
                <a:gd name="connsiteX13" fmla="*/ 7651 w 161338"/>
                <a:gd name="connsiteY13" fmla="*/ 46419 h 161338"/>
                <a:gd name="connsiteX14" fmla="*/ 0 w 161338"/>
                <a:gd name="connsiteY14" fmla="*/ 80669 h 161338"/>
                <a:gd name="connsiteX15" fmla="*/ 80669 w 161338"/>
                <a:gd name="connsiteY15" fmla="*/ 161338 h 161338"/>
                <a:gd name="connsiteX16" fmla="*/ 161338 w 161338"/>
                <a:gd name="connsiteY16" fmla="*/ 80669 h 161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1338" h="161338">
                  <a:moveTo>
                    <a:pt x="161338" y="80669"/>
                  </a:moveTo>
                  <a:cubicBezTo>
                    <a:pt x="161338" y="36188"/>
                    <a:pt x="125150" y="0"/>
                    <a:pt x="80669" y="0"/>
                  </a:cubicBezTo>
                  <a:cubicBezTo>
                    <a:pt x="68428" y="0"/>
                    <a:pt x="56821" y="2751"/>
                    <a:pt x="46418" y="7652"/>
                  </a:cubicBezTo>
                  <a:cubicBezTo>
                    <a:pt x="46929" y="10604"/>
                    <a:pt x="46728" y="13689"/>
                    <a:pt x="45744" y="16641"/>
                  </a:cubicBezTo>
                  <a:lnTo>
                    <a:pt x="40662" y="31887"/>
                  </a:lnTo>
                  <a:lnTo>
                    <a:pt x="41419" y="32644"/>
                  </a:lnTo>
                  <a:cubicBezTo>
                    <a:pt x="52120" y="23881"/>
                    <a:pt x="65791" y="18616"/>
                    <a:pt x="80669" y="18616"/>
                  </a:cubicBezTo>
                  <a:cubicBezTo>
                    <a:pt x="114885" y="18616"/>
                    <a:pt x="142722" y="46453"/>
                    <a:pt x="142722" y="80669"/>
                  </a:cubicBezTo>
                  <a:cubicBezTo>
                    <a:pt x="142722" y="114885"/>
                    <a:pt x="114885" y="142722"/>
                    <a:pt x="80669" y="142722"/>
                  </a:cubicBezTo>
                  <a:cubicBezTo>
                    <a:pt x="46453" y="142722"/>
                    <a:pt x="18616" y="114885"/>
                    <a:pt x="18616" y="80669"/>
                  </a:cubicBezTo>
                  <a:cubicBezTo>
                    <a:pt x="18616" y="65791"/>
                    <a:pt x="23881" y="52120"/>
                    <a:pt x="32643" y="41419"/>
                  </a:cubicBezTo>
                  <a:lnTo>
                    <a:pt x="31886" y="40662"/>
                  </a:lnTo>
                  <a:lnTo>
                    <a:pt x="16640" y="45744"/>
                  </a:lnTo>
                  <a:cubicBezTo>
                    <a:pt x="13689" y="46728"/>
                    <a:pt x="10604" y="46929"/>
                    <a:pt x="7651" y="46419"/>
                  </a:cubicBezTo>
                  <a:cubicBezTo>
                    <a:pt x="2751" y="56821"/>
                    <a:pt x="0" y="68428"/>
                    <a:pt x="0" y="80669"/>
                  </a:cubicBezTo>
                  <a:cubicBezTo>
                    <a:pt x="0" y="125150"/>
                    <a:pt x="36188" y="161338"/>
                    <a:pt x="80669" y="161338"/>
                  </a:cubicBezTo>
                  <a:cubicBezTo>
                    <a:pt x="125150" y="161338"/>
                    <a:pt x="161338" y="125150"/>
                    <a:pt x="161338" y="80669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80000"/>
              </a:schemeClr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29" name="任意多边形: 形状 128"/>
            <p:cNvSpPr/>
            <p:nvPr/>
          </p:nvSpPr>
          <p:spPr>
            <a:xfrm>
              <a:off x="10320929" y="1175497"/>
              <a:ext cx="47573" cy="47574"/>
            </a:xfrm>
            <a:custGeom>
              <a:avLst/>
              <a:gdLst>
                <a:gd name="connsiteX0" fmla="*/ 19798 w 47573"/>
                <a:gd name="connsiteY0" fmla="*/ 45796 h 47574"/>
                <a:gd name="connsiteX1" fmla="*/ 26008 w 47573"/>
                <a:gd name="connsiteY1" fmla="*/ 47263 h 47574"/>
                <a:gd name="connsiteX2" fmla="*/ 41949 w 47573"/>
                <a:gd name="connsiteY2" fmla="*/ 41949 h 47574"/>
                <a:gd name="connsiteX3" fmla="*/ 47262 w 47573"/>
                <a:gd name="connsiteY3" fmla="*/ 26008 h 47574"/>
                <a:gd name="connsiteX4" fmla="*/ 45796 w 47573"/>
                <a:gd name="connsiteY4" fmla="*/ 19797 h 47574"/>
                <a:gd name="connsiteX5" fmla="*/ 27783 w 47573"/>
                <a:gd name="connsiteY5" fmla="*/ 1784 h 47574"/>
                <a:gd name="connsiteX6" fmla="*/ 17483 w 47573"/>
                <a:gd name="connsiteY6" fmla="*/ 5218 h 47574"/>
                <a:gd name="connsiteX7" fmla="*/ 15950 w 47573"/>
                <a:gd name="connsiteY7" fmla="*/ 15950 h 47574"/>
                <a:gd name="connsiteX8" fmla="*/ 5218 w 47573"/>
                <a:gd name="connsiteY8" fmla="*/ 17483 h 47574"/>
                <a:gd name="connsiteX9" fmla="*/ 1784 w 47573"/>
                <a:gd name="connsiteY9" fmla="*/ 27783 h 47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573" h="47574">
                  <a:moveTo>
                    <a:pt x="19798" y="45796"/>
                  </a:moveTo>
                  <a:cubicBezTo>
                    <a:pt x="21423" y="47422"/>
                    <a:pt x="23827" y="47989"/>
                    <a:pt x="26008" y="47263"/>
                  </a:cubicBezTo>
                  <a:lnTo>
                    <a:pt x="41949" y="41949"/>
                  </a:lnTo>
                  <a:lnTo>
                    <a:pt x="47262" y="26008"/>
                  </a:lnTo>
                  <a:cubicBezTo>
                    <a:pt x="47989" y="23827"/>
                    <a:pt x="47422" y="21423"/>
                    <a:pt x="45796" y="19797"/>
                  </a:cubicBezTo>
                  <a:lnTo>
                    <a:pt x="27783" y="1784"/>
                  </a:lnTo>
                  <a:cubicBezTo>
                    <a:pt x="24246" y="-1752"/>
                    <a:pt x="18190" y="266"/>
                    <a:pt x="17483" y="5218"/>
                  </a:cubicBezTo>
                  <a:lnTo>
                    <a:pt x="15950" y="15950"/>
                  </a:lnTo>
                  <a:lnTo>
                    <a:pt x="5218" y="17483"/>
                  </a:lnTo>
                  <a:cubicBezTo>
                    <a:pt x="267" y="18191"/>
                    <a:pt x="-1752" y="24247"/>
                    <a:pt x="1784" y="27783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80000"/>
              </a:schemeClr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30" name="任意多边形: 形状 129"/>
            <p:cNvSpPr/>
            <p:nvPr/>
          </p:nvSpPr>
          <p:spPr>
            <a:xfrm>
              <a:off x="10463915" y="1330881"/>
              <a:ext cx="48192" cy="56424"/>
            </a:xfrm>
            <a:custGeom>
              <a:avLst/>
              <a:gdLst>
                <a:gd name="connsiteX0" fmla="*/ 47387 w 48192"/>
                <a:gd name="connsiteY0" fmla="*/ 47177 h 56424"/>
                <a:gd name="connsiteX1" fmla="*/ 20849 w 48192"/>
                <a:gd name="connsiteY1" fmla="*/ 0 h 56424"/>
                <a:gd name="connsiteX2" fmla="*/ 0 w 48192"/>
                <a:gd name="connsiteY2" fmla="*/ 17666 h 56424"/>
                <a:gd name="connsiteX3" fmla="*/ 20022 w 48192"/>
                <a:gd name="connsiteY3" fmla="*/ 53261 h 56424"/>
                <a:gd name="connsiteX4" fmla="*/ 25431 w 48192"/>
                <a:gd name="connsiteY4" fmla="*/ 56424 h 56424"/>
                <a:gd name="connsiteX5" fmla="*/ 41979 w 48192"/>
                <a:gd name="connsiteY5" fmla="*/ 56424 h 56424"/>
                <a:gd name="connsiteX6" fmla="*/ 47387 w 48192"/>
                <a:gd name="connsiteY6" fmla="*/ 47177 h 56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192" h="56424">
                  <a:moveTo>
                    <a:pt x="47387" y="47177"/>
                  </a:moveTo>
                  <a:lnTo>
                    <a:pt x="20849" y="0"/>
                  </a:lnTo>
                  <a:cubicBezTo>
                    <a:pt x="14815" y="6857"/>
                    <a:pt x="7790" y="12820"/>
                    <a:pt x="0" y="17666"/>
                  </a:cubicBezTo>
                  <a:lnTo>
                    <a:pt x="20022" y="53261"/>
                  </a:lnTo>
                  <a:cubicBezTo>
                    <a:pt x="21121" y="55215"/>
                    <a:pt x="23189" y="56424"/>
                    <a:pt x="25431" y="56424"/>
                  </a:cubicBezTo>
                  <a:lnTo>
                    <a:pt x="41979" y="56424"/>
                  </a:lnTo>
                  <a:cubicBezTo>
                    <a:pt x="46724" y="56424"/>
                    <a:pt x="49713" y="51313"/>
                    <a:pt x="47387" y="47177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80000"/>
              </a:schemeClr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31" name="任意多边形: 形状 130"/>
            <p:cNvSpPr/>
            <p:nvPr/>
          </p:nvSpPr>
          <p:spPr>
            <a:xfrm>
              <a:off x="10317674" y="1330881"/>
              <a:ext cx="48192" cy="56424"/>
            </a:xfrm>
            <a:custGeom>
              <a:avLst/>
              <a:gdLst>
                <a:gd name="connsiteX0" fmla="*/ 27343 w 48192"/>
                <a:gd name="connsiteY0" fmla="*/ 0 h 56424"/>
                <a:gd name="connsiteX1" fmla="*/ 806 w 48192"/>
                <a:gd name="connsiteY1" fmla="*/ 47177 h 56424"/>
                <a:gd name="connsiteX2" fmla="*/ 6214 w 48192"/>
                <a:gd name="connsiteY2" fmla="*/ 56424 h 56424"/>
                <a:gd name="connsiteX3" fmla="*/ 22762 w 48192"/>
                <a:gd name="connsiteY3" fmla="*/ 56424 h 56424"/>
                <a:gd name="connsiteX4" fmla="*/ 28171 w 48192"/>
                <a:gd name="connsiteY4" fmla="*/ 53261 h 56424"/>
                <a:gd name="connsiteX5" fmla="*/ 48193 w 48192"/>
                <a:gd name="connsiteY5" fmla="*/ 17667 h 56424"/>
                <a:gd name="connsiteX6" fmla="*/ 27343 w 48192"/>
                <a:gd name="connsiteY6" fmla="*/ 0 h 56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192" h="56424">
                  <a:moveTo>
                    <a:pt x="27343" y="0"/>
                  </a:moveTo>
                  <a:lnTo>
                    <a:pt x="806" y="47177"/>
                  </a:lnTo>
                  <a:cubicBezTo>
                    <a:pt x="-1521" y="51313"/>
                    <a:pt x="1468" y="56424"/>
                    <a:pt x="6214" y="56424"/>
                  </a:cubicBezTo>
                  <a:lnTo>
                    <a:pt x="22762" y="56424"/>
                  </a:lnTo>
                  <a:cubicBezTo>
                    <a:pt x="25004" y="56424"/>
                    <a:pt x="27072" y="55215"/>
                    <a:pt x="28171" y="53261"/>
                  </a:cubicBezTo>
                  <a:lnTo>
                    <a:pt x="48193" y="17667"/>
                  </a:lnTo>
                  <a:cubicBezTo>
                    <a:pt x="40402" y="12820"/>
                    <a:pt x="33377" y="6857"/>
                    <a:pt x="27343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80000"/>
              </a:schemeClr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99072" y="63770"/>
            <a:ext cx="35541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甘特图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项目流程计划</a:t>
            </a:r>
          </a:p>
        </p:txBody>
      </p:sp>
      <p:sp>
        <p:nvSpPr>
          <p:cNvPr id="5" name="矩形 4"/>
          <p:cNvSpPr/>
          <p:nvPr/>
        </p:nvSpPr>
        <p:spPr>
          <a:xfrm>
            <a:off x="192088" y="765175"/>
            <a:ext cx="2539537" cy="28698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2088" y="3794732"/>
            <a:ext cx="2539537" cy="28698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08610" y="902617"/>
            <a:ext cx="2306492" cy="3819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5386" y="919705"/>
            <a:ext cx="1554465" cy="347788"/>
          </a:xfrm>
          <a:prstGeom prst="rect">
            <a:avLst/>
          </a:prstGeom>
          <a:noFill/>
          <a:effectLst/>
        </p:spPr>
        <p:txBody>
          <a:bodyPr wrap="none" lIns="100584" tIns="50292" rIns="100584" bIns="50292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9</a:t>
            </a:r>
            <a:r>
              <a:rPr kumimoji="0" lang="zh-CN" altLang="en-US" sz="16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月份工作目标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5077" y="1349528"/>
            <a:ext cx="2516387" cy="850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优化病灶检测模型，在内部测试集上实现肺癌早期病灶识别准确率提升</a:t>
            </a:r>
          </a:p>
        </p:txBody>
      </p:sp>
      <p:sp>
        <p:nvSpPr>
          <p:cNvPr id="23" name="矩形 22"/>
          <p:cNvSpPr/>
          <p:nvPr/>
        </p:nvSpPr>
        <p:spPr>
          <a:xfrm>
            <a:off x="308610" y="2200082"/>
            <a:ext cx="2306492" cy="136157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545814" y="3275426"/>
            <a:ext cx="972574" cy="286232"/>
          </a:xfrm>
          <a:prstGeom prst="rect">
            <a:avLst/>
          </a:prstGeom>
          <a:noFill/>
          <a:effectLst/>
        </p:spPr>
        <p:txBody>
          <a:bodyPr wrap="none" lIns="100584" tIns="50292" rIns="100584" bIns="50292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准确率提升</a:t>
            </a:r>
          </a:p>
        </p:txBody>
      </p:sp>
      <p:sp>
        <p:nvSpPr>
          <p:cNvPr id="21" name="矩形: 圆角 20"/>
          <p:cNvSpPr/>
          <p:nvPr/>
        </p:nvSpPr>
        <p:spPr>
          <a:xfrm>
            <a:off x="436880" y="2757527"/>
            <a:ext cx="1002750" cy="276538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优化实验</a:t>
            </a:r>
          </a:p>
        </p:txBody>
      </p:sp>
      <p:sp>
        <p:nvSpPr>
          <p:cNvPr id="22" name="矩形: 圆角 21"/>
          <p:cNvSpPr/>
          <p:nvPr/>
        </p:nvSpPr>
        <p:spPr>
          <a:xfrm>
            <a:off x="436880" y="3155227"/>
            <a:ext cx="1002750" cy="276538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性能测试</a:t>
            </a:r>
          </a:p>
        </p:txBody>
      </p:sp>
      <p:sp>
        <p:nvSpPr>
          <p:cNvPr id="14" name="椭圆 13"/>
          <p:cNvSpPr/>
          <p:nvPr/>
        </p:nvSpPr>
        <p:spPr>
          <a:xfrm>
            <a:off x="1556156" y="2315828"/>
            <a:ext cx="951890" cy="951890"/>
          </a:xfrm>
          <a:prstGeom prst="ellipse">
            <a:avLst/>
          </a:prstGeom>
          <a:noFill/>
          <a:ln w="38100" cap="flat" cmpd="sng" algn="ctr">
            <a:solidFill>
              <a:schemeClr val="accent1">
                <a:shade val="15000"/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" name="弧形 14"/>
          <p:cNvSpPr/>
          <p:nvPr/>
        </p:nvSpPr>
        <p:spPr>
          <a:xfrm>
            <a:off x="1556153" y="2315828"/>
            <a:ext cx="951896" cy="951890"/>
          </a:xfrm>
          <a:prstGeom prst="arc">
            <a:avLst>
              <a:gd name="adj1" fmla="val 16200000"/>
              <a:gd name="adj2" fmla="val 16848004"/>
            </a:avLst>
          </a:prstGeom>
          <a:ln w="762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737791" y="2501200"/>
            <a:ext cx="588624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3%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436880" y="2359826"/>
            <a:ext cx="1002750" cy="276538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模块开发</a:t>
            </a:r>
          </a:p>
        </p:txBody>
      </p:sp>
      <p:sp>
        <p:nvSpPr>
          <p:cNvPr id="24" name="矩形 23"/>
          <p:cNvSpPr/>
          <p:nvPr/>
        </p:nvSpPr>
        <p:spPr>
          <a:xfrm>
            <a:off x="308610" y="3944958"/>
            <a:ext cx="2306492" cy="38196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25274" y="3962046"/>
            <a:ext cx="1674690" cy="347788"/>
          </a:xfrm>
          <a:prstGeom prst="rect">
            <a:avLst/>
          </a:prstGeom>
          <a:noFill/>
          <a:effectLst/>
        </p:spPr>
        <p:txBody>
          <a:bodyPr wrap="none" lIns="100584" tIns="50292" rIns="100584" bIns="50292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10</a:t>
            </a:r>
            <a:r>
              <a:rPr kumimoji="0" lang="zh-CN" altLang="en-US" sz="16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月份工作目标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05077" y="4391869"/>
            <a:ext cx="2516387" cy="850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调研并验证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AI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推理加速框架在测试环境中实现医疗影像推理从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秒降至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0.8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秒以内</a:t>
            </a:r>
          </a:p>
        </p:txBody>
      </p:sp>
      <p:sp>
        <p:nvSpPr>
          <p:cNvPr id="27" name="矩形 26"/>
          <p:cNvSpPr/>
          <p:nvPr/>
        </p:nvSpPr>
        <p:spPr>
          <a:xfrm>
            <a:off x="308610" y="5242423"/>
            <a:ext cx="2306492" cy="13615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622760" y="6317767"/>
            <a:ext cx="818686" cy="286232"/>
          </a:xfrm>
          <a:prstGeom prst="rect">
            <a:avLst/>
          </a:prstGeom>
          <a:noFill/>
          <a:effectLst/>
        </p:spPr>
        <p:txBody>
          <a:bodyPr wrap="none" lIns="100584" tIns="50292" rIns="100584" bIns="50292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项目占比</a:t>
            </a:r>
          </a:p>
        </p:txBody>
      </p:sp>
      <p:sp>
        <p:nvSpPr>
          <p:cNvPr id="29" name="矩形: 圆角 28"/>
          <p:cNvSpPr/>
          <p:nvPr/>
        </p:nvSpPr>
        <p:spPr>
          <a:xfrm>
            <a:off x="436880" y="5799868"/>
            <a:ext cx="1002750" cy="27653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任务拆解</a:t>
            </a:r>
          </a:p>
        </p:txBody>
      </p:sp>
      <p:sp>
        <p:nvSpPr>
          <p:cNvPr id="30" name="矩形: 圆角 29"/>
          <p:cNvSpPr/>
          <p:nvPr/>
        </p:nvSpPr>
        <p:spPr>
          <a:xfrm>
            <a:off x="436880" y="6197568"/>
            <a:ext cx="1002750" cy="27653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落地实施</a:t>
            </a:r>
          </a:p>
        </p:txBody>
      </p:sp>
      <p:sp>
        <p:nvSpPr>
          <p:cNvPr id="31" name="椭圆 30"/>
          <p:cNvSpPr/>
          <p:nvPr/>
        </p:nvSpPr>
        <p:spPr>
          <a:xfrm>
            <a:off x="1556156" y="5358169"/>
            <a:ext cx="951890" cy="951890"/>
          </a:xfrm>
          <a:prstGeom prst="ellipse">
            <a:avLst/>
          </a:prstGeom>
          <a:noFill/>
          <a:ln w="38100" cap="flat" cmpd="sng" algn="ctr">
            <a:solidFill>
              <a:schemeClr val="accent1">
                <a:shade val="15000"/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弧形 31"/>
          <p:cNvSpPr/>
          <p:nvPr/>
        </p:nvSpPr>
        <p:spPr>
          <a:xfrm>
            <a:off x="1556153" y="5358169"/>
            <a:ext cx="951896" cy="951890"/>
          </a:xfrm>
          <a:prstGeom prst="arc">
            <a:avLst>
              <a:gd name="adj1" fmla="val 16200000"/>
              <a:gd name="adj2" fmla="val 13662611"/>
            </a:avLst>
          </a:prstGeom>
          <a:ln w="76200" cap="rnd">
            <a:solidFill>
              <a:schemeClr val="accent4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4C5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649626" y="5543541"/>
            <a:ext cx="764954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90%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436880" y="5402167"/>
            <a:ext cx="1002750" cy="27653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调研验证</a:t>
            </a:r>
          </a:p>
        </p:txBody>
      </p:sp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2991877" y="765174"/>
          <a:ext cx="9008040" cy="5940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1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8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8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8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8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8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08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940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项目排期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第</a:t>
                      </a:r>
                      <a:r>
                        <a:rPr lang="en-US" altLang="zh-CN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1</a:t>
                      </a: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周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第</a:t>
                      </a:r>
                      <a:r>
                        <a:rPr lang="en-US" altLang="zh-CN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2</a:t>
                      </a: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周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第</a:t>
                      </a:r>
                      <a:r>
                        <a:rPr lang="en-US" altLang="zh-CN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3</a:t>
                      </a: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周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第</a:t>
                      </a:r>
                      <a:r>
                        <a:rPr lang="en-US" altLang="zh-CN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4</a:t>
                      </a: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周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第</a:t>
                      </a:r>
                      <a:r>
                        <a:rPr lang="en-US" altLang="zh-CN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5</a:t>
                      </a: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周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第</a:t>
                      </a:r>
                      <a:r>
                        <a:rPr lang="en-US" altLang="zh-CN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6</a:t>
                      </a: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周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第</a:t>
                      </a:r>
                      <a:r>
                        <a:rPr lang="en-US" altLang="zh-CN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7</a:t>
                      </a: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周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第</a:t>
                      </a:r>
                      <a:r>
                        <a:rPr lang="en-US" altLang="zh-CN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8</a:t>
                      </a: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周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0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cs typeface="Roboto" panose="02000000000000000000" charset="0"/>
                        </a:rPr>
                        <a:t>医疗影像迭代</a:t>
                      </a: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0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cs typeface="Roboto" panose="02000000000000000000" charset="0"/>
                        </a:rPr>
                        <a:t>模块融合预处理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0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cs typeface="Roboto" panose="02000000000000000000" charset="0"/>
                        </a:rPr>
                        <a:t>内部性能测试</a:t>
                      </a: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0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cs typeface="Roboto" panose="02000000000000000000" charset="0"/>
                        </a:rPr>
                        <a:t>构建领域微调数据集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0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cs typeface="Roboto" panose="02000000000000000000" charset="0"/>
                        </a:rPr>
                        <a:t>模型与客服系统对接</a:t>
                      </a: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0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accent4"/>
                          </a:solidFill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  <a:cs typeface="Roboto" panose="02000000000000000000" charset="0"/>
                        </a:rPr>
                        <a:t>形成技术笔记并分享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0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cs typeface="Roboto" panose="02000000000000000000" charset="0"/>
                        </a:rPr>
                        <a:t>整理项目技术文档</a:t>
                      </a: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40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cs typeface="Roboto" panose="02000000000000000000" charset="0"/>
                        </a:rPr>
                        <a:t>参与医院专家沟通会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940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cs typeface="Roboto" panose="02000000000000000000" charset="0"/>
                        </a:rPr>
                        <a:t>带教新人工程师</a:t>
                      </a: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6" name="矩形: 圆角 35"/>
          <p:cNvSpPr/>
          <p:nvPr/>
        </p:nvSpPr>
        <p:spPr>
          <a:xfrm>
            <a:off x="4914900" y="1548246"/>
            <a:ext cx="2971800" cy="21820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4914900" y="1548246"/>
            <a:ext cx="2392680" cy="2182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972410" y="1490605"/>
            <a:ext cx="1485900" cy="33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项目完成率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75%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5268190" y="2141617"/>
            <a:ext cx="2971800" cy="21820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5268190" y="2141617"/>
            <a:ext cx="1644674" cy="2182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325700" y="2083976"/>
            <a:ext cx="1485900" cy="33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项目完成率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50%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5969230" y="2734988"/>
            <a:ext cx="2971800" cy="21820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3" name="矩形: 圆角 42"/>
          <p:cNvSpPr/>
          <p:nvPr/>
        </p:nvSpPr>
        <p:spPr>
          <a:xfrm>
            <a:off x="5969229" y="2734988"/>
            <a:ext cx="2797257" cy="2182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026740" y="2677347"/>
            <a:ext cx="1485900" cy="33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项目完成率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89%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45" name="矩形: 圆角 44"/>
          <p:cNvSpPr/>
          <p:nvPr/>
        </p:nvSpPr>
        <p:spPr>
          <a:xfrm>
            <a:off x="5647112" y="3328359"/>
            <a:ext cx="2971800" cy="21820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: 圆角 45"/>
          <p:cNvSpPr/>
          <p:nvPr/>
        </p:nvSpPr>
        <p:spPr>
          <a:xfrm>
            <a:off x="5647111" y="3328359"/>
            <a:ext cx="918281" cy="2182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704622" y="3270718"/>
            <a:ext cx="1485900" cy="33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项目完成率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20%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48" name="矩形: 圆角 47"/>
          <p:cNvSpPr/>
          <p:nvPr/>
        </p:nvSpPr>
        <p:spPr>
          <a:xfrm>
            <a:off x="6839799" y="3921728"/>
            <a:ext cx="2971800" cy="21820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矩形: 圆角 48"/>
          <p:cNvSpPr/>
          <p:nvPr/>
        </p:nvSpPr>
        <p:spPr>
          <a:xfrm>
            <a:off x="6839798" y="3921728"/>
            <a:ext cx="2797257" cy="2182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9897309" y="3864087"/>
            <a:ext cx="1485900" cy="33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项目完成率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95%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51" name="矩形: 圆角 50"/>
          <p:cNvSpPr/>
          <p:nvPr/>
        </p:nvSpPr>
        <p:spPr>
          <a:xfrm>
            <a:off x="7378559" y="4515097"/>
            <a:ext cx="2971800" cy="21820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: 圆角 51"/>
          <p:cNvSpPr/>
          <p:nvPr/>
        </p:nvSpPr>
        <p:spPr>
          <a:xfrm>
            <a:off x="7378558" y="4515097"/>
            <a:ext cx="2971800" cy="21820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0436069" y="4457456"/>
            <a:ext cx="1662040" cy="33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项目完成率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100%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54" name="矩形: 圆角 53"/>
          <p:cNvSpPr/>
          <p:nvPr/>
        </p:nvSpPr>
        <p:spPr>
          <a:xfrm>
            <a:off x="7133013" y="5107953"/>
            <a:ext cx="2971800" cy="21820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: 圆角 54"/>
          <p:cNvSpPr/>
          <p:nvPr/>
        </p:nvSpPr>
        <p:spPr>
          <a:xfrm>
            <a:off x="7133012" y="5107953"/>
            <a:ext cx="2602300" cy="2182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0190523" y="5050312"/>
            <a:ext cx="1662040" cy="33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项目完成率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90%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57" name="矩形: 圆角 56"/>
          <p:cNvSpPr/>
          <p:nvPr/>
        </p:nvSpPr>
        <p:spPr>
          <a:xfrm>
            <a:off x="5284401" y="5699227"/>
            <a:ext cx="2971800" cy="21820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矩形: 圆角 57"/>
          <p:cNvSpPr/>
          <p:nvPr/>
        </p:nvSpPr>
        <p:spPr>
          <a:xfrm>
            <a:off x="5284400" y="5699227"/>
            <a:ext cx="1848612" cy="2182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8341911" y="5641586"/>
            <a:ext cx="1662040" cy="33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项目完成率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60%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6208707" y="6310059"/>
            <a:ext cx="2971800" cy="21820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6208706" y="6310059"/>
            <a:ext cx="2379034" cy="2182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9266217" y="6252418"/>
            <a:ext cx="1662040" cy="33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项目完成率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80%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2479" y="63770"/>
            <a:ext cx="49904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数据展示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财务分析、利润计算</a:t>
            </a:r>
          </a:p>
        </p:txBody>
      </p:sp>
      <p:sp>
        <p:nvSpPr>
          <p:cNvPr id="7" name="矩形 6"/>
          <p:cNvSpPr/>
          <p:nvPr/>
        </p:nvSpPr>
        <p:spPr>
          <a:xfrm>
            <a:off x="192088" y="765175"/>
            <a:ext cx="2117441" cy="14293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26995" y="1282396"/>
            <a:ext cx="1737976" cy="50456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15896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26995" y="943955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销售额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26995" y="1737870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同比增长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等腰三角形 15"/>
          <p:cNvSpPr/>
          <p:nvPr/>
        </p:nvSpPr>
        <p:spPr>
          <a:xfrm>
            <a:off x="1556153" y="1904678"/>
            <a:ext cx="114603" cy="816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pic>
        <p:nvPicPr>
          <p:cNvPr id="21" name="图形 2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9249" y="946007"/>
            <a:ext cx="345722" cy="345722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432062" y="765175"/>
            <a:ext cx="2117441" cy="14293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588413" y="1282396"/>
            <a:ext cx="1550424" cy="50456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9642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2588413" y="943955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花费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2588413" y="1737870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同比增长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等腰三角形 24"/>
          <p:cNvSpPr/>
          <p:nvPr/>
        </p:nvSpPr>
        <p:spPr>
          <a:xfrm>
            <a:off x="3817571" y="1904678"/>
            <a:ext cx="114603" cy="816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pic>
        <p:nvPicPr>
          <p:cNvPr id="26" name="图形 2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80667" y="946007"/>
            <a:ext cx="345722" cy="345722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4672036" y="765175"/>
            <a:ext cx="2117441" cy="142938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859726" y="1282396"/>
            <a:ext cx="1550424" cy="50456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6254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4859726" y="943955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净利润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4859726" y="1737870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同比增长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26%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等腰三角形 29"/>
          <p:cNvSpPr/>
          <p:nvPr/>
        </p:nvSpPr>
        <p:spPr>
          <a:xfrm>
            <a:off x="6088884" y="1904678"/>
            <a:ext cx="114603" cy="816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pic>
        <p:nvPicPr>
          <p:cNvPr id="31" name="图形 3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1980" y="946007"/>
            <a:ext cx="345722" cy="345722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912009" y="765175"/>
            <a:ext cx="2117441" cy="142938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066091" y="1282396"/>
            <a:ext cx="862737" cy="50456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39%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066091" y="943955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净利率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7066091" y="1737870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同比增长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等腰三角形 34"/>
          <p:cNvSpPr/>
          <p:nvPr/>
        </p:nvSpPr>
        <p:spPr>
          <a:xfrm>
            <a:off x="8295249" y="1904678"/>
            <a:ext cx="114603" cy="816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8345" y="946007"/>
            <a:ext cx="345722" cy="345722"/>
          </a:xfrm>
          <a:prstGeom prst="rect">
            <a:avLst/>
          </a:prstGeom>
        </p:spPr>
      </p:pic>
      <p:sp>
        <p:nvSpPr>
          <p:cNvPr id="38" name="矩形 37"/>
          <p:cNvSpPr/>
          <p:nvPr/>
        </p:nvSpPr>
        <p:spPr>
          <a:xfrm>
            <a:off x="192089" y="2372745"/>
            <a:ext cx="8837362" cy="43328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44" name="图表 43"/>
          <p:cNvGraphicFramePr/>
          <p:nvPr/>
        </p:nvGraphicFramePr>
        <p:xfrm>
          <a:off x="22612" y="2402653"/>
          <a:ext cx="9204958" cy="448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7" name="矩形 36"/>
          <p:cNvSpPr/>
          <p:nvPr/>
        </p:nvSpPr>
        <p:spPr>
          <a:xfrm>
            <a:off x="9164357" y="765175"/>
            <a:ext cx="2835555" cy="29025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9164357" y="3803085"/>
            <a:ext cx="2835555" cy="29025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53" name="图表 52"/>
          <p:cNvGraphicFramePr/>
          <p:nvPr/>
        </p:nvGraphicFramePr>
        <p:xfrm>
          <a:off x="8975507" y="942882"/>
          <a:ext cx="3267774" cy="2859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6" name="文本框 55"/>
          <p:cNvSpPr txBox="1"/>
          <p:nvPr/>
        </p:nvSpPr>
        <p:spPr>
          <a:xfrm>
            <a:off x="9333585" y="825195"/>
            <a:ext cx="2484402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各部门收入占比</a:t>
            </a:r>
          </a:p>
        </p:txBody>
      </p:sp>
      <p:graphicFrame>
        <p:nvGraphicFramePr>
          <p:cNvPr id="64" name="图表 63"/>
          <p:cNvGraphicFramePr/>
          <p:nvPr/>
        </p:nvGraphicFramePr>
        <p:xfrm>
          <a:off x="9177947" y="4264700"/>
          <a:ext cx="2835556" cy="2339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65" name="文本框 64"/>
          <p:cNvSpPr txBox="1"/>
          <p:nvPr/>
        </p:nvSpPr>
        <p:spPr>
          <a:xfrm>
            <a:off x="9333585" y="3845397"/>
            <a:ext cx="2484402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损益数据同比分析</a:t>
            </a: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96139" y="63770"/>
            <a:ext cx="39132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数据展示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项目财务分析</a:t>
            </a:r>
          </a:p>
        </p:txBody>
      </p:sp>
      <p:sp>
        <p:nvSpPr>
          <p:cNvPr id="9" name="矩形 8"/>
          <p:cNvSpPr/>
          <p:nvPr/>
        </p:nvSpPr>
        <p:spPr>
          <a:xfrm>
            <a:off x="192088" y="765175"/>
            <a:ext cx="2363543" cy="18627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92088" y="2804033"/>
            <a:ext cx="2363543" cy="18627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758373" y="765174"/>
            <a:ext cx="5822920" cy="28596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758373" y="3845906"/>
            <a:ext cx="5822920" cy="28596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784035" y="765175"/>
            <a:ext cx="3215877" cy="28596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784035" y="3845908"/>
            <a:ext cx="3215877" cy="28596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46468" y="1084085"/>
            <a:ext cx="1242648" cy="50065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589736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11810" y="842572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采买订单总量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286810" y="1665017"/>
            <a:ext cx="165646" cy="165684"/>
            <a:chOff x="344417" y="1684337"/>
            <a:chExt cx="267344" cy="267405"/>
          </a:xfrm>
        </p:grpSpPr>
        <p:sp>
          <p:nvSpPr>
            <p:cNvPr id="23" name="任意多边形: 形状 22"/>
            <p:cNvSpPr/>
            <p:nvPr/>
          </p:nvSpPr>
          <p:spPr>
            <a:xfrm>
              <a:off x="344417" y="1684337"/>
              <a:ext cx="267344" cy="267405"/>
            </a:xfrm>
            <a:custGeom>
              <a:avLst/>
              <a:gdLst>
                <a:gd name="connsiteX0" fmla="*/ 133730 w 267344"/>
                <a:gd name="connsiteY0" fmla="*/ 267405 h 267405"/>
                <a:gd name="connsiteX1" fmla="*/ 0 w 267344"/>
                <a:gd name="connsiteY1" fmla="*/ 133969 h 267405"/>
                <a:gd name="connsiteX2" fmla="*/ 81733 w 267344"/>
                <a:gd name="connsiteY2" fmla="*/ 10570 h 267405"/>
                <a:gd name="connsiteX3" fmla="*/ 256785 w 267344"/>
                <a:gd name="connsiteY3" fmla="*/ 81738 h 267405"/>
                <a:gd name="connsiteX4" fmla="*/ 185726 w 267344"/>
                <a:gd name="connsiteY4" fmla="*/ 256944 h 267405"/>
                <a:gd name="connsiteX5" fmla="*/ 133730 w 267344"/>
                <a:gd name="connsiteY5" fmla="*/ 267405 h 267405"/>
                <a:gd name="connsiteX6" fmla="*/ 133730 w 267344"/>
                <a:gd name="connsiteY6" fmla="*/ 21032 h 267405"/>
                <a:gd name="connsiteX7" fmla="*/ 21115 w 267344"/>
                <a:gd name="connsiteY7" fmla="*/ 133757 h 267405"/>
                <a:gd name="connsiteX8" fmla="*/ 133730 w 267344"/>
                <a:gd name="connsiteY8" fmla="*/ 246482 h 267405"/>
                <a:gd name="connsiteX9" fmla="*/ 246345 w 267344"/>
                <a:gd name="connsiteY9" fmla="*/ 133757 h 267405"/>
                <a:gd name="connsiteX10" fmla="*/ 133730 w 267344"/>
                <a:gd name="connsiteY10" fmla="*/ 21032 h 2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7344" h="267405">
                  <a:moveTo>
                    <a:pt x="133730" y="267405"/>
                  </a:moveTo>
                  <a:cubicBezTo>
                    <a:pt x="59990" y="267522"/>
                    <a:pt x="117" y="207781"/>
                    <a:pt x="0" y="133969"/>
                  </a:cubicBezTo>
                  <a:cubicBezTo>
                    <a:pt x="-85" y="80108"/>
                    <a:pt x="32137" y="31460"/>
                    <a:pt x="81733" y="10570"/>
                  </a:cubicBezTo>
                  <a:cubicBezTo>
                    <a:pt x="149706" y="-18164"/>
                    <a:pt x="228079" y="13699"/>
                    <a:pt x="256785" y="81738"/>
                  </a:cubicBezTo>
                  <a:cubicBezTo>
                    <a:pt x="285484" y="149761"/>
                    <a:pt x="253673" y="228194"/>
                    <a:pt x="185726" y="256944"/>
                  </a:cubicBezTo>
                  <a:cubicBezTo>
                    <a:pt x="169273" y="263897"/>
                    <a:pt x="151588" y="267455"/>
                    <a:pt x="133730" y="267405"/>
                  </a:cubicBezTo>
                  <a:close/>
                  <a:moveTo>
                    <a:pt x="133730" y="21032"/>
                  </a:moveTo>
                  <a:cubicBezTo>
                    <a:pt x="71543" y="21032"/>
                    <a:pt x="21115" y="71509"/>
                    <a:pt x="21115" y="133757"/>
                  </a:cubicBezTo>
                  <a:cubicBezTo>
                    <a:pt x="21115" y="196004"/>
                    <a:pt x="71543" y="246482"/>
                    <a:pt x="133730" y="246482"/>
                  </a:cubicBezTo>
                  <a:cubicBezTo>
                    <a:pt x="195916" y="246482"/>
                    <a:pt x="246345" y="196004"/>
                    <a:pt x="246345" y="133757"/>
                  </a:cubicBezTo>
                  <a:cubicBezTo>
                    <a:pt x="246345" y="71509"/>
                    <a:pt x="195916" y="21032"/>
                    <a:pt x="133730" y="21032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395369" y="1754066"/>
              <a:ext cx="167122" cy="117120"/>
            </a:xfrm>
            <a:custGeom>
              <a:avLst/>
              <a:gdLst>
                <a:gd name="connsiteX0" fmla="*/ 60568 w 167122"/>
                <a:gd name="connsiteY0" fmla="*/ 117120 h 117120"/>
                <a:gd name="connsiteX1" fmla="*/ 53252 w 167122"/>
                <a:gd name="connsiteY1" fmla="*/ 113982 h 117120"/>
                <a:gd name="connsiteX2" fmla="*/ 3085 w 167122"/>
                <a:gd name="connsiteY2" fmla="*/ 63766 h 117120"/>
                <a:gd name="connsiteX3" fmla="*/ 3085 w 167122"/>
                <a:gd name="connsiteY3" fmla="*/ 48858 h 117120"/>
                <a:gd name="connsiteX4" fmla="*/ 17978 w 167122"/>
                <a:gd name="connsiteY4" fmla="*/ 48858 h 117120"/>
                <a:gd name="connsiteX5" fmla="*/ 60568 w 167122"/>
                <a:gd name="connsiteY5" fmla="*/ 91751 h 117120"/>
                <a:gd name="connsiteX6" fmla="*/ 149144 w 167122"/>
                <a:gd name="connsiteY6" fmla="*/ 3088 h 117120"/>
                <a:gd name="connsiteX7" fmla="*/ 164038 w 167122"/>
                <a:gd name="connsiteY7" fmla="*/ 3088 h 117120"/>
                <a:gd name="connsiteX8" fmla="*/ 164038 w 167122"/>
                <a:gd name="connsiteY8" fmla="*/ 17996 h 117120"/>
                <a:gd name="connsiteX9" fmla="*/ 67884 w 167122"/>
                <a:gd name="connsiteY9" fmla="*/ 113982 h 117120"/>
                <a:gd name="connsiteX10" fmla="*/ 60568 w 167122"/>
                <a:gd name="connsiteY10" fmla="*/ 117120 h 11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122" h="117120">
                  <a:moveTo>
                    <a:pt x="60568" y="117120"/>
                  </a:moveTo>
                  <a:cubicBezTo>
                    <a:pt x="57811" y="117081"/>
                    <a:pt x="55181" y="115953"/>
                    <a:pt x="53252" y="113982"/>
                  </a:cubicBezTo>
                  <a:lnTo>
                    <a:pt x="3085" y="63766"/>
                  </a:lnTo>
                  <a:cubicBezTo>
                    <a:pt x="-1028" y="59649"/>
                    <a:pt x="-1028" y="52974"/>
                    <a:pt x="3085" y="48858"/>
                  </a:cubicBezTo>
                  <a:cubicBezTo>
                    <a:pt x="7197" y="44741"/>
                    <a:pt x="13865" y="44741"/>
                    <a:pt x="17978" y="48858"/>
                  </a:cubicBezTo>
                  <a:lnTo>
                    <a:pt x="60568" y="91751"/>
                  </a:lnTo>
                  <a:lnTo>
                    <a:pt x="149144" y="3088"/>
                  </a:lnTo>
                  <a:cubicBezTo>
                    <a:pt x="153257" y="-1029"/>
                    <a:pt x="159925" y="-1029"/>
                    <a:pt x="164038" y="3088"/>
                  </a:cubicBezTo>
                  <a:cubicBezTo>
                    <a:pt x="168151" y="7204"/>
                    <a:pt x="168151" y="13879"/>
                    <a:pt x="164038" y="17996"/>
                  </a:cubicBezTo>
                  <a:lnTo>
                    <a:pt x="67884" y="113982"/>
                  </a:lnTo>
                  <a:cubicBezTo>
                    <a:pt x="65954" y="115953"/>
                    <a:pt x="63325" y="117081"/>
                    <a:pt x="60568" y="117120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452456" y="1588647"/>
            <a:ext cx="2103175" cy="30469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本月订单支付总量：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596832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86810" y="1964201"/>
            <a:ext cx="165646" cy="165684"/>
            <a:chOff x="344417" y="1684337"/>
            <a:chExt cx="267344" cy="267405"/>
          </a:xfrm>
        </p:grpSpPr>
        <p:sp>
          <p:nvSpPr>
            <p:cNvPr id="28" name="任意多边形: 形状 27"/>
            <p:cNvSpPr/>
            <p:nvPr/>
          </p:nvSpPr>
          <p:spPr>
            <a:xfrm>
              <a:off x="344417" y="1684337"/>
              <a:ext cx="267344" cy="267405"/>
            </a:xfrm>
            <a:custGeom>
              <a:avLst/>
              <a:gdLst>
                <a:gd name="connsiteX0" fmla="*/ 133730 w 267344"/>
                <a:gd name="connsiteY0" fmla="*/ 267405 h 267405"/>
                <a:gd name="connsiteX1" fmla="*/ 0 w 267344"/>
                <a:gd name="connsiteY1" fmla="*/ 133969 h 267405"/>
                <a:gd name="connsiteX2" fmla="*/ 81733 w 267344"/>
                <a:gd name="connsiteY2" fmla="*/ 10570 h 267405"/>
                <a:gd name="connsiteX3" fmla="*/ 256785 w 267344"/>
                <a:gd name="connsiteY3" fmla="*/ 81738 h 267405"/>
                <a:gd name="connsiteX4" fmla="*/ 185726 w 267344"/>
                <a:gd name="connsiteY4" fmla="*/ 256944 h 267405"/>
                <a:gd name="connsiteX5" fmla="*/ 133730 w 267344"/>
                <a:gd name="connsiteY5" fmla="*/ 267405 h 267405"/>
                <a:gd name="connsiteX6" fmla="*/ 133730 w 267344"/>
                <a:gd name="connsiteY6" fmla="*/ 21032 h 267405"/>
                <a:gd name="connsiteX7" fmla="*/ 21115 w 267344"/>
                <a:gd name="connsiteY7" fmla="*/ 133757 h 267405"/>
                <a:gd name="connsiteX8" fmla="*/ 133730 w 267344"/>
                <a:gd name="connsiteY8" fmla="*/ 246482 h 267405"/>
                <a:gd name="connsiteX9" fmla="*/ 246345 w 267344"/>
                <a:gd name="connsiteY9" fmla="*/ 133757 h 267405"/>
                <a:gd name="connsiteX10" fmla="*/ 133730 w 267344"/>
                <a:gd name="connsiteY10" fmla="*/ 21032 h 2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7344" h="267405">
                  <a:moveTo>
                    <a:pt x="133730" y="267405"/>
                  </a:moveTo>
                  <a:cubicBezTo>
                    <a:pt x="59990" y="267522"/>
                    <a:pt x="117" y="207781"/>
                    <a:pt x="0" y="133969"/>
                  </a:cubicBezTo>
                  <a:cubicBezTo>
                    <a:pt x="-85" y="80108"/>
                    <a:pt x="32137" y="31460"/>
                    <a:pt x="81733" y="10570"/>
                  </a:cubicBezTo>
                  <a:cubicBezTo>
                    <a:pt x="149706" y="-18164"/>
                    <a:pt x="228079" y="13699"/>
                    <a:pt x="256785" y="81738"/>
                  </a:cubicBezTo>
                  <a:cubicBezTo>
                    <a:pt x="285484" y="149761"/>
                    <a:pt x="253673" y="228194"/>
                    <a:pt x="185726" y="256944"/>
                  </a:cubicBezTo>
                  <a:cubicBezTo>
                    <a:pt x="169273" y="263897"/>
                    <a:pt x="151588" y="267455"/>
                    <a:pt x="133730" y="267405"/>
                  </a:cubicBezTo>
                  <a:close/>
                  <a:moveTo>
                    <a:pt x="133730" y="21032"/>
                  </a:moveTo>
                  <a:cubicBezTo>
                    <a:pt x="71543" y="21032"/>
                    <a:pt x="21115" y="71509"/>
                    <a:pt x="21115" y="133757"/>
                  </a:cubicBezTo>
                  <a:cubicBezTo>
                    <a:pt x="21115" y="196004"/>
                    <a:pt x="71543" y="246482"/>
                    <a:pt x="133730" y="246482"/>
                  </a:cubicBezTo>
                  <a:cubicBezTo>
                    <a:pt x="195916" y="246482"/>
                    <a:pt x="246345" y="196004"/>
                    <a:pt x="246345" y="133757"/>
                  </a:cubicBezTo>
                  <a:cubicBezTo>
                    <a:pt x="246345" y="71509"/>
                    <a:pt x="195916" y="21032"/>
                    <a:pt x="133730" y="21032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395369" y="1754066"/>
              <a:ext cx="167122" cy="117120"/>
            </a:xfrm>
            <a:custGeom>
              <a:avLst/>
              <a:gdLst>
                <a:gd name="connsiteX0" fmla="*/ 60568 w 167122"/>
                <a:gd name="connsiteY0" fmla="*/ 117120 h 117120"/>
                <a:gd name="connsiteX1" fmla="*/ 53252 w 167122"/>
                <a:gd name="connsiteY1" fmla="*/ 113982 h 117120"/>
                <a:gd name="connsiteX2" fmla="*/ 3085 w 167122"/>
                <a:gd name="connsiteY2" fmla="*/ 63766 h 117120"/>
                <a:gd name="connsiteX3" fmla="*/ 3085 w 167122"/>
                <a:gd name="connsiteY3" fmla="*/ 48858 h 117120"/>
                <a:gd name="connsiteX4" fmla="*/ 17978 w 167122"/>
                <a:gd name="connsiteY4" fmla="*/ 48858 h 117120"/>
                <a:gd name="connsiteX5" fmla="*/ 60568 w 167122"/>
                <a:gd name="connsiteY5" fmla="*/ 91751 h 117120"/>
                <a:gd name="connsiteX6" fmla="*/ 149144 w 167122"/>
                <a:gd name="connsiteY6" fmla="*/ 3088 h 117120"/>
                <a:gd name="connsiteX7" fmla="*/ 164038 w 167122"/>
                <a:gd name="connsiteY7" fmla="*/ 3088 h 117120"/>
                <a:gd name="connsiteX8" fmla="*/ 164038 w 167122"/>
                <a:gd name="connsiteY8" fmla="*/ 17996 h 117120"/>
                <a:gd name="connsiteX9" fmla="*/ 67884 w 167122"/>
                <a:gd name="connsiteY9" fmla="*/ 113982 h 117120"/>
                <a:gd name="connsiteX10" fmla="*/ 60568 w 167122"/>
                <a:gd name="connsiteY10" fmla="*/ 117120 h 11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122" h="117120">
                  <a:moveTo>
                    <a:pt x="60568" y="117120"/>
                  </a:moveTo>
                  <a:cubicBezTo>
                    <a:pt x="57811" y="117081"/>
                    <a:pt x="55181" y="115953"/>
                    <a:pt x="53252" y="113982"/>
                  </a:cubicBezTo>
                  <a:lnTo>
                    <a:pt x="3085" y="63766"/>
                  </a:lnTo>
                  <a:cubicBezTo>
                    <a:pt x="-1028" y="59649"/>
                    <a:pt x="-1028" y="52974"/>
                    <a:pt x="3085" y="48858"/>
                  </a:cubicBezTo>
                  <a:cubicBezTo>
                    <a:pt x="7197" y="44741"/>
                    <a:pt x="13865" y="44741"/>
                    <a:pt x="17978" y="48858"/>
                  </a:cubicBezTo>
                  <a:lnTo>
                    <a:pt x="60568" y="91751"/>
                  </a:lnTo>
                  <a:lnTo>
                    <a:pt x="149144" y="3088"/>
                  </a:lnTo>
                  <a:cubicBezTo>
                    <a:pt x="153257" y="-1029"/>
                    <a:pt x="159925" y="-1029"/>
                    <a:pt x="164038" y="3088"/>
                  </a:cubicBezTo>
                  <a:cubicBezTo>
                    <a:pt x="168151" y="7204"/>
                    <a:pt x="168151" y="13879"/>
                    <a:pt x="164038" y="17996"/>
                  </a:cubicBezTo>
                  <a:lnTo>
                    <a:pt x="67884" y="113982"/>
                  </a:lnTo>
                  <a:cubicBezTo>
                    <a:pt x="65954" y="115953"/>
                    <a:pt x="63325" y="117081"/>
                    <a:pt x="60568" y="117120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452456" y="1887831"/>
            <a:ext cx="2103175" cy="302327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本月取消订单量：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2361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286810" y="2271475"/>
            <a:ext cx="165646" cy="165684"/>
            <a:chOff x="344417" y="1684337"/>
            <a:chExt cx="267344" cy="267405"/>
          </a:xfrm>
        </p:grpSpPr>
        <p:sp>
          <p:nvSpPr>
            <p:cNvPr id="32" name="任意多边形: 形状 31"/>
            <p:cNvSpPr/>
            <p:nvPr/>
          </p:nvSpPr>
          <p:spPr>
            <a:xfrm>
              <a:off x="344417" y="1684337"/>
              <a:ext cx="267344" cy="267405"/>
            </a:xfrm>
            <a:custGeom>
              <a:avLst/>
              <a:gdLst>
                <a:gd name="connsiteX0" fmla="*/ 133730 w 267344"/>
                <a:gd name="connsiteY0" fmla="*/ 267405 h 267405"/>
                <a:gd name="connsiteX1" fmla="*/ 0 w 267344"/>
                <a:gd name="connsiteY1" fmla="*/ 133969 h 267405"/>
                <a:gd name="connsiteX2" fmla="*/ 81733 w 267344"/>
                <a:gd name="connsiteY2" fmla="*/ 10570 h 267405"/>
                <a:gd name="connsiteX3" fmla="*/ 256785 w 267344"/>
                <a:gd name="connsiteY3" fmla="*/ 81738 h 267405"/>
                <a:gd name="connsiteX4" fmla="*/ 185726 w 267344"/>
                <a:gd name="connsiteY4" fmla="*/ 256944 h 267405"/>
                <a:gd name="connsiteX5" fmla="*/ 133730 w 267344"/>
                <a:gd name="connsiteY5" fmla="*/ 267405 h 267405"/>
                <a:gd name="connsiteX6" fmla="*/ 133730 w 267344"/>
                <a:gd name="connsiteY6" fmla="*/ 21032 h 267405"/>
                <a:gd name="connsiteX7" fmla="*/ 21115 w 267344"/>
                <a:gd name="connsiteY7" fmla="*/ 133757 h 267405"/>
                <a:gd name="connsiteX8" fmla="*/ 133730 w 267344"/>
                <a:gd name="connsiteY8" fmla="*/ 246482 h 267405"/>
                <a:gd name="connsiteX9" fmla="*/ 246345 w 267344"/>
                <a:gd name="connsiteY9" fmla="*/ 133757 h 267405"/>
                <a:gd name="connsiteX10" fmla="*/ 133730 w 267344"/>
                <a:gd name="connsiteY10" fmla="*/ 21032 h 2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7344" h="267405">
                  <a:moveTo>
                    <a:pt x="133730" y="267405"/>
                  </a:moveTo>
                  <a:cubicBezTo>
                    <a:pt x="59990" y="267522"/>
                    <a:pt x="117" y="207781"/>
                    <a:pt x="0" y="133969"/>
                  </a:cubicBezTo>
                  <a:cubicBezTo>
                    <a:pt x="-85" y="80108"/>
                    <a:pt x="32137" y="31460"/>
                    <a:pt x="81733" y="10570"/>
                  </a:cubicBezTo>
                  <a:cubicBezTo>
                    <a:pt x="149706" y="-18164"/>
                    <a:pt x="228079" y="13699"/>
                    <a:pt x="256785" y="81738"/>
                  </a:cubicBezTo>
                  <a:cubicBezTo>
                    <a:pt x="285484" y="149761"/>
                    <a:pt x="253673" y="228194"/>
                    <a:pt x="185726" y="256944"/>
                  </a:cubicBezTo>
                  <a:cubicBezTo>
                    <a:pt x="169273" y="263897"/>
                    <a:pt x="151588" y="267455"/>
                    <a:pt x="133730" y="267405"/>
                  </a:cubicBezTo>
                  <a:close/>
                  <a:moveTo>
                    <a:pt x="133730" y="21032"/>
                  </a:moveTo>
                  <a:cubicBezTo>
                    <a:pt x="71543" y="21032"/>
                    <a:pt x="21115" y="71509"/>
                    <a:pt x="21115" y="133757"/>
                  </a:cubicBezTo>
                  <a:cubicBezTo>
                    <a:pt x="21115" y="196004"/>
                    <a:pt x="71543" y="246482"/>
                    <a:pt x="133730" y="246482"/>
                  </a:cubicBezTo>
                  <a:cubicBezTo>
                    <a:pt x="195916" y="246482"/>
                    <a:pt x="246345" y="196004"/>
                    <a:pt x="246345" y="133757"/>
                  </a:cubicBezTo>
                  <a:cubicBezTo>
                    <a:pt x="246345" y="71509"/>
                    <a:pt x="195916" y="21032"/>
                    <a:pt x="133730" y="21032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3" name="任意多边形: 形状 32"/>
            <p:cNvSpPr/>
            <p:nvPr/>
          </p:nvSpPr>
          <p:spPr>
            <a:xfrm>
              <a:off x="395369" y="1754066"/>
              <a:ext cx="167122" cy="117120"/>
            </a:xfrm>
            <a:custGeom>
              <a:avLst/>
              <a:gdLst>
                <a:gd name="connsiteX0" fmla="*/ 60568 w 167122"/>
                <a:gd name="connsiteY0" fmla="*/ 117120 h 117120"/>
                <a:gd name="connsiteX1" fmla="*/ 53252 w 167122"/>
                <a:gd name="connsiteY1" fmla="*/ 113982 h 117120"/>
                <a:gd name="connsiteX2" fmla="*/ 3085 w 167122"/>
                <a:gd name="connsiteY2" fmla="*/ 63766 h 117120"/>
                <a:gd name="connsiteX3" fmla="*/ 3085 w 167122"/>
                <a:gd name="connsiteY3" fmla="*/ 48858 h 117120"/>
                <a:gd name="connsiteX4" fmla="*/ 17978 w 167122"/>
                <a:gd name="connsiteY4" fmla="*/ 48858 h 117120"/>
                <a:gd name="connsiteX5" fmla="*/ 60568 w 167122"/>
                <a:gd name="connsiteY5" fmla="*/ 91751 h 117120"/>
                <a:gd name="connsiteX6" fmla="*/ 149144 w 167122"/>
                <a:gd name="connsiteY6" fmla="*/ 3088 h 117120"/>
                <a:gd name="connsiteX7" fmla="*/ 164038 w 167122"/>
                <a:gd name="connsiteY7" fmla="*/ 3088 h 117120"/>
                <a:gd name="connsiteX8" fmla="*/ 164038 w 167122"/>
                <a:gd name="connsiteY8" fmla="*/ 17996 h 117120"/>
                <a:gd name="connsiteX9" fmla="*/ 67884 w 167122"/>
                <a:gd name="connsiteY9" fmla="*/ 113982 h 117120"/>
                <a:gd name="connsiteX10" fmla="*/ 60568 w 167122"/>
                <a:gd name="connsiteY10" fmla="*/ 117120 h 11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122" h="117120">
                  <a:moveTo>
                    <a:pt x="60568" y="117120"/>
                  </a:moveTo>
                  <a:cubicBezTo>
                    <a:pt x="57811" y="117081"/>
                    <a:pt x="55181" y="115953"/>
                    <a:pt x="53252" y="113982"/>
                  </a:cubicBezTo>
                  <a:lnTo>
                    <a:pt x="3085" y="63766"/>
                  </a:lnTo>
                  <a:cubicBezTo>
                    <a:pt x="-1028" y="59649"/>
                    <a:pt x="-1028" y="52974"/>
                    <a:pt x="3085" y="48858"/>
                  </a:cubicBezTo>
                  <a:cubicBezTo>
                    <a:pt x="7197" y="44741"/>
                    <a:pt x="13865" y="44741"/>
                    <a:pt x="17978" y="48858"/>
                  </a:cubicBezTo>
                  <a:lnTo>
                    <a:pt x="60568" y="91751"/>
                  </a:lnTo>
                  <a:lnTo>
                    <a:pt x="149144" y="3088"/>
                  </a:lnTo>
                  <a:cubicBezTo>
                    <a:pt x="153257" y="-1029"/>
                    <a:pt x="159925" y="-1029"/>
                    <a:pt x="164038" y="3088"/>
                  </a:cubicBezTo>
                  <a:cubicBezTo>
                    <a:pt x="168151" y="7204"/>
                    <a:pt x="168151" y="13879"/>
                    <a:pt x="164038" y="17996"/>
                  </a:cubicBezTo>
                  <a:lnTo>
                    <a:pt x="67884" y="113982"/>
                  </a:lnTo>
                  <a:cubicBezTo>
                    <a:pt x="65954" y="115953"/>
                    <a:pt x="63325" y="117081"/>
                    <a:pt x="60568" y="117120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452456" y="2195105"/>
            <a:ext cx="2103175" cy="302327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本月被投诉订单量：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1259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17877" y="2873954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本月订单转化率</a:t>
            </a:r>
          </a:p>
        </p:txBody>
      </p:sp>
      <p:sp>
        <p:nvSpPr>
          <p:cNvPr id="39" name="矩形 38"/>
          <p:cNvSpPr/>
          <p:nvPr/>
        </p:nvSpPr>
        <p:spPr>
          <a:xfrm>
            <a:off x="192088" y="4842560"/>
            <a:ext cx="2363543" cy="1862709"/>
          </a:xfrm>
          <a:prstGeom prst="rect">
            <a:avLst/>
          </a:prstGeom>
          <a:solidFill>
            <a:schemeClr val="accent3">
              <a:lumMod val="20000"/>
              <a:lumOff val="80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17877" y="4912481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解析维度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322272" y="5422247"/>
            <a:ext cx="2103175" cy="121122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资产结构：包括流动资产与非流动资产的配比，如现金、存款、房产、股票等。健康的资产结构有助于平衡风险与收益</a:t>
            </a:r>
          </a:p>
        </p:txBody>
      </p:sp>
      <p:cxnSp>
        <p:nvCxnSpPr>
          <p:cNvPr id="42" name="直接连接符 41"/>
          <p:cNvCxnSpPr/>
          <p:nvPr/>
        </p:nvCxnSpPr>
        <p:spPr>
          <a:xfrm>
            <a:off x="1235127" y="5324271"/>
            <a:ext cx="277464" cy="0"/>
          </a:xfrm>
          <a:prstGeom prst="line">
            <a:avLst/>
          </a:prstGeom>
          <a:ln w="22225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椭圆 42"/>
          <p:cNvSpPr/>
          <p:nvPr/>
        </p:nvSpPr>
        <p:spPr>
          <a:xfrm>
            <a:off x="489746" y="3650430"/>
            <a:ext cx="633414" cy="63341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4" name="矩形: 圆角 43"/>
          <p:cNvSpPr/>
          <p:nvPr/>
        </p:nvSpPr>
        <p:spPr>
          <a:xfrm>
            <a:off x="615647" y="3253074"/>
            <a:ext cx="381612" cy="76611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562182" y="3722866"/>
            <a:ext cx="488542" cy="4885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77370" y="3474282"/>
            <a:ext cx="258166" cy="4572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16242" y="4306577"/>
            <a:ext cx="1380422" cy="267317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新增订单量：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623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18312" y="3801867"/>
            <a:ext cx="576283" cy="3305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82%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1602178" y="3650430"/>
            <a:ext cx="633414" cy="63341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: 圆角 51"/>
          <p:cNvSpPr/>
          <p:nvPr/>
        </p:nvSpPr>
        <p:spPr>
          <a:xfrm>
            <a:off x="1728079" y="3253074"/>
            <a:ext cx="381612" cy="76611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1674614" y="3722866"/>
            <a:ext cx="488542" cy="4885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789802" y="3651072"/>
            <a:ext cx="258166" cy="2805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228674" y="4306577"/>
            <a:ext cx="1380422" cy="267317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订单支付量：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253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630744" y="3801867"/>
            <a:ext cx="576283" cy="3305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46%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61" name="图表 60"/>
          <p:cNvGraphicFramePr/>
          <p:nvPr/>
        </p:nvGraphicFramePr>
        <p:xfrm>
          <a:off x="2654816" y="1274019"/>
          <a:ext cx="5972197" cy="1517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2" name="文本框 61"/>
          <p:cNvSpPr txBox="1"/>
          <p:nvPr/>
        </p:nvSpPr>
        <p:spPr>
          <a:xfrm>
            <a:off x="4251961" y="842572"/>
            <a:ext cx="2835746" cy="33348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年销售增长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2840511" y="2873954"/>
            <a:ext cx="1525106" cy="29905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上半年销售额</a:t>
            </a:r>
          </a:p>
        </p:txBody>
      </p:sp>
      <p:sp>
        <p:nvSpPr>
          <p:cNvPr id="7168" name="文本框 7167"/>
          <p:cNvSpPr txBox="1"/>
          <p:nvPr/>
        </p:nvSpPr>
        <p:spPr>
          <a:xfrm>
            <a:off x="2840511" y="3099129"/>
            <a:ext cx="1525106" cy="40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5698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cxnSp>
        <p:nvCxnSpPr>
          <p:cNvPr id="7171" name="直接连接符 7170"/>
          <p:cNvCxnSpPr/>
          <p:nvPr/>
        </p:nvCxnSpPr>
        <p:spPr>
          <a:xfrm>
            <a:off x="4251961" y="2873954"/>
            <a:ext cx="0" cy="60032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2" name="文本框 7171"/>
          <p:cNvSpPr txBox="1"/>
          <p:nvPr/>
        </p:nvSpPr>
        <p:spPr>
          <a:xfrm>
            <a:off x="4447755" y="2873954"/>
            <a:ext cx="1525106" cy="29905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上半年增长率</a:t>
            </a:r>
          </a:p>
        </p:txBody>
      </p:sp>
      <p:sp>
        <p:nvSpPr>
          <p:cNvPr id="7173" name="文本框 7172"/>
          <p:cNvSpPr txBox="1"/>
          <p:nvPr/>
        </p:nvSpPr>
        <p:spPr>
          <a:xfrm>
            <a:off x="4447755" y="3099129"/>
            <a:ext cx="1525106" cy="40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32%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7174" name="直接连接符 7173"/>
          <p:cNvCxnSpPr/>
          <p:nvPr/>
        </p:nvCxnSpPr>
        <p:spPr>
          <a:xfrm>
            <a:off x="5706896" y="2873954"/>
            <a:ext cx="0" cy="60032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5" name="文本框 7174"/>
          <p:cNvSpPr txBox="1"/>
          <p:nvPr/>
        </p:nvSpPr>
        <p:spPr>
          <a:xfrm>
            <a:off x="5810454" y="2873954"/>
            <a:ext cx="1525106" cy="29905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月份销售额</a:t>
            </a:r>
          </a:p>
        </p:txBody>
      </p:sp>
      <p:sp>
        <p:nvSpPr>
          <p:cNvPr id="7176" name="文本框 7175"/>
          <p:cNvSpPr txBox="1"/>
          <p:nvPr/>
        </p:nvSpPr>
        <p:spPr>
          <a:xfrm>
            <a:off x="5810454" y="3099129"/>
            <a:ext cx="1525106" cy="40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2696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cxnSp>
        <p:nvCxnSpPr>
          <p:cNvPr id="7177" name="直接连接符 7176"/>
          <p:cNvCxnSpPr/>
          <p:nvPr/>
        </p:nvCxnSpPr>
        <p:spPr>
          <a:xfrm>
            <a:off x="7108180" y="2873954"/>
            <a:ext cx="0" cy="60032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8" name="文本框 7177"/>
          <p:cNvSpPr txBox="1"/>
          <p:nvPr/>
        </p:nvSpPr>
        <p:spPr>
          <a:xfrm>
            <a:off x="7232002" y="2873954"/>
            <a:ext cx="1277461" cy="29905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月份增长率</a:t>
            </a:r>
          </a:p>
        </p:txBody>
      </p:sp>
      <p:sp>
        <p:nvSpPr>
          <p:cNvPr id="7179" name="文本框 7178"/>
          <p:cNvSpPr txBox="1"/>
          <p:nvPr/>
        </p:nvSpPr>
        <p:spPr>
          <a:xfrm>
            <a:off x="7232002" y="3099129"/>
            <a:ext cx="1277461" cy="40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18%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7182" name="图表 7181"/>
          <p:cNvGraphicFramePr/>
          <p:nvPr/>
        </p:nvGraphicFramePr>
        <p:xfrm>
          <a:off x="8480341" y="882635"/>
          <a:ext cx="2655417" cy="17702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183" name="文本框 7182"/>
          <p:cNvSpPr txBox="1"/>
          <p:nvPr/>
        </p:nvSpPr>
        <p:spPr>
          <a:xfrm>
            <a:off x="9425573" y="1442639"/>
            <a:ext cx="764953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80D0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69%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B80D0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84" name="文本框 7183"/>
          <p:cNvSpPr txBox="1"/>
          <p:nvPr/>
        </p:nvSpPr>
        <p:spPr>
          <a:xfrm>
            <a:off x="10379775" y="1259063"/>
            <a:ext cx="1511965" cy="36715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订单销量</a:t>
            </a:r>
          </a:p>
        </p:txBody>
      </p:sp>
      <p:sp>
        <p:nvSpPr>
          <p:cNvPr id="7185" name="文本框 7184"/>
          <p:cNvSpPr txBox="1"/>
          <p:nvPr/>
        </p:nvSpPr>
        <p:spPr>
          <a:xfrm>
            <a:off x="10379775" y="1579485"/>
            <a:ext cx="1511965" cy="33348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较上月增加</a:t>
            </a:r>
          </a:p>
        </p:txBody>
      </p:sp>
      <p:sp>
        <p:nvSpPr>
          <p:cNvPr id="7186" name="等腰三角形 7185"/>
          <p:cNvSpPr/>
          <p:nvPr/>
        </p:nvSpPr>
        <p:spPr>
          <a:xfrm>
            <a:off x="11612880" y="1970989"/>
            <a:ext cx="172972" cy="149114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87" name="文本框 7186"/>
          <p:cNvSpPr txBox="1"/>
          <p:nvPr/>
        </p:nvSpPr>
        <p:spPr>
          <a:xfrm>
            <a:off x="8829755" y="2590443"/>
            <a:ext cx="3097974" cy="96385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消费者资产健康是一个多维度、动态变化的综合概念，涵盖行为与认知层面。消费者正通过保守策略（如减少借贷、增加储蓄）主动优化资产健康状态</a:t>
            </a:r>
          </a:p>
        </p:txBody>
      </p:sp>
      <p:graphicFrame>
        <p:nvGraphicFramePr>
          <p:cNvPr id="7188" name="图表 7187"/>
          <p:cNvGraphicFramePr/>
          <p:nvPr/>
        </p:nvGraphicFramePr>
        <p:xfrm>
          <a:off x="8480341" y="3938503"/>
          <a:ext cx="2655417" cy="17702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189" name="文本框 7188"/>
          <p:cNvSpPr txBox="1"/>
          <p:nvPr/>
        </p:nvSpPr>
        <p:spPr>
          <a:xfrm>
            <a:off x="9425573" y="4498507"/>
            <a:ext cx="764954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78%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90" name="文本框 7189"/>
          <p:cNvSpPr txBox="1"/>
          <p:nvPr/>
        </p:nvSpPr>
        <p:spPr>
          <a:xfrm>
            <a:off x="10379775" y="4314931"/>
            <a:ext cx="1511965" cy="36715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总销售额</a:t>
            </a:r>
          </a:p>
        </p:txBody>
      </p:sp>
      <p:sp>
        <p:nvSpPr>
          <p:cNvPr id="7191" name="文本框 7190"/>
          <p:cNvSpPr txBox="1"/>
          <p:nvPr/>
        </p:nvSpPr>
        <p:spPr>
          <a:xfrm>
            <a:off x="10379775" y="4635353"/>
            <a:ext cx="1511965" cy="33348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较上月增加</a:t>
            </a:r>
          </a:p>
        </p:txBody>
      </p:sp>
      <p:sp>
        <p:nvSpPr>
          <p:cNvPr id="7192" name="等腰三角形 7191"/>
          <p:cNvSpPr/>
          <p:nvPr/>
        </p:nvSpPr>
        <p:spPr>
          <a:xfrm>
            <a:off x="11612880" y="5026857"/>
            <a:ext cx="172972" cy="14911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93" name="文本框 7192"/>
          <p:cNvSpPr txBox="1"/>
          <p:nvPr/>
        </p:nvSpPr>
        <p:spPr>
          <a:xfrm>
            <a:off x="8829755" y="5646311"/>
            <a:ext cx="3097974" cy="96385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“总销售额”又叫成交金额（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Gross Merchandise Volume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），是一段时间内所有已付款订单的含税金额之和。只要消费者把钱付了，就全额计入总销售额</a:t>
            </a:r>
          </a:p>
        </p:txBody>
      </p:sp>
      <p:graphicFrame>
        <p:nvGraphicFramePr>
          <p:cNvPr id="7215" name="图表 7214"/>
          <p:cNvGraphicFramePr/>
          <p:nvPr/>
        </p:nvGraphicFramePr>
        <p:xfrm>
          <a:off x="2670819" y="4283844"/>
          <a:ext cx="5969688" cy="2389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7216" name="文本框 7215"/>
          <p:cNvSpPr txBox="1"/>
          <p:nvPr/>
        </p:nvSpPr>
        <p:spPr>
          <a:xfrm>
            <a:off x="4016669" y="3967137"/>
            <a:ext cx="3306330" cy="33348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存货周转天数及存货周转率趋势</a:t>
            </a: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93670" y="63770"/>
            <a:ext cx="35541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甘特图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项目流程复盘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2682241" y="883920"/>
            <a:ext cx="2235124" cy="1188720"/>
          </a:xfrm>
          <a:prstGeom prst="roundRect">
            <a:avLst>
              <a:gd name="adj" fmla="val 0"/>
            </a:avLst>
          </a:prstGeom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5043090" y="883920"/>
            <a:ext cx="2235124" cy="118872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7403939" y="883920"/>
            <a:ext cx="2235124" cy="118872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9764788" y="883920"/>
            <a:ext cx="2235124" cy="118872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2682240" y="2194560"/>
            <a:ext cx="9317671" cy="451104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868792" y="2400050"/>
            <a:ext cx="4696594" cy="36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17 July 2025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4474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68792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14 F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2960232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3477789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14 F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3569229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4086786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15 S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4178226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4695783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16 S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4787223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5304780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17 M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5396220" y="3136228"/>
            <a:ext cx="0" cy="329505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5913777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18 T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6005217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6522774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19 W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6614214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7131771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21 T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7223211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7740768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22 F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7832208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8349765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23 S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8441205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8958762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24 S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48" name="直接连接符 47"/>
          <p:cNvCxnSpPr/>
          <p:nvPr/>
        </p:nvCxnSpPr>
        <p:spPr>
          <a:xfrm>
            <a:off x="9050202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9567759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25 M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51" name="直接连接符 50"/>
          <p:cNvCxnSpPr/>
          <p:nvPr/>
        </p:nvCxnSpPr>
        <p:spPr>
          <a:xfrm>
            <a:off x="9659199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10176756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26 T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10268196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10785753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27 W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57" name="直接连接符 56"/>
          <p:cNvCxnSpPr/>
          <p:nvPr/>
        </p:nvCxnSpPr>
        <p:spPr>
          <a:xfrm>
            <a:off x="10877193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11394750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29 F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60" name="直接连接符 59"/>
          <p:cNvCxnSpPr/>
          <p:nvPr/>
        </p:nvCxnSpPr>
        <p:spPr>
          <a:xfrm>
            <a:off x="11486190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2682240" y="3427238"/>
            <a:ext cx="488314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椭圆 62"/>
          <p:cNvSpPr/>
          <p:nvPr/>
        </p:nvSpPr>
        <p:spPr>
          <a:xfrm>
            <a:off x="7523859" y="3366278"/>
            <a:ext cx="121921" cy="121921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4" name="矩形: 圆角 1023"/>
          <p:cNvSpPr/>
          <p:nvPr/>
        </p:nvSpPr>
        <p:spPr>
          <a:xfrm>
            <a:off x="2960233" y="3222724"/>
            <a:ext cx="1922265" cy="409029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5" name="矩形: 圆角 1024"/>
          <p:cNvSpPr/>
          <p:nvPr/>
        </p:nvSpPr>
        <p:spPr>
          <a:xfrm>
            <a:off x="7694690" y="3222724"/>
            <a:ext cx="894574" cy="409029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027" name="直接连接符 1026"/>
          <p:cNvCxnSpPr/>
          <p:nvPr/>
        </p:nvCxnSpPr>
        <p:spPr>
          <a:xfrm>
            <a:off x="2682240" y="4129016"/>
            <a:ext cx="6531208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椭圆 1027"/>
          <p:cNvSpPr/>
          <p:nvPr/>
        </p:nvSpPr>
        <p:spPr>
          <a:xfrm>
            <a:off x="9091527" y="4068056"/>
            <a:ext cx="121921" cy="121921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9" name="矩形: 圆角 1028"/>
          <p:cNvSpPr/>
          <p:nvPr/>
        </p:nvSpPr>
        <p:spPr>
          <a:xfrm>
            <a:off x="2960232" y="3924502"/>
            <a:ext cx="3353334" cy="40902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0" name="矩形: 圆角 1029"/>
          <p:cNvSpPr/>
          <p:nvPr/>
        </p:nvSpPr>
        <p:spPr>
          <a:xfrm>
            <a:off x="9262358" y="3924502"/>
            <a:ext cx="894574" cy="40902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032" name="直接连接符 1031"/>
          <p:cNvCxnSpPr/>
          <p:nvPr/>
        </p:nvCxnSpPr>
        <p:spPr>
          <a:xfrm>
            <a:off x="5735502" y="4830794"/>
            <a:ext cx="6264409" cy="0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4" name="矩形: 圆角 1033"/>
          <p:cNvSpPr/>
          <p:nvPr/>
        </p:nvSpPr>
        <p:spPr>
          <a:xfrm>
            <a:off x="5396220" y="4626280"/>
            <a:ext cx="3260098" cy="40902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038" name="直接连接符 1037"/>
          <p:cNvCxnSpPr/>
          <p:nvPr/>
        </p:nvCxnSpPr>
        <p:spPr>
          <a:xfrm>
            <a:off x="2682240" y="5532572"/>
            <a:ext cx="6531208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椭圆 1038"/>
          <p:cNvSpPr/>
          <p:nvPr/>
        </p:nvSpPr>
        <p:spPr>
          <a:xfrm>
            <a:off x="9210608" y="5471612"/>
            <a:ext cx="121921" cy="121921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0" name="矩形: 圆角 1039"/>
          <p:cNvSpPr/>
          <p:nvPr/>
        </p:nvSpPr>
        <p:spPr>
          <a:xfrm>
            <a:off x="3750796" y="5328058"/>
            <a:ext cx="3312010" cy="40902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1" name="矩形: 圆角 1040"/>
          <p:cNvSpPr/>
          <p:nvPr/>
        </p:nvSpPr>
        <p:spPr>
          <a:xfrm>
            <a:off x="9381439" y="5328058"/>
            <a:ext cx="894574" cy="40902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042" name="直接连接符 1041"/>
          <p:cNvCxnSpPr/>
          <p:nvPr/>
        </p:nvCxnSpPr>
        <p:spPr>
          <a:xfrm>
            <a:off x="8318592" y="6234348"/>
            <a:ext cx="3689013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矩形: 圆角 1043"/>
          <p:cNvSpPr/>
          <p:nvPr/>
        </p:nvSpPr>
        <p:spPr>
          <a:xfrm>
            <a:off x="8101683" y="6029834"/>
            <a:ext cx="3171145" cy="409029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7" name="矩形: 圆顶角 1056"/>
          <p:cNvSpPr/>
          <p:nvPr/>
        </p:nvSpPr>
        <p:spPr>
          <a:xfrm rot="5400000">
            <a:off x="1122053" y="2246813"/>
            <a:ext cx="500917" cy="236084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9" name="矩形: 圆顶角 1058"/>
          <p:cNvSpPr/>
          <p:nvPr/>
        </p:nvSpPr>
        <p:spPr>
          <a:xfrm rot="5400000">
            <a:off x="1122053" y="2948591"/>
            <a:ext cx="500917" cy="236084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0" name="矩形: 圆顶角 1059"/>
          <p:cNvSpPr/>
          <p:nvPr/>
        </p:nvSpPr>
        <p:spPr>
          <a:xfrm rot="5400000">
            <a:off x="1122053" y="3650369"/>
            <a:ext cx="500917" cy="236084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1" name="矩形: 圆顶角 1060"/>
          <p:cNvSpPr/>
          <p:nvPr/>
        </p:nvSpPr>
        <p:spPr>
          <a:xfrm rot="5400000">
            <a:off x="1122053" y="4352147"/>
            <a:ext cx="500917" cy="236084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2"/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2" name="矩形: 圆顶角 1061"/>
          <p:cNvSpPr/>
          <p:nvPr/>
        </p:nvSpPr>
        <p:spPr>
          <a:xfrm rot="5400000">
            <a:off x="1122053" y="5053925"/>
            <a:ext cx="500917" cy="236084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3" name="矩形: 圆顶角 1062"/>
          <p:cNvSpPr/>
          <p:nvPr/>
        </p:nvSpPr>
        <p:spPr>
          <a:xfrm rot="5400000">
            <a:off x="1122053" y="1545035"/>
            <a:ext cx="500917" cy="236084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6" name="图形 1064"/>
          <p:cNvSpPr/>
          <p:nvPr/>
        </p:nvSpPr>
        <p:spPr>
          <a:xfrm>
            <a:off x="609734" y="1005840"/>
            <a:ext cx="1391732" cy="1188720"/>
          </a:xfrm>
          <a:custGeom>
            <a:avLst/>
            <a:gdLst>
              <a:gd name="connsiteX0" fmla="*/ 1088162 w 1391732"/>
              <a:gd name="connsiteY0" fmla="*/ 323596 h 1188720"/>
              <a:gd name="connsiteX1" fmla="*/ 923289 w 1391732"/>
              <a:gd name="connsiteY1" fmla="*/ 158496 h 1188720"/>
              <a:gd name="connsiteX2" fmla="*/ 1088162 w 1391732"/>
              <a:gd name="connsiteY2" fmla="*/ 0 h 1188720"/>
              <a:gd name="connsiteX3" fmla="*/ 1253035 w 1391732"/>
              <a:gd name="connsiteY3" fmla="*/ 165100 h 1188720"/>
              <a:gd name="connsiteX4" fmla="*/ 1088162 w 1391732"/>
              <a:gd name="connsiteY4" fmla="*/ 323596 h 1188720"/>
              <a:gd name="connsiteX5" fmla="*/ 1365148 w 1391732"/>
              <a:gd name="connsiteY5" fmla="*/ 435864 h 1188720"/>
              <a:gd name="connsiteX6" fmla="*/ 1200275 w 1391732"/>
              <a:gd name="connsiteY6" fmla="*/ 614172 h 1188720"/>
              <a:gd name="connsiteX7" fmla="*/ 1140921 w 1391732"/>
              <a:gd name="connsiteY7" fmla="*/ 647192 h 1188720"/>
              <a:gd name="connsiteX8" fmla="*/ 1127731 w 1391732"/>
              <a:gd name="connsiteY8" fmla="*/ 647192 h 1188720"/>
              <a:gd name="connsiteX9" fmla="*/ 1074972 w 1391732"/>
              <a:gd name="connsiteY9" fmla="*/ 633984 h 1188720"/>
              <a:gd name="connsiteX10" fmla="*/ 956263 w 1391732"/>
              <a:gd name="connsiteY10" fmla="*/ 554736 h 1188720"/>
              <a:gd name="connsiteX11" fmla="*/ 837555 w 1391732"/>
              <a:gd name="connsiteY11" fmla="*/ 660400 h 1188720"/>
              <a:gd name="connsiteX12" fmla="*/ 1015617 w 1391732"/>
              <a:gd name="connsiteY12" fmla="*/ 746252 h 1188720"/>
              <a:gd name="connsiteX13" fmla="*/ 1061782 w 1391732"/>
              <a:gd name="connsiteY13" fmla="*/ 805688 h 1188720"/>
              <a:gd name="connsiteX14" fmla="*/ 1048592 w 1391732"/>
              <a:gd name="connsiteY14" fmla="*/ 878332 h 1188720"/>
              <a:gd name="connsiteX15" fmla="*/ 883719 w 1391732"/>
              <a:gd name="connsiteY15" fmla="*/ 1149096 h 1188720"/>
              <a:gd name="connsiteX16" fmla="*/ 824365 w 1391732"/>
              <a:gd name="connsiteY16" fmla="*/ 1188720 h 1188720"/>
              <a:gd name="connsiteX17" fmla="*/ 804580 w 1391732"/>
              <a:gd name="connsiteY17" fmla="*/ 1188720 h 1188720"/>
              <a:gd name="connsiteX18" fmla="*/ 758416 w 1391732"/>
              <a:gd name="connsiteY18" fmla="*/ 1175512 h 1188720"/>
              <a:gd name="connsiteX19" fmla="*/ 725441 w 1391732"/>
              <a:gd name="connsiteY19" fmla="*/ 1050036 h 1188720"/>
              <a:gd name="connsiteX20" fmla="*/ 837555 w 1391732"/>
              <a:gd name="connsiteY20" fmla="*/ 865124 h 1188720"/>
              <a:gd name="connsiteX21" fmla="*/ 699061 w 1391732"/>
              <a:gd name="connsiteY21" fmla="*/ 799084 h 1188720"/>
              <a:gd name="connsiteX22" fmla="*/ 586948 w 1391732"/>
              <a:gd name="connsiteY22" fmla="*/ 970788 h 1188720"/>
              <a:gd name="connsiteX23" fmla="*/ 573758 w 1391732"/>
              <a:gd name="connsiteY23" fmla="*/ 997204 h 1188720"/>
              <a:gd name="connsiteX24" fmla="*/ 290176 w 1391732"/>
              <a:gd name="connsiteY24" fmla="*/ 1175512 h 1188720"/>
              <a:gd name="connsiteX25" fmla="*/ 237417 w 1391732"/>
              <a:gd name="connsiteY25" fmla="*/ 1188720 h 1188720"/>
              <a:gd name="connsiteX26" fmla="*/ 211037 w 1391732"/>
              <a:gd name="connsiteY26" fmla="*/ 1188720 h 1188720"/>
              <a:gd name="connsiteX27" fmla="*/ 151683 w 1391732"/>
              <a:gd name="connsiteY27" fmla="*/ 1142492 h 1188720"/>
              <a:gd name="connsiteX28" fmla="*/ 184658 w 1391732"/>
              <a:gd name="connsiteY28" fmla="*/ 1017016 h 1188720"/>
              <a:gd name="connsiteX29" fmla="*/ 448454 w 1391732"/>
              <a:gd name="connsiteY29" fmla="*/ 851916 h 1188720"/>
              <a:gd name="connsiteX30" fmla="*/ 580353 w 1391732"/>
              <a:gd name="connsiteY30" fmla="*/ 653796 h 1188720"/>
              <a:gd name="connsiteX31" fmla="*/ 606733 w 1391732"/>
              <a:gd name="connsiteY31" fmla="*/ 614172 h 1188720"/>
              <a:gd name="connsiteX32" fmla="*/ 791390 w 1391732"/>
              <a:gd name="connsiteY32" fmla="*/ 449072 h 1188720"/>
              <a:gd name="connsiteX33" fmla="*/ 705656 w 1391732"/>
              <a:gd name="connsiteY33" fmla="*/ 396240 h 1188720"/>
              <a:gd name="connsiteX34" fmla="*/ 547378 w 1391732"/>
              <a:gd name="connsiteY34" fmla="*/ 435864 h 1188720"/>
              <a:gd name="connsiteX35" fmla="*/ 435265 w 1391732"/>
              <a:gd name="connsiteY35" fmla="*/ 369824 h 1188720"/>
              <a:gd name="connsiteX36" fmla="*/ 501214 w 1391732"/>
              <a:gd name="connsiteY36" fmla="*/ 257556 h 1188720"/>
              <a:gd name="connsiteX37" fmla="*/ 712251 w 1391732"/>
              <a:gd name="connsiteY37" fmla="*/ 198120 h 1188720"/>
              <a:gd name="connsiteX38" fmla="*/ 791390 w 1391732"/>
              <a:gd name="connsiteY38" fmla="*/ 211328 h 1188720"/>
              <a:gd name="connsiteX39" fmla="*/ 1009023 w 1391732"/>
              <a:gd name="connsiteY39" fmla="*/ 356616 h 1188720"/>
              <a:gd name="connsiteX40" fmla="*/ 1015617 w 1391732"/>
              <a:gd name="connsiteY40" fmla="*/ 363220 h 1188720"/>
              <a:gd name="connsiteX41" fmla="*/ 1121136 w 1391732"/>
              <a:gd name="connsiteY41" fmla="*/ 429260 h 1188720"/>
              <a:gd name="connsiteX42" fmla="*/ 1226655 w 1391732"/>
              <a:gd name="connsiteY42" fmla="*/ 310388 h 1188720"/>
              <a:gd name="connsiteX43" fmla="*/ 1292604 w 1391732"/>
              <a:gd name="connsiteY43" fmla="*/ 277368 h 1188720"/>
              <a:gd name="connsiteX44" fmla="*/ 1358553 w 1391732"/>
              <a:gd name="connsiteY44" fmla="*/ 303784 h 1188720"/>
              <a:gd name="connsiteX45" fmla="*/ 1365148 w 1391732"/>
              <a:gd name="connsiteY45" fmla="*/ 435864 h 1188720"/>
              <a:gd name="connsiteX46" fmla="*/ 408885 w 1391732"/>
              <a:gd name="connsiteY46" fmla="*/ 184912 h 1188720"/>
              <a:gd name="connsiteX47" fmla="*/ 85734 w 1391732"/>
              <a:gd name="connsiteY47" fmla="*/ 184912 h 1188720"/>
              <a:gd name="connsiteX48" fmla="*/ 59354 w 1391732"/>
              <a:gd name="connsiteY48" fmla="*/ 158496 h 1188720"/>
              <a:gd name="connsiteX49" fmla="*/ 85734 w 1391732"/>
              <a:gd name="connsiteY49" fmla="*/ 132080 h 1188720"/>
              <a:gd name="connsiteX50" fmla="*/ 408885 w 1391732"/>
              <a:gd name="connsiteY50" fmla="*/ 132080 h 1188720"/>
              <a:gd name="connsiteX51" fmla="*/ 435265 w 1391732"/>
              <a:gd name="connsiteY51" fmla="*/ 158496 h 1188720"/>
              <a:gd name="connsiteX52" fmla="*/ 408885 w 1391732"/>
              <a:gd name="connsiteY52" fmla="*/ 184912 h 1188720"/>
              <a:gd name="connsiteX53" fmla="*/ 408885 w 1391732"/>
              <a:gd name="connsiteY53" fmla="*/ 574548 h 1188720"/>
              <a:gd name="connsiteX54" fmla="*/ 26380 w 1391732"/>
              <a:gd name="connsiteY54" fmla="*/ 574548 h 1188720"/>
              <a:gd name="connsiteX55" fmla="*/ 0 w 1391732"/>
              <a:gd name="connsiteY55" fmla="*/ 548132 h 1188720"/>
              <a:gd name="connsiteX56" fmla="*/ 26380 w 1391732"/>
              <a:gd name="connsiteY56" fmla="*/ 515112 h 1188720"/>
              <a:gd name="connsiteX57" fmla="*/ 408885 w 1391732"/>
              <a:gd name="connsiteY57" fmla="*/ 515112 h 1188720"/>
              <a:gd name="connsiteX58" fmla="*/ 435265 w 1391732"/>
              <a:gd name="connsiteY58" fmla="*/ 541528 h 1188720"/>
              <a:gd name="connsiteX59" fmla="*/ 408885 w 1391732"/>
              <a:gd name="connsiteY59" fmla="*/ 574548 h 1188720"/>
              <a:gd name="connsiteX60" fmla="*/ 244012 w 1391732"/>
              <a:gd name="connsiteY60" fmla="*/ 376428 h 1188720"/>
              <a:gd name="connsiteX61" fmla="*/ 131898 w 1391732"/>
              <a:gd name="connsiteY61" fmla="*/ 376428 h 1188720"/>
              <a:gd name="connsiteX62" fmla="*/ 105519 w 1391732"/>
              <a:gd name="connsiteY62" fmla="*/ 350012 h 1188720"/>
              <a:gd name="connsiteX63" fmla="*/ 131898 w 1391732"/>
              <a:gd name="connsiteY63" fmla="*/ 316992 h 1188720"/>
              <a:gd name="connsiteX64" fmla="*/ 250607 w 1391732"/>
              <a:gd name="connsiteY64" fmla="*/ 316992 h 1188720"/>
              <a:gd name="connsiteX65" fmla="*/ 276987 w 1391732"/>
              <a:gd name="connsiteY65" fmla="*/ 343408 h 1188720"/>
              <a:gd name="connsiteX66" fmla="*/ 244012 w 1391732"/>
              <a:gd name="connsiteY66" fmla="*/ 376428 h 1188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391732" h="1188720">
                <a:moveTo>
                  <a:pt x="1088162" y="323596"/>
                </a:moveTo>
                <a:cubicBezTo>
                  <a:pt x="995833" y="323596"/>
                  <a:pt x="923289" y="250952"/>
                  <a:pt x="923289" y="158496"/>
                </a:cubicBezTo>
                <a:cubicBezTo>
                  <a:pt x="923289" y="72644"/>
                  <a:pt x="995833" y="0"/>
                  <a:pt x="1088162" y="0"/>
                </a:cubicBezTo>
                <a:cubicBezTo>
                  <a:pt x="1180490" y="0"/>
                  <a:pt x="1253035" y="72644"/>
                  <a:pt x="1253035" y="165100"/>
                </a:cubicBezTo>
                <a:cubicBezTo>
                  <a:pt x="1253035" y="250952"/>
                  <a:pt x="1180490" y="323596"/>
                  <a:pt x="1088162" y="323596"/>
                </a:cubicBezTo>
                <a:close/>
                <a:moveTo>
                  <a:pt x="1365148" y="435864"/>
                </a:moveTo>
                <a:lnTo>
                  <a:pt x="1200275" y="614172"/>
                </a:lnTo>
                <a:cubicBezTo>
                  <a:pt x="1187085" y="633984"/>
                  <a:pt x="1167301" y="640588"/>
                  <a:pt x="1140921" y="647192"/>
                </a:cubicBezTo>
                <a:lnTo>
                  <a:pt x="1127731" y="647192"/>
                </a:lnTo>
                <a:cubicBezTo>
                  <a:pt x="1107946" y="647192"/>
                  <a:pt x="1088162" y="640588"/>
                  <a:pt x="1074972" y="633984"/>
                </a:cubicBezTo>
                <a:lnTo>
                  <a:pt x="956263" y="554736"/>
                </a:lnTo>
                <a:lnTo>
                  <a:pt x="837555" y="660400"/>
                </a:lnTo>
                <a:lnTo>
                  <a:pt x="1015617" y="746252"/>
                </a:lnTo>
                <a:cubicBezTo>
                  <a:pt x="1041997" y="759460"/>
                  <a:pt x="1055187" y="779272"/>
                  <a:pt x="1061782" y="805688"/>
                </a:cubicBezTo>
                <a:cubicBezTo>
                  <a:pt x="1068377" y="832104"/>
                  <a:pt x="1068377" y="858520"/>
                  <a:pt x="1048592" y="878332"/>
                </a:cubicBezTo>
                <a:lnTo>
                  <a:pt x="883719" y="1149096"/>
                </a:lnTo>
                <a:cubicBezTo>
                  <a:pt x="870529" y="1168908"/>
                  <a:pt x="850744" y="1182116"/>
                  <a:pt x="824365" y="1188720"/>
                </a:cubicBezTo>
                <a:lnTo>
                  <a:pt x="804580" y="1188720"/>
                </a:lnTo>
                <a:cubicBezTo>
                  <a:pt x="784795" y="1188720"/>
                  <a:pt x="771605" y="1182116"/>
                  <a:pt x="758416" y="1175512"/>
                </a:cubicBezTo>
                <a:cubicBezTo>
                  <a:pt x="712251" y="1149096"/>
                  <a:pt x="699061" y="1089660"/>
                  <a:pt x="725441" y="1050036"/>
                </a:cubicBezTo>
                <a:lnTo>
                  <a:pt x="837555" y="865124"/>
                </a:lnTo>
                <a:lnTo>
                  <a:pt x="699061" y="799084"/>
                </a:lnTo>
                <a:lnTo>
                  <a:pt x="586948" y="970788"/>
                </a:lnTo>
                <a:cubicBezTo>
                  <a:pt x="593543" y="977392"/>
                  <a:pt x="586948" y="990600"/>
                  <a:pt x="573758" y="997204"/>
                </a:cubicBezTo>
                <a:lnTo>
                  <a:pt x="290176" y="1175512"/>
                </a:lnTo>
                <a:cubicBezTo>
                  <a:pt x="270392" y="1182116"/>
                  <a:pt x="257202" y="1188720"/>
                  <a:pt x="237417" y="1188720"/>
                </a:cubicBezTo>
                <a:lnTo>
                  <a:pt x="211037" y="1188720"/>
                </a:lnTo>
                <a:cubicBezTo>
                  <a:pt x="184658" y="1182116"/>
                  <a:pt x="164873" y="1168908"/>
                  <a:pt x="151683" y="1142492"/>
                </a:cubicBezTo>
                <a:cubicBezTo>
                  <a:pt x="125303" y="1096264"/>
                  <a:pt x="138493" y="1043432"/>
                  <a:pt x="184658" y="1017016"/>
                </a:cubicBezTo>
                <a:lnTo>
                  <a:pt x="448454" y="851916"/>
                </a:lnTo>
                <a:lnTo>
                  <a:pt x="580353" y="653796"/>
                </a:lnTo>
                <a:cubicBezTo>
                  <a:pt x="586948" y="640588"/>
                  <a:pt x="593543" y="627380"/>
                  <a:pt x="606733" y="614172"/>
                </a:cubicBezTo>
                <a:lnTo>
                  <a:pt x="791390" y="449072"/>
                </a:lnTo>
                <a:lnTo>
                  <a:pt x="705656" y="396240"/>
                </a:lnTo>
                <a:lnTo>
                  <a:pt x="547378" y="435864"/>
                </a:lnTo>
                <a:cubicBezTo>
                  <a:pt x="494619" y="449072"/>
                  <a:pt x="448454" y="422656"/>
                  <a:pt x="435265" y="369824"/>
                </a:cubicBezTo>
                <a:cubicBezTo>
                  <a:pt x="422075" y="323596"/>
                  <a:pt x="448454" y="270764"/>
                  <a:pt x="501214" y="257556"/>
                </a:cubicBezTo>
                <a:lnTo>
                  <a:pt x="712251" y="198120"/>
                </a:lnTo>
                <a:cubicBezTo>
                  <a:pt x="738631" y="191516"/>
                  <a:pt x="765011" y="198120"/>
                  <a:pt x="791390" y="211328"/>
                </a:cubicBezTo>
                <a:lnTo>
                  <a:pt x="1009023" y="356616"/>
                </a:lnTo>
                <a:lnTo>
                  <a:pt x="1015617" y="363220"/>
                </a:lnTo>
                <a:lnTo>
                  <a:pt x="1121136" y="429260"/>
                </a:lnTo>
                <a:lnTo>
                  <a:pt x="1226655" y="310388"/>
                </a:lnTo>
                <a:cubicBezTo>
                  <a:pt x="1246440" y="290576"/>
                  <a:pt x="1266224" y="283972"/>
                  <a:pt x="1292604" y="277368"/>
                </a:cubicBezTo>
                <a:cubicBezTo>
                  <a:pt x="1318984" y="277368"/>
                  <a:pt x="1338769" y="283972"/>
                  <a:pt x="1358553" y="303784"/>
                </a:cubicBezTo>
                <a:cubicBezTo>
                  <a:pt x="1398123" y="343408"/>
                  <a:pt x="1404718" y="402844"/>
                  <a:pt x="1365148" y="435864"/>
                </a:cubicBezTo>
                <a:close/>
                <a:moveTo>
                  <a:pt x="408885" y="184912"/>
                </a:moveTo>
                <a:lnTo>
                  <a:pt x="85734" y="184912"/>
                </a:lnTo>
                <a:cubicBezTo>
                  <a:pt x="72544" y="184912"/>
                  <a:pt x="59354" y="171704"/>
                  <a:pt x="59354" y="158496"/>
                </a:cubicBezTo>
                <a:cubicBezTo>
                  <a:pt x="59354" y="145288"/>
                  <a:pt x="72544" y="132080"/>
                  <a:pt x="85734" y="132080"/>
                </a:cubicBezTo>
                <a:lnTo>
                  <a:pt x="408885" y="132080"/>
                </a:lnTo>
                <a:cubicBezTo>
                  <a:pt x="422075" y="132080"/>
                  <a:pt x="435265" y="145288"/>
                  <a:pt x="435265" y="158496"/>
                </a:cubicBezTo>
                <a:cubicBezTo>
                  <a:pt x="441860" y="171704"/>
                  <a:pt x="428670" y="184912"/>
                  <a:pt x="408885" y="184912"/>
                </a:cubicBezTo>
                <a:close/>
                <a:moveTo>
                  <a:pt x="408885" y="574548"/>
                </a:moveTo>
                <a:lnTo>
                  <a:pt x="26380" y="574548"/>
                </a:lnTo>
                <a:cubicBezTo>
                  <a:pt x="13190" y="574548"/>
                  <a:pt x="0" y="561340"/>
                  <a:pt x="0" y="548132"/>
                </a:cubicBezTo>
                <a:cubicBezTo>
                  <a:pt x="0" y="528320"/>
                  <a:pt x="13190" y="515112"/>
                  <a:pt x="26380" y="515112"/>
                </a:cubicBezTo>
                <a:lnTo>
                  <a:pt x="408885" y="515112"/>
                </a:lnTo>
                <a:cubicBezTo>
                  <a:pt x="422075" y="515112"/>
                  <a:pt x="435265" y="528320"/>
                  <a:pt x="435265" y="541528"/>
                </a:cubicBezTo>
                <a:cubicBezTo>
                  <a:pt x="435265" y="561340"/>
                  <a:pt x="422075" y="574548"/>
                  <a:pt x="408885" y="574548"/>
                </a:cubicBezTo>
                <a:close/>
                <a:moveTo>
                  <a:pt x="244012" y="376428"/>
                </a:moveTo>
                <a:lnTo>
                  <a:pt x="131898" y="376428"/>
                </a:lnTo>
                <a:cubicBezTo>
                  <a:pt x="118709" y="376428"/>
                  <a:pt x="105519" y="363220"/>
                  <a:pt x="105519" y="350012"/>
                </a:cubicBezTo>
                <a:cubicBezTo>
                  <a:pt x="98924" y="330200"/>
                  <a:pt x="112114" y="316992"/>
                  <a:pt x="131898" y="316992"/>
                </a:cubicBezTo>
                <a:lnTo>
                  <a:pt x="250607" y="316992"/>
                </a:lnTo>
                <a:cubicBezTo>
                  <a:pt x="263797" y="316992"/>
                  <a:pt x="276987" y="330200"/>
                  <a:pt x="276987" y="343408"/>
                </a:cubicBezTo>
                <a:cubicBezTo>
                  <a:pt x="276987" y="363220"/>
                  <a:pt x="263797" y="376428"/>
                  <a:pt x="244012" y="376428"/>
                </a:cubicBezTo>
                <a:close/>
              </a:path>
            </a:pathLst>
          </a:custGeom>
          <a:solidFill>
            <a:schemeClr val="accent1"/>
          </a:solidFill>
          <a:ln w="115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7" name="椭圆 1066"/>
          <p:cNvSpPr/>
          <p:nvPr/>
        </p:nvSpPr>
        <p:spPr>
          <a:xfrm>
            <a:off x="2868792" y="1151807"/>
            <a:ext cx="622742" cy="622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8" name="文本框 1067"/>
          <p:cNvSpPr txBox="1"/>
          <p:nvPr/>
        </p:nvSpPr>
        <p:spPr>
          <a:xfrm>
            <a:off x="3569229" y="1105190"/>
            <a:ext cx="1161585" cy="36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输出文档</a:t>
            </a:r>
          </a:p>
        </p:txBody>
      </p:sp>
      <p:sp>
        <p:nvSpPr>
          <p:cNvPr id="1069" name="文本框 1068"/>
          <p:cNvSpPr txBox="1"/>
          <p:nvPr/>
        </p:nvSpPr>
        <p:spPr>
          <a:xfrm>
            <a:off x="3569230" y="1369526"/>
            <a:ext cx="1217994" cy="504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份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0" name="椭圆 1069"/>
          <p:cNvSpPr/>
          <p:nvPr/>
        </p:nvSpPr>
        <p:spPr>
          <a:xfrm>
            <a:off x="5286769" y="1151807"/>
            <a:ext cx="622742" cy="622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1" name="文本框 1070"/>
          <p:cNvSpPr txBox="1"/>
          <p:nvPr/>
        </p:nvSpPr>
        <p:spPr>
          <a:xfrm>
            <a:off x="5987206" y="1105190"/>
            <a:ext cx="1236005" cy="367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转化率提升</a:t>
            </a:r>
          </a:p>
        </p:txBody>
      </p:sp>
      <p:sp>
        <p:nvSpPr>
          <p:cNvPr id="1072" name="文本框 1071"/>
          <p:cNvSpPr txBox="1"/>
          <p:nvPr/>
        </p:nvSpPr>
        <p:spPr>
          <a:xfrm>
            <a:off x="5987207" y="1369526"/>
            <a:ext cx="1217994" cy="504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28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3" name="椭圆 1072"/>
          <p:cNvSpPr/>
          <p:nvPr/>
        </p:nvSpPr>
        <p:spPr>
          <a:xfrm>
            <a:off x="7597463" y="1151807"/>
            <a:ext cx="622742" cy="622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4" name="文本框 1073"/>
          <p:cNvSpPr txBox="1"/>
          <p:nvPr/>
        </p:nvSpPr>
        <p:spPr>
          <a:xfrm>
            <a:off x="8297900" y="1105190"/>
            <a:ext cx="1418858" cy="367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用户流失率</a:t>
            </a:r>
          </a:p>
        </p:txBody>
      </p:sp>
      <p:sp>
        <p:nvSpPr>
          <p:cNvPr id="1075" name="文本框 1074"/>
          <p:cNvSpPr txBox="1"/>
          <p:nvPr/>
        </p:nvSpPr>
        <p:spPr>
          <a:xfrm>
            <a:off x="8297901" y="1369526"/>
            <a:ext cx="1217994" cy="504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6" name="椭圆 1075"/>
          <p:cNvSpPr/>
          <p:nvPr/>
        </p:nvSpPr>
        <p:spPr>
          <a:xfrm>
            <a:off x="10006342" y="1151807"/>
            <a:ext cx="622742" cy="622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7" name="文本框 1076"/>
          <p:cNvSpPr txBox="1"/>
          <p:nvPr/>
        </p:nvSpPr>
        <p:spPr>
          <a:xfrm>
            <a:off x="10706779" y="1105190"/>
            <a:ext cx="1217995" cy="367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优化细节</a:t>
            </a:r>
          </a:p>
        </p:txBody>
      </p:sp>
      <p:sp>
        <p:nvSpPr>
          <p:cNvPr id="1078" name="文本框 1077"/>
          <p:cNvSpPr txBox="1"/>
          <p:nvPr/>
        </p:nvSpPr>
        <p:spPr>
          <a:xfrm>
            <a:off x="10706780" y="1369526"/>
            <a:ext cx="1217994" cy="504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处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9" name="文本框 1078"/>
          <p:cNvSpPr txBox="1"/>
          <p:nvPr/>
        </p:nvSpPr>
        <p:spPr>
          <a:xfrm>
            <a:off x="295076" y="2534187"/>
            <a:ext cx="1964719" cy="36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数据看板优化</a:t>
            </a:r>
          </a:p>
        </p:txBody>
      </p:sp>
      <p:sp>
        <p:nvSpPr>
          <p:cNvPr id="1080" name="文本框 1079"/>
          <p:cNvSpPr txBox="1"/>
          <p:nvPr/>
        </p:nvSpPr>
        <p:spPr>
          <a:xfrm>
            <a:off x="295076" y="3239772"/>
            <a:ext cx="2175132" cy="36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节日专属功能开发</a:t>
            </a:r>
          </a:p>
        </p:txBody>
      </p:sp>
      <p:sp>
        <p:nvSpPr>
          <p:cNvPr id="1081" name="文本框 1080"/>
          <p:cNvSpPr txBox="1"/>
          <p:nvPr/>
        </p:nvSpPr>
        <p:spPr>
          <a:xfrm>
            <a:off x="295076" y="3942597"/>
            <a:ext cx="2175132" cy="36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用户体验优化专项</a:t>
            </a:r>
          </a:p>
        </p:txBody>
      </p:sp>
      <p:sp>
        <p:nvSpPr>
          <p:cNvPr id="1082" name="文本框 1081"/>
          <p:cNvSpPr txBox="1"/>
          <p:nvPr/>
        </p:nvSpPr>
        <p:spPr>
          <a:xfrm>
            <a:off x="295076" y="4645422"/>
            <a:ext cx="2175132" cy="36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版本核心功能迭代</a:t>
            </a:r>
          </a:p>
        </p:txBody>
      </p:sp>
      <p:sp>
        <p:nvSpPr>
          <p:cNvPr id="1083" name="文本框 1082"/>
          <p:cNvSpPr txBox="1"/>
          <p:nvPr/>
        </p:nvSpPr>
        <p:spPr>
          <a:xfrm>
            <a:off x="295076" y="5348247"/>
            <a:ext cx="2175132" cy="36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用户增长联合行动</a:t>
            </a:r>
          </a:p>
        </p:txBody>
      </p:sp>
      <p:sp>
        <p:nvSpPr>
          <p:cNvPr id="1084" name="文本框 1083"/>
          <p:cNvSpPr txBox="1"/>
          <p:nvPr/>
        </p:nvSpPr>
        <p:spPr>
          <a:xfrm>
            <a:off x="295076" y="6051072"/>
            <a:ext cx="2175132" cy="36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用户留存提升专项</a:t>
            </a:r>
          </a:p>
        </p:txBody>
      </p:sp>
      <p:sp>
        <p:nvSpPr>
          <p:cNvPr id="1085" name="文本框 1084"/>
          <p:cNvSpPr txBox="1"/>
          <p:nvPr/>
        </p:nvSpPr>
        <p:spPr>
          <a:xfrm>
            <a:off x="3317290" y="3258491"/>
            <a:ext cx="1501107" cy="299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调整看板界面布局</a:t>
            </a:r>
          </a:p>
        </p:txBody>
      </p:sp>
      <p:sp>
        <p:nvSpPr>
          <p:cNvPr id="1086" name="椭圆 1085"/>
          <p:cNvSpPr/>
          <p:nvPr/>
        </p:nvSpPr>
        <p:spPr>
          <a:xfrm>
            <a:off x="3021471" y="3271682"/>
            <a:ext cx="300670" cy="3006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89" name="图形 1087"/>
          <p:cNvSpPr/>
          <p:nvPr/>
        </p:nvSpPr>
        <p:spPr>
          <a:xfrm>
            <a:off x="3098051" y="3340821"/>
            <a:ext cx="147879" cy="145702"/>
          </a:xfrm>
          <a:custGeom>
            <a:avLst/>
            <a:gdLst>
              <a:gd name="connsiteX0" fmla="*/ 137099 w 147879"/>
              <a:gd name="connsiteY0" fmla="*/ 23279 h 145702"/>
              <a:gd name="connsiteX1" fmla="*/ 126320 w 147879"/>
              <a:gd name="connsiteY1" fmla="*/ 34190 h 145702"/>
              <a:gd name="connsiteX2" fmla="*/ 127619 w 147879"/>
              <a:gd name="connsiteY2" fmla="*/ 39282 h 145702"/>
              <a:gd name="connsiteX3" fmla="*/ 109073 w 147879"/>
              <a:gd name="connsiteY3" fmla="*/ 45338 h 145702"/>
              <a:gd name="connsiteX4" fmla="*/ 77916 w 147879"/>
              <a:gd name="connsiteY4" fmla="*/ 20630 h 145702"/>
              <a:gd name="connsiteX5" fmla="*/ 83886 w 147879"/>
              <a:gd name="connsiteY5" fmla="*/ 10911 h 145702"/>
              <a:gd name="connsiteX6" fmla="*/ 73113 w 147879"/>
              <a:gd name="connsiteY6" fmla="*/ 0 h 145702"/>
              <a:gd name="connsiteX7" fmla="*/ 62334 w 147879"/>
              <a:gd name="connsiteY7" fmla="*/ 10911 h 145702"/>
              <a:gd name="connsiteX8" fmla="*/ 68296 w 147879"/>
              <a:gd name="connsiteY8" fmla="*/ 20630 h 145702"/>
              <a:gd name="connsiteX9" fmla="*/ 37139 w 147879"/>
              <a:gd name="connsiteY9" fmla="*/ 45338 h 145702"/>
              <a:gd name="connsiteX10" fmla="*/ 19838 w 147879"/>
              <a:gd name="connsiteY10" fmla="*/ 40069 h 145702"/>
              <a:gd name="connsiteX11" fmla="*/ 21556 w 147879"/>
              <a:gd name="connsiteY11" fmla="*/ 34190 h 145702"/>
              <a:gd name="connsiteX12" fmla="*/ 10776 w 147879"/>
              <a:gd name="connsiteY12" fmla="*/ 23279 h 145702"/>
              <a:gd name="connsiteX13" fmla="*/ 0 w 147879"/>
              <a:gd name="connsiteY13" fmla="*/ 34190 h 145702"/>
              <a:gd name="connsiteX14" fmla="*/ 9912 w 147879"/>
              <a:gd name="connsiteY14" fmla="*/ 45013 h 145702"/>
              <a:gd name="connsiteX15" fmla="*/ 38438 w 147879"/>
              <a:gd name="connsiteY15" fmla="*/ 115821 h 145702"/>
              <a:gd name="connsiteX16" fmla="*/ 107708 w 147879"/>
              <a:gd name="connsiteY16" fmla="*/ 115821 h 145702"/>
              <a:gd name="connsiteX17" fmla="*/ 136567 w 147879"/>
              <a:gd name="connsiteY17" fmla="*/ 45043 h 145702"/>
              <a:gd name="connsiteX18" fmla="*/ 137099 w 147879"/>
              <a:gd name="connsiteY18" fmla="*/ 45102 h 145702"/>
              <a:gd name="connsiteX19" fmla="*/ 147879 w 147879"/>
              <a:gd name="connsiteY19" fmla="*/ 34191 h 145702"/>
              <a:gd name="connsiteX20" fmla="*/ 137099 w 147879"/>
              <a:gd name="connsiteY20" fmla="*/ 23279 h 145702"/>
              <a:gd name="connsiteX21" fmla="*/ 83387 w 147879"/>
              <a:gd name="connsiteY21" fmla="*/ 138029 h 145702"/>
              <a:gd name="connsiteX22" fmla="*/ 34404 w 147879"/>
              <a:gd name="connsiteY22" fmla="*/ 138029 h 145702"/>
              <a:gd name="connsiteX23" fmla="*/ 30285 w 147879"/>
              <a:gd name="connsiteY23" fmla="*/ 141865 h 145702"/>
              <a:gd name="connsiteX24" fmla="*/ 34404 w 147879"/>
              <a:gd name="connsiteY24" fmla="*/ 145703 h 145702"/>
              <a:gd name="connsiteX25" fmla="*/ 83387 w 147879"/>
              <a:gd name="connsiteY25" fmla="*/ 145703 h 145702"/>
              <a:gd name="connsiteX26" fmla="*/ 87504 w 147879"/>
              <a:gd name="connsiteY26" fmla="*/ 141865 h 145702"/>
              <a:gd name="connsiteX27" fmla="*/ 83387 w 147879"/>
              <a:gd name="connsiteY27" fmla="*/ 138029 h 145702"/>
              <a:gd name="connsiteX28" fmla="*/ 112779 w 147879"/>
              <a:gd name="connsiteY28" fmla="*/ 138029 h 145702"/>
              <a:gd name="connsiteX29" fmla="*/ 102982 w 147879"/>
              <a:gd name="connsiteY29" fmla="*/ 138029 h 145702"/>
              <a:gd name="connsiteX30" fmla="*/ 100071 w 147879"/>
              <a:gd name="connsiteY30" fmla="*/ 139244 h 145702"/>
              <a:gd name="connsiteX31" fmla="*/ 98864 w 147879"/>
              <a:gd name="connsiteY31" fmla="*/ 141864 h 145702"/>
              <a:gd name="connsiteX32" fmla="*/ 102907 w 147879"/>
              <a:gd name="connsiteY32" fmla="*/ 145700 h 145702"/>
              <a:gd name="connsiteX33" fmla="*/ 112779 w 147879"/>
              <a:gd name="connsiteY33" fmla="*/ 145700 h 145702"/>
              <a:gd name="connsiteX34" fmla="*/ 116895 w 147879"/>
              <a:gd name="connsiteY34" fmla="*/ 141864 h 145702"/>
              <a:gd name="connsiteX35" fmla="*/ 112779 w 147879"/>
              <a:gd name="connsiteY35" fmla="*/ 138029 h 145702"/>
              <a:gd name="connsiteX36" fmla="*/ 112779 w 147879"/>
              <a:gd name="connsiteY36" fmla="*/ 138029 h 145702"/>
              <a:gd name="connsiteX37" fmla="*/ 112779 w 147879"/>
              <a:gd name="connsiteY37" fmla="*/ 138029 h 145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47879" h="145702">
                <a:moveTo>
                  <a:pt x="137099" y="23279"/>
                </a:moveTo>
                <a:cubicBezTo>
                  <a:pt x="131151" y="23279"/>
                  <a:pt x="126320" y="28156"/>
                  <a:pt x="126320" y="34190"/>
                </a:cubicBezTo>
                <a:cubicBezTo>
                  <a:pt x="126320" y="36034"/>
                  <a:pt x="126823" y="37752"/>
                  <a:pt x="127619" y="39282"/>
                </a:cubicBezTo>
                <a:cubicBezTo>
                  <a:pt x="122233" y="43136"/>
                  <a:pt x="115795" y="45338"/>
                  <a:pt x="109073" y="45338"/>
                </a:cubicBezTo>
                <a:cubicBezTo>
                  <a:pt x="94016" y="45338"/>
                  <a:pt x="81441" y="34789"/>
                  <a:pt x="77916" y="20630"/>
                </a:cubicBezTo>
                <a:cubicBezTo>
                  <a:pt x="81441" y="18834"/>
                  <a:pt x="83886" y="15179"/>
                  <a:pt x="83886" y="10911"/>
                </a:cubicBezTo>
                <a:cubicBezTo>
                  <a:pt x="83886" y="4889"/>
                  <a:pt x="79054" y="0"/>
                  <a:pt x="73113" y="0"/>
                </a:cubicBezTo>
                <a:cubicBezTo>
                  <a:pt x="67151" y="0"/>
                  <a:pt x="62334" y="4889"/>
                  <a:pt x="62334" y="10911"/>
                </a:cubicBezTo>
                <a:cubicBezTo>
                  <a:pt x="62334" y="15179"/>
                  <a:pt x="64764" y="18834"/>
                  <a:pt x="68296" y="20630"/>
                </a:cubicBezTo>
                <a:cubicBezTo>
                  <a:pt x="64779" y="34789"/>
                  <a:pt x="52196" y="45338"/>
                  <a:pt x="37139" y="45338"/>
                </a:cubicBezTo>
                <a:cubicBezTo>
                  <a:pt x="30942" y="45338"/>
                  <a:pt x="24979" y="43391"/>
                  <a:pt x="19838" y="40069"/>
                </a:cubicBezTo>
                <a:cubicBezTo>
                  <a:pt x="20911" y="38366"/>
                  <a:pt x="21556" y="36352"/>
                  <a:pt x="21556" y="34190"/>
                </a:cubicBezTo>
                <a:cubicBezTo>
                  <a:pt x="21556" y="28156"/>
                  <a:pt x="16736" y="23279"/>
                  <a:pt x="10776" y="23279"/>
                </a:cubicBezTo>
                <a:cubicBezTo>
                  <a:pt x="4828" y="23279"/>
                  <a:pt x="0" y="28156"/>
                  <a:pt x="0" y="34190"/>
                </a:cubicBezTo>
                <a:cubicBezTo>
                  <a:pt x="0" y="39910"/>
                  <a:pt x="4372" y="44559"/>
                  <a:pt x="9912" y="45013"/>
                </a:cubicBezTo>
                <a:lnTo>
                  <a:pt x="38438" y="115821"/>
                </a:lnTo>
                <a:lnTo>
                  <a:pt x="107708" y="115821"/>
                </a:lnTo>
                <a:lnTo>
                  <a:pt x="136567" y="45043"/>
                </a:lnTo>
                <a:cubicBezTo>
                  <a:pt x="136742" y="45057"/>
                  <a:pt x="136917" y="45102"/>
                  <a:pt x="137099" y="45102"/>
                </a:cubicBezTo>
                <a:cubicBezTo>
                  <a:pt x="143055" y="45102"/>
                  <a:pt x="147879" y="40213"/>
                  <a:pt x="147879" y="34191"/>
                </a:cubicBezTo>
                <a:cubicBezTo>
                  <a:pt x="147879" y="28156"/>
                  <a:pt x="143055" y="23279"/>
                  <a:pt x="137099" y="23279"/>
                </a:cubicBezTo>
                <a:close/>
                <a:moveTo>
                  <a:pt x="83387" y="138029"/>
                </a:moveTo>
                <a:lnTo>
                  <a:pt x="34404" y="138029"/>
                </a:lnTo>
                <a:cubicBezTo>
                  <a:pt x="32132" y="138029"/>
                  <a:pt x="30285" y="139579"/>
                  <a:pt x="30285" y="141865"/>
                </a:cubicBezTo>
                <a:cubicBezTo>
                  <a:pt x="30285" y="144152"/>
                  <a:pt x="32132" y="145703"/>
                  <a:pt x="34404" y="145703"/>
                </a:cubicBezTo>
                <a:lnTo>
                  <a:pt x="83387" y="145703"/>
                </a:lnTo>
                <a:cubicBezTo>
                  <a:pt x="85658" y="145703"/>
                  <a:pt x="87504" y="144152"/>
                  <a:pt x="87504" y="141865"/>
                </a:cubicBezTo>
                <a:cubicBezTo>
                  <a:pt x="87504" y="139579"/>
                  <a:pt x="85658" y="138029"/>
                  <a:pt x="83387" y="138029"/>
                </a:cubicBezTo>
                <a:close/>
                <a:moveTo>
                  <a:pt x="112779" y="138029"/>
                </a:moveTo>
                <a:lnTo>
                  <a:pt x="102982" y="138029"/>
                </a:lnTo>
                <a:cubicBezTo>
                  <a:pt x="101881" y="138029"/>
                  <a:pt x="100846" y="138461"/>
                  <a:pt x="100071" y="139244"/>
                </a:cubicBezTo>
                <a:cubicBezTo>
                  <a:pt x="99291" y="140025"/>
                  <a:pt x="98864" y="140757"/>
                  <a:pt x="98864" y="141864"/>
                </a:cubicBezTo>
                <a:cubicBezTo>
                  <a:pt x="98864" y="144127"/>
                  <a:pt x="100670" y="145660"/>
                  <a:pt x="102907" y="145700"/>
                </a:cubicBezTo>
                <a:lnTo>
                  <a:pt x="112779" y="145700"/>
                </a:lnTo>
                <a:cubicBezTo>
                  <a:pt x="115049" y="145700"/>
                  <a:pt x="116895" y="144152"/>
                  <a:pt x="116895" y="141864"/>
                </a:cubicBezTo>
                <a:cubicBezTo>
                  <a:pt x="116895" y="139579"/>
                  <a:pt x="115049" y="138029"/>
                  <a:pt x="112779" y="138029"/>
                </a:cubicBezTo>
                <a:lnTo>
                  <a:pt x="112779" y="138029"/>
                </a:lnTo>
                <a:lnTo>
                  <a:pt x="112779" y="138029"/>
                </a:lnTo>
                <a:close/>
              </a:path>
            </a:pathLst>
          </a:custGeom>
          <a:solidFill>
            <a:schemeClr val="accent1"/>
          </a:solidFill>
          <a:ln w="1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0" name="文本框 1089"/>
          <p:cNvSpPr txBox="1"/>
          <p:nvPr/>
        </p:nvSpPr>
        <p:spPr>
          <a:xfrm>
            <a:off x="3321181" y="3963850"/>
            <a:ext cx="2961798" cy="299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分析用户画像及使用场景，输出下线评估</a:t>
            </a:r>
          </a:p>
        </p:txBody>
      </p:sp>
      <p:sp>
        <p:nvSpPr>
          <p:cNvPr id="1091" name="椭圆 1090"/>
          <p:cNvSpPr/>
          <p:nvPr/>
        </p:nvSpPr>
        <p:spPr>
          <a:xfrm>
            <a:off x="3025361" y="3977041"/>
            <a:ext cx="300670" cy="3006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3" name="文本框 1092"/>
          <p:cNvSpPr txBox="1"/>
          <p:nvPr/>
        </p:nvSpPr>
        <p:spPr>
          <a:xfrm>
            <a:off x="5754883" y="4664615"/>
            <a:ext cx="2834382" cy="299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协调研发优先排期，上线后监控稳定性</a:t>
            </a:r>
          </a:p>
        </p:txBody>
      </p:sp>
      <p:sp>
        <p:nvSpPr>
          <p:cNvPr id="1094" name="椭圆 1093"/>
          <p:cNvSpPr/>
          <p:nvPr/>
        </p:nvSpPr>
        <p:spPr>
          <a:xfrm>
            <a:off x="5459063" y="4677806"/>
            <a:ext cx="300670" cy="3006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6" name="文本框 1095"/>
          <p:cNvSpPr txBox="1"/>
          <p:nvPr/>
        </p:nvSpPr>
        <p:spPr>
          <a:xfrm>
            <a:off x="4104865" y="5365657"/>
            <a:ext cx="2848872" cy="299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参与优化方案评审，协助测试团队制定</a:t>
            </a:r>
          </a:p>
        </p:txBody>
      </p:sp>
      <p:sp>
        <p:nvSpPr>
          <p:cNvPr id="1097" name="椭圆 1096"/>
          <p:cNvSpPr/>
          <p:nvPr/>
        </p:nvSpPr>
        <p:spPr>
          <a:xfrm>
            <a:off x="3809046" y="5378848"/>
            <a:ext cx="300670" cy="3006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9" name="文本框 1098"/>
          <p:cNvSpPr txBox="1"/>
          <p:nvPr/>
        </p:nvSpPr>
        <p:spPr>
          <a:xfrm>
            <a:off x="8465129" y="6067391"/>
            <a:ext cx="2681539" cy="299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上线后实时同步产品数据给推广团队</a:t>
            </a:r>
          </a:p>
        </p:txBody>
      </p:sp>
      <p:sp>
        <p:nvSpPr>
          <p:cNvPr id="1100" name="椭圆 1099"/>
          <p:cNvSpPr/>
          <p:nvPr/>
        </p:nvSpPr>
        <p:spPr>
          <a:xfrm>
            <a:off x="8169310" y="6080582"/>
            <a:ext cx="300670" cy="3006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2" name="文本框 1101"/>
          <p:cNvSpPr txBox="1"/>
          <p:nvPr/>
        </p:nvSpPr>
        <p:spPr>
          <a:xfrm>
            <a:off x="7784139" y="3205146"/>
            <a:ext cx="715676" cy="398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 22%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3" name="文本框 1102"/>
          <p:cNvSpPr txBox="1"/>
          <p:nvPr/>
        </p:nvSpPr>
        <p:spPr>
          <a:xfrm>
            <a:off x="9351807" y="3913802"/>
            <a:ext cx="715676" cy="398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85%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4" name="文本框 1103"/>
          <p:cNvSpPr txBox="1"/>
          <p:nvPr/>
        </p:nvSpPr>
        <p:spPr>
          <a:xfrm>
            <a:off x="9496888" y="5314150"/>
            <a:ext cx="715676" cy="398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72%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8" name="任意多边形: 形状 1107"/>
          <p:cNvSpPr/>
          <p:nvPr/>
        </p:nvSpPr>
        <p:spPr>
          <a:xfrm>
            <a:off x="3130280" y="4041901"/>
            <a:ext cx="84956" cy="84863"/>
          </a:xfrm>
          <a:custGeom>
            <a:avLst/>
            <a:gdLst>
              <a:gd name="connsiteX0" fmla="*/ 96205 w 96205"/>
              <a:gd name="connsiteY0" fmla="*/ 48050 h 96100"/>
              <a:gd name="connsiteX1" fmla="*/ 48103 w 96205"/>
              <a:gd name="connsiteY1" fmla="*/ 96100 h 96100"/>
              <a:gd name="connsiteX2" fmla="*/ 0 w 96205"/>
              <a:gd name="connsiteY2" fmla="*/ 48050 h 96100"/>
              <a:gd name="connsiteX3" fmla="*/ 48103 w 96205"/>
              <a:gd name="connsiteY3" fmla="*/ 0 h 96100"/>
              <a:gd name="connsiteX4" fmla="*/ 96205 w 96205"/>
              <a:gd name="connsiteY4" fmla="*/ 48050 h 9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205" h="96100">
                <a:moveTo>
                  <a:pt x="96205" y="48050"/>
                </a:moveTo>
                <a:cubicBezTo>
                  <a:pt x="96205" y="74584"/>
                  <a:pt x="74671" y="96100"/>
                  <a:pt x="48103" y="96100"/>
                </a:cubicBezTo>
                <a:cubicBezTo>
                  <a:pt x="21534" y="96100"/>
                  <a:pt x="0" y="74589"/>
                  <a:pt x="0" y="48050"/>
                </a:cubicBezTo>
                <a:cubicBezTo>
                  <a:pt x="0" y="21516"/>
                  <a:pt x="21534" y="0"/>
                  <a:pt x="48103" y="0"/>
                </a:cubicBezTo>
                <a:cubicBezTo>
                  <a:pt x="74671" y="0"/>
                  <a:pt x="96205" y="21511"/>
                  <a:pt x="96205" y="48050"/>
                </a:cubicBezTo>
                <a:close/>
              </a:path>
            </a:pathLst>
          </a:custGeom>
          <a:solidFill>
            <a:schemeClr val="accent2"/>
          </a:solidFill>
          <a:ln w="15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9" name="任意多边形: 形状 1108"/>
          <p:cNvSpPr/>
          <p:nvPr/>
        </p:nvSpPr>
        <p:spPr>
          <a:xfrm>
            <a:off x="3099472" y="4128510"/>
            <a:ext cx="145832" cy="58538"/>
          </a:xfrm>
          <a:custGeom>
            <a:avLst/>
            <a:gdLst>
              <a:gd name="connsiteX0" fmla="*/ 122691 w 165142"/>
              <a:gd name="connsiteY0" fmla="*/ 282 h 66289"/>
              <a:gd name="connsiteX1" fmla="*/ 82990 w 165142"/>
              <a:gd name="connsiteY1" fmla="*/ 14032 h 66289"/>
              <a:gd name="connsiteX2" fmla="*/ 42935 w 165142"/>
              <a:gd name="connsiteY2" fmla="*/ 0 h 66289"/>
              <a:gd name="connsiteX3" fmla="*/ 0 w 165142"/>
              <a:gd name="connsiteY3" fmla="*/ 66289 h 66289"/>
              <a:gd name="connsiteX4" fmla="*/ 165143 w 165142"/>
              <a:gd name="connsiteY4" fmla="*/ 66289 h 66289"/>
              <a:gd name="connsiteX5" fmla="*/ 122691 w 165142"/>
              <a:gd name="connsiteY5" fmla="*/ 288 h 66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142" h="66289">
                <a:moveTo>
                  <a:pt x="122691" y="282"/>
                </a:moveTo>
                <a:cubicBezTo>
                  <a:pt x="111482" y="9122"/>
                  <a:pt x="97588" y="14032"/>
                  <a:pt x="82990" y="14032"/>
                </a:cubicBezTo>
                <a:cubicBezTo>
                  <a:pt x="68223" y="14032"/>
                  <a:pt x="54196" y="9009"/>
                  <a:pt x="42935" y="0"/>
                </a:cubicBezTo>
                <a:cubicBezTo>
                  <a:pt x="13256" y="10884"/>
                  <a:pt x="0" y="48918"/>
                  <a:pt x="0" y="66289"/>
                </a:cubicBezTo>
                <a:lnTo>
                  <a:pt x="165143" y="66289"/>
                </a:lnTo>
                <a:cubicBezTo>
                  <a:pt x="165143" y="49072"/>
                  <a:pt x="151784" y="11305"/>
                  <a:pt x="122691" y="288"/>
                </a:cubicBezTo>
                <a:close/>
              </a:path>
            </a:pathLst>
          </a:custGeom>
          <a:solidFill>
            <a:schemeClr val="accent2"/>
          </a:solidFill>
          <a:ln w="15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3" name="图形 1111"/>
          <p:cNvSpPr/>
          <p:nvPr/>
        </p:nvSpPr>
        <p:spPr>
          <a:xfrm>
            <a:off x="5530022" y="4749217"/>
            <a:ext cx="162996" cy="163153"/>
          </a:xfrm>
          <a:custGeom>
            <a:avLst/>
            <a:gdLst>
              <a:gd name="connsiteX0" fmla="*/ 147319 w 162996"/>
              <a:gd name="connsiteY0" fmla="*/ 81577 h 163153"/>
              <a:gd name="connsiteX1" fmla="*/ 162996 w 162996"/>
              <a:gd name="connsiteY1" fmla="*/ 57855 h 163153"/>
              <a:gd name="connsiteX2" fmla="*/ 156284 w 162996"/>
              <a:gd name="connsiteY2" fmla="*/ 41618 h 163153"/>
              <a:gd name="connsiteX3" fmla="*/ 129982 w 162996"/>
              <a:gd name="connsiteY3" fmla="*/ 33048 h 163153"/>
              <a:gd name="connsiteX4" fmla="*/ 123359 w 162996"/>
              <a:gd name="connsiteY4" fmla="*/ 6720 h 163153"/>
              <a:gd name="connsiteX5" fmla="*/ 107137 w 162996"/>
              <a:gd name="connsiteY5" fmla="*/ 0 h 163153"/>
              <a:gd name="connsiteX6" fmla="*/ 81498 w 162996"/>
              <a:gd name="connsiteY6" fmla="*/ 15692 h 163153"/>
              <a:gd name="connsiteX7" fmla="*/ 55859 w 162996"/>
              <a:gd name="connsiteY7" fmla="*/ 0 h 163153"/>
              <a:gd name="connsiteX8" fmla="*/ 39639 w 162996"/>
              <a:gd name="connsiteY8" fmla="*/ 6717 h 163153"/>
              <a:gd name="connsiteX9" fmla="*/ 33016 w 162996"/>
              <a:gd name="connsiteY9" fmla="*/ 33048 h 163153"/>
              <a:gd name="connsiteX10" fmla="*/ 6712 w 162996"/>
              <a:gd name="connsiteY10" fmla="*/ 41621 h 163153"/>
              <a:gd name="connsiteX11" fmla="*/ 0 w 162996"/>
              <a:gd name="connsiteY11" fmla="*/ 57855 h 163153"/>
              <a:gd name="connsiteX12" fmla="*/ 15676 w 162996"/>
              <a:gd name="connsiteY12" fmla="*/ 81577 h 163153"/>
              <a:gd name="connsiteX13" fmla="*/ 0 w 162996"/>
              <a:gd name="connsiteY13" fmla="*/ 107240 h 163153"/>
              <a:gd name="connsiteX14" fmla="*/ 6712 w 162996"/>
              <a:gd name="connsiteY14" fmla="*/ 123479 h 163153"/>
              <a:gd name="connsiteX15" fmla="*/ 33015 w 162996"/>
              <a:gd name="connsiteY15" fmla="*/ 130108 h 163153"/>
              <a:gd name="connsiteX16" fmla="*/ 39638 w 162996"/>
              <a:gd name="connsiteY16" fmla="*/ 156436 h 163153"/>
              <a:gd name="connsiteX17" fmla="*/ 55860 w 162996"/>
              <a:gd name="connsiteY17" fmla="*/ 163154 h 163153"/>
              <a:gd name="connsiteX18" fmla="*/ 81497 w 162996"/>
              <a:gd name="connsiteY18" fmla="*/ 147460 h 163153"/>
              <a:gd name="connsiteX19" fmla="*/ 107136 w 162996"/>
              <a:gd name="connsiteY19" fmla="*/ 163154 h 163153"/>
              <a:gd name="connsiteX20" fmla="*/ 123360 w 162996"/>
              <a:gd name="connsiteY20" fmla="*/ 156433 h 163153"/>
              <a:gd name="connsiteX21" fmla="*/ 129981 w 162996"/>
              <a:gd name="connsiteY21" fmla="*/ 130107 h 163153"/>
              <a:gd name="connsiteX22" fmla="*/ 156283 w 162996"/>
              <a:gd name="connsiteY22" fmla="*/ 121536 h 163153"/>
              <a:gd name="connsiteX23" fmla="*/ 162996 w 162996"/>
              <a:gd name="connsiteY23" fmla="*/ 105297 h 163153"/>
              <a:gd name="connsiteX24" fmla="*/ 147319 w 162996"/>
              <a:gd name="connsiteY24" fmla="*/ 81577 h 163153"/>
              <a:gd name="connsiteX25" fmla="*/ 81498 w 162996"/>
              <a:gd name="connsiteY25" fmla="*/ 117056 h 163153"/>
              <a:gd name="connsiteX26" fmla="*/ 46057 w 162996"/>
              <a:gd name="connsiteY26" fmla="*/ 81578 h 163153"/>
              <a:gd name="connsiteX27" fmla="*/ 81498 w 162996"/>
              <a:gd name="connsiteY27" fmla="*/ 46100 h 163153"/>
              <a:gd name="connsiteX28" fmla="*/ 116939 w 162996"/>
              <a:gd name="connsiteY28" fmla="*/ 81578 h 163153"/>
              <a:gd name="connsiteX29" fmla="*/ 81498 w 162996"/>
              <a:gd name="connsiteY29" fmla="*/ 117056 h 163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62996" h="163153">
                <a:moveTo>
                  <a:pt x="147319" y="81577"/>
                </a:moveTo>
                <a:cubicBezTo>
                  <a:pt x="147319" y="71404"/>
                  <a:pt x="153575" y="63374"/>
                  <a:pt x="162996" y="57855"/>
                </a:cubicBezTo>
                <a:cubicBezTo>
                  <a:pt x="161301" y="52177"/>
                  <a:pt x="159051" y="46739"/>
                  <a:pt x="156284" y="41618"/>
                </a:cubicBezTo>
                <a:cubicBezTo>
                  <a:pt x="145720" y="44385"/>
                  <a:pt x="137170" y="40242"/>
                  <a:pt x="129982" y="33048"/>
                </a:cubicBezTo>
                <a:cubicBezTo>
                  <a:pt x="122795" y="25855"/>
                  <a:pt x="120595" y="17291"/>
                  <a:pt x="123359" y="6720"/>
                </a:cubicBezTo>
                <a:cubicBezTo>
                  <a:pt x="118245" y="3949"/>
                  <a:pt x="112812" y="1698"/>
                  <a:pt x="107137" y="0"/>
                </a:cubicBezTo>
                <a:cubicBezTo>
                  <a:pt x="101622" y="9433"/>
                  <a:pt x="91663" y="15692"/>
                  <a:pt x="81498" y="15692"/>
                </a:cubicBezTo>
                <a:cubicBezTo>
                  <a:pt x="71336" y="15692"/>
                  <a:pt x="61376" y="9433"/>
                  <a:pt x="55859" y="0"/>
                </a:cubicBezTo>
                <a:cubicBezTo>
                  <a:pt x="50186" y="1696"/>
                  <a:pt x="44753" y="3949"/>
                  <a:pt x="39639" y="6717"/>
                </a:cubicBezTo>
                <a:cubicBezTo>
                  <a:pt x="42402" y="17292"/>
                  <a:pt x="40204" y="25852"/>
                  <a:pt x="33016" y="33048"/>
                </a:cubicBezTo>
                <a:cubicBezTo>
                  <a:pt x="25829" y="40242"/>
                  <a:pt x="17275" y="44385"/>
                  <a:pt x="6712" y="41621"/>
                </a:cubicBezTo>
                <a:cubicBezTo>
                  <a:pt x="3946" y="46739"/>
                  <a:pt x="1696" y="52177"/>
                  <a:pt x="0" y="57855"/>
                </a:cubicBezTo>
                <a:cubicBezTo>
                  <a:pt x="9422" y="63375"/>
                  <a:pt x="15676" y="71404"/>
                  <a:pt x="15676" y="81577"/>
                </a:cubicBezTo>
                <a:cubicBezTo>
                  <a:pt x="15676" y="91749"/>
                  <a:pt x="9422" y="101721"/>
                  <a:pt x="0" y="107240"/>
                </a:cubicBezTo>
                <a:cubicBezTo>
                  <a:pt x="1695" y="112920"/>
                  <a:pt x="3946" y="118358"/>
                  <a:pt x="6712" y="123479"/>
                </a:cubicBezTo>
                <a:cubicBezTo>
                  <a:pt x="17277" y="120712"/>
                  <a:pt x="25829" y="122914"/>
                  <a:pt x="33015" y="130108"/>
                </a:cubicBezTo>
                <a:cubicBezTo>
                  <a:pt x="40201" y="137304"/>
                  <a:pt x="42401" y="145863"/>
                  <a:pt x="39638" y="156436"/>
                </a:cubicBezTo>
                <a:cubicBezTo>
                  <a:pt x="44752" y="159204"/>
                  <a:pt x="50185" y="161459"/>
                  <a:pt x="55860" y="163154"/>
                </a:cubicBezTo>
                <a:cubicBezTo>
                  <a:pt x="61377" y="153724"/>
                  <a:pt x="71335" y="147460"/>
                  <a:pt x="81497" y="147460"/>
                </a:cubicBezTo>
                <a:cubicBezTo>
                  <a:pt x="91662" y="147460"/>
                  <a:pt x="101621" y="153724"/>
                  <a:pt x="107136" y="163154"/>
                </a:cubicBezTo>
                <a:cubicBezTo>
                  <a:pt x="112812" y="161457"/>
                  <a:pt x="118244" y="159204"/>
                  <a:pt x="123360" y="156433"/>
                </a:cubicBezTo>
                <a:cubicBezTo>
                  <a:pt x="120597" y="145862"/>
                  <a:pt x="122794" y="137303"/>
                  <a:pt x="129981" y="130107"/>
                </a:cubicBezTo>
                <a:cubicBezTo>
                  <a:pt x="137169" y="122914"/>
                  <a:pt x="145721" y="118768"/>
                  <a:pt x="156283" y="121536"/>
                </a:cubicBezTo>
                <a:cubicBezTo>
                  <a:pt x="159050" y="116415"/>
                  <a:pt x="161299" y="110977"/>
                  <a:pt x="162996" y="105297"/>
                </a:cubicBezTo>
                <a:cubicBezTo>
                  <a:pt x="153575" y="99779"/>
                  <a:pt x="147319" y="91749"/>
                  <a:pt x="147319" y="81577"/>
                </a:cubicBezTo>
                <a:close/>
                <a:moveTo>
                  <a:pt x="81498" y="117056"/>
                </a:moveTo>
                <a:cubicBezTo>
                  <a:pt x="61924" y="117056"/>
                  <a:pt x="46057" y="101170"/>
                  <a:pt x="46057" y="81578"/>
                </a:cubicBezTo>
                <a:cubicBezTo>
                  <a:pt x="46057" y="61984"/>
                  <a:pt x="61925" y="46100"/>
                  <a:pt x="81498" y="46100"/>
                </a:cubicBezTo>
                <a:cubicBezTo>
                  <a:pt x="101073" y="46100"/>
                  <a:pt x="116939" y="61984"/>
                  <a:pt x="116939" y="81578"/>
                </a:cubicBezTo>
                <a:cubicBezTo>
                  <a:pt x="116939" y="101170"/>
                  <a:pt x="101073" y="117056"/>
                  <a:pt x="81498" y="117056"/>
                </a:cubicBezTo>
                <a:close/>
              </a:path>
            </a:pathLst>
          </a:custGeom>
          <a:solidFill>
            <a:schemeClr val="accent3"/>
          </a:solidFill>
          <a:ln w="15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6" name="图形 1114"/>
          <p:cNvSpPr/>
          <p:nvPr/>
        </p:nvSpPr>
        <p:spPr>
          <a:xfrm>
            <a:off x="3895764" y="5445881"/>
            <a:ext cx="145757" cy="161951"/>
          </a:xfrm>
          <a:custGeom>
            <a:avLst/>
            <a:gdLst>
              <a:gd name="connsiteX0" fmla="*/ 45401 w 145757"/>
              <a:gd name="connsiteY0" fmla="*/ 17245 h 161951"/>
              <a:gd name="connsiteX1" fmla="*/ 60534 w 145757"/>
              <a:gd name="connsiteY1" fmla="*/ 0 h 161951"/>
              <a:gd name="connsiteX2" fmla="*/ 145758 w 145757"/>
              <a:gd name="connsiteY2" fmla="*/ 58482 h 161951"/>
              <a:gd name="connsiteX3" fmla="*/ 131422 w 145757"/>
              <a:gd name="connsiteY3" fmla="*/ 76477 h 161951"/>
              <a:gd name="connsiteX4" fmla="*/ 54956 w 145757"/>
              <a:gd name="connsiteY4" fmla="*/ 35239 h 161951"/>
              <a:gd name="connsiteX5" fmla="*/ 0 w 145757"/>
              <a:gd name="connsiteY5" fmla="*/ 77226 h 161951"/>
              <a:gd name="connsiteX6" fmla="*/ 0 w 145757"/>
              <a:gd name="connsiteY6" fmla="*/ 156702 h 161951"/>
              <a:gd name="connsiteX7" fmla="*/ 33453 w 145757"/>
              <a:gd name="connsiteY7" fmla="*/ 111715 h 161951"/>
              <a:gd name="connsiteX8" fmla="*/ 28673 w 145757"/>
              <a:gd name="connsiteY8" fmla="*/ 99720 h 161951"/>
              <a:gd name="connsiteX9" fmla="*/ 47784 w 145757"/>
              <a:gd name="connsiteY9" fmla="*/ 81725 h 161951"/>
              <a:gd name="connsiteX10" fmla="*/ 66894 w 145757"/>
              <a:gd name="connsiteY10" fmla="*/ 99720 h 161951"/>
              <a:gd name="connsiteX11" fmla="*/ 47784 w 145757"/>
              <a:gd name="connsiteY11" fmla="*/ 117714 h 161951"/>
              <a:gd name="connsiteX12" fmla="*/ 40616 w 145757"/>
              <a:gd name="connsiteY12" fmla="*/ 116214 h 161951"/>
              <a:gd name="connsiteX13" fmla="*/ 7170 w 145757"/>
              <a:gd name="connsiteY13" fmla="*/ 161951 h 161951"/>
              <a:gd name="connsiteX14" fmla="*/ 86817 w 145757"/>
              <a:gd name="connsiteY14" fmla="*/ 133459 h 161951"/>
              <a:gd name="connsiteX15" fmla="*/ 111508 w 145757"/>
              <a:gd name="connsiteY15" fmla="*/ 74227 h 161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45757" h="161951">
                <a:moveTo>
                  <a:pt x="45401" y="17245"/>
                </a:moveTo>
                <a:lnTo>
                  <a:pt x="60534" y="0"/>
                </a:lnTo>
                <a:lnTo>
                  <a:pt x="145758" y="58482"/>
                </a:lnTo>
                <a:lnTo>
                  <a:pt x="131422" y="76477"/>
                </a:lnTo>
                <a:close/>
                <a:moveTo>
                  <a:pt x="54956" y="35239"/>
                </a:moveTo>
                <a:cubicBezTo>
                  <a:pt x="35036" y="64481"/>
                  <a:pt x="0" y="77226"/>
                  <a:pt x="0" y="77226"/>
                </a:cubicBezTo>
                <a:lnTo>
                  <a:pt x="0" y="156702"/>
                </a:lnTo>
                <a:lnTo>
                  <a:pt x="33453" y="111715"/>
                </a:lnTo>
                <a:cubicBezTo>
                  <a:pt x="30293" y="108534"/>
                  <a:pt x="28568" y="104202"/>
                  <a:pt x="28673" y="99720"/>
                </a:cubicBezTo>
                <a:cubicBezTo>
                  <a:pt x="28673" y="89974"/>
                  <a:pt x="37435" y="81725"/>
                  <a:pt x="47784" y="81725"/>
                </a:cubicBezTo>
                <a:cubicBezTo>
                  <a:pt x="58132" y="81725"/>
                  <a:pt x="66894" y="89974"/>
                  <a:pt x="66894" y="99720"/>
                </a:cubicBezTo>
                <a:cubicBezTo>
                  <a:pt x="66894" y="109466"/>
                  <a:pt x="58132" y="117714"/>
                  <a:pt x="47784" y="117714"/>
                </a:cubicBezTo>
                <a:cubicBezTo>
                  <a:pt x="45298" y="117944"/>
                  <a:pt x="42801" y="117422"/>
                  <a:pt x="40616" y="116214"/>
                </a:cubicBezTo>
                <a:lnTo>
                  <a:pt x="7170" y="161951"/>
                </a:lnTo>
                <a:lnTo>
                  <a:pt x="86817" y="133459"/>
                </a:lnTo>
                <a:cubicBezTo>
                  <a:pt x="87614" y="99720"/>
                  <a:pt x="111508" y="74227"/>
                  <a:pt x="111508" y="74227"/>
                </a:cubicBezTo>
                <a:close/>
              </a:path>
            </a:pathLst>
          </a:custGeom>
          <a:solidFill>
            <a:schemeClr val="accent4"/>
          </a:solidFill>
          <a:ln w="15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9" name="图形 1117"/>
          <p:cNvSpPr/>
          <p:nvPr/>
        </p:nvSpPr>
        <p:spPr>
          <a:xfrm>
            <a:off x="8260418" y="6176135"/>
            <a:ext cx="116347" cy="116425"/>
          </a:xfrm>
          <a:custGeom>
            <a:avLst/>
            <a:gdLst>
              <a:gd name="connsiteX0" fmla="*/ 46570 w 116347"/>
              <a:gd name="connsiteY0" fmla="*/ 0 h 116425"/>
              <a:gd name="connsiteX1" fmla="*/ 7762 w 116347"/>
              <a:gd name="connsiteY1" fmla="*/ 0 h 116425"/>
              <a:gd name="connsiteX2" fmla="*/ 0 w 116347"/>
              <a:gd name="connsiteY2" fmla="*/ 7762 h 116425"/>
              <a:gd name="connsiteX3" fmla="*/ 0 w 116347"/>
              <a:gd name="connsiteY3" fmla="*/ 46570 h 116425"/>
              <a:gd name="connsiteX4" fmla="*/ 7762 w 116347"/>
              <a:gd name="connsiteY4" fmla="*/ 54332 h 116425"/>
              <a:gd name="connsiteX5" fmla="*/ 46570 w 116347"/>
              <a:gd name="connsiteY5" fmla="*/ 54332 h 116425"/>
              <a:gd name="connsiteX6" fmla="*/ 54332 w 116347"/>
              <a:gd name="connsiteY6" fmla="*/ 46570 h 116425"/>
              <a:gd name="connsiteX7" fmla="*/ 54332 w 116347"/>
              <a:gd name="connsiteY7" fmla="*/ 7762 h 116425"/>
              <a:gd name="connsiteX8" fmla="*/ 46570 w 116347"/>
              <a:gd name="connsiteY8" fmla="*/ 0 h 116425"/>
              <a:gd name="connsiteX9" fmla="*/ 46570 w 116347"/>
              <a:gd name="connsiteY9" fmla="*/ 62094 h 116425"/>
              <a:gd name="connsiteX10" fmla="*/ 7762 w 116347"/>
              <a:gd name="connsiteY10" fmla="*/ 62094 h 116425"/>
              <a:gd name="connsiteX11" fmla="*/ 0 w 116347"/>
              <a:gd name="connsiteY11" fmla="*/ 69855 h 116425"/>
              <a:gd name="connsiteX12" fmla="*/ 0 w 116347"/>
              <a:gd name="connsiteY12" fmla="*/ 108664 h 116425"/>
              <a:gd name="connsiteX13" fmla="*/ 7762 w 116347"/>
              <a:gd name="connsiteY13" fmla="*/ 116426 h 116425"/>
              <a:gd name="connsiteX14" fmla="*/ 46570 w 116347"/>
              <a:gd name="connsiteY14" fmla="*/ 116426 h 116425"/>
              <a:gd name="connsiteX15" fmla="*/ 54332 w 116347"/>
              <a:gd name="connsiteY15" fmla="*/ 108664 h 116425"/>
              <a:gd name="connsiteX16" fmla="*/ 54332 w 116347"/>
              <a:gd name="connsiteY16" fmla="*/ 69855 h 116425"/>
              <a:gd name="connsiteX17" fmla="*/ 46570 w 116347"/>
              <a:gd name="connsiteY17" fmla="*/ 62094 h 116425"/>
              <a:gd name="connsiteX18" fmla="*/ 108586 w 116347"/>
              <a:gd name="connsiteY18" fmla="*/ 0 h 116425"/>
              <a:gd name="connsiteX19" fmla="*/ 69778 w 116347"/>
              <a:gd name="connsiteY19" fmla="*/ 0 h 116425"/>
              <a:gd name="connsiteX20" fmla="*/ 62016 w 116347"/>
              <a:gd name="connsiteY20" fmla="*/ 7762 h 116425"/>
              <a:gd name="connsiteX21" fmla="*/ 62016 w 116347"/>
              <a:gd name="connsiteY21" fmla="*/ 46570 h 116425"/>
              <a:gd name="connsiteX22" fmla="*/ 69778 w 116347"/>
              <a:gd name="connsiteY22" fmla="*/ 54332 h 116425"/>
              <a:gd name="connsiteX23" fmla="*/ 108586 w 116347"/>
              <a:gd name="connsiteY23" fmla="*/ 54332 h 116425"/>
              <a:gd name="connsiteX24" fmla="*/ 116348 w 116347"/>
              <a:gd name="connsiteY24" fmla="*/ 46570 h 116425"/>
              <a:gd name="connsiteX25" fmla="*/ 116348 w 116347"/>
              <a:gd name="connsiteY25" fmla="*/ 7762 h 116425"/>
              <a:gd name="connsiteX26" fmla="*/ 108586 w 116347"/>
              <a:gd name="connsiteY26" fmla="*/ 0 h 116425"/>
              <a:gd name="connsiteX27" fmla="*/ 70298 w 116347"/>
              <a:gd name="connsiteY27" fmla="*/ 73216 h 116425"/>
              <a:gd name="connsiteX28" fmla="*/ 66580 w 116347"/>
              <a:gd name="connsiteY28" fmla="*/ 76918 h 116425"/>
              <a:gd name="connsiteX29" fmla="*/ 66580 w 116347"/>
              <a:gd name="connsiteY29" fmla="*/ 76934 h 116425"/>
              <a:gd name="connsiteX30" fmla="*/ 66580 w 116347"/>
              <a:gd name="connsiteY30" fmla="*/ 110899 h 116425"/>
              <a:gd name="connsiteX31" fmla="*/ 70538 w 116347"/>
              <a:gd name="connsiteY31" fmla="*/ 114377 h 116425"/>
              <a:gd name="connsiteX32" fmla="*/ 74016 w 116347"/>
              <a:gd name="connsiteY32" fmla="*/ 110899 h 116425"/>
              <a:gd name="connsiteX33" fmla="*/ 74016 w 116347"/>
              <a:gd name="connsiteY33" fmla="*/ 76934 h 116425"/>
              <a:gd name="connsiteX34" fmla="*/ 70298 w 116347"/>
              <a:gd name="connsiteY34" fmla="*/ 73216 h 116425"/>
              <a:gd name="connsiteX35" fmla="*/ 89182 w 116347"/>
              <a:gd name="connsiteY35" fmla="*/ 83764 h 116425"/>
              <a:gd name="connsiteX36" fmla="*/ 85464 w 116347"/>
              <a:gd name="connsiteY36" fmla="*/ 87482 h 116425"/>
              <a:gd name="connsiteX37" fmla="*/ 85464 w 116347"/>
              <a:gd name="connsiteY37" fmla="*/ 110899 h 116425"/>
              <a:gd name="connsiteX38" fmla="*/ 89422 w 116347"/>
              <a:gd name="connsiteY38" fmla="*/ 114377 h 116425"/>
              <a:gd name="connsiteX39" fmla="*/ 92900 w 116347"/>
              <a:gd name="connsiteY39" fmla="*/ 110899 h 116425"/>
              <a:gd name="connsiteX40" fmla="*/ 92900 w 116347"/>
              <a:gd name="connsiteY40" fmla="*/ 87482 h 116425"/>
              <a:gd name="connsiteX41" fmla="*/ 89182 w 116347"/>
              <a:gd name="connsiteY41" fmla="*/ 83764 h 116425"/>
              <a:gd name="connsiteX42" fmla="*/ 108260 w 116347"/>
              <a:gd name="connsiteY42" fmla="*/ 63522 h 116425"/>
              <a:gd name="connsiteX43" fmla="*/ 104542 w 116347"/>
              <a:gd name="connsiteY43" fmla="*/ 67240 h 116425"/>
              <a:gd name="connsiteX44" fmla="*/ 104542 w 116347"/>
              <a:gd name="connsiteY44" fmla="*/ 110899 h 116425"/>
              <a:gd name="connsiteX45" fmla="*/ 108501 w 116347"/>
              <a:gd name="connsiteY45" fmla="*/ 114377 h 116425"/>
              <a:gd name="connsiteX46" fmla="*/ 111978 w 116347"/>
              <a:gd name="connsiteY46" fmla="*/ 110899 h 116425"/>
              <a:gd name="connsiteX47" fmla="*/ 111978 w 116347"/>
              <a:gd name="connsiteY47" fmla="*/ 67240 h 116425"/>
              <a:gd name="connsiteX48" fmla="*/ 108260 w 116347"/>
              <a:gd name="connsiteY48" fmla="*/ 63522 h 116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16347" h="116425">
                <a:moveTo>
                  <a:pt x="46570" y="0"/>
                </a:moveTo>
                <a:lnTo>
                  <a:pt x="7762" y="0"/>
                </a:lnTo>
                <a:cubicBezTo>
                  <a:pt x="3475" y="0"/>
                  <a:pt x="0" y="3475"/>
                  <a:pt x="0" y="7762"/>
                </a:cubicBezTo>
                <a:lnTo>
                  <a:pt x="0" y="46570"/>
                </a:lnTo>
                <a:cubicBezTo>
                  <a:pt x="0" y="50857"/>
                  <a:pt x="3475" y="54332"/>
                  <a:pt x="7762" y="54332"/>
                </a:cubicBezTo>
                <a:lnTo>
                  <a:pt x="46570" y="54332"/>
                </a:lnTo>
                <a:cubicBezTo>
                  <a:pt x="50857" y="54332"/>
                  <a:pt x="54332" y="50857"/>
                  <a:pt x="54332" y="46570"/>
                </a:cubicBezTo>
                <a:lnTo>
                  <a:pt x="54332" y="7762"/>
                </a:lnTo>
                <a:cubicBezTo>
                  <a:pt x="54332" y="3475"/>
                  <a:pt x="50857" y="0"/>
                  <a:pt x="46570" y="0"/>
                </a:cubicBezTo>
                <a:close/>
                <a:moveTo>
                  <a:pt x="46570" y="62094"/>
                </a:moveTo>
                <a:lnTo>
                  <a:pt x="7762" y="62094"/>
                </a:lnTo>
                <a:cubicBezTo>
                  <a:pt x="3475" y="62094"/>
                  <a:pt x="0" y="65569"/>
                  <a:pt x="0" y="69855"/>
                </a:cubicBezTo>
                <a:lnTo>
                  <a:pt x="0" y="108664"/>
                </a:lnTo>
                <a:cubicBezTo>
                  <a:pt x="0" y="112950"/>
                  <a:pt x="3475" y="116426"/>
                  <a:pt x="7762" y="116426"/>
                </a:cubicBezTo>
                <a:lnTo>
                  <a:pt x="46570" y="116426"/>
                </a:lnTo>
                <a:cubicBezTo>
                  <a:pt x="50857" y="116426"/>
                  <a:pt x="54332" y="112950"/>
                  <a:pt x="54332" y="108664"/>
                </a:cubicBezTo>
                <a:lnTo>
                  <a:pt x="54332" y="69855"/>
                </a:lnTo>
                <a:cubicBezTo>
                  <a:pt x="54332" y="65569"/>
                  <a:pt x="50857" y="62094"/>
                  <a:pt x="46570" y="62094"/>
                </a:cubicBezTo>
                <a:close/>
                <a:moveTo>
                  <a:pt x="108586" y="0"/>
                </a:moveTo>
                <a:lnTo>
                  <a:pt x="69778" y="0"/>
                </a:lnTo>
                <a:cubicBezTo>
                  <a:pt x="65491" y="0"/>
                  <a:pt x="62016" y="3475"/>
                  <a:pt x="62016" y="7762"/>
                </a:cubicBezTo>
                <a:lnTo>
                  <a:pt x="62016" y="46570"/>
                </a:lnTo>
                <a:cubicBezTo>
                  <a:pt x="62016" y="50857"/>
                  <a:pt x="65491" y="54332"/>
                  <a:pt x="69778" y="54332"/>
                </a:cubicBezTo>
                <a:lnTo>
                  <a:pt x="108586" y="54332"/>
                </a:lnTo>
                <a:cubicBezTo>
                  <a:pt x="112873" y="54332"/>
                  <a:pt x="116348" y="50857"/>
                  <a:pt x="116348" y="46570"/>
                </a:cubicBezTo>
                <a:lnTo>
                  <a:pt x="116348" y="7762"/>
                </a:lnTo>
                <a:cubicBezTo>
                  <a:pt x="116348" y="3475"/>
                  <a:pt x="112873" y="0"/>
                  <a:pt x="108586" y="0"/>
                </a:cubicBezTo>
                <a:close/>
                <a:moveTo>
                  <a:pt x="70298" y="73216"/>
                </a:moveTo>
                <a:cubicBezTo>
                  <a:pt x="68249" y="73212"/>
                  <a:pt x="66584" y="74869"/>
                  <a:pt x="66580" y="76918"/>
                </a:cubicBezTo>
                <a:cubicBezTo>
                  <a:pt x="66580" y="76924"/>
                  <a:pt x="66580" y="76929"/>
                  <a:pt x="66580" y="76934"/>
                </a:cubicBezTo>
                <a:lnTo>
                  <a:pt x="66580" y="110899"/>
                </a:lnTo>
                <a:cubicBezTo>
                  <a:pt x="66713" y="112952"/>
                  <a:pt x="68485" y="114509"/>
                  <a:pt x="70538" y="114377"/>
                </a:cubicBezTo>
                <a:cubicBezTo>
                  <a:pt x="72406" y="114256"/>
                  <a:pt x="73895" y="112767"/>
                  <a:pt x="74016" y="110899"/>
                </a:cubicBezTo>
                <a:lnTo>
                  <a:pt x="74016" y="76934"/>
                </a:lnTo>
                <a:cubicBezTo>
                  <a:pt x="74011" y="74882"/>
                  <a:pt x="72349" y="73220"/>
                  <a:pt x="70298" y="73216"/>
                </a:cubicBezTo>
                <a:close/>
                <a:moveTo>
                  <a:pt x="89182" y="83764"/>
                </a:moveTo>
                <a:cubicBezTo>
                  <a:pt x="87130" y="83769"/>
                  <a:pt x="85468" y="85431"/>
                  <a:pt x="85464" y="87482"/>
                </a:cubicBezTo>
                <a:lnTo>
                  <a:pt x="85464" y="110899"/>
                </a:lnTo>
                <a:cubicBezTo>
                  <a:pt x="85597" y="112952"/>
                  <a:pt x="87369" y="114509"/>
                  <a:pt x="89422" y="114377"/>
                </a:cubicBezTo>
                <a:cubicBezTo>
                  <a:pt x="91291" y="114256"/>
                  <a:pt x="92779" y="112767"/>
                  <a:pt x="92900" y="110899"/>
                </a:cubicBezTo>
                <a:lnTo>
                  <a:pt x="92900" y="87482"/>
                </a:lnTo>
                <a:cubicBezTo>
                  <a:pt x="92896" y="85431"/>
                  <a:pt x="91233" y="83769"/>
                  <a:pt x="89182" y="83764"/>
                </a:cubicBezTo>
                <a:close/>
                <a:moveTo>
                  <a:pt x="108260" y="63522"/>
                </a:moveTo>
                <a:cubicBezTo>
                  <a:pt x="106209" y="63526"/>
                  <a:pt x="104547" y="65188"/>
                  <a:pt x="104542" y="67240"/>
                </a:cubicBezTo>
                <a:lnTo>
                  <a:pt x="104542" y="110899"/>
                </a:lnTo>
                <a:cubicBezTo>
                  <a:pt x="104675" y="112952"/>
                  <a:pt x="106447" y="114509"/>
                  <a:pt x="108501" y="114377"/>
                </a:cubicBezTo>
                <a:cubicBezTo>
                  <a:pt x="110369" y="114256"/>
                  <a:pt x="111857" y="112767"/>
                  <a:pt x="111978" y="110899"/>
                </a:cubicBezTo>
                <a:lnTo>
                  <a:pt x="111978" y="67240"/>
                </a:lnTo>
                <a:cubicBezTo>
                  <a:pt x="111974" y="65188"/>
                  <a:pt x="110312" y="63526"/>
                  <a:pt x="108260" y="63522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4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21" name="任意多边形: 形状 1120"/>
          <p:cNvSpPr/>
          <p:nvPr/>
        </p:nvSpPr>
        <p:spPr>
          <a:xfrm>
            <a:off x="7822354" y="1301758"/>
            <a:ext cx="170407" cy="170220"/>
          </a:xfrm>
          <a:custGeom>
            <a:avLst/>
            <a:gdLst>
              <a:gd name="connsiteX0" fmla="*/ 96205 w 96205"/>
              <a:gd name="connsiteY0" fmla="*/ 48050 h 96100"/>
              <a:gd name="connsiteX1" fmla="*/ 48103 w 96205"/>
              <a:gd name="connsiteY1" fmla="*/ 96100 h 96100"/>
              <a:gd name="connsiteX2" fmla="*/ 0 w 96205"/>
              <a:gd name="connsiteY2" fmla="*/ 48050 h 96100"/>
              <a:gd name="connsiteX3" fmla="*/ 48103 w 96205"/>
              <a:gd name="connsiteY3" fmla="*/ 0 h 96100"/>
              <a:gd name="connsiteX4" fmla="*/ 96205 w 96205"/>
              <a:gd name="connsiteY4" fmla="*/ 48050 h 9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205" h="96100">
                <a:moveTo>
                  <a:pt x="96205" y="48050"/>
                </a:moveTo>
                <a:cubicBezTo>
                  <a:pt x="96205" y="74584"/>
                  <a:pt x="74671" y="96100"/>
                  <a:pt x="48103" y="96100"/>
                </a:cubicBezTo>
                <a:cubicBezTo>
                  <a:pt x="21534" y="96100"/>
                  <a:pt x="0" y="74589"/>
                  <a:pt x="0" y="48050"/>
                </a:cubicBezTo>
                <a:cubicBezTo>
                  <a:pt x="0" y="21516"/>
                  <a:pt x="21534" y="0"/>
                  <a:pt x="48103" y="0"/>
                </a:cubicBezTo>
                <a:cubicBezTo>
                  <a:pt x="74671" y="0"/>
                  <a:pt x="96205" y="21511"/>
                  <a:pt x="96205" y="48050"/>
                </a:cubicBezTo>
                <a:close/>
              </a:path>
            </a:pathLst>
          </a:custGeom>
          <a:solidFill>
            <a:schemeClr val="accent3"/>
          </a:solidFill>
          <a:ln w="15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22" name="任意多边形: 形状 1121"/>
          <p:cNvSpPr/>
          <p:nvPr/>
        </p:nvSpPr>
        <p:spPr>
          <a:xfrm>
            <a:off x="7760559" y="1475480"/>
            <a:ext cx="292513" cy="117417"/>
          </a:xfrm>
          <a:custGeom>
            <a:avLst/>
            <a:gdLst>
              <a:gd name="connsiteX0" fmla="*/ 122691 w 165142"/>
              <a:gd name="connsiteY0" fmla="*/ 282 h 66289"/>
              <a:gd name="connsiteX1" fmla="*/ 82990 w 165142"/>
              <a:gd name="connsiteY1" fmla="*/ 14032 h 66289"/>
              <a:gd name="connsiteX2" fmla="*/ 42935 w 165142"/>
              <a:gd name="connsiteY2" fmla="*/ 0 h 66289"/>
              <a:gd name="connsiteX3" fmla="*/ 0 w 165142"/>
              <a:gd name="connsiteY3" fmla="*/ 66289 h 66289"/>
              <a:gd name="connsiteX4" fmla="*/ 165143 w 165142"/>
              <a:gd name="connsiteY4" fmla="*/ 66289 h 66289"/>
              <a:gd name="connsiteX5" fmla="*/ 122691 w 165142"/>
              <a:gd name="connsiteY5" fmla="*/ 288 h 66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142" h="66289">
                <a:moveTo>
                  <a:pt x="122691" y="282"/>
                </a:moveTo>
                <a:cubicBezTo>
                  <a:pt x="111482" y="9122"/>
                  <a:pt x="97588" y="14032"/>
                  <a:pt x="82990" y="14032"/>
                </a:cubicBezTo>
                <a:cubicBezTo>
                  <a:pt x="68223" y="14032"/>
                  <a:pt x="54196" y="9009"/>
                  <a:pt x="42935" y="0"/>
                </a:cubicBezTo>
                <a:cubicBezTo>
                  <a:pt x="13256" y="10884"/>
                  <a:pt x="0" y="48918"/>
                  <a:pt x="0" y="66289"/>
                </a:cubicBezTo>
                <a:lnTo>
                  <a:pt x="165143" y="66289"/>
                </a:lnTo>
                <a:cubicBezTo>
                  <a:pt x="165143" y="49072"/>
                  <a:pt x="151784" y="11305"/>
                  <a:pt x="122691" y="288"/>
                </a:cubicBezTo>
                <a:close/>
              </a:path>
            </a:pathLst>
          </a:custGeom>
          <a:solidFill>
            <a:schemeClr val="accent3"/>
          </a:solidFill>
          <a:ln w="15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26" name="图形 1124"/>
          <p:cNvSpPr/>
          <p:nvPr/>
        </p:nvSpPr>
        <p:spPr>
          <a:xfrm>
            <a:off x="3068741" y="1321137"/>
            <a:ext cx="223437" cy="279446"/>
          </a:xfrm>
          <a:custGeom>
            <a:avLst/>
            <a:gdLst>
              <a:gd name="connsiteX0" fmla="*/ 199604 w 223437"/>
              <a:gd name="connsiteY0" fmla="*/ 19960 h 279446"/>
              <a:gd name="connsiteX1" fmla="*/ 212415 w 223437"/>
              <a:gd name="connsiteY1" fmla="*/ 32324 h 279446"/>
              <a:gd name="connsiteX2" fmla="*/ 219714 w 223437"/>
              <a:gd name="connsiteY2" fmla="*/ 40666 h 279446"/>
              <a:gd name="connsiteX3" fmla="*/ 222842 w 223437"/>
              <a:gd name="connsiteY3" fmla="*/ 46475 h 279446"/>
              <a:gd name="connsiteX4" fmla="*/ 223438 w 223437"/>
              <a:gd name="connsiteY4" fmla="*/ 50646 h 279446"/>
              <a:gd name="connsiteX5" fmla="*/ 223438 w 223437"/>
              <a:gd name="connsiteY5" fmla="*/ 55413 h 279446"/>
              <a:gd name="connsiteX6" fmla="*/ 179346 w 223437"/>
              <a:gd name="connsiteY6" fmla="*/ 55413 h 279446"/>
              <a:gd name="connsiteX7" fmla="*/ 174132 w 223437"/>
              <a:gd name="connsiteY7" fmla="*/ 53178 h 279446"/>
              <a:gd name="connsiteX8" fmla="*/ 170409 w 223437"/>
              <a:gd name="connsiteY8" fmla="*/ 47965 h 279446"/>
              <a:gd name="connsiteX9" fmla="*/ 168174 w 223437"/>
              <a:gd name="connsiteY9" fmla="*/ 41857 h 279446"/>
              <a:gd name="connsiteX10" fmla="*/ 167429 w 223437"/>
              <a:gd name="connsiteY10" fmla="*/ 36942 h 279446"/>
              <a:gd name="connsiteX11" fmla="*/ 167429 w 223437"/>
              <a:gd name="connsiteY11" fmla="*/ 0 h 279446"/>
              <a:gd name="connsiteX12" fmla="*/ 168323 w 223437"/>
              <a:gd name="connsiteY12" fmla="*/ 0 h 279446"/>
              <a:gd name="connsiteX13" fmla="*/ 173239 w 223437"/>
              <a:gd name="connsiteY13" fmla="*/ 745 h 279446"/>
              <a:gd name="connsiteX14" fmla="*/ 179048 w 223437"/>
              <a:gd name="connsiteY14" fmla="*/ 3575 h 279446"/>
              <a:gd name="connsiteX15" fmla="*/ 187241 w 223437"/>
              <a:gd name="connsiteY15" fmla="*/ 9533 h 279446"/>
              <a:gd name="connsiteX16" fmla="*/ 199604 w 223437"/>
              <a:gd name="connsiteY16" fmla="*/ 19960 h 279446"/>
              <a:gd name="connsiteX17" fmla="*/ 148661 w 223437"/>
              <a:gd name="connsiteY17" fmla="*/ 37240 h 279446"/>
              <a:gd name="connsiteX18" fmla="*/ 150448 w 223437"/>
              <a:gd name="connsiteY18" fmla="*/ 49603 h 279446"/>
              <a:gd name="connsiteX19" fmla="*/ 156109 w 223437"/>
              <a:gd name="connsiteY19" fmla="*/ 61520 h 279446"/>
              <a:gd name="connsiteX20" fmla="*/ 165940 w 223437"/>
              <a:gd name="connsiteY20" fmla="*/ 70606 h 279446"/>
              <a:gd name="connsiteX21" fmla="*/ 179942 w 223437"/>
              <a:gd name="connsiteY21" fmla="*/ 74181 h 279446"/>
              <a:gd name="connsiteX22" fmla="*/ 223438 w 223437"/>
              <a:gd name="connsiteY22" fmla="*/ 74181 h 279446"/>
              <a:gd name="connsiteX23" fmla="*/ 223438 w 223437"/>
              <a:gd name="connsiteY23" fmla="*/ 242207 h 279446"/>
              <a:gd name="connsiteX24" fmla="*/ 220012 w 223437"/>
              <a:gd name="connsiteY24" fmla="*/ 257698 h 279446"/>
              <a:gd name="connsiteX25" fmla="*/ 210925 w 223437"/>
              <a:gd name="connsiteY25" fmla="*/ 269317 h 279446"/>
              <a:gd name="connsiteX26" fmla="*/ 198413 w 223437"/>
              <a:gd name="connsiteY26" fmla="*/ 276765 h 279446"/>
              <a:gd name="connsiteX27" fmla="*/ 185006 w 223437"/>
              <a:gd name="connsiteY27" fmla="*/ 279446 h 279446"/>
              <a:gd name="connsiteX28" fmla="*/ 38431 w 223437"/>
              <a:gd name="connsiteY28" fmla="*/ 279446 h 279446"/>
              <a:gd name="connsiteX29" fmla="*/ 26068 w 223437"/>
              <a:gd name="connsiteY29" fmla="*/ 276169 h 279446"/>
              <a:gd name="connsiteX30" fmla="*/ 13555 w 223437"/>
              <a:gd name="connsiteY30" fmla="*/ 267529 h 279446"/>
              <a:gd name="connsiteX31" fmla="*/ 3873 w 223437"/>
              <a:gd name="connsiteY31" fmla="*/ 255315 h 279446"/>
              <a:gd name="connsiteX32" fmla="*/ 0 w 223437"/>
              <a:gd name="connsiteY32" fmla="*/ 241015 h 279446"/>
              <a:gd name="connsiteX33" fmla="*/ 0 w 223437"/>
              <a:gd name="connsiteY33" fmla="*/ 38431 h 279446"/>
              <a:gd name="connsiteX34" fmla="*/ 2830 w 223437"/>
              <a:gd name="connsiteY34" fmla="*/ 25472 h 279446"/>
              <a:gd name="connsiteX35" fmla="*/ 10576 w 223437"/>
              <a:gd name="connsiteY35" fmla="*/ 13108 h 279446"/>
              <a:gd name="connsiteX36" fmla="*/ 21748 w 223437"/>
              <a:gd name="connsiteY36" fmla="*/ 3724 h 279446"/>
              <a:gd name="connsiteX37" fmla="*/ 34856 w 223437"/>
              <a:gd name="connsiteY37" fmla="*/ 0 h 279446"/>
              <a:gd name="connsiteX38" fmla="*/ 148661 w 223437"/>
              <a:gd name="connsiteY38" fmla="*/ 0 h 279446"/>
              <a:gd name="connsiteX39" fmla="*/ 148661 w 223437"/>
              <a:gd name="connsiteY39" fmla="*/ 37240 h 279446"/>
              <a:gd name="connsiteX40" fmla="*/ 167429 w 223437"/>
              <a:gd name="connsiteY40" fmla="*/ 223140 h 279446"/>
              <a:gd name="connsiteX41" fmla="*/ 180538 w 223437"/>
              <a:gd name="connsiteY41" fmla="*/ 217628 h 279446"/>
              <a:gd name="connsiteX42" fmla="*/ 185900 w 223437"/>
              <a:gd name="connsiteY42" fmla="*/ 204371 h 279446"/>
              <a:gd name="connsiteX43" fmla="*/ 180538 w 223437"/>
              <a:gd name="connsiteY43" fmla="*/ 191263 h 279446"/>
              <a:gd name="connsiteX44" fmla="*/ 167429 w 223437"/>
              <a:gd name="connsiteY44" fmla="*/ 185900 h 279446"/>
              <a:gd name="connsiteX45" fmla="*/ 55710 w 223437"/>
              <a:gd name="connsiteY45" fmla="*/ 185900 h 279446"/>
              <a:gd name="connsiteX46" fmla="*/ 42602 w 223437"/>
              <a:gd name="connsiteY46" fmla="*/ 191263 h 279446"/>
              <a:gd name="connsiteX47" fmla="*/ 37240 w 223437"/>
              <a:gd name="connsiteY47" fmla="*/ 204371 h 279446"/>
              <a:gd name="connsiteX48" fmla="*/ 42602 w 223437"/>
              <a:gd name="connsiteY48" fmla="*/ 217628 h 279446"/>
              <a:gd name="connsiteX49" fmla="*/ 55710 w 223437"/>
              <a:gd name="connsiteY49" fmla="*/ 223140 h 279446"/>
              <a:gd name="connsiteX50" fmla="*/ 167429 w 223437"/>
              <a:gd name="connsiteY50" fmla="*/ 223140 h 279446"/>
              <a:gd name="connsiteX51" fmla="*/ 185900 w 223437"/>
              <a:gd name="connsiteY51" fmla="*/ 130190 h 279446"/>
              <a:gd name="connsiteX52" fmla="*/ 180538 w 223437"/>
              <a:gd name="connsiteY52" fmla="*/ 116932 h 279446"/>
              <a:gd name="connsiteX53" fmla="*/ 167429 w 223437"/>
              <a:gd name="connsiteY53" fmla="*/ 111421 h 279446"/>
              <a:gd name="connsiteX54" fmla="*/ 55710 w 223437"/>
              <a:gd name="connsiteY54" fmla="*/ 111421 h 279446"/>
              <a:gd name="connsiteX55" fmla="*/ 42602 w 223437"/>
              <a:gd name="connsiteY55" fmla="*/ 116932 h 279446"/>
              <a:gd name="connsiteX56" fmla="*/ 37240 w 223437"/>
              <a:gd name="connsiteY56" fmla="*/ 130190 h 279446"/>
              <a:gd name="connsiteX57" fmla="*/ 42602 w 223437"/>
              <a:gd name="connsiteY57" fmla="*/ 143298 h 279446"/>
              <a:gd name="connsiteX58" fmla="*/ 55710 w 223437"/>
              <a:gd name="connsiteY58" fmla="*/ 148661 h 279446"/>
              <a:gd name="connsiteX59" fmla="*/ 167429 w 223437"/>
              <a:gd name="connsiteY59" fmla="*/ 148661 h 279446"/>
              <a:gd name="connsiteX60" fmla="*/ 180538 w 223437"/>
              <a:gd name="connsiteY60" fmla="*/ 143298 h 279446"/>
              <a:gd name="connsiteX61" fmla="*/ 185900 w 223437"/>
              <a:gd name="connsiteY61" fmla="*/ 130190 h 279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223437" h="279446">
                <a:moveTo>
                  <a:pt x="199604" y="19960"/>
                </a:moveTo>
                <a:cubicBezTo>
                  <a:pt x="204967" y="24926"/>
                  <a:pt x="209237" y="29047"/>
                  <a:pt x="212415" y="32324"/>
                </a:cubicBezTo>
                <a:cubicBezTo>
                  <a:pt x="215593" y="35601"/>
                  <a:pt x="218026" y="38382"/>
                  <a:pt x="219714" y="40666"/>
                </a:cubicBezTo>
                <a:cubicBezTo>
                  <a:pt x="221402" y="42950"/>
                  <a:pt x="222445" y="44886"/>
                  <a:pt x="222842" y="46475"/>
                </a:cubicBezTo>
                <a:cubicBezTo>
                  <a:pt x="223239" y="48064"/>
                  <a:pt x="223438" y="49454"/>
                  <a:pt x="223438" y="50646"/>
                </a:cubicBezTo>
                <a:lnTo>
                  <a:pt x="223438" y="55413"/>
                </a:lnTo>
                <a:lnTo>
                  <a:pt x="179346" y="55413"/>
                </a:lnTo>
                <a:cubicBezTo>
                  <a:pt x="177360" y="55413"/>
                  <a:pt x="175622" y="54668"/>
                  <a:pt x="174132" y="53178"/>
                </a:cubicBezTo>
                <a:cubicBezTo>
                  <a:pt x="172643" y="51689"/>
                  <a:pt x="171402" y="49951"/>
                  <a:pt x="170409" y="47965"/>
                </a:cubicBezTo>
                <a:cubicBezTo>
                  <a:pt x="169415" y="45979"/>
                  <a:pt x="168671" y="43943"/>
                  <a:pt x="168174" y="41857"/>
                </a:cubicBezTo>
                <a:cubicBezTo>
                  <a:pt x="167678" y="39772"/>
                  <a:pt x="167429" y="38133"/>
                  <a:pt x="167429" y="36942"/>
                </a:cubicBezTo>
                <a:lnTo>
                  <a:pt x="167429" y="0"/>
                </a:lnTo>
                <a:lnTo>
                  <a:pt x="168323" y="0"/>
                </a:lnTo>
                <a:cubicBezTo>
                  <a:pt x="169912" y="0"/>
                  <a:pt x="171551" y="248"/>
                  <a:pt x="173239" y="745"/>
                </a:cubicBezTo>
                <a:cubicBezTo>
                  <a:pt x="174927" y="1241"/>
                  <a:pt x="176863" y="2185"/>
                  <a:pt x="179048" y="3575"/>
                </a:cubicBezTo>
                <a:cubicBezTo>
                  <a:pt x="181233" y="4965"/>
                  <a:pt x="183964" y="6951"/>
                  <a:pt x="187241" y="9533"/>
                </a:cubicBezTo>
                <a:cubicBezTo>
                  <a:pt x="190518" y="12115"/>
                  <a:pt x="194639" y="15591"/>
                  <a:pt x="199604" y="19960"/>
                </a:cubicBezTo>
                <a:close/>
                <a:moveTo>
                  <a:pt x="148661" y="37240"/>
                </a:moveTo>
                <a:cubicBezTo>
                  <a:pt x="148661" y="41212"/>
                  <a:pt x="149256" y="45333"/>
                  <a:pt x="150448" y="49603"/>
                </a:cubicBezTo>
                <a:cubicBezTo>
                  <a:pt x="151640" y="53873"/>
                  <a:pt x="153527" y="57846"/>
                  <a:pt x="156109" y="61520"/>
                </a:cubicBezTo>
                <a:cubicBezTo>
                  <a:pt x="158690" y="65194"/>
                  <a:pt x="161968" y="68223"/>
                  <a:pt x="165940" y="70606"/>
                </a:cubicBezTo>
                <a:cubicBezTo>
                  <a:pt x="169912" y="72990"/>
                  <a:pt x="174579" y="74181"/>
                  <a:pt x="179942" y="74181"/>
                </a:cubicBezTo>
                <a:lnTo>
                  <a:pt x="223438" y="74181"/>
                </a:lnTo>
                <a:lnTo>
                  <a:pt x="223438" y="242207"/>
                </a:lnTo>
                <a:cubicBezTo>
                  <a:pt x="223438" y="247966"/>
                  <a:pt x="222296" y="253130"/>
                  <a:pt x="220012" y="257698"/>
                </a:cubicBezTo>
                <a:cubicBezTo>
                  <a:pt x="217728" y="262266"/>
                  <a:pt x="214699" y="266139"/>
                  <a:pt x="210925" y="269317"/>
                </a:cubicBezTo>
                <a:cubicBezTo>
                  <a:pt x="207152" y="272495"/>
                  <a:pt x="202981" y="274977"/>
                  <a:pt x="198413" y="276765"/>
                </a:cubicBezTo>
                <a:cubicBezTo>
                  <a:pt x="193845" y="278552"/>
                  <a:pt x="189376" y="279446"/>
                  <a:pt x="185006" y="279446"/>
                </a:cubicBezTo>
                <a:lnTo>
                  <a:pt x="38431" y="279446"/>
                </a:lnTo>
                <a:cubicBezTo>
                  <a:pt x="34658" y="279446"/>
                  <a:pt x="30536" y="278354"/>
                  <a:pt x="26068" y="276169"/>
                </a:cubicBezTo>
                <a:cubicBezTo>
                  <a:pt x="21599" y="273984"/>
                  <a:pt x="17428" y="271104"/>
                  <a:pt x="13555" y="267529"/>
                </a:cubicBezTo>
                <a:cubicBezTo>
                  <a:pt x="9682" y="263954"/>
                  <a:pt x="6455" y="259883"/>
                  <a:pt x="3873" y="255315"/>
                </a:cubicBezTo>
                <a:cubicBezTo>
                  <a:pt x="1291" y="250747"/>
                  <a:pt x="0" y="245980"/>
                  <a:pt x="0" y="241015"/>
                </a:cubicBezTo>
                <a:lnTo>
                  <a:pt x="0" y="38431"/>
                </a:lnTo>
                <a:cubicBezTo>
                  <a:pt x="0" y="34260"/>
                  <a:pt x="943" y="29941"/>
                  <a:pt x="2830" y="25472"/>
                </a:cubicBezTo>
                <a:cubicBezTo>
                  <a:pt x="4717" y="21003"/>
                  <a:pt x="7299" y="16882"/>
                  <a:pt x="10576" y="13108"/>
                </a:cubicBezTo>
                <a:cubicBezTo>
                  <a:pt x="13853" y="9335"/>
                  <a:pt x="17577" y="6207"/>
                  <a:pt x="21748" y="3724"/>
                </a:cubicBezTo>
                <a:cubicBezTo>
                  <a:pt x="25919" y="1241"/>
                  <a:pt x="30288" y="0"/>
                  <a:pt x="34856" y="0"/>
                </a:cubicBezTo>
                <a:lnTo>
                  <a:pt x="148661" y="0"/>
                </a:lnTo>
                <a:lnTo>
                  <a:pt x="148661" y="37240"/>
                </a:lnTo>
                <a:close/>
                <a:moveTo>
                  <a:pt x="167429" y="223140"/>
                </a:moveTo>
                <a:cubicBezTo>
                  <a:pt x="172593" y="223140"/>
                  <a:pt x="176963" y="221303"/>
                  <a:pt x="180538" y="217628"/>
                </a:cubicBezTo>
                <a:cubicBezTo>
                  <a:pt x="184113" y="213954"/>
                  <a:pt x="185900" y="209535"/>
                  <a:pt x="185900" y="204371"/>
                </a:cubicBezTo>
                <a:cubicBezTo>
                  <a:pt x="185900" y="199207"/>
                  <a:pt x="184113" y="194838"/>
                  <a:pt x="180538" y="191263"/>
                </a:cubicBezTo>
                <a:cubicBezTo>
                  <a:pt x="176963" y="187688"/>
                  <a:pt x="172593" y="185900"/>
                  <a:pt x="167429" y="185900"/>
                </a:cubicBezTo>
                <a:lnTo>
                  <a:pt x="55710" y="185900"/>
                </a:lnTo>
                <a:cubicBezTo>
                  <a:pt x="50547" y="185900"/>
                  <a:pt x="46177" y="187688"/>
                  <a:pt x="42602" y="191263"/>
                </a:cubicBezTo>
                <a:cubicBezTo>
                  <a:pt x="39027" y="194838"/>
                  <a:pt x="37240" y="199207"/>
                  <a:pt x="37240" y="204371"/>
                </a:cubicBezTo>
                <a:cubicBezTo>
                  <a:pt x="37240" y="209535"/>
                  <a:pt x="39027" y="213954"/>
                  <a:pt x="42602" y="217628"/>
                </a:cubicBezTo>
                <a:cubicBezTo>
                  <a:pt x="46177" y="221303"/>
                  <a:pt x="50547" y="223140"/>
                  <a:pt x="55710" y="223140"/>
                </a:cubicBezTo>
                <a:lnTo>
                  <a:pt x="167429" y="223140"/>
                </a:lnTo>
                <a:close/>
                <a:moveTo>
                  <a:pt x="185900" y="130190"/>
                </a:moveTo>
                <a:cubicBezTo>
                  <a:pt x="185900" y="125026"/>
                  <a:pt x="184113" y="120607"/>
                  <a:pt x="180538" y="116932"/>
                </a:cubicBezTo>
                <a:cubicBezTo>
                  <a:pt x="176963" y="113258"/>
                  <a:pt x="172593" y="111421"/>
                  <a:pt x="167429" y="111421"/>
                </a:cubicBezTo>
                <a:lnTo>
                  <a:pt x="55710" y="111421"/>
                </a:lnTo>
                <a:cubicBezTo>
                  <a:pt x="50547" y="111421"/>
                  <a:pt x="46177" y="113258"/>
                  <a:pt x="42602" y="116932"/>
                </a:cubicBezTo>
                <a:cubicBezTo>
                  <a:pt x="39027" y="120607"/>
                  <a:pt x="37240" y="125026"/>
                  <a:pt x="37240" y="130190"/>
                </a:cubicBezTo>
                <a:cubicBezTo>
                  <a:pt x="37240" y="135354"/>
                  <a:pt x="39027" y="139723"/>
                  <a:pt x="42602" y="143298"/>
                </a:cubicBezTo>
                <a:cubicBezTo>
                  <a:pt x="46177" y="146873"/>
                  <a:pt x="50547" y="148661"/>
                  <a:pt x="55710" y="148661"/>
                </a:cubicBezTo>
                <a:lnTo>
                  <a:pt x="167429" y="148661"/>
                </a:lnTo>
                <a:cubicBezTo>
                  <a:pt x="172593" y="148661"/>
                  <a:pt x="176963" y="146873"/>
                  <a:pt x="180538" y="143298"/>
                </a:cubicBezTo>
                <a:cubicBezTo>
                  <a:pt x="184113" y="139723"/>
                  <a:pt x="185900" y="135354"/>
                  <a:pt x="185900" y="130190"/>
                </a:cubicBezTo>
                <a:close/>
              </a:path>
            </a:pathLst>
          </a:custGeom>
          <a:solidFill>
            <a:schemeClr val="accent1"/>
          </a:solidFill>
          <a:ln w="28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29" name="图形 1127"/>
          <p:cNvSpPr/>
          <p:nvPr/>
        </p:nvSpPr>
        <p:spPr>
          <a:xfrm>
            <a:off x="5445779" y="1326893"/>
            <a:ext cx="272574" cy="284960"/>
          </a:xfrm>
          <a:custGeom>
            <a:avLst/>
            <a:gdLst>
              <a:gd name="connsiteX0" fmla="*/ 3890 w 272574"/>
              <a:gd name="connsiteY0" fmla="*/ 83131 h 284960"/>
              <a:gd name="connsiteX1" fmla="*/ 5538 w 272574"/>
              <a:gd name="connsiteY1" fmla="*/ 83515 h 284960"/>
              <a:gd name="connsiteX2" fmla="*/ 62903 w 272574"/>
              <a:gd name="connsiteY2" fmla="*/ 110265 h 284960"/>
              <a:gd name="connsiteX3" fmla="*/ 96256 w 272574"/>
              <a:gd name="connsiteY3" fmla="*/ 208157 h 284960"/>
              <a:gd name="connsiteX4" fmla="*/ 128321 w 272574"/>
              <a:gd name="connsiteY4" fmla="*/ 218713 h 284960"/>
              <a:gd name="connsiteX5" fmla="*/ 128321 w 272574"/>
              <a:gd name="connsiteY5" fmla="*/ 281033 h 284960"/>
              <a:gd name="connsiteX6" fmla="*/ 126425 w 272574"/>
              <a:gd name="connsiteY6" fmla="*/ 284403 h 284960"/>
              <a:gd name="connsiteX7" fmla="*/ 122572 w 272574"/>
              <a:gd name="connsiteY7" fmla="*/ 284490 h 284960"/>
              <a:gd name="connsiteX8" fmla="*/ 5167 w 272574"/>
              <a:gd name="connsiteY8" fmla="*/ 221476 h 284960"/>
              <a:gd name="connsiteX9" fmla="*/ 0 w 272574"/>
              <a:gd name="connsiteY9" fmla="*/ 212815 h 284960"/>
              <a:gd name="connsiteX10" fmla="*/ 0 w 272574"/>
              <a:gd name="connsiteY10" fmla="*/ 87059 h 284960"/>
              <a:gd name="connsiteX11" fmla="*/ 3890 w 272574"/>
              <a:gd name="connsiteY11" fmla="*/ 83144 h 284960"/>
              <a:gd name="connsiteX12" fmla="*/ 272191 w 272574"/>
              <a:gd name="connsiteY12" fmla="*/ 85436 h 284960"/>
              <a:gd name="connsiteX13" fmla="*/ 272575 w 272574"/>
              <a:gd name="connsiteY13" fmla="*/ 87096 h 284960"/>
              <a:gd name="connsiteX14" fmla="*/ 272575 w 272574"/>
              <a:gd name="connsiteY14" fmla="*/ 212815 h 284960"/>
              <a:gd name="connsiteX15" fmla="*/ 267408 w 272574"/>
              <a:gd name="connsiteY15" fmla="*/ 221451 h 284960"/>
              <a:gd name="connsiteX16" fmla="*/ 150065 w 272574"/>
              <a:gd name="connsiteY16" fmla="*/ 284465 h 284960"/>
              <a:gd name="connsiteX17" fmla="*/ 146212 w 272574"/>
              <a:gd name="connsiteY17" fmla="*/ 284378 h 284960"/>
              <a:gd name="connsiteX18" fmla="*/ 144316 w 272574"/>
              <a:gd name="connsiteY18" fmla="*/ 281008 h 284960"/>
              <a:gd name="connsiteX19" fmla="*/ 144316 w 272574"/>
              <a:gd name="connsiteY19" fmla="*/ 218688 h 284960"/>
              <a:gd name="connsiteX20" fmla="*/ 203713 w 272574"/>
              <a:gd name="connsiteY20" fmla="*/ 181048 h 284960"/>
              <a:gd name="connsiteX21" fmla="*/ 209907 w 272574"/>
              <a:gd name="connsiteY21" fmla="*/ 110711 h 284960"/>
              <a:gd name="connsiteX22" fmla="*/ 266987 w 272574"/>
              <a:gd name="connsiteY22" fmla="*/ 83553 h 284960"/>
              <a:gd name="connsiteX23" fmla="*/ 272161 w 272574"/>
              <a:gd name="connsiteY23" fmla="*/ 85372 h 284960"/>
              <a:gd name="connsiteX24" fmla="*/ 272191 w 272574"/>
              <a:gd name="connsiteY24" fmla="*/ 85436 h 284960"/>
              <a:gd name="connsiteX25" fmla="*/ 179193 w 272574"/>
              <a:gd name="connsiteY25" fmla="*/ 100638 h 284960"/>
              <a:gd name="connsiteX26" fmla="*/ 203799 w 272574"/>
              <a:gd name="connsiteY26" fmla="*/ 132108 h 284960"/>
              <a:gd name="connsiteX27" fmla="*/ 204691 w 272574"/>
              <a:gd name="connsiteY27" fmla="*/ 136023 h 284960"/>
              <a:gd name="connsiteX28" fmla="*/ 201074 w 272574"/>
              <a:gd name="connsiteY28" fmla="*/ 138823 h 284960"/>
              <a:gd name="connsiteX29" fmla="*/ 191385 w 272574"/>
              <a:gd name="connsiteY29" fmla="*/ 138823 h 284960"/>
              <a:gd name="connsiteX30" fmla="*/ 179342 w 272574"/>
              <a:gd name="connsiteY30" fmla="*/ 173118 h 284960"/>
              <a:gd name="connsiteX31" fmla="*/ 158032 w 272574"/>
              <a:gd name="connsiteY31" fmla="*/ 190960 h 284960"/>
              <a:gd name="connsiteX32" fmla="*/ 124852 w 272574"/>
              <a:gd name="connsiteY32" fmla="*/ 201664 h 284960"/>
              <a:gd name="connsiteX33" fmla="*/ 123873 w 272574"/>
              <a:gd name="connsiteY33" fmla="*/ 200252 h 284960"/>
              <a:gd name="connsiteX34" fmla="*/ 127193 w 272574"/>
              <a:gd name="connsiteY34" fmla="*/ 198195 h 284960"/>
              <a:gd name="connsiteX35" fmla="*/ 147723 w 272574"/>
              <a:gd name="connsiteY35" fmla="*/ 178867 h 284960"/>
              <a:gd name="connsiteX36" fmla="*/ 155157 w 272574"/>
              <a:gd name="connsiteY36" fmla="*/ 160344 h 284960"/>
              <a:gd name="connsiteX37" fmla="*/ 156644 w 272574"/>
              <a:gd name="connsiteY37" fmla="*/ 138737 h 284960"/>
              <a:gd name="connsiteX38" fmla="*/ 146236 w 272574"/>
              <a:gd name="connsiteY38" fmla="*/ 138687 h 284960"/>
              <a:gd name="connsiteX39" fmla="*/ 143845 w 272574"/>
              <a:gd name="connsiteY39" fmla="*/ 132889 h 284960"/>
              <a:gd name="connsiteX40" fmla="*/ 167225 w 272574"/>
              <a:gd name="connsiteY40" fmla="*/ 102596 h 284960"/>
              <a:gd name="connsiteX41" fmla="*/ 170929 w 272574"/>
              <a:gd name="connsiteY41" fmla="*/ 98817 h 284960"/>
              <a:gd name="connsiteX42" fmla="*/ 179193 w 272574"/>
              <a:gd name="connsiteY42" fmla="*/ 100638 h 284960"/>
              <a:gd name="connsiteX43" fmla="*/ 148330 w 272574"/>
              <a:gd name="connsiteY43" fmla="*/ 79377 h 284960"/>
              <a:gd name="connsiteX44" fmla="*/ 127701 w 272574"/>
              <a:gd name="connsiteY44" fmla="*/ 97157 h 284960"/>
              <a:gd name="connsiteX45" fmla="*/ 119128 w 272574"/>
              <a:gd name="connsiteY45" fmla="*/ 114044 h 284960"/>
              <a:gd name="connsiteX46" fmla="*/ 115708 w 272574"/>
              <a:gd name="connsiteY46" fmla="*/ 140731 h 284960"/>
              <a:gd name="connsiteX47" fmla="*/ 126041 w 272574"/>
              <a:gd name="connsiteY47" fmla="*/ 140694 h 284960"/>
              <a:gd name="connsiteX48" fmla="*/ 129287 w 272574"/>
              <a:gd name="connsiteY48" fmla="*/ 144808 h 284960"/>
              <a:gd name="connsiteX49" fmla="*/ 127751 w 272574"/>
              <a:gd name="connsiteY49" fmla="*/ 147657 h 284960"/>
              <a:gd name="connsiteX50" fmla="*/ 104632 w 272574"/>
              <a:gd name="connsiteY50" fmla="*/ 177839 h 284960"/>
              <a:gd name="connsiteX51" fmla="*/ 101410 w 272574"/>
              <a:gd name="connsiteY51" fmla="*/ 180639 h 284960"/>
              <a:gd name="connsiteX52" fmla="*/ 93605 w 272574"/>
              <a:gd name="connsiteY52" fmla="*/ 178644 h 284960"/>
              <a:gd name="connsiteX53" fmla="*/ 68763 w 272574"/>
              <a:gd name="connsiteY53" fmla="*/ 146790 h 284960"/>
              <a:gd name="connsiteX54" fmla="*/ 68045 w 272574"/>
              <a:gd name="connsiteY54" fmla="*/ 142862 h 284960"/>
              <a:gd name="connsiteX55" fmla="*/ 71353 w 272574"/>
              <a:gd name="connsiteY55" fmla="*/ 140558 h 284960"/>
              <a:gd name="connsiteX56" fmla="*/ 81265 w 272574"/>
              <a:gd name="connsiteY56" fmla="*/ 140533 h 284960"/>
              <a:gd name="connsiteX57" fmla="*/ 88636 w 272574"/>
              <a:gd name="connsiteY57" fmla="*/ 113437 h 284960"/>
              <a:gd name="connsiteX58" fmla="*/ 103938 w 272574"/>
              <a:gd name="connsiteY58" fmla="*/ 95447 h 284960"/>
              <a:gd name="connsiteX59" fmla="*/ 147575 w 272574"/>
              <a:gd name="connsiteY59" fmla="*/ 77754 h 284960"/>
              <a:gd name="connsiteX60" fmla="*/ 148318 w 272574"/>
              <a:gd name="connsiteY60" fmla="*/ 79377 h 284960"/>
              <a:gd name="connsiteX61" fmla="*/ 144762 w 272574"/>
              <a:gd name="connsiteY61" fmla="*/ 2028 h 284960"/>
              <a:gd name="connsiteX62" fmla="*/ 260805 w 272574"/>
              <a:gd name="connsiteY62" fmla="*/ 59826 h 284960"/>
              <a:gd name="connsiteX63" fmla="*/ 262589 w 272574"/>
              <a:gd name="connsiteY63" fmla="*/ 65086 h 284960"/>
              <a:gd name="connsiteX64" fmla="*/ 260767 w 272574"/>
              <a:gd name="connsiteY64" fmla="*/ 66888 h 284960"/>
              <a:gd name="connsiteX65" fmla="*/ 201891 w 272574"/>
              <a:gd name="connsiteY65" fmla="*/ 95286 h 284960"/>
              <a:gd name="connsiteX66" fmla="*/ 178896 w 272574"/>
              <a:gd name="connsiteY66" fmla="*/ 72699 h 284960"/>
              <a:gd name="connsiteX67" fmla="*/ 148838 w 272574"/>
              <a:gd name="connsiteY67" fmla="*/ 61177 h 284960"/>
              <a:gd name="connsiteX68" fmla="*/ 114110 w 272574"/>
              <a:gd name="connsiteY68" fmla="*/ 63370 h 284960"/>
              <a:gd name="connsiteX69" fmla="*/ 69209 w 272574"/>
              <a:gd name="connsiteY69" fmla="*/ 97665 h 284960"/>
              <a:gd name="connsiteX70" fmla="*/ 7037 w 272574"/>
              <a:gd name="connsiteY70" fmla="*/ 65203 h 284960"/>
              <a:gd name="connsiteX71" fmla="*/ 5373 w 272574"/>
              <a:gd name="connsiteY71" fmla="*/ 59904 h 284960"/>
              <a:gd name="connsiteX72" fmla="*/ 7186 w 272574"/>
              <a:gd name="connsiteY72" fmla="*/ 58166 h 284960"/>
              <a:gd name="connsiteX73" fmla="*/ 127912 w 272574"/>
              <a:gd name="connsiteY73" fmla="*/ 1830 h 284960"/>
              <a:gd name="connsiteX74" fmla="*/ 144762 w 272574"/>
              <a:gd name="connsiteY74" fmla="*/ 2028 h 284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272574" h="284960">
                <a:moveTo>
                  <a:pt x="3890" y="83131"/>
                </a:moveTo>
                <a:cubicBezTo>
                  <a:pt x="4460" y="83144"/>
                  <a:pt x="5018" y="83268"/>
                  <a:pt x="5538" y="83515"/>
                </a:cubicBezTo>
                <a:cubicBezTo>
                  <a:pt x="24631" y="92461"/>
                  <a:pt x="43761" y="101382"/>
                  <a:pt x="62903" y="110265"/>
                </a:cubicBezTo>
                <a:cubicBezTo>
                  <a:pt x="48469" y="146659"/>
                  <a:pt x="62605" y="188147"/>
                  <a:pt x="96256" y="208157"/>
                </a:cubicBezTo>
                <a:cubicBezTo>
                  <a:pt x="106055" y="213954"/>
                  <a:pt x="116995" y="217555"/>
                  <a:pt x="128321" y="218713"/>
                </a:cubicBezTo>
                <a:lnTo>
                  <a:pt x="128321" y="281033"/>
                </a:lnTo>
                <a:cubicBezTo>
                  <a:pt x="128326" y="282412"/>
                  <a:pt x="127606" y="283692"/>
                  <a:pt x="126425" y="284403"/>
                </a:cubicBezTo>
                <a:cubicBezTo>
                  <a:pt x="125247" y="285113"/>
                  <a:pt x="123781" y="285146"/>
                  <a:pt x="122572" y="284490"/>
                </a:cubicBezTo>
                <a:lnTo>
                  <a:pt x="5167" y="221476"/>
                </a:lnTo>
                <a:cubicBezTo>
                  <a:pt x="1977" y="219764"/>
                  <a:pt x="-9" y="216434"/>
                  <a:pt x="0" y="212815"/>
                </a:cubicBezTo>
                <a:lnTo>
                  <a:pt x="0" y="87059"/>
                </a:lnTo>
                <a:cubicBezTo>
                  <a:pt x="0" y="84903"/>
                  <a:pt x="1759" y="83144"/>
                  <a:pt x="3890" y="83144"/>
                </a:cubicBezTo>
                <a:close/>
                <a:moveTo>
                  <a:pt x="272191" y="85436"/>
                </a:moveTo>
                <a:cubicBezTo>
                  <a:pt x="272438" y="85955"/>
                  <a:pt x="272569" y="86521"/>
                  <a:pt x="272575" y="87096"/>
                </a:cubicBezTo>
                <a:lnTo>
                  <a:pt x="272575" y="212815"/>
                </a:lnTo>
                <a:cubicBezTo>
                  <a:pt x="272575" y="216433"/>
                  <a:pt x="270593" y="219753"/>
                  <a:pt x="267408" y="221451"/>
                </a:cubicBezTo>
                <a:lnTo>
                  <a:pt x="150065" y="284465"/>
                </a:lnTo>
                <a:cubicBezTo>
                  <a:pt x="148856" y="285122"/>
                  <a:pt x="147390" y="285089"/>
                  <a:pt x="146212" y="284378"/>
                </a:cubicBezTo>
                <a:cubicBezTo>
                  <a:pt x="145030" y="283667"/>
                  <a:pt x="144310" y="282387"/>
                  <a:pt x="144316" y="281008"/>
                </a:cubicBezTo>
                <a:lnTo>
                  <a:pt x="144316" y="218688"/>
                </a:lnTo>
                <a:cubicBezTo>
                  <a:pt x="168915" y="216131"/>
                  <a:pt x="190897" y="202200"/>
                  <a:pt x="203713" y="181048"/>
                </a:cubicBezTo>
                <a:cubicBezTo>
                  <a:pt x="216589" y="159837"/>
                  <a:pt x="218878" y="133846"/>
                  <a:pt x="209907" y="110711"/>
                </a:cubicBezTo>
                <a:lnTo>
                  <a:pt x="266987" y="83553"/>
                </a:lnTo>
                <a:cubicBezTo>
                  <a:pt x="268918" y="82626"/>
                  <a:pt x="271235" y="83441"/>
                  <a:pt x="272161" y="85372"/>
                </a:cubicBezTo>
                <a:cubicBezTo>
                  <a:pt x="272171" y="85393"/>
                  <a:pt x="272181" y="85415"/>
                  <a:pt x="272191" y="85436"/>
                </a:cubicBezTo>
                <a:close/>
                <a:moveTo>
                  <a:pt x="179193" y="100638"/>
                </a:moveTo>
                <a:lnTo>
                  <a:pt x="203799" y="132108"/>
                </a:lnTo>
                <a:cubicBezTo>
                  <a:pt x="204518" y="133248"/>
                  <a:pt x="205100" y="134660"/>
                  <a:pt x="204691" y="136023"/>
                </a:cubicBezTo>
                <a:cubicBezTo>
                  <a:pt x="204263" y="137671"/>
                  <a:pt x="202776" y="138822"/>
                  <a:pt x="201074" y="138823"/>
                </a:cubicBezTo>
                <a:lnTo>
                  <a:pt x="191385" y="138823"/>
                </a:lnTo>
                <a:cubicBezTo>
                  <a:pt x="191048" y="151232"/>
                  <a:pt x="186837" y="163224"/>
                  <a:pt x="179342" y="173118"/>
                </a:cubicBezTo>
                <a:cubicBezTo>
                  <a:pt x="173592" y="180517"/>
                  <a:pt x="166326" y="186600"/>
                  <a:pt x="158032" y="190960"/>
                </a:cubicBezTo>
                <a:cubicBezTo>
                  <a:pt x="147748" y="196535"/>
                  <a:pt x="136349" y="199781"/>
                  <a:pt x="124852" y="201664"/>
                </a:cubicBezTo>
                <a:cubicBezTo>
                  <a:pt x="124034" y="201986"/>
                  <a:pt x="123328" y="200884"/>
                  <a:pt x="123873" y="200252"/>
                </a:cubicBezTo>
                <a:cubicBezTo>
                  <a:pt x="124951" y="199471"/>
                  <a:pt x="126115" y="198889"/>
                  <a:pt x="127193" y="198195"/>
                </a:cubicBezTo>
                <a:cubicBezTo>
                  <a:pt x="135172" y="193165"/>
                  <a:pt x="142557" y="186834"/>
                  <a:pt x="147723" y="178867"/>
                </a:cubicBezTo>
                <a:cubicBezTo>
                  <a:pt x="151391" y="173255"/>
                  <a:pt x="153881" y="166911"/>
                  <a:pt x="155157" y="160344"/>
                </a:cubicBezTo>
                <a:cubicBezTo>
                  <a:pt x="156570" y="153233"/>
                  <a:pt x="156669" y="145960"/>
                  <a:pt x="156644" y="138737"/>
                </a:cubicBezTo>
                <a:cubicBezTo>
                  <a:pt x="153175" y="138687"/>
                  <a:pt x="149706" y="138786"/>
                  <a:pt x="146236" y="138687"/>
                </a:cubicBezTo>
                <a:cubicBezTo>
                  <a:pt x="143635" y="138377"/>
                  <a:pt x="142247" y="134970"/>
                  <a:pt x="143845" y="132889"/>
                </a:cubicBezTo>
                <a:cubicBezTo>
                  <a:pt x="151626" y="122779"/>
                  <a:pt x="159432" y="112706"/>
                  <a:pt x="167225" y="102596"/>
                </a:cubicBezTo>
                <a:cubicBezTo>
                  <a:pt x="168315" y="101233"/>
                  <a:pt x="169294" y="99597"/>
                  <a:pt x="170929" y="98817"/>
                </a:cubicBezTo>
                <a:cubicBezTo>
                  <a:pt x="173764" y="97363"/>
                  <a:pt x="177232" y="98127"/>
                  <a:pt x="179193" y="100638"/>
                </a:cubicBezTo>
                <a:close/>
                <a:moveTo>
                  <a:pt x="148330" y="79377"/>
                </a:moveTo>
                <a:cubicBezTo>
                  <a:pt x="140525" y="84085"/>
                  <a:pt x="133227" y="89822"/>
                  <a:pt x="127701" y="97157"/>
                </a:cubicBezTo>
                <a:cubicBezTo>
                  <a:pt x="123853" y="102226"/>
                  <a:pt x="120949" y="107946"/>
                  <a:pt x="119128" y="114044"/>
                </a:cubicBezTo>
                <a:cubicBezTo>
                  <a:pt x="116489" y="122667"/>
                  <a:pt x="116105" y="131774"/>
                  <a:pt x="115708" y="140731"/>
                </a:cubicBezTo>
                <a:cubicBezTo>
                  <a:pt x="119165" y="140707"/>
                  <a:pt x="122609" y="140793"/>
                  <a:pt x="126041" y="140694"/>
                </a:cubicBezTo>
                <a:cubicBezTo>
                  <a:pt x="128048" y="140793"/>
                  <a:pt x="129609" y="142850"/>
                  <a:pt x="129287" y="144808"/>
                </a:cubicBezTo>
                <a:cubicBezTo>
                  <a:pt x="129201" y="145935"/>
                  <a:pt x="128420" y="146802"/>
                  <a:pt x="127751" y="147657"/>
                </a:cubicBezTo>
                <a:lnTo>
                  <a:pt x="104632" y="177839"/>
                </a:lnTo>
                <a:cubicBezTo>
                  <a:pt x="103844" y="179058"/>
                  <a:pt x="102727" y="180029"/>
                  <a:pt x="101410" y="180639"/>
                </a:cubicBezTo>
                <a:cubicBezTo>
                  <a:pt x="98656" y="181808"/>
                  <a:pt x="95460" y="180992"/>
                  <a:pt x="93605" y="178644"/>
                </a:cubicBezTo>
                <a:lnTo>
                  <a:pt x="68763" y="146790"/>
                </a:lnTo>
                <a:cubicBezTo>
                  <a:pt x="67814" y="145715"/>
                  <a:pt x="67537" y="144204"/>
                  <a:pt x="68045" y="142862"/>
                </a:cubicBezTo>
                <a:cubicBezTo>
                  <a:pt x="68588" y="141503"/>
                  <a:pt x="69889" y="140597"/>
                  <a:pt x="71353" y="140558"/>
                </a:cubicBezTo>
                <a:lnTo>
                  <a:pt x="81265" y="140533"/>
                </a:lnTo>
                <a:cubicBezTo>
                  <a:pt x="81463" y="131067"/>
                  <a:pt x="84077" y="121701"/>
                  <a:pt x="88636" y="113437"/>
                </a:cubicBezTo>
                <a:cubicBezTo>
                  <a:pt x="92506" y="106493"/>
                  <a:pt x="97705" y="100380"/>
                  <a:pt x="103938" y="95447"/>
                </a:cubicBezTo>
                <a:cubicBezTo>
                  <a:pt x="116451" y="85498"/>
                  <a:pt x="132013" y="80331"/>
                  <a:pt x="147575" y="77754"/>
                </a:cubicBezTo>
                <a:cubicBezTo>
                  <a:pt x="148553" y="77358"/>
                  <a:pt x="149247" y="78894"/>
                  <a:pt x="148318" y="79377"/>
                </a:cubicBezTo>
                <a:close/>
                <a:moveTo>
                  <a:pt x="144762" y="2028"/>
                </a:moveTo>
                <a:lnTo>
                  <a:pt x="260805" y="59826"/>
                </a:lnTo>
                <a:cubicBezTo>
                  <a:pt x="262750" y="60786"/>
                  <a:pt x="263548" y="63141"/>
                  <a:pt x="262589" y="65086"/>
                </a:cubicBezTo>
                <a:cubicBezTo>
                  <a:pt x="262200" y="65874"/>
                  <a:pt x="261559" y="66508"/>
                  <a:pt x="260767" y="66888"/>
                </a:cubicBezTo>
                <a:lnTo>
                  <a:pt x="201891" y="95286"/>
                </a:lnTo>
                <a:cubicBezTo>
                  <a:pt x="195840" y="86273"/>
                  <a:pt x="188016" y="78588"/>
                  <a:pt x="178896" y="72699"/>
                </a:cubicBezTo>
                <a:cubicBezTo>
                  <a:pt x="169783" y="66817"/>
                  <a:pt x="159548" y="62893"/>
                  <a:pt x="148838" y="61177"/>
                </a:cubicBezTo>
                <a:cubicBezTo>
                  <a:pt x="137243" y="59321"/>
                  <a:pt x="125380" y="60070"/>
                  <a:pt x="114110" y="63370"/>
                </a:cubicBezTo>
                <a:cubicBezTo>
                  <a:pt x="95440" y="68902"/>
                  <a:pt x="79458" y="81109"/>
                  <a:pt x="69209" y="97665"/>
                </a:cubicBezTo>
                <a:lnTo>
                  <a:pt x="7037" y="65203"/>
                </a:lnTo>
                <a:cubicBezTo>
                  <a:pt x="5114" y="64200"/>
                  <a:pt x="4369" y="61827"/>
                  <a:pt x="5373" y="59904"/>
                </a:cubicBezTo>
                <a:cubicBezTo>
                  <a:pt x="5771" y="59142"/>
                  <a:pt x="6408" y="58531"/>
                  <a:pt x="7186" y="58166"/>
                </a:cubicBezTo>
                <a:lnTo>
                  <a:pt x="127912" y="1830"/>
                </a:lnTo>
                <a:cubicBezTo>
                  <a:pt x="133265" y="-678"/>
                  <a:pt x="139470" y="-605"/>
                  <a:pt x="144762" y="2028"/>
                </a:cubicBezTo>
                <a:close/>
              </a:path>
            </a:pathLst>
          </a:custGeom>
          <a:solidFill>
            <a:schemeClr val="accent2"/>
          </a:solidFill>
          <a:ln w="36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2" name="图形 1130"/>
          <p:cNvSpPr/>
          <p:nvPr/>
        </p:nvSpPr>
        <p:spPr>
          <a:xfrm>
            <a:off x="10187215" y="1344474"/>
            <a:ext cx="274021" cy="225679"/>
          </a:xfrm>
          <a:custGeom>
            <a:avLst/>
            <a:gdLst>
              <a:gd name="connsiteX0" fmla="*/ 48547 w 274021"/>
              <a:gd name="connsiteY0" fmla="*/ 145071 h 225679"/>
              <a:gd name="connsiteX1" fmla="*/ 64486 w 274021"/>
              <a:gd name="connsiteY1" fmla="*/ 129132 h 225679"/>
              <a:gd name="connsiteX2" fmla="*/ 64486 w 274021"/>
              <a:gd name="connsiteY2" fmla="*/ 96524 h 225679"/>
              <a:gd name="connsiteX3" fmla="*/ 48547 w 274021"/>
              <a:gd name="connsiteY3" fmla="*/ 80585 h 225679"/>
              <a:gd name="connsiteX4" fmla="*/ 15939 w 274021"/>
              <a:gd name="connsiteY4" fmla="*/ 80585 h 225679"/>
              <a:gd name="connsiteX5" fmla="*/ 0 w 274021"/>
              <a:gd name="connsiteY5" fmla="*/ 96524 h 225679"/>
              <a:gd name="connsiteX6" fmla="*/ 0 w 274021"/>
              <a:gd name="connsiteY6" fmla="*/ 129132 h 225679"/>
              <a:gd name="connsiteX7" fmla="*/ 15939 w 274021"/>
              <a:gd name="connsiteY7" fmla="*/ 145071 h 225679"/>
              <a:gd name="connsiteX8" fmla="*/ 48547 w 274021"/>
              <a:gd name="connsiteY8" fmla="*/ 145071 h 225679"/>
              <a:gd name="connsiteX9" fmla="*/ 48547 w 274021"/>
              <a:gd name="connsiteY9" fmla="*/ 225679 h 225679"/>
              <a:gd name="connsiteX10" fmla="*/ 64486 w 274021"/>
              <a:gd name="connsiteY10" fmla="*/ 209740 h 225679"/>
              <a:gd name="connsiteX11" fmla="*/ 64486 w 274021"/>
              <a:gd name="connsiteY11" fmla="*/ 209717 h 225679"/>
              <a:gd name="connsiteX12" fmla="*/ 64486 w 274021"/>
              <a:gd name="connsiteY12" fmla="*/ 177132 h 225679"/>
              <a:gd name="connsiteX13" fmla="*/ 48547 w 274021"/>
              <a:gd name="connsiteY13" fmla="*/ 161193 h 225679"/>
              <a:gd name="connsiteX14" fmla="*/ 15939 w 274021"/>
              <a:gd name="connsiteY14" fmla="*/ 161193 h 225679"/>
              <a:gd name="connsiteX15" fmla="*/ 0 w 274021"/>
              <a:gd name="connsiteY15" fmla="*/ 177132 h 225679"/>
              <a:gd name="connsiteX16" fmla="*/ 0 w 274021"/>
              <a:gd name="connsiteY16" fmla="*/ 209717 h 225679"/>
              <a:gd name="connsiteX17" fmla="*/ 15939 w 274021"/>
              <a:gd name="connsiteY17" fmla="*/ 225656 h 225679"/>
              <a:gd name="connsiteX18" fmla="*/ 48547 w 274021"/>
              <a:gd name="connsiteY18" fmla="*/ 225656 h 225679"/>
              <a:gd name="connsiteX19" fmla="*/ 48547 w 274021"/>
              <a:gd name="connsiteY19" fmla="*/ 64463 h 225679"/>
              <a:gd name="connsiteX20" fmla="*/ 64486 w 274021"/>
              <a:gd name="connsiteY20" fmla="*/ 48547 h 225679"/>
              <a:gd name="connsiteX21" fmla="*/ 64486 w 274021"/>
              <a:gd name="connsiteY21" fmla="*/ 15939 h 225679"/>
              <a:gd name="connsiteX22" fmla="*/ 48547 w 274021"/>
              <a:gd name="connsiteY22" fmla="*/ 0 h 225679"/>
              <a:gd name="connsiteX23" fmla="*/ 15939 w 274021"/>
              <a:gd name="connsiteY23" fmla="*/ 0 h 225679"/>
              <a:gd name="connsiteX24" fmla="*/ 0 w 274021"/>
              <a:gd name="connsiteY24" fmla="*/ 15939 h 225679"/>
              <a:gd name="connsiteX25" fmla="*/ 0 w 274021"/>
              <a:gd name="connsiteY25" fmla="*/ 48547 h 225679"/>
              <a:gd name="connsiteX26" fmla="*/ 15939 w 274021"/>
              <a:gd name="connsiteY26" fmla="*/ 64486 h 225679"/>
              <a:gd name="connsiteX27" fmla="*/ 48547 w 274021"/>
              <a:gd name="connsiteY27" fmla="*/ 64486 h 225679"/>
              <a:gd name="connsiteX28" fmla="*/ 258173 w 274021"/>
              <a:gd name="connsiteY28" fmla="*/ 145071 h 225679"/>
              <a:gd name="connsiteX29" fmla="*/ 274021 w 274021"/>
              <a:gd name="connsiteY29" fmla="*/ 129132 h 225679"/>
              <a:gd name="connsiteX30" fmla="*/ 274021 w 274021"/>
              <a:gd name="connsiteY30" fmla="*/ 96524 h 225679"/>
              <a:gd name="connsiteX31" fmla="*/ 258196 w 274021"/>
              <a:gd name="connsiteY31" fmla="*/ 80585 h 225679"/>
              <a:gd name="connsiteX32" fmla="*/ 96433 w 274021"/>
              <a:gd name="connsiteY32" fmla="*/ 80585 h 225679"/>
              <a:gd name="connsiteX33" fmla="*/ 80585 w 274021"/>
              <a:gd name="connsiteY33" fmla="*/ 96524 h 225679"/>
              <a:gd name="connsiteX34" fmla="*/ 80585 w 274021"/>
              <a:gd name="connsiteY34" fmla="*/ 129132 h 225679"/>
              <a:gd name="connsiteX35" fmla="*/ 96433 w 274021"/>
              <a:gd name="connsiteY35" fmla="*/ 145071 h 225679"/>
              <a:gd name="connsiteX36" fmla="*/ 258196 w 274021"/>
              <a:gd name="connsiteY36" fmla="*/ 145071 h 225679"/>
              <a:gd name="connsiteX37" fmla="*/ 258173 w 274021"/>
              <a:gd name="connsiteY37" fmla="*/ 225679 h 225679"/>
              <a:gd name="connsiteX38" fmla="*/ 274021 w 274021"/>
              <a:gd name="connsiteY38" fmla="*/ 209740 h 225679"/>
              <a:gd name="connsiteX39" fmla="*/ 274021 w 274021"/>
              <a:gd name="connsiteY39" fmla="*/ 209717 h 225679"/>
              <a:gd name="connsiteX40" fmla="*/ 274021 w 274021"/>
              <a:gd name="connsiteY40" fmla="*/ 177132 h 225679"/>
              <a:gd name="connsiteX41" fmla="*/ 258196 w 274021"/>
              <a:gd name="connsiteY41" fmla="*/ 161193 h 225679"/>
              <a:gd name="connsiteX42" fmla="*/ 96433 w 274021"/>
              <a:gd name="connsiteY42" fmla="*/ 161193 h 225679"/>
              <a:gd name="connsiteX43" fmla="*/ 80585 w 274021"/>
              <a:gd name="connsiteY43" fmla="*/ 177132 h 225679"/>
              <a:gd name="connsiteX44" fmla="*/ 80585 w 274021"/>
              <a:gd name="connsiteY44" fmla="*/ 209717 h 225679"/>
              <a:gd name="connsiteX45" fmla="*/ 96433 w 274021"/>
              <a:gd name="connsiteY45" fmla="*/ 225656 h 225679"/>
              <a:gd name="connsiteX46" fmla="*/ 258196 w 274021"/>
              <a:gd name="connsiteY46" fmla="*/ 225656 h 225679"/>
              <a:gd name="connsiteX47" fmla="*/ 80608 w 274021"/>
              <a:gd name="connsiteY47" fmla="*/ 48525 h 225679"/>
              <a:gd name="connsiteX48" fmla="*/ 96455 w 274021"/>
              <a:gd name="connsiteY48" fmla="*/ 64463 h 225679"/>
              <a:gd name="connsiteX49" fmla="*/ 258219 w 274021"/>
              <a:gd name="connsiteY49" fmla="*/ 64463 h 225679"/>
              <a:gd name="connsiteX50" fmla="*/ 274021 w 274021"/>
              <a:gd name="connsiteY50" fmla="*/ 48547 h 225679"/>
              <a:gd name="connsiteX51" fmla="*/ 274021 w 274021"/>
              <a:gd name="connsiteY51" fmla="*/ 15939 h 225679"/>
              <a:gd name="connsiteX52" fmla="*/ 258196 w 274021"/>
              <a:gd name="connsiteY52" fmla="*/ 0 h 225679"/>
              <a:gd name="connsiteX53" fmla="*/ 96433 w 274021"/>
              <a:gd name="connsiteY53" fmla="*/ 0 h 225679"/>
              <a:gd name="connsiteX54" fmla="*/ 80585 w 274021"/>
              <a:gd name="connsiteY54" fmla="*/ 15939 h 225679"/>
              <a:gd name="connsiteX55" fmla="*/ 80585 w 274021"/>
              <a:gd name="connsiteY55" fmla="*/ 48547 h 225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74021" h="225679">
                <a:moveTo>
                  <a:pt x="48547" y="145071"/>
                </a:moveTo>
                <a:cubicBezTo>
                  <a:pt x="57350" y="145071"/>
                  <a:pt x="64486" y="137935"/>
                  <a:pt x="64486" y="129132"/>
                </a:cubicBezTo>
                <a:lnTo>
                  <a:pt x="64486" y="96524"/>
                </a:lnTo>
                <a:cubicBezTo>
                  <a:pt x="64486" y="87721"/>
                  <a:pt x="57350" y="80585"/>
                  <a:pt x="48547" y="80585"/>
                </a:cubicBezTo>
                <a:lnTo>
                  <a:pt x="15939" y="80585"/>
                </a:lnTo>
                <a:cubicBezTo>
                  <a:pt x="7136" y="80585"/>
                  <a:pt x="0" y="87721"/>
                  <a:pt x="0" y="96524"/>
                </a:cubicBezTo>
                <a:lnTo>
                  <a:pt x="0" y="129132"/>
                </a:lnTo>
                <a:cubicBezTo>
                  <a:pt x="0" y="137924"/>
                  <a:pt x="7147" y="145071"/>
                  <a:pt x="15939" y="145071"/>
                </a:cubicBezTo>
                <a:lnTo>
                  <a:pt x="48547" y="145071"/>
                </a:lnTo>
                <a:close/>
                <a:moveTo>
                  <a:pt x="48547" y="225679"/>
                </a:moveTo>
                <a:cubicBezTo>
                  <a:pt x="57350" y="225679"/>
                  <a:pt x="64486" y="218543"/>
                  <a:pt x="64486" y="209740"/>
                </a:cubicBezTo>
                <a:cubicBezTo>
                  <a:pt x="64486" y="209733"/>
                  <a:pt x="64486" y="209725"/>
                  <a:pt x="64486" y="209717"/>
                </a:cubicBezTo>
                <a:lnTo>
                  <a:pt x="64486" y="177132"/>
                </a:lnTo>
                <a:cubicBezTo>
                  <a:pt x="64486" y="168329"/>
                  <a:pt x="57350" y="161193"/>
                  <a:pt x="48547" y="161193"/>
                </a:cubicBezTo>
                <a:lnTo>
                  <a:pt x="15939" y="161193"/>
                </a:lnTo>
                <a:cubicBezTo>
                  <a:pt x="7136" y="161193"/>
                  <a:pt x="0" y="168329"/>
                  <a:pt x="0" y="177132"/>
                </a:cubicBezTo>
                <a:lnTo>
                  <a:pt x="0" y="209717"/>
                </a:lnTo>
                <a:cubicBezTo>
                  <a:pt x="0" y="218532"/>
                  <a:pt x="7147" y="225656"/>
                  <a:pt x="15939" y="225656"/>
                </a:cubicBezTo>
                <a:lnTo>
                  <a:pt x="48547" y="225656"/>
                </a:lnTo>
                <a:close/>
                <a:moveTo>
                  <a:pt x="48547" y="64463"/>
                </a:moveTo>
                <a:cubicBezTo>
                  <a:pt x="57341" y="64463"/>
                  <a:pt x="64474" y="57341"/>
                  <a:pt x="64486" y="48547"/>
                </a:cubicBezTo>
                <a:lnTo>
                  <a:pt x="64486" y="15939"/>
                </a:lnTo>
                <a:cubicBezTo>
                  <a:pt x="64486" y="7136"/>
                  <a:pt x="57350" y="0"/>
                  <a:pt x="48547" y="0"/>
                </a:cubicBezTo>
                <a:lnTo>
                  <a:pt x="15939" y="0"/>
                </a:lnTo>
                <a:cubicBezTo>
                  <a:pt x="7136" y="0"/>
                  <a:pt x="0" y="7136"/>
                  <a:pt x="0" y="15939"/>
                </a:cubicBezTo>
                <a:lnTo>
                  <a:pt x="0" y="48547"/>
                </a:lnTo>
                <a:cubicBezTo>
                  <a:pt x="0" y="57339"/>
                  <a:pt x="7147" y="64486"/>
                  <a:pt x="15939" y="64486"/>
                </a:cubicBezTo>
                <a:lnTo>
                  <a:pt x="48547" y="64486"/>
                </a:lnTo>
                <a:close/>
                <a:moveTo>
                  <a:pt x="258173" y="145071"/>
                </a:moveTo>
                <a:cubicBezTo>
                  <a:pt x="266951" y="145046"/>
                  <a:pt x="274046" y="137910"/>
                  <a:pt x="274021" y="129132"/>
                </a:cubicBezTo>
                <a:lnTo>
                  <a:pt x="274021" y="96524"/>
                </a:lnTo>
                <a:cubicBezTo>
                  <a:pt x="273960" y="87791"/>
                  <a:pt x="266928" y="80709"/>
                  <a:pt x="258196" y="80585"/>
                </a:cubicBezTo>
                <a:lnTo>
                  <a:pt x="96433" y="80585"/>
                </a:lnTo>
                <a:cubicBezTo>
                  <a:pt x="87655" y="80610"/>
                  <a:pt x="80560" y="87746"/>
                  <a:pt x="80585" y="96524"/>
                </a:cubicBezTo>
                <a:lnTo>
                  <a:pt x="80585" y="129132"/>
                </a:lnTo>
                <a:cubicBezTo>
                  <a:pt x="80585" y="137924"/>
                  <a:pt x="87938" y="145071"/>
                  <a:pt x="96433" y="145071"/>
                </a:cubicBezTo>
                <a:lnTo>
                  <a:pt x="258196" y="145071"/>
                </a:lnTo>
                <a:close/>
                <a:moveTo>
                  <a:pt x="258173" y="225679"/>
                </a:moveTo>
                <a:cubicBezTo>
                  <a:pt x="266951" y="225654"/>
                  <a:pt x="274046" y="218518"/>
                  <a:pt x="274021" y="209740"/>
                </a:cubicBezTo>
                <a:cubicBezTo>
                  <a:pt x="274021" y="209733"/>
                  <a:pt x="274021" y="209725"/>
                  <a:pt x="274021" y="209717"/>
                </a:cubicBezTo>
                <a:lnTo>
                  <a:pt x="274021" y="177132"/>
                </a:lnTo>
                <a:cubicBezTo>
                  <a:pt x="273960" y="168399"/>
                  <a:pt x="266928" y="161317"/>
                  <a:pt x="258196" y="161193"/>
                </a:cubicBezTo>
                <a:lnTo>
                  <a:pt x="96433" y="161193"/>
                </a:lnTo>
                <a:cubicBezTo>
                  <a:pt x="87655" y="161218"/>
                  <a:pt x="80560" y="168354"/>
                  <a:pt x="80585" y="177132"/>
                </a:cubicBezTo>
                <a:lnTo>
                  <a:pt x="80585" y="209717"/>
                </a:lnTo>
                <a:cubicBezTo>
                  <a:pt x="80585" y="218532"/>
                  <a:pt x="87938" y="225656"/>
                  <a:pt x="96433" y="225656"/>
                </a:cubicBezTo>
                <a:lnTo>
                  <a:pt x="258196" y="225656"/>
                </a:lnTo>
                <a:close/>
                <a:moveTo>
                  <a:pt x="80608" y="48525"/>
                </a:moveTo>
                <a:cubicBezTo>
                  <a:pt x="80608" y="57316"/>
                  <a:pt x="87961" y="64463"/>
                  <a:pt x="96455" y="64463"/>
                </a:cubicBezTo>
                <a:lnTo>
                  <a:pt x="258219" y="64463"/>
                </a:lnTo>
                <a:cubicBezTo>
                  <a:pt x="266970" y="64413"/>
                  <a:pt x="274034" y="57298"/>
                  <a:pt x="274021" y="48547"/>
                </a:cubicBezTo>
                <a:lnTo>
                  <a:pt x="274021" y="15939"/>
                </a:lnTo>
                <a:cubicBezTo>
                  <a:pt x="273960" y="7206"/>
                  <a:pt x="266928" y="124"/>
                  <a:pt x="258196" y="0"/>
                </a:cubicBezTo>
                <a:lnTo>
                  <a:pt x="96433" y="0"/>
                </a:lnTo>
                <a:cubicBezTo>
                  <a:pt x="87655" y="25"/>
                  <a:pt x="80560" y="7161"/>
                  <a:pt x="80585" y="15939"/>
                </a:cubicBezTo>
                <a:lnTo>
                  <a:pt x="80585" y="48547"/>
                </a:lnTo>
                <a:close/>
              </a:path>
            </a:pathLst>
          </a:custGeom>
          <a:solidFill>
            <a:schemeClr val="accent4"/>
          </a:solidFill>
          <a:ln w="30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47+"/>
          <p:cNvSpPr/>
          <p:nvPr/>
        </p:nvSpPr>
        <p:spPr>
          <a:xfrm>
            <a:off x="725714" y="3466766"/>
            <a:ext cx="2957953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3" name="Rectangle 147++"/>
          <p:cNvSpPr/>
          <p:nvPr/>
        </p:nvSpPr>
        <p:spPr>
          <a:xfrm>
            <a:off x="725714" y="4608349"/>
            <a:ext cx="2957953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4" name="Rectangle 147+++"/>
          <p:cNvSpPr/>
          <p:nvPr/>
        </p:nvSpPr>
        <p:spPr>
          <a:xfrm>
            <a:off x="725714" y="5749933"/>
            <a:ext cx="2957953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3403207" y="5507216"/>
            <a:ext cx="1872343" cy="3788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6" name="椭圆 65"/>
          <p:cNvSpPr/>
          <p:nvPr/>
        </p:nvSpPr>
        <p:spPr>
          <a:xfrm>
            <a:off x="3236293" y="4333664"/>
            <a:ext cx="2206171" cy="42982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725714" y="2204880"/>
            <a:ext cx="2957953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725714" y="1102889"/>
            <a:ext cx="1959430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2468770" y="873125"/>
            <a:ext cx="3741216" cy="465614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2796273" y="2074164"/>
            <a:ext cx="3086211" cy="40615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3069378" y="3214070"/>
            <a:ext cx="2540000" cy="41450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029845" y="196403"/>
            <a:ext cx="3590727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高端人才招聘漏斗分析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7926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漏斗模型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1934670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梯形 10"/>
          <p:cNvSpPr/>
          <p:nvPr/>
        </p:nvSpPr>
        <p:spPr>
          <a:xfrm flipV="1">
            <a:off x="2839135" y="843189"/>
            <a:ext cx="3000486" cy="5485040"/>
          </a:xfrm>
          <a:prstGeom prst="trapezoid">
            <a:avLst/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  <a:gs pos="17000">
                <a:srgbClr val="D7D7D7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4" name="任意多边形: 形状 43"/>
          <p:cNvSpPr/>
          <p:nvPr/>
        </p:nvSpPr>
        <p:spPr>
          <a:xfrm>
            <a:off x="2468770" y="1120011"/>
            <a:ext cx="3741216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5" name="任意多边形: 形状 54"/>
          <p:cNvSpPr/>
          <p:nvPr/>
        </p:nvSpPr>
        <p:spPr>
          <a:xfrm>
            <a:off x="2796273" y="2261594"/>
            <a:ext cx="3086211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1" name="任意多边形: 形状 60"/>
          <p:cNvSpPr/>
          <p:nvPr/>
        </p:nvSpPr>
        <p:spPr>
          <a:xfrm>
            <a:off x="3069378" y="3403177"/>
            <a:ext cx="2540000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7" name="任意多边形: 形状 66"/>
          <p:cNvSpPr/>
          <p:nvPr/>
        </p:nvSpPr>
        <p:spPr>
          <a:xfrm>
            <a:off x="3236293" y="4544760"/>
            <a:ext cx="2206171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2" name="任意多边形: 形状 71"/>
          <p:cNvSpPr/>
          <p:nvPr/>
        </p:nvSpPr>
        <p:spPr>
          <a:xfrm>
            <a:off x="3403207" y="5686344"/>
            <a:ext cx="1872343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3783519" y="1473786"/>
            <a:ext cx="1111718" cy="369332"/>
            <a:chOff x="3927406" y="1473786"/>
            <a:chExt cx="1111718" cy="369332"/>
          </a:xfrm>
        </p:grpSpPr>
        <p:sp>
          <p:nvSpPr>
            <p:cNvPr id="73" name="文本框 72"/>
            <p:cNvSpPr txBox="1"/>
            <p:nvPr/>
          </p:nvSpPr>
          <p:spPr>
            <a:xfrm>
              <a:off x="3927406" y="1473786"/>
              <a:ext cx="823944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8,500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75" name="TextBox 72+"/>
            <p:cNvSpPr txBox="1"/>
            <p:nvPr/>
          </p:nvSpPr>
          <p:spPr>
            <a:xfrm>
              <a:off x="4833940" y="156119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份</a:t>
              </a:r>
            </a:p>
          </p:txBody>
        </p:sp>
      </p:grpSp>
      <p:grpSp>
        <p:nvGrpSpPr>
          <p:cNvPr id="78" name="Group 75+"/>
          <p:cNvGrpSpPr/>
          <p:nvPr/>
        </p:nvGrpSpPr>
        <p:grpSpPr>
          <a:xfrm>
            <a:off x="3783519" y="2584297"/>
            <a:ext cx="1111718" cy="369332"/>
            <a:chOff x="3927406" y="1473786"/>
            <a:chExt cx="1111718" cy="369332"/>
          </a:xfrm>
        </p:grpSpPr>
        <p:sp>
          <p:nvSpPr>
            <p:cNvPr id="79" name="文本框 78"/>
            <p:cNvSpPr txBox="1"/>
            <p:nvPr/>
          </p:nvSpPr>
          <p:spPr>
            <a:xfrm>
              <a:off x="3927406" y="1473786"/>
              <a:ext cx="823945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1,700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80" name="TextBox 72+"/>
            <p:cNvSpPr txBox="1"/>
            <p:nvPr/>
          </p:nvSpPr>
          <p:spPr>
            <a:xfrm>
              <a:off x="4833940" y="156119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份</a:t>
              </a: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3936183" y="3778368"/>
            <a:ext cx="806390" cy="369332"/>
            <a:chOff x="3923783" y="3778368"/>
            <a:chExt cx="806390" cy="369332"/>
          </a:xfrm>
        </p:grpSpPr>
        <p:sp>
          <p:nvSpPr>
            <p:cNvPr id="86" name="文本框 85"/>
            <p:cNvSpPr txBox="1"/>
            <p:nvPr/>
          </p:nvSpPr>
          <p:spPr>
            <a:xfrm>
              <a:off x="3923783" y="3778368"/>
              <a:ext cx="543418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435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87" name="TextBox 72+"/>
            <p:cNvSpPr txBox="1"/>
            <p:nvPr/>
          </p:nvSpPr>
          <p:spPr>
            <a:xfrm>
              <a:off x="4524989" y="3865780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人</a:t>
              </a:r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4018392" y="4870036"/>
            <a:ext cx="641973" cy="369332"/>
            <a:chOff x="4026753" y="4870036"/>
            <a:chExt cx="641973" cy="369332"/>
          </a:xfrm>
        </p:grpSpPr>
        <p:sp>
          <p:nvSpPr>
            <p:cNvPr id="100" name="文本框 99"/>
            <p:cNvSpPr txBox="1"/>
            <p:nvPr/>
          </p:nvSpPr>
          <p:spPr>
            <a:xfrm>
              <a:off x="4026753" y="4870036"/>
              <a:ext cx="362279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85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01" name="TextBox 72+"/>
            <p:cNvSpPr txBox="1"/>
            <p:nvPr/>
          </p:nvSpPr>
          <p:spPr>
            <a:xfrm>
              <a:off x="4463542" y="495744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人</a:t>
              </a:r>
            </a:p>
          </p:txBody>
        </p:sp>
      </p:grpSp>
      <p:grpSp>
        <p:nvGrpSpPr>
          <p:cNvPr id="113" name="Group 111+"/>
          <p:cNvGrpSpPr/>
          <p:nvPr/>
        </p:nvGrpSpPr>
        <p:grpSpPr>
          <a:xfrm>
            <a:off x="4018392" y="6045945"/>
            <a:ext cx="641973" cy="369332"/>
            <a:chOff x="4026753" y="4870036"/>
            <a:chExt cx="641973" cy="369332"/>
          </a:xfrm>
        </p:grpSpPr>
        <p:sp>
          <p:nvSpPr>
            <p:cNvPr id="116" name="文本框 115"/>
            <p:cNvSpPr txBox="1"/>
            <p:nvPr/>
          </p:nvSpPr>
          <p:spPr>
            <a:xfrm>
              <a:off x="4026753" y="4870036"/>
              <a:ext cx="362279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68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19" name="TextBox 72+"/>
            <p:cNvSpPr txBox="1"/>
            <p:nvPr/>
          </p:nvSpPr>
          <p:spPr>
            <a:xfrm>
              <a:off x="4463542" y="495744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人</a:t>
              </a:r>
            </a:p>
          </p:txBody>
        </p:sp>
      </p:grpSp>
      <p:sp>
        <p:nvSpPr>
          <p:cNvPr id="125" name="文本框 124"/>
          <p:cNvSpPr txBox="1"/>
          <p:nvPr/>
        </p:nvSpPr>
        <p:spPr>
          <a:xfrm>
            <a:off x="1310399" y="1316654"/>
            <a:ext cx="97622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简历投递 </a:t>
            </a:r>
          </a:p>
        </p:txBody>
      </p:sp>
      <p:sp>
        <p:nvSpPr>
          <p:cNvPr id="135" name="TextBox 124+"/>
          <p:cNvSpPr txBox="1"/>
          <p:nvPr/>
        </p:nvSpPr>
        <p:spPr>
          <a:xfrm>
            <a:off x="1310399" y="2418645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初筛合格</a:t>
            </a:r>
          </a:p>
        </p:txBody>
      </p:sp>
      <p:sp>
        <p:nvSpPr>
          <p:cNvPr id="151" name="矩形 150"/>
          <p:cNvSpPr/>
          <p:nvPr/>
        </p:nvSpPr>
        <p:spPr>
          <a:xfrm>
            <a:off x="442912" y="1102889"/>
            <a:ext cx="282606" cy="5415162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52" name="图形 2169"/>
          <p:cNvGrpSpPr/>
          <p:nvPr/>
        </p:nvGrpSpPr>
        <p:grpSpPr>
          <a:xfrm rot="5400000">
            <a:off x="345015" y="1351311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155" name="任意多边形: 形状 154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6" name="任意多边形: 形状 155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9" name="任意多边形: 形状 158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68" name="TextBox 124++"/>
          <p:cNvSpPr txBox="1"/>
          <p:nvPr/>
        </p:nvSpPr>
        <p:spPr>
          <a:xfrm>
            <a:off x="1310399" y="3680531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初试通过</a:t>
            </a:r>
          </a:p>
        </p:txBody>
      </p:sp>
      <p:sp>
        <p:nvSpPr>
          <p:cNvPr id="170" name="TextBox 124+++"/>
          <p:cNvSpPr txBox="1"/>
          <p:nvPr/>
        </p:nvSpPr>
        <p:spPr>
          <a:xfrm>
            <a:off x="1310399" y="4822114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终面通过</a:t>
            </a:r>
          </a:p>
        </p:txBody>
      </p:sp>
      <p:sp>
        <p:nvSpPr>
          <p:cNvPr id="172" name="TextBox 124++++"/>
          <p:cNvSpPr txBox="1"/>
          <p:nvPr/>
        </p:nvSpPr>
        <p:spPr>
          <a:xfrm>
            <a:off x="1310399" y="5963698"/>
            <a:ext cx="97622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成功入职 </a:t>
            </a:r>
          </a:p>
        </p:txBody>
      </p:sp>
      <p:grpSp>
        <p:nvGrpSpPr>
          <p:cNvPr id="173" name="图形 2169+"/>
          <p:cNvGrpSpPr/>
          <p:nvPr/>
        </p:nvGrpSpPr>
        <p:grpSpPr>
          <a:xfrm rot="5400000">
            <a:off x="345015" y="2434670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174" name="任意多边形: 形状 173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5" name="任意多边形: 形状 174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6" name="任意多边形: 形状 175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86" name="图形 2169++"/>
          <p:cNvGrpSpPr/>
          <p:nvPr/>
        </p:nvGrpSpPr>
        <p:grpSpPr>
          <a:xfrm rot="5400000">
            <a:off x="345015" y="3696557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190" name="任意多边形: 形状 189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92" name="任意多边形: 形状 191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93" name="任意多边形: 形状 192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94" name="图形 2169+++"/>
          <p:cNvGrpSpPr/>
          <p:nvPr/>
        </p:nvGrpSpPr>
        <p:grpSpPr>
          <a:xfrm rot="5400000">
            <a:off x="345015" y="4838140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195" name="任意多边形: 形状 194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96" name="任意多边形: 形状 195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97" name="任意多边形: 形状 196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99" name="图形 2169++++"/>
          <p:cNvGrpSpPr/>
          <p:nvPr/>
        </p:nvGrpSpPr>
        <p:grpSpPr>
          <a:xfrm rot="5400000">
            <a:off x="345015" y="5979724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201" name="任意多边形: 形状 200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05" name="任意多边形: 形状 204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06" name="任意多边形: 形状 205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12" name="图形 210"/>
          <p:cNvSpPr/>
          <p:nvPr/>
        </p:nvSpPr>
        <p:spPr>
          <a:xfrm>
            <a:off x="845375" y="1281494"/>
            <a:ext cx="335699" cy="384582"/>
          </a:xfrm>
          <a:custGeom>
            <a:avLst/>
            <a:gdLst>
              <a:gd name="connsiteX0" fmla="*/ 1234925 w 1662859"/>
              <a:gd name="connsiteY0" fmla="*/ 1230313 h 1904997"/>
              <a:gd name="connsiteX1" fmla="*/ 1280427 w 1662859"/>
              <a:gd name="connsiteY1" fmla="*/ 1248559 h 1904997"/>
              <a:gd name="connsiteX2" fmla="*/ 1451758 w 1662859"/>
              <a:gd name="connsiteY2" fmla="*/ 1397308 h 1904997"/>
              <a:gd name="connsiteX3" fmla="*/ 1462176 w 1662859"/>
              <a:gd name="connsiteY3" fmla="*/ 1406039 h 1904997"/>
              <a:gd name="connsiteX4" fmla="*/ 1650721 w 1662859"/>
              <a:gd name="connsiteY4" fmla="*/ 1560106 h 1904997"/>
              <a:gd name="connsiteX5" fmla="*/ 1651545 w 1662859"/>
              <a:gd name="connsiteY5" fmla="*/ 1602105 h 1904997"/>
              <a:gd name="connsiteX6" fmla="*/ 1650860 w 1662859"/>
              <a:gd name="connsiteY6" fmla="*/ 1602780 h 1904997"/>
              <a:gd name="connsiteX7" fmla="*/ 1650721 w 1662859"/>
              <a:gd name="connsiteY7" fmla="*/ 1602919 h 1904997"/>
              <a:gd name="connsiteX8" fmla="*/ 1371916 w 1662859"/>
              <a:gd name="connsiteY8" fmla="*/ 1889026 h 1904997"/>
              <a:gd name="connsiteX9" fmla="*/ 1294992 w 1662859"/>
              <a:gd name="connsiteY9" fmla="*/ 1889026 h 1904997"/>
              <a:gd name="connsiteX10" fmla="*/ 1173112 w 1662859"/>
              <a:gd name="connsiteY10" fmla="*/ 1789847 h 1904997"/>
              <a:gd name="connsiteX11" fmla="*/ 1091683 w 1662859"/>
              <a:gd name="connsiteY11" fmla="*/ 1758474 h 1904997"/>
              <a:gd name="connsiteX12" fmla="*/ 467091 w 1662859"/>
              <a:gd name="connsiteY12" fmla="*/ 1758474 h 1904997"/>
              <a:gd name="connsiteX13" fmla="*/ 417472 w 1662859"/>
              <a:gd name="connsiteY13" fmla="*/ 1749346 h 1904997"/>
              <a:gd name="connsiteX14" fmla="*/ 8105 w 1662859"/>
              <a:gd name="connsiteY14" fmla="*/ 1406376 h 1904997"/>
              <a:gd name="connsiteX15" fmla="*/ 8105 w 1662859"/>
              <a:gd name="connsiteY15" fmla="*/ 1347688 h 1904997"/>
              <a:gd name="connsiteX16" fmla="*/ 224600 w 1662859"/>
              <a:gd name="connsiteY16" fmla="*/ 1347688 h 1904997"/>
              <a:gd name="connsiteX17" fmla="*/ 289182 w 1662859"/>
              <a:gd name="connsiteY17" fmla="*/ 1393914 h 1904997"/>
              <a:gd name="connsiteX18" fmla="*/ 295691 w 1662859"/>
              <a:gd name="connsiteY18" fmla="*/ 1398528 h 1904997"/>
              <a:gd name="connsiteX19" fmla="*/ 334852 w 1662859"/>
              <a:gd name="connsiteY19" fmla="*/ 1426210 h 1904997"/>
              <a:gd name="connsiteX20" fmla="*/ 341301 w 1662859"/>
              <a:gd name="connsiteY20" fmla="*/ 1430754 h 1904997"/>
              <a:gd name="connsiteX21" fmla="*/ 468401 w 1662859"/>
              <a:gd name="connsiteY21" fmla="*/ 1519625 h 1904997"/>
              <a:gd name="connsiteX22" fmla="*/ 829636 w 1662859"/>
              <a:gd name="connsiteY22" fmla="*/ 1519625 h 1904997"/>
              <a:gd name="connsiteX23" fmla="*/ 933379 w 1662859"/>
              <a:gd name="connsiteY23" fmla="*/ 1451818 h 1904997"/>
              <a:gd name="connsiteX24" fmla="*/ 933379 w 1662859"/>
              <a:gd name="connsiteY24" fmla="*/ 1433681 h 1904997"/>
              <a:gd name="connsiteX25" fmla="*/ 694074 w 1662859"/>
              <a:gd name="connsiteY25" fmla="*/ 1410940 h 1904997"/>
              <a:gd name="connsiteX26" fmla="*/ 608081 w 1662859"/>
              <a:gd name="connsiteY26" fmla="*/ 1311751 h 1904997"/>
              <a:gd name="connsiteX27" fmla="*/ 694074 w 1662859"/>
              <a:gd name="connsiteY27" fmla="*/ 1230323 h 1904997"/>
              <a:gd name="connsiteX28" fmla="*/ 1428749 w 1662859"/>
              <a:gd name="connsiteY28" fmla="*/ 0 h 1904997"/>
              <a:gd name="connsiteX29" fmla="*/ 1597421 w 1662859"/>
              <a:gd name="connsiteY29" fmla="*/ 168672 h 1904997"/>
              <a:gd name="connsiteX30" fmla="*/ 1597421 w 1662859"/>
              <a:gd name="connsiteY30" fmla="*/ 1398984 h 1904997"/>
              <a:gd name="connsiteX31" fmla="*/ 1594345 w 1662859"/>
              <a:gd name="connsiteY31" fmla="*/ 1431211 h 1904997"/>
              <a:gd name="connsiteX32" fmla="*/ 1486504 w 1662859"/>
              <a:gd name="connsiteY32" fmla="*/ 1339731 h 1904997"/>
              <a:gd name="connsiteX33" fmla="*/ 1476920 w 1662859"/>
              <a:gd name="connsiteY33" fmla="*/ 1331496 h 1904997"/>
              <a:gd name="connsiteX34" fmla="*/ 1349176 w 1662859"/>
              <a:gd name="connsiteY34" fmla="*/ 1219924 h 1904997"/>
              <a:gd name="connsiteX35" fmla="*/ 1342925 w 1662859"/>
              <a:gd name="connsiteY35" fmla="*/ 1214299 h 1904997"/>
              <a:gd name="connsiteX36" fmla="*/ 1309210 w 1662859"/>
              <a:gd name="connsiteY36" fmla="*/ 1182261 h 1904997"/>
              <a:gd name="connsiteX37" fmla="*/ 1229905 w 1662859"/>
              <a:gd name="connsiteY37" fmla="*/ 1170851 h 1904997"/>
              <a:gd name="connsiteX38" fmla="*/ 675361 w 1662859"/>
              <a:gd name="connsiteY38" fmla="*/ 1170851 h 1904997"/>
              <a:gd name="connsiteX39" fmla="*/ 552776 w 1662859"/>
              <a:gd name="connsiteY39" fmla="*/ 1296422 h 1904997"/>
              <a:gd name="connsiteX40" fmla="*/ 627240 w 1662859"/>
              <a:gd name="connsiteY40" fmla="*/ 1429613 h 1904997"/>
              <a:gd name="connsiteX41" fmla="*/ 707111 w 1662859"/>
              <a:gd name="connsiteY41" fmla="*/ 1455609 h 1904997"/>
              <a:gd name="connsiteX42" fmla="*/ 490874 w 1662859"/>
              <a:gd name="connsiteY42" fmla="*/ 1455609 h 1904997"/>
              <a:gd name="connsiteX43" fmla="*/ 451037 w 1662859"/>
              <a:gd name="connsiteY43" fmla="*/ 1429187 h 1904997"/>
              <a:gd name="connsiteX44" fmla="*/ 446384 w 1662859"/>
              <a:gd name="connsiteY44" fmla="*/ 1426091 h 1904997"/>
              <a:gd name="connsiteX45" fmla="*/ 329574 w 1662859"/>
              <a:gd name="connsiteY45" fmla="*/ 1347063 h 1904997"/>
              <a:gd name="connsiteX46" fmla="*/ 319692 w 1662859"/>
              <a:gd name="connsiteY46" fmla="*/ 1340257 h 1904997"/>
              <a:gd name="connsiteX47" fmla="*/ 245049 w 1662859"/>
              <a:gd name="connsiteY47" fmla="*/ 1287681 h 1904997"/>
              <a:gd name="connsiteX48" fmla="*/ 109140 w 1662859"/>
              <a:gd name="connsiteY48" fmla="*/ 1241752 h 1904997"/>
              <a:gd name="connsiteX49" fmla="*/ 109140 w 1662859"/>
              <a:gd name="connsiteY49" fmla="*/ 168672 h 1904997"/>
              <a:gd name="connsiteX50" fmla="*/ 277811 w 1662859"/>
              <a:gd name="connsiteY50" fmla="*/ 0 h 1904997"/>
              <a:gd name="connsiteX51" fmla="*/ 1428749 w 1662859"/>
              <a:gd name="connsiteY51" fmla="*/ 0 h 1904997"/>
              <a:gd name="connsiteX52" fmla="*/ 1374179 w 1662859"/>
              <a:gd name="connsiteY52" fmla="*/ 922734 h 1904997"/>
              <a:gd name="connsiteX53" fmla="*/ 332382 w 1662859"/>
              <a:gd name="connsiteY53" fmla="*/ 922734 h 1904997"/>
              <a:gd name="connsiteX54" fmla="*/ 277811 w 1662859"/>
              <a:gd name="connsiteY54" fmla="*/ 977305 h 1904997"/>
              <a:gd name="connsiteX55" fmla="*/ 332382 w 1662859"/>
              <a:gd name="connsiteY55" fmla="*/ 1031875 h 1904997"/>
              <a:gd name="connsiteX56" fmla="*/ 1374179 w 1662859"/>
              <a:gd name="connsiteY56" fmla="*/ 1031875 h 1904997"/>
              <a:gd name="connsiteX57" fmla="*/ 1428749 w 1662859"/>
              <a:gd name="connsiteY57" fmla="*/ 977305 h 1904997"/>
              <a:gd name="connsiteX58" fmla="*/ 1374179 w 1662859"/>
              <a:gd name="connsiteY58" fmla="*/ 922734 h 1904997"/>
              <a:gd name="connsiteX59" fmla="*/ 524013 w 1662859"/>
              <a:gd name="connsiteY59" fmla="*/ 168672 h 1904997"/>
              <a:gd name="connsiteX60" fmla="*/ 520292 w 1662859"/>
              <a:gd name="connsiteY60" fmla="*/ 168731 h 1904997"/>
              <a:gd name="connsiteX61" fmla="*/ 347265 w 1662859"/>
              <a:gd name="connsiteY61" fmla="*/ 346402 h 1904997"/>
              <a:gd name="connsiteX62" fmla="*/ 483889 w 1662859"/>
              <a:gd name="connsiteY62" fmla="*/ 519341 h 1904997"/>
              <a:gd name="connsiteX63" fmla="*/ 277811 w 1662859"/>
              <a:gd name="connsiteY63" fmla="*/ 738803 h 1904997"/>
              <a:gd name="connsiteX64" fmla="*/ 337217 w 1662859"/>
              <a:gd name="connsiteY64" fmla="*/ 790771 h 1904997"/>
              <a:gd name="connsiteX65" fmla="*/ 389184 w 1662859"/>
              <a:gd name="connsiteY65" fmla="*/ 738803 h 1904997"/>
              <a:gd name="connsiteX66" fmla="*/ 527476 w 1662859"/>
              <a:gd name="connsiteY66" fmla="*/ 627301 h 1904997"/>
              <a:gd name="connsiteX67" fmla="*/ 665638 w 1662859"/>
              <a:gd name="connsiteY67" fmla="*/ 738803 h 1904997"/>
              <a:gd name="connsiteX68" fmla="*/ 724066 w 1662859"/>
              <a:gd name="connsiteY68" fmla="*/ 791866 h 1904997"/>
              <a:gd name="connsiteX69" fmla="*/ 777130 w 1662859"/>
              <a:gd name="connsiteY69" fmla="*/ 738803 h 1904997"/>
              <a:gd name="connsiteX70" fmla="*/ 567927 w 1662859"/>
              <a:gd name="connsiteY70" fmla="*/ 518855 h 1904997"/>
              <a:gd name="connsiteX71" fmla="*/ 697443 w 1662859"/>
              <a:gd name="connsiteY71" fmla="*/ 303444 h 1904997"/>
              <a:gd name="connsiteX72" fmla="*/ 527734 w 1662859"/>
              <a:gd name="connsiteY72" fmla="*/ 168682 h 1904997"/>
              <a:gd name="connsiteX73" fmla="*/ 524013 w 1662859"/>
              <a:gd name="connsiteY73" fmla="*/ 168672 h 1904997"/>
              <a:gd name="connsiteX74" fmla="*/ 1374179 w 1662859"/>
              <a:gd name="connsiteY74" fmla="*/ 635000 h 1904997"/>
              <a:gd name="connsiteX75" fmla="*/ 977304 w 1662859"/>
              <a:gd name="connsiteY75" fmla="*/ 635000 h 1904997"/>
              <a:gd name="connsiteX76" fmla="*/ 922733 w 1662859"/>
              <a:gd name="connsiteY76" fmla="*/ 689570 h 1904997"/>
              <a:gd name="connsiteX77" fmla="*/ 977304 w 1662859"/>
              <a:gd name="connsiteY77" fmla="*/ 744141 h 1904997"/>
              <a:gd name="connsiteX78" fmla="*/ 1374179 w 1662859"/>
              <a:gd name="connsiteY78" fmla="*/ 744141 h 1904997"/>
              <a:gd name="connsiteX79" fmla="*/ 1428749 w 1662859"/>
              <a:gd name="connsiteY79" fmla="*/ 689570 h 1904997"/>
              <a:gd name="connsiteX80" fmla="*/ 1374179 w 1662859"/>
              <a:gd name="connsiteY80" fmla="*/ 635000 h 1904997"/>
              <a:gd name="connsiteX81" fmla="*/ 1374179 w 1662859"/>
              <a:gd name="connsiteY81" fmla="*/ 396875 h 1904997"/>
              <a:gd name="connsiteX82" fmla="*/ 977304 w 1662859"/>
              <a:gd name="connsiteY82" fmla="*/ 396875 h 1904997"/>
              <a:gd name="connsiteX83" fmla="*/ 922733 w 1662859"/>
              <a:gd name="connsiteY83" fmla="*/ 451445 h 1904997"/>
              <a:gd name="connsiteX84" fmla="*/ 977304 w 1662859"/>
              <a:gd name="connsiteY84" fmla="*/ 506016 h 1904997"/>
              <a:gd name="connsiteX85" fmla="*/ 1374179 w 1662859"/>
              <a:gd name="connsiteY85" fmla="*/ 506016 h 1904997"/>
              <a:gd name="connsiteX86" fmla="*/ 1428749 w 1662859"/>
              <a:gd name="connsiteY86" fmla="*/ 451445 h 1904997"/>
              <a:gd name="connsiteX87" fmla="*/ 1374179 w 1662859"/>
              <a:gd name="connsiteY87" fmla="*/ 396875 h 1904997"/>
              <a:gd name="connsiteX88" fmla="*/ 526851 w 1662859"/>
              <a:gd name="connsiteY88" fmla="*/ 267891 h 1904997"/>
              <a:gd name="connsiteX89" fmla="*/ 607218 w 1662859"/>
              <a:gd name="connsiteY89" fmla="*/ 348258 h 1904997"/>
              <a:gd name="connsiteX90" fmla="*/ 526851 w 1662859"/>
              <a:gd name="connsiteY90" fmla="*/ 428625 h 1904997"/>
              <a:gd name="connsiteX91" fmla="*/ 446483 w 1662859"/>
              <a:gd name="connsiteY91" fmla="*/ 348258 h 1904997"/>
              <a:gd name="connsiteX92" fmla="*/ 526851 w 1662859"/>
              <a:gd name="connsiteY92" fmla="*/ 267891 h 190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1662859" h="1904997">
                <a:moveTo>
                  <a:pt x="1234925" y="1230313"/>
                </a:moveTo>
                <a:cubicBezTo>
                  <a:pt x="1251642" y="1231424"/>
                  <a:pt x="1267574" y="1237813"/>
                  <a:pt x="1280427" y="1248559"/>
                </a:cubicBezTo>
                <a:cubicBezTo>
                  <a:pt x="1289158" y="1259453"/>
                  <a:pt x="1368533" y="1327487"/>
                  <a:pt x="1451758" y="1397308"/>
                </a:cubicBezTo>
                <a:lnTo>
                  <a:pt x="1462176" y="1406039"/>
                </a:lnTo>
                <a:cubicBezTo>
                  <a:pt x="1549071" y="1478826"/>
                  <a:pt x="1637098" y="1551047"/>
                  <a:pt x="1650721" y="1560106"/>
                </a:cubicBezTo>
                <a:cubicBezTo>
                  <a:pt x="1675129" y="1575971"/>
                  <a:pt x="1655910" y="1597670"/>
                  <a:pt x="1651545" y="1602105"/>
                </a:cubicBezTo>
                <a:lnTo>
                  <a:pt x="1650860" y="1602780"/>
                </a:lnTo>
                <a:lnTo>
                  <a:pt x="1650721" y="1602919"/>
                </a:lnTo>
                <a:lnTo>
                  <a:pt x="1371916" y="1889026"/>
                </a:lnTo>
                <a:cubicBezTo>
                  <a:pt x="1371916" y="1889026"/>
                  <a:pt x="1344602" y="1924963"/>
                  <a:pt x="1294992" y="1889026"/>
                </a:cubicBezTo>
                <a:lnTo>
                  <a:pt x="1173112" y="1789847"/>
                </a:lnTo>
                <a:cubicBezTo>
                  <a:pt x="1149505" y="1771858"/>
                  <a:pt x="1121257" y="1760975"/>
                  <a:pt x="1091683" y="1758474"/>
                </a:cubicBezTo>
                <a:lnTo>
                  <a:pt x="467091" y="1758474"/>
                </a:lnTo>
                <a:cubicBezTo>
                  <a:pt x="450036" y="1763402"/>
                  <a:pt x="431656" y="1760021"/>
                  <a:pt x="417472" y="1749346"/>
                </a:cubicBezTo>
                <a:cubicBezTo>
                  <a:pt x="396080" y="1731169"/>
                  <a:pt x="94048" y="1478687"/>
                  <a:pt x="8105" y="1406376"/>
                </a:cubicBezTo>
                <a:cubicBezTo>
                  <a:pt x="-10131" y="1383625"/>
                  <a:pt x="8105" y="1347688"/>
                  <a:pt x="8105" y="1347688"/>
                </a:cubicBezTo>
                <a:cubicBezTo>
                  <a:pt x="8105" y="1347688"/>
                  <a:pt x="66743" y="1243945"/>
                  <a:pt x="224600" y="1347688"/>
                </a:cubicBezTo>
                <a:cubicBezTo>
                  <a:pt x="246059" y="1363193"/>
                  <a:pt x="267586" y="1378602"/>
                  <a:pt x="289182" y="1393914"/>
                </a:cubicBezTo>
                <a:lnTo>
                  <a:pt x="295691" y="1398528"/>
                </a:lnTo>
                <a:cubicBezTo>
                  <a:pt x="308738" y="1407785"/>
                  <a:pt x="321904" y="1417082"/>
                  <a:pt x="334852" y="1426210"/>
                </a:cubicBezTo>
                <a:lnTo>
                  <a:pt x="341301" y="1430754"/>
                </a:lnTo>
                <a:cubicBezTo>
                  <a:pt x="408820" y="1478300"/>
                  <a:pt x="468401" y="1519625"/>
                  <a:pt x="468401" y="1519625"/>
                </a:cubicBezTo>
                <a:lnTo>
                  <a:pt x="829636" y="1519625"/>
                </a:lnTo>
                <a:lnTo>
                  <a:pt x="933379" y="1451818"/>
                </a:lnTo>
                <a:cubicBezTo>
                  <a:pt x="933379" y="1451818"/>
                  <a:pt x="960625" y="1433681"/>
                  <a:pt x="933379" y="1433681"/>
                </a:cubicBezTo>
                <a:cubicBezTo>
                  <a:pt x="851941" y="1429117"/>
                  <a:pt x="739575" y="1419999"/>
                  <a:pt x="694074" y="1410940"/>
                </a:cubicBezTo>
                <a:cubicBezTo>
                  <a:pt x="644902" y="1403551"/>
                  <a:pt x="608423" y="1361474"/>
                  <a:pt x="608081" y="1311751"/>
                </a:cubicBezTo>
                <a:cubicBezTo>
                  <a:pt x="608081" y="1239441"/>
                  <a:pt x="653583" y="1230323"/>
                  <a:pt x="694074" y="1230323"/>
                </a:cubicBezTo>
                <a:close/>
                <a:moveTo>
                  <a:pt x="1428749" y="0"/>
                </a:moveTo>
                <a:cubicBezTo>
                  <a:pt x="1521905" y="0"/>
                  <a:pt x="1597421" y="75515"/>
                  <a:pt x="1597421" y="168672"/>
                </a:cubicBezTo>
                <a:lnTo>
                  <a:pt x="1597421" y="1398984"/>
                </a:lnTo>
                <a:cubicBezTo>
                  <a:pt x="1597421" y="1409998"/>
                  <a:pt x="1596359" y="1420783"/>
                  <a:pt x="1594345" y="1431211"/>
                </a:cubicBezTo>
                <a:cubicBezTo>
                  <a:pt x="1564103" y="1405960"/>
                  <a:pt x="1525487" y="1373188"/>
                  <a:pt x="1486504" y="1339731"/>
                </a:cubicBezTo>
                <a:lnTo>
                  <a:pt x="1476920" y="1331496"/>
                </a:lnTo>
                <a:cubicBezTo>
                  <a:pt x="1428997" y="1290300"/>
                  <a:pt x="1381471" y="1248906"/>
                  <a:pt x="1349176" y="1219924"/>
                </a:cubicBezTo>
                <a:lnTo>
                  <a:pt x="1342925" y="1214299"/>
                </a:lnTo>
                <a:cubicBezTo>
                  <a:pt x="1324788" y="1197928"/>
                  <a:pt x="1312484" y="1186349"/>
                  <a:pt x="1309210" y="1182261"/>
                </a:cubicBezTo>
                <a:cubicBezTo>
                  <a:pt x="1293305" y="1166217"/>
                  <a:pt x="1246623" y="1171952"/>
                  <a:pt x="1229905" y="1170851"/>
                </a:cubicBezTo>
                <a:lnTo>
                  <a:pt x="675361" y="1170851"/>
                </a:lnTo>
                <a:cubicBezTo>
                  <a:pt x="601195" y="1178927"/>
                  <a:pt x="560902" y="1224191"/>
                  <a:pt x="552776" y="1296422"/>
                </a:cubicBezTo>
                <a:cubicBezTo>
                  <a:pt x="547260" y="1345506"/>
                  <a:pt x="560674" y="1393289"/>
                  <a:pt x="627240" y="1429613"/>
                </a:cubicBezTo>
                <a:cubicBezTo>
                  <a:pt x="654595" y="1445210"/>
                  <a:pt x="681215" y="1453872"/>
                  <a:pt x="707111" y="1455609"/>
                </a:cubicBezTo>
                <a:lnTo>
                  <a:pt x="490874" y="1455609"/>
                </a:lnTo>
                <a:cubicBezTo>
                  <a:pt x="490874" y="1455609"/>
                  <a:pt x="475296" y="1445349"/>
                  <a:pt x="451037" y="1429187"/>
                </a:cubicBezTo>
                <a:lnTo>
                  <a:pt x="446384" y="1426091"/>
                </a:lnTo>
                <a:cubicBezTo>
                  <a:pt x="407265" y="1400018"/>
                  <a:pt x="368328" y="1373675"/>
                  <a:pt x="329574" y="1347063"/>
                </a:cubicBezTo>
                <a:lnTo>
                  <a:pt x="319692" y="1340257"/>
                </a:lnTo>
                <a:cubicBezTo>
                  <a:pt x="294623" y="1323000"/>
                  <a:pt x="269741" y="1305474"/>
                  <a:pt x="245049" y="1287681"/>
                </a:cubicBezTo>
                <a:cubicBezTo>
                  <a:pt x="188594" y="1250593"/>
                  <a:pt x="143628" y="1240026"/>
                  <a:pt x="109140" y="1241752"/>
                </a:cubicBezTo>
                <a:lnTo>
                  <a:pt x="109140" y="168672"/>
                </a:lnTo>
                <a:cubicBezTo>
                  <a:pt x="109140" y="75515"/>
                  <a:pt x="184655" y="0"/>
                  <a:pt x="277811" y="0"/>
                </a:cubicBezTo>
                <a:lnTo>
                  <a:pt x="1428749" y="0"/>
                </a:lnTo>
                <a:close/>
                <a:moveTo>
                  <a:pt x="1374179" y="922734"/>
                </a:moveTo>
                <a:lnTo>
                  <a:pt x="332382" y="922734"/>
                </a:lnTo>
                <a:cubicBezTo>
                  <a:pt x="302243" y="922734"/>
                  <a:pt x="277811" y="947166"/>
                  <a:pt x="277811" y="977305"/>
                </a:cubicBezTo>
                <a:cubicBezTo>
                  <a:pt x="277811" y="1007443"/>
                  <a:pt x="302243" y="1031875"/>
                  <a:pt x="332382" y="1031875"/>
                </a:cubicBezTo>
                <a:lnTo>
                  <a:pt x="1374179" y="1031875"/>
                </a:lnTo>
                <a:cubicBezTo>
                  <a:pt x="1404317" y="1031875"/>
                  <a:pt x="1428749" y="1007443"/>
                  <a:pt x="1428749" y="977305"/>
                </a:cubicBezTo>
                <a:cubicBezTo>
                  <a:pt x="1428749" y="947166"/>
                  <a:pt x="1404317" y="922734"/>
                  <a:pt x="1374179" y="922734"/>
                </a:cubicBezTo>
                <a:close/>
                <a:moveTo>
                  <a:pt x="524013" y="168672"/>
                </a:moveTo>
                <a:lnTo>
                  <a:pt x="520292" y="168731"/>
                </a:lnTo>
                <a:cubicBezTo>
                  <a:pt x="424000" y="171281"/>
                  <a:pt x="347265" y="250071"/>
                  <a:pt x="347265" y="346402"/>
                </a:cubicBezTo>
                <a:cubicBezTo>
                  <a:pt x="347265" y="430213"/>
                  <a:pt x="405367" y="500757"/>
                  <a:pt x="483889" y="519341"/>
                </a:cubicBezTo>
                <a:cubicBezTo>
                  <a:pt x="366930" y="537766"/>
                  <a:pt x="277811" y="629047"/>
                  <a:pt x="277811" y="738803"/>
                </a:cubicBezTo>
                <a:cubicBezTo>
                  <a:pt x="279865" y="769558"/>
                  <a:pt x="306462" y="792824"/>
                  <a:pt x="337217" y="790771"/>
                </a:cubicBezTo>
                <a:cubicBezTo>
                  <a:pt x="365110" y="788908"/>
                  <a:pt x="387322" y="766696"/>
                  <a:pt x="389184" y="738803"/>
                </a:cubicBezTo>
                <a:cubicBezTo>
                  <a:pt x="389184" y="678527"/>
                  <a:pt x="452555" y="627301"/>
                  <a:pt x="527476" y="627301"/>
                </a:cubicBezTo>
                <a:cubicBezTo>
                  <a:pt x="602386" y="627301"/>
                  <a:pt x="665638" y="678527"/>
                  <a:pt x="665638" y="738803"/>
                </a:cubicBezTo>
                <a:cubicBezTo>
                  <a:pt x="667119" y="769590"/>
                  <a:pt x="693278" y="793348"/>
                  <a:pt x="724066" y="791866"/>
                </a:cubicBezTo>
                <a:cubicBezTo>
                  <a:pt x="752781" y="790485"/>
                  <a:pt x="775748" y="767517"/>
                  <a:pt x="777130" y="738803"/>
                </a:cubicBezTo>
                <a:cubicBezTo>
                  <a:pt x="777130" y="628303"/>
                  <a:pt x="686424" y="536178"/>
                  <a:pt x="567927" y="518855"/>
                </a:cubicBezTo>
                <a:cubicBezTo>
                  <a:pt x="663176" y="495135"/>
                  <a:pt x="721162" y="398693"/>
                  <a:pt x="697443" y="303444"/>
                </a:cubicBezTo>
                <a:cubicBezTo>
                  <a:pt x="677969" y="225242"/>
                  <a:pt x="608314" y="169931"/>
                  <a:pt x="527734" y="168682"/>
                </a:cubicBezTo>
                <a:lnTo>
                  <a:pt x="524013" y="168672"/>
                </a:lnTo>
                <a:close/>
                <a:moveTo>
                  <a:pt x="1374179" y="635000"/>
                </a:moveTo>
                <a:lnTo>
                  <a:pt x="977304" y="635000"/>
                </a:lnTo>
                <a:cubicBezTo>
                  <a:pt x="947165" y="635000"/>
                  <a:pt x="922733" y="659432"/>
                  <a:pt x="922733" y="689570"/>
                </a:cubicBezTo>
                <a:cubicBezTo>
                  <a:pt x="922733" y="719709"/>
                  <a:pt x="947165" y="744141"/>
                  <a:pt x="977304" y="744141"/>
                </a:cubicBezTo>
                <a:lnTo>
                  <a:pt x="1374179" y="744141"/>
                </a:lnTo>
                <a:cubicBezTo>
                  <a:pt x="1404317" y="744141"/>
                  <a:pt x="1428749" y="719709"/>
                  <a:pt x="1428749" y="689570"/>
                </a:cubicBezTo>
                <a:cubicBezTo>
                  <a:pt x="1428749" y="659432"/>
                  <a:pt x="1404317" y="635000"/>
                  <a:pt x="1374179" y="635000"/>
                </a:cubicBezTo>
                <a:close/>
                <a:moveTo>
                  <a:pt x="1374179" y="396875"/>
                </a:moveTo>
                <a:lnTo>
                  <a:pt x="977304" y="396875"/>
                </a:lnTo>
                <a:cubicBezTo>
                  <a:pt x="947165" y="396875"/>
                  <a:pt x="922733" y="421307"/>
                  <a:pt x="922733" y="451445"/>
                </a:cubicBezTo>
                <a:cubicBezTo>
                  <a:pt x="922733" y="481584"/>
                  <a:pt x="947165" y="506016"/>
                  <a:pt x="977304" y="506016"/>
                </a:cubicBezTo>
                <a:lnTo>
                  <a:pt x="1374179" y="506016"/>
                </a:lnTo>
                <a:cubicBezTo>
                  <a:pt x="1404317" y="506016"/>
                  <a:pt x="1428749" y="481584"/>
                  <a:pt x="1428749" y="451445"/>
                </a:cubicBezTo>
                <a:cubicBezTo>
                  <a:pt x="1428749" y="421307"/>
                  <a:pt x="1404317" y="396875"/>
                  <a:pt x="1374179" y="396875"/>
                </a:cubicBezTo>
                <a:close/>
                <a:moveTo>
                  <a:pt x="526851" y="267891"/>
                </a:moveTo>
                <a:cubicBezTo>
                  <a:pt x="571236" y="267891"/>
                  <a:pt x="607218" y="303872"/>
                  <a:pt x="607218" y="348258"/>
                </a:cubicBezTo>
                <a:cubicBezTo>
                  <a:pt x="607218" y="392643"/>
                  <a:pt x="571236" y="428625"/>
                  <a:pt x="526851" y="428625"/>
                </a:cubicBezTo>
                <a:cubicBezTo>
                  <a:pt x="482465" y="428625"/>
                  <a:pt x="446483" y="392643"/>
                  <a:pt x="446483" y="348258"/>
                </a:cubicBezTo>
                <a:cubicBezTo>
                  <a:pt x="446483" y="303872"/>
                  <a:pt x="482465" y="267891"/>
                  <a:pt x="526851" y="267891"/>
                </a:cubicBezTo>
                <a:close/>
              </a:path>
            </a:pathLst>
          </a:custGeom>
          <a:solidFill>
            <a:schemeClr val="accent4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221" name="组合 220"/>
          <p:cNvGrpSpPr/>
          <p:nvPr/>
        </p:nvGrpSpPr>
        <p:grpSpPr>
          <a:xfrm>
            <a:off x="822387" y="2371123"/>
            <a:ext cx="381675" cy="381675"/>
            <a:chOff x="0" y="0"/>
            <a:chExt cx="1905000" cy="1905000"/>
          </a:xfrm>
          <a:solidFill>
            <a:schemeClr val="accent3"/>
          </a:solidFill>
        </p:grpSpPr>
        <p:sp>
          <p:nvSpPr>
            <p:cNvPr id="219" name="任意多边形: 形状 218"/>
            <p:cNvSpPr/>
            <p:nvPr/>
          </p:nvSpPr>
          <p:spPr>
            <a:xfrm>
              <a:off x="0" y="0"/>
              <a:ext cx="1905000" cy="1905000"/>
            </a:xfrm>
            <a:custGeom>
              <a:avLst/>
              <a:gdLst>
                <a:gd name="connsiteX0" fmla="*/ 0 w 1905000"/>
                <a:gd name="connsiteY0" fmla="*/ 0 h 1905000"/>
                <a:gd name="connsiteX1" fmla="*/ 381000 w 1905000"/>
                <a:gd name="connsiteY1" fmla="*/ 762000 h 1905000"/>
                <a:gd name="connsiteX2" fmla="*/ 381000 w 1905000"/>
                <a:gd name="connsiteY2" fmla="*/ 1714500 h 1905000"/>
                <a:gd name="connsiteX3" fmla="*/ 952500 w 1905000"/>
                <a:gd name="connsiteY3" fmla="*/ 1905000 h 1905000"/>
                <a:gd name="connsiteX4" fmla="*/ 952500 w 1905000"/>
                <a:gd name="connsiteY4" fmla="*/ 762000 h 1905000"/>
                <a:gd name="connsiteX5" fmla="*/ 1333500 w 1905000"/>
                <a:gd name="connsiteY5" fmla="*/ 0 h 1905000"/>
                <a:gd name="connsiteX6" fmla="*/ 0 w 1905000"/>
                <a:gd name="connsiteY6" fmla="*/ 0 h 1905000"/>
                <a:gd name="connsiteX7" fmla="*/ 1143000 w 1905000"/>
                <a:gd name="connsiteY7" fmla="*/ 1524000 h 1905000"/>
                <a:gd name="connsiteX8" fmla="*/ 1905000 w 1905000"/>
                <a:gd name="connsiteY8" fmla="*/ 1524000 h 1905000"/>
                <a:gd name="connsiteX9" fmla="*/ 1905000 w 1905000"/>
                <a:gd name="connsiteY9" fmla="*/ 1714500 h 1905000"/>
                <a:gd name="connsiteX10" fmla="*/ 1143000 w 1905000"/>
                <a:gd name="connsiteY10" fmla="*/ 1714500 h 1905000"/>
                <a:gd name="connsiteX11" fmla="*/ 1143000 w 1905000"/>
                <a:gd name="connsiteY11" fmla="*/ 1143000 h 1905000"/>
                <a:gd name="connsiteX12" fmla="*/ 1905000 w 1905000"/>
                <a:gd name="connsiteY12" fmla="*/ 1143000 h 1905000"/>
                <a:gd name="connsiteX13" fmla="*/ 1905000 w 1905000"/>
                <a:gd name="connsiteY13" fmla="*/ 1333500 h 1905000"/>
                <a:gd name="connsiteX14" fmla="*/ 1143000 w 1905000"/>
                <a:gd name="connsiteY14" fmla="*/ 133350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05000" h="1905000">
                  <a:moveTo>
                    <a:pt x="0" y="0"/>
                  </a:moveTo>
                  <a:lnTo>
                    <a:pt x="381000" y="762000"/>
                  </a:lnTo>
                  <a:lnTo>
                    <a:pt x="381000" y="1714500"/>
                  </a:lnTo>
                  <a:lnTo>
                    <a:pt x="952500" y="1905000"/>
                  </a:lnTo>
                  <a:lnTo>
                    <a:pt x="952500" y="762000"/>
                  </a:lnTo>
                  <a:lnTo>
                    <a:pt x="1333500" y="0"/>
                  </a:lnTo>
                  <a:lnTo>
                    <a:pt x="0" y="0"/>
                  </a:lnTo>
                  <a:close/>
                  <a:moveTo>
                    <a:pt x="1143000" y="1524000"/>
                  </a:moveTo>
                  <a:lnTo>
                    <a:pt x="1905000" y="1524000"/>
                  </a:lnTo>
                  <a:lnTo>
                    <a:pt x="1905000" y="1714500"/>
                  </a:lnTo>
                  <a:lnTo>
                    <a:pt x="1143000" y="1714500"/>
                  </a:lnTo>
                  <a:close/>
                  <a:moveTo>
                    <a:pt x="1143000" y="1143000"/>
                  </a:moveTo>
                  <a:lnTo>
                    <a:pt x="1905000" y="1143000"/>
                  </a:lnTo>
                  <a:lnTo>
                    <a:pt x="1905000" y="1333500"/>
                  </a:lnTo>
                  <a:lnTo>
                    <a:pt x="1143000" y="133350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20" name="任意多边形: 形状 219"/>
            <p:cNvSpPr/>
            <p:nvPr/>
          </p:nvSpPr>
          <p:spPr>
            <a:xfrm>
              <a:off x="1143000" y="762000"/>
              <a:ext cx="761999" cy="190499"/>
            </a:xfrm>
            <a:custGeom>
              <a:avLst/>
              <a:gdLst>
                <a:gd name="connsiteX0" fmla="*/ 0 w 761999"/>
                <a:gd name="connsiteY0" fmla="*/ 0 h 190499"/>
                <a:gd name="connsiteX1" fmla="*/ 762000 w 761999"/>
                <a:gd name="connsiteY1" fmla="*/ 0 h 190499"/>
                <a:gd name="connsiteX2" fmla="*/ 762000 w 761999"/>
                <a:gd name="connsiteY2" fmla="*/ 190500 h 190499"/>
                <a:gd name="connsiteX3" fmla="*/ 0 w 761999"/>
                <a:gd name="connsiteY3" fmla="*/ 190500 h 190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999" h="190499">
                  <a:moveTo>
                    <a:pt x="0" y="0"/>
                  </a:moveTo>
                  <a:lnTo>
                    <a:pt x="762000" y="0"/>
                  </a:lnTo>
                  <a:lnTo>
                    <a:pt x="762000" y="190500"/>
                  </a:lnTo>
                  <a:lnTo>
                    <a:pt x="0" y="19050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26" name="图形 224"/>
          <p:cNvSpPr>
            <a:spLocks noChangeAspect="1"/>
          </p:cNvSpPr>
          <p:nvPr/>
        </p:nvSpPr>
        <p:spPr>
          <a:xfrm>
            <a:off x="846125" y="3618010"/>
            <a:ext cx="391490" cy="360000"/>
          </a:xfrm>
          <a:custGeom>
            <a:avLst/>
            <a:gdLst>
              <a:gd name="connsiteX0" fmla="*/ 1248195 w 1796498"/>
              <a:gd name="connsiteY0" fmla="*/ 0 h 1651992"/>
              <a:gd name="connsiteX1" fmla="*/ 1444565 w 1796498"/>
              <a:gd name="connsiteY1" fmla="*/ 205383 h 1651992"/>
              <a:gd name="connsiteX2" fmla="*/ 1444568 w 1796498"/>
              <a:gd name="connsiteY2" fmla="*/ 718044 h 1651992"/>
              <a:gd name="connsiteX3" fmla="*/ 1389320 w 1796498"/>
              <a:gd name="connsiteY3" fmla="*/ 714717 h 1651992"/>
              <a:gd name="connsiteX4" fmla="*/ 916664 w 1796498"/>
              <a:gd name="connsiteY4" fmla="*/ 1206886 h 1651992"/>
              <a:gd name="connsiteX5" fmla="*/ 1187358 w 1796498"/>
              <a:gd name="connsiteY5" fmla="*/ 1651992 h 1651992"/>
              <a:gd name="connsiteX6" fmla="*/ 196370 w 1796498"/>
              <a:gd name="connsiteY6" fmla="*/ 1651979 h 1651992"/>
              <a:gd name="connsiteX7" fmla="*/ 0 w 1796498"/>
              <a:gd name="connsiteY7" fmla="*/ 1446596 h 1651992"/>
              <a:gd name="connsiteX8" fmla="*/ 0 w 1796498"/>
              <a:gd name="connsiteY8" fmla="*/ 205383 h 1651992"/>
              <a:gd name="connsiteX9" fmla="*/ 196370 w 1796498"/>
              <a:gd name="connsiteY9" fmla="*/ 0 h 1651992"/>
              <a:gd name="connsiteX10" fmla="*/ 1248195 w 1796498"/>
              <a:gd name="connsiteY10" fmla="*/ 0 h 1651992"/>
              <a:gd name="connsiteX11" fmla="*/ 1389320 w 1796498"/>
              <a:gd name="connsiteY11" fmla="*/ 778913 h 1651992"/>
              <a:gd name="connsiteX12" fmla="*/ 1796499 w 1796498"/>
              <a:gd name="connsiteY12" fmla="*/ 1204747 h 1651992"/>
              <a:gd name="connsiteX13" fmla="*/ 1389320 w 1796498"/>
              <a:gd name="connsiteY13" fmla="*/ 1630582 h 1651992"/>
              <a:gd name="connsiteX14" fmla="*/ 982140 w 1796498"/>
              <a:gd name="connsiteY14" fmla="*/ 1204747 h 1651992"/>
              <a:gd name="connsiteX15" fmla="*/ 1389320 w 1796498"/>
              <a:gd name="connsiteY15" fmla="*/ 778913 h 1651992"/>
              <a:gd name="connsiteX16" fmla="*/ 1560569 w 1796498"/>
              <a:gd name="connsiteY16" fmla="*/ 1055100 h 1651992"/>
              <a:gd name="connsiteX17" fmla="*/ 1560042 w 1796498"/>
              <a:gd name="connsiteY17" fmla="*/ 1055603 h 1651992"/>
              <a:gd name="connsiteX18" fmla="*/ 1301857 w 1796498"/>
              <a:gd name="connsiteY18" fmla="*/ 1304763 h 1651992"/>
              <a:gd name="connsiteX19" fmla="*/ 1208538 w 1796498"/>
              <a:gd name="connsiteY19" fmla="*/ 1225090 h 1651992"/>
              <a:gd name="connsiteX20" fmla="*/ 1207594 w 1796498"/>
              <a:gd name="connsiteY20" fmla="*/ 1224305 h 1651992"/>
              <a:gd name="connsiteX21" fmla="*/ 1150960 w 1796498"/>
              <a:gd name="connsiteY21" fmla="*/ 1231175 h 1651992"/>
              <a:gd name="connsiteX22" fmla="*/ 1156243 w 1796498"/>
              <a:gd name="connsiteY22" fmla="*/ 1290928 h 1651992"/>
              <a:gd name="connsiteX23" fmla="*/ 1156780 w 1796498"/>
              <a:gd name="connsiteY23" fmla="*/ 1291393 h 1651992"/>
              <a:gd name="connsiteX24" fmla="*/ 1275455 w 1796498"/>
              <a:gd name="connsiteY24" fmla="*/ 1392719 h 1651992"/>
              <a:gd name="connsiteX25" fmla="*/ 1276400 w 1796498"/>
              <a:gd name="connsiteY25" fmla="*/ 1393504 h 1651992"/>
              <a:gd name="connsiteX26" fmla="*/ 1303504 w 1796498"/>
              <a:gd name="connsiteY26" fmla="*/ 1402303 h 1651992"/>
              <a:gd name="connsiteX27" fmla="*/ 1332547 w 1796498"/>
              <a:gd name="connsiteY27" fmla="*/ 1391606 h 1651992"/>
              <a:gd name="connsiteX28" fmla="*/ 1333178 w 1796498"/>
              <a:gd name="connsiteY28" fmla="*/ 1391007 h 1651992"/>
              <a:gd name="connsiteX29" fmla="*/ 1615545 w 1796498"/>
              <a:gd name="connsiteY29" fmla="*/ 1118503 h 1651992"/>
              <a:gd name="connsiteX30" fmla="*/ 1616434 w 1796498"/>
              <a:gd name="connsiteY30" fmla="*/ 1117619 h 1651992"/>
              <a:gd name="connsiteX31" fmla="*/ 1617866 w 1796498"/>
              <a:gd name="connsiteY31" fmla="*/ 1058028 h 1651992"/>
              <a:gd name="connsiteX32" fmla="*/ 1560567 w 1796498"/>
              <a:gd name="connsiteY32" fmla="*/ 1055098 h 1651992"/>
              <a:gd name="connsiteX33" fmla="*/ 771303 w 1796498"/>
              <a:gd name="connsiteY33" fmla="*/ 864394 h 1651992"/>
              <a:gd name="connsiteX34" fmla="*/ 278272 w 1796498"/>
              <a:gd name="connsiteY34" fmla="*/ 864394 h 1651992"/>
              <a:gd name="connsiteX35" fmla="*/ 277017 w 1796498"/>
              <a:gd name="connsiteY35" fmla="*/ 864409 h 1651992"/>
              <a:gd name="connsiteX36" fmla="*/ 225075 w 1796498"/>
              <a:gd name="connsiteY36" fmla="*/ 920029 h 1651992"/>
              <a:gd name="connsiteX37" fmla="*/ 277394 w 1796498"/>
              <a:gd name="connsiteY37" fmla="*/ 975660 h 1651992"/>
              <a:gd name="connsiteX38" fmla="*/ 278272 w 1796498"/>
              <a:gd name="connsiteY38" fmla="*/ 975667 h 1651992"/>
              <a:gd name="connsiteX39" fmla="*/ 771303 w 1796498"/>
              <a:gd name="connsiteY39" fmla="*/ 975667 h 1651992"/>
              <a:gd name="connsiteX40" fmla="*/ 772558 w 1796498"/>
              <a:gd name="connsiteY40" fmla="*/ 975652 h 1651992"/>
              <a:gd name="connsiteX41" fmla="*/ 824502 w 1796498"/>
              <a:gd name="connsiteY41" fmla="*/ 920029 h 1651992"/>
              <a:gd name="connsiteX42" fmla="*/ 771303 w 1796498"/>
              <a:gd name="connsiteY42" fmla="*/ 864394 h 1651992"/>
              <a:gd name="connsiteX43" fmla="*/ 1044911 w 1796498"/>
              <a:gd name="connsiteY43" fmla="*/ 430113 h 1651992"/>
              <a:gd name="connsiteX44" fmla="*/ 278272 w 1796498"/>
              <a:gd name="connsiteY44" fmla="*/ 430113 h 1651992"/>
              <a:gd name="connsiteX45" fmla="*/ 277017 w 1796498"/>
              <a:gd name="connsiteY45" fmla="*/ 430128 h 1651992"/>
              <a:gd name="connsiteX46" fmla="*/ 225075 w 1796498"/>
              <a:gd name="connsiteY46" fmla="*/ 485751 h 1651992"/>
              <a:gd name="connsiteX47" fmla="*/ 277394 w 1796498"/>
              <a:gd name="connsiteY47" fmla="*/ 541379 h 1651992"/>
              <a:gd name="connsiteX48" fmla="*/ 278272 w 1796498"/>
              <a:gd name="connsiteY48" fmla="*/ 541387 h 1651992"/>
              <a:gd name="connsiteX49" fmla="*/ 1044911 w 1796498"/>
              <a:gd name="connsiteY49" fmla="*/ 541387 h 1651992"/>
              <a:gd name="connsiteX50" fmla="*/ 1046167 w 1796498"/>
              <a:gd name="connsiteY50" fmla="*/ 541372 h 1651992"/>
              <a:gd name="connsiteX51" fmla="*/ 1098111 w 1796498"/>
              <a:gd name="connsiteY51" fmla="*/ 485751 h 1651992"/>
              <a:gd name="connsiteX52" fmla="*/ 1044909 w 1796498"/>
              <a:gd name="connsiteY52" fmla="*/ 430113 h 1651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796498" h="1651992">
                <a:moveTo>
                  <a:pt x="1248195" y="0"/>
                </a:moveTo>
                <a:cubicBezTo>
                  <a:pt x="1356646" y="0"/>
                  <a:pt x="1444565" y="91953"/>
                  <a:pt x="1444565" y="205383"/>
                </a:cubicBezTo>
                <a:lnTo>
                  <a:pt x="1444568" y="718044"/>
                </a:lnTo>
                <a:cubicBezTo>
                  <a:pt x="1426229" y="715824"/>
                  <a:pt x="1407782" y="714713"/>
                  <a:pt x="1389320" y="714717"/>
                </a:cubicBezTo>
                <a:cubicBezTo>
                  <a:pt x="1128279" y="714717"/>
                  <a:pt x="916664" y="935069"/>
                  <a:pt x="916664" y="1206886"/>
                </a:cubicBezTo>
                <a:cubicBezTo>
                  <a:pt x="916664" y="1403468"/>
                  <a:pt x="1027345" y="1573130"/>
                  <a:pt x="1187358" y="1651992"/>
                </a:cubicBezTo>
                <a:lnTo>
                  <a:pt x="196370" y="1651979"/>
                </a:lnTo>
                <a:cubicBezTo>
                  <a:pt x="87918" y="1651979"/>
                  <a:pt x="0" y="1560026"/>
                  <a:pt x="0" y="1446596"/>
                </a:cubicBezTo>
                <a:lnTo>
                  <a:pt x="0" y="205383"/>
                </a:lnTo>
                <a:cubicBezTo>
                  <a:pt x="0" y="91953"/>
                  <a:pt x="87918" y="0"/>
                  <a:pt x="196370" y="0"/>
                </a:cubicBezTo>
                <a:lnTo>
                  <a:pt x="1248195" y="0"/>
                </a:lnTo>
                <a:close/>
                <a:moveTo>
                  <a:pt x="1389320" y="778913"/>
                </a:moveTo>
                <a:cubicBezTo>
                  <a:pt x="1614199" y="778913"/>
                  <a:pt x="1796499" y="969565"/>
                  <a:pt x="1796499" y="1204747"/>
                </a:cubicBezTo>
                <a:cubicBezTo>
                  <a:pt x="1796499" y="1439929"/>
                  <a:pt x="1614199" y="1630582"/>
                  <a:pt x="1389320" y="1630582"/>
                </a:cubicBezTo>
                <a:cubicBezTo>
                  <a:pt x="1164441" y="1630582"/>
                  <a:pt x="982140" y="1439929"/>
                  <a:pt x="982140" y="1204747"/>
                </a:cubicBezTo>
                <a:cubicBezTo>
                  <a:pt x="982140" y="969565"/>
                  <a:pt x="1164441" y="778913"/>
                  <a:pt x="1389320" y="778913"/>
                </a:cubicBezTo>
                <a:close/>
                <a:moveTo>
                  <a:pt x="1560569" y="1055100"/>
                </a:moveTo>
                <a:lnTo>
                  <a:pt x="1560042" y="1055603"/>
                </a:lnTo>
                <a:lnTo>
                  <a:pt x="1301857" y="1304763"/>
                </a:lnTo>
                <a:lnTo>
                  <a:pt x="1208538" y="1225090"/>
                </a:lnTo>
                <a:lnTo>
                  <a:pt x="1207594" y="1224305"/>
                </a:lnTo>
                <a:cubicBezTo>
                  <a:pt x="1190115" y="1210244"/>
                  <a:pt x="1164997" y="1213193"/>
                  <a:pt x="1150960" y="1231175"/>
                </a:cubicBezTo>
                <a:cubicBezTo>
                  <a:pt x="1136814" y="1249295"/>
                  <a:pt x="1139220" y="1275891"/>
                  <a:pt x="1156243" y="1290928"/>
                </a:cubicBezTo>
                <a:lnTo>
                  <a:pt x="1156780" y="1291393"/>
                </a:lnTo>
                <a:lnTo>
                  <a:pt x="1275455" y="1392719"/>
                </a:lnTo>
                <a:lnTo>
                  <a:pt x="1276400" y="1393504"/>
                </a:lnTo>
                <a:cubicBezTo>
                  <a:pt x="1284135" y="1399737"/>
                  <a:pt x="1293753" y="1402860"/>
                  <a:pt x="1303504" y="1402303"/>
                </a:cubicBezTo>
                <a:cubicBezTo>
                  <a:pt x="1314149" y="1402842"/>
                  <a:pt x="1324573" y="1399003"/>
                  <a:pt x="1332547" y="1391606"/>
                </a:cubicBezTo>
                <a:lnTo>
                  <a:pt x="1333178" y="1391007"/>
                </a:lnTo>
                <a:lnTo>
                  <a:pt x="1615545" y="1118503"/>
                </a:lnTo>
                <a:lnTo>
                  <a:pt x="1616434" y="1117619"/>
                </a:lnTo>
                <a:cubicBezTo>
                  <a:pt x="1632187" y="1101494"/>
                  <a:pt x="1632914" y="1075082"/>
                  <a:pt x="1617866" y="1058028"/>
                </a:cubicBezTo>
                <a:cubicBezTo>
                  <a:pt x="1602701" y="1040839"/>
                  <a:pt x="1577192" y="1039594"/>
                  <a:pt x="1560567" y="1055098"/>
                </a:cubicBezTo>
                <a:close/>
                <a:moveTo>
                  <a:pt x="771303" y="864394"/>
                </a:moveTo>
                <a:lnTo>
                  <a:pt x="278272" y="864394"/>
                </a:lnTo>
                <a:lnTo>
                  <a:pt x="277017" y="864409"/>
                </a:lnTo>
                <a:cubicBezTo>
                  <a:pt x="248216" y="865106"/>
                  <a:pt x="225075" y="889741"/>
                  <a:pt x="225075" y="920029"/>
                </a:cubicBezTo>
                <a:cubicBezTo>
                  <a:pt x="225075" y="950450"/>
                  <a:pt x="248418" y="975168"/>
                  <a:pt x="277394" y="975660"/>
                </a:cubicBezTo>
                <a:lnTo>
                  <a:pt x="278272" y="975667"/>
                </a:lnTo>
                <a:lnTo>
                  <a:pt x="771303" y="975667"/>
                </a:lnTo>
                <a:lnTo>
                  <a:pt x="772558" y="975652"/>
                </a:lnTo>
                <a:cubicBezTo>
                  <a:pt x="801359" y="974954"/>
                  <a:pt x="824502" y="950318"/>
                  <a:pt x="824502" y="920029"/>
                </a:cubicBezTo>
                <a:cubicBezTo>
                  <a:pt x="824502" y="889304"/>
                  <a:pt x="800685" y="864394"/>
                  <a:pt x="771303" y="864394"/>
                </a:cubicBezTo>
                <a:close/>
                <a:moveTo>
                  <a:pt x="1044911" y="430113"/>
                </a:moveTo>
                <a:lnTo>
                  <a:pt x="278272" y="430113"/>
                </a:lnTo>
                <a:lnTo>
                  <a:pt x="277017" y="430128"/>
                </a:lnTo>
                <a:cubicBezTo>
                  <a:pt x="248216" y="430826"/>
                  <a:pt x="225075" y="455462"/>
                  <a:pt x="225075" y="485751"/>
                </a:cubicBezTo>
                <a:cubicBezTo>
                  <a:pt x="225075" y="516169"/>
                  <a:pt x="248418" y="540888"/>
                  <a:pt x="277394" y="541379"/>
                </a:cubicBezTo>
                <a:lnTo>
                  <a:pt x="278272" y="541387"/>
                </a:lnTo>
                <a:lnTo>
                  <a:pt x="1044911" y="541387"/>
                </a:lnTo>
                <a:lnTo>
                  <a:pt x="1046167" y="541372"/>
                </a:lnTo>
                <a:cubicBezTo>
                  <a:pt x="1074968" y="540674"/>
                  <a:pt x="1098111" y="516039"/>
                  <a:pt x="1098111" y="485751"/>
                </a:cubicBezTo>
                <a:cubicBezTo>
                  <a:pt x="1098111" y="455023"/>
                  <a:pt x="1074292" y="430113"/>
                  <a:pt x="1044909" y="430113"/>
                </a:cubicBezTo>
                <a:close/>
              </a:path>
            </a:pathLst>
          </a:custGeom>
          <a:solidFill>
            <a:schemeClr val="accent2"/>
          </a:solidFill>
          <a:ln w="177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3" name="图形 231"/>
          <p:cNvSpPr>
            <a:spLocks noChangeAspect="1"/>
          </p:cNvSpPr>
          <p:nvPr/>
        </p:nvSpPr>
        <p:spPr>
          <a:xfrm>
            <a:off x="861549" y="4777450"/>
            <a:ext cx="360000" cy="359996"/>
          </a:xfrm>
          <a:custGeom>
            <a:avLst/>
            <a:gdLst>
              <a:gd name="connsiteX0" fmla="*/ 816786 w 1905016"/>
              <a:gd name="connsiteY0" fmla="*/ 0 h 1905000"/>
              <a:gd name="connsiteX1" fmla="*/ 1225219 w 1905016"/>
              <a:gd name="connsiteY1" fmla="*/ 408336 h 1905000"/>
              <a:gd name="connsiteX2" fmla="*/ 1179926 w 1905016"/>
              <a:gd name="connsiteY2" fmla="*/ 595313 h 1905000"/>
              <a:gd name="connsiteX3" fmla="*/ 1088248 w 1905016"/>
              <a:gd name="connsiteY3" fmla="*/ 595313 h 1905000"/>
              <a:gd name="connsiteX4" fmla="*/ 940611 w 1905016"/>
              <a:gd name="connsiteY4" fmla="*/ 656034 h 1905000"/>
              <a:gd name="connsiteX5" fmla="*/ 878698 w 1905016"/>
              <a:gd name="connsiteY5" fmla="*/ 804863 h 1905000"/>
              <a:gd name="connsiteX6" fmla="*/ 878698 w 1905016"/>
              <a:gd name="connsiteY6" fmla="*/ 810816 h 1905000"/>
              <a:gd name="connsiteX7" fmla="*/ 816786 w 1905016"/>
              <a:gd name="connsiteY7" fmla="*/ 816769 h 1905000"/>
              <a:gd name="connsiteX8" fmla="*/ 408401 w 1905016"/>
              <a:gd name="connsiteY8" fmla="*/ 408384 h 1905000"/>
              <a:gd name="connsiteX9" fmla="*/ 816786 w 1905016"/>
              <a:gd name="connsiteY9" fmla="*/ 0 h 1905000"/>
              <a:gd name="connsiteX10" fmla="*/ 1638317 w 1905016"/>
              <a:gd name="connsiteY10" fmla="*/ 916781 h 1905000"/>
              <a:gd name="connsiteX11" fmla="*/ 1264461 w 1905016"/>
              <a:gd name="connsiteY11" fmla="*/ 916781 h 1905000"/>
              <a:gd name="connsiteX12" fmla="*/ 1210883 w 1905016"/>
              <a:gd name="connsiteY12" fmla="*/ 970359 h 1905000"/>
              <a:gd name="connsiteX13" fmla="*/ 1264461 w 1905016"/>
              <a:gd name="connsiteY13" fmla="*/ 1023938 h 1905000"/>
              <a:gd name="connsiteX14" fmla="*/ 1638317 w 1905016"/>
              <a:gd name="connsiteY14" fmla="*/ 1023938 h 1905000"/>
              <a:gd name="connsiteX15" fmla="*/ 1676417 w 1905016"/>
              <a:gd name="connsiteY15" fmla="*/ 1008459 h 1905000"/>
              <a:gd name="connsiteX16" fmla="*/ 1691895 w 1905016"/>
              <a:gd name="connsiteY16" fmla="*/ 970359 h 1905000"/>
              <a:gd name="connsiteX17" fmla="*/ 1638317 w 1905016"/>
              <a:gd name="connsiteY17" fmla="*/ 916781 h 1905000"/>
              <a:gd name="connsiteX18" fmla="*/ 1424005 w 1905016"/>
              <a:gd name="connsiteY18" fmla="*/ 1131094 h 1905000"/>
              <a:gd name="connsiteX19" fmla="*/ 1264461 w 1905016"/>
              <a:gd name="connsiteY19" fmla="*/ 1131094 h 1905000"/>
              <a:gd name="connsiteX20" fmla="*/ 1210883 w 1905016"/>
              <a:gd name="connsiteY20" fmla="*/ 1184672 h 1905000"/>
              <a:gd name="connsiteX21" fmla="*/ 1264461 w 1905016"/>
              <a:gd name="connsiteY21" fmla="*/ 1238250 h 1905000"/>
              <a:gd name="connsiteX22" fmla="*/ 1424005 w 1905016"/>
              <a:gd name="connsiteY22" fmla="*/ 1238250 h 1905000"/>
              <a:gd name="connsiteX23" fmla="*/ 1477583 w 1905016"/>
              <a:gd name="connsiteY23" fmla="*/ 1184672 h 1905000"/>
              <a:gd name="connsiteX24" fmla="*/ 1424005 w 1905016"/>
              <a:gd name="connsiteY24" fmla="*/ 1131094 h 1905000"/>
              <a:gd name="connsiteX25" fmla="*/ 478648 w 1905016"/>
              <a:gd name="connsiteY25" fmla="*/ 1382316 h 1905000"/>
              <a:gd name="connsiteX26" fmla="*/ 282195 w 1905016"/>
              <a:gd name="connsiteY26" fmla="*/ 1382316 h 1905000"/>
              <a:gd name="connsiteX27" fmla="*/ 216711 w 1905016"/>
              <a:gd name="connsiteY27" fmla="*/ 1447800 h 1905000"/>
              <a:gd name="connsiteX28" fmla="*/ 282195 w 1905016"/>
              <a:gd name="connsiteY28" fmla="*/ 1513284 h 1905000"/>
              <a:gd name="connsiteX29" fmla="*/ 478648 w 1905016"/>
              <a:gd name="connsiteY29" fmla="*/ 1513284 h 1905000"/>
              <a:gd name="connsiteX30" fmla="*/ 544133 w 1905016"/>
              <a:gd name="connsiteY30" fmla="*/ 1447800 h 1905000"/>
              <a:gd name="connsiteX31" fmla="*/ 482027 w 1905016"/>
              <a:gd name="connsiteY31" fmla="*/ 1382316 h 1905000"/>
              <a:gd name="connsiteX32" fmla="*/ 478648 w 1905016"/>
              <a:gd name="connsiteY32" fmla="*/ 1382316 h 1905000"/>
              <a:gd name="connsiteX33" fmla="*/ 1813339 w 1905016"/>
              <a:gd name="connsiteY33" fmla="*/ 714375 h 1905000"/>
              <a:gd name="connsiteX34" fmla="*/ 1877633 w 1905016"/>
              <a:gd name="connsiteY34" fmla="*/ 740569 h 1905000"/>
              <a:gd name="connsiteX35" fmla="*/ 1905017 w 1905016"/>
              <a:gd name="connsiteY35" fmla="*/ 804863 h 1905000"/>
              <a:gd name="connsiteX36" fmla="*/ 1905017 w 1905016"/>
              <a:gd name="connsiteY36" fmla="*/ 1372791 h 1905000"/>
              <a:gd name="connsiteX37" fmla="*/ 1878823 w 1905016"/>
              <a:gd name="connsiteY37" fmla="*/ 1437084 h 1905000"/>
              <a:gd name="connsiteX38" fmla="*/ 1814530 w 1905016"/>
              <a:gd name="connsiteY38" fmla="*/ 1463278 h 1905000"/>
              <a:gd name="connsiteX39" fmla="*/ 1326373 w 1905016"/>
              <a:gd name="connsiteY39" fmla="*/ 1463278 h 1905000"/>
              <a:gd name="connsiteX40" fmla="*/ 1237076 w 1905016"/>
              <a:gd name="connsiteY40" fmla="*/ 1487091 h 1905000"/>
              <a:gd name="connsiteX41" fmla="*/ 1057292 w 1905016"/>
              <a:gd name="connsiteY41" fmla="*/ 1588294 h 1905000"/>
              <a:gd name="connsiteX42" fmla="*/ 1027526 w 1905016"/>
              <a:gd name="connsiteY42" fmla="*/ 1591866 h 1905000"/>
              <a:gd name="connsiteX43" fmla="*/ 1006095 w 1905016"/>
              <a:gd name="connsiteY43" fmla="*/ 1576388 h 1905000"/>
              <a:gd name="connsiteX44" fmla="*/ 1003714 w 1905016"/>
              <a:gd name="connsiteY44" fmla="*/ 1566863 h 1905000"/>
              <a:gd name="connsiteX45" fmla="*/ 998951 w 1905016"/>
              <a:gd name="connsiteY45" fmla="*/ 804863 h 1905000"/>
              <a:gd name="connsiteX46" fmla="*/ 1088244 w 1905016"/>
              <a:gd name="connsiteY46" fmla="*/ 714375 h 1905000"/>
              <a:gd name="connsiteX47" fmla="*/ 1088248 w 1905016"/>
              <a:gd name="connsiteY47" fmla="*/ 714375 h 1905000"/>
              <a:gd name="connsiteX48" fmla="*/ 1813339 w 1905016"/>
              <a:gd name="connsiteY48" fmla="*/ 714375 h 1905000"/>
              <a:gd name="connsiteX49" fmla="*/ 586995 w 1905016"/>
              <a:gd name="connsiteY49" fmla="*/ 952500 h 1905000"/>
              <a:gd name="connsiteX50" fmla="*/ 648908 w 1905016"/>
              <a:gd name="connsiteY50" fmla="*/ 979884 h 1905000"/>
              <a:gd name="connsiteX51" fmla="*/ 814405 w 1905016"/>
              <a:gd name="connsiteY51" fmla="*/ 1184672 h 1905000"/>
              <a:gd name="connsiteX52" fmla="*/ 879889 w 1905016"/>
              <a:gd name="connsiteY52" fmla="*/ 1107281 h 1905000"/>
              <a:gd name="connsiteX53" fmla="*/ 883461 w 1905016"/>
              <a:gd name="connsiteY53" fmla="*/ 1584722 h 1905000"/>
              <a:gd name="connsiteX54" fmla="*/ 896558 w 1905016"/>
              <a:gd name="connsiteY54" fmla="*/ 1631156 h 1905000"/>
              <a:gd name="connsiteX55" fmla="*/ 909655 w 1905016"/>
              <a:gd name="connsiteY55" fmla="*/ 1649016 h 1905000"/>
              <a:gd name="connsiteX56" fmla="*/ 994189 w 1905016"/>
              <a:gd name="connsiteY56" fmla="*/ 1707356 h 1905000"/>
              <a:gd name="connsiteX57" fmla="*/ 1114442 w 1905016"/>
              <a:gd name="connsiteY57" fmla="*/ 1694259 h 1905000"/>
              <a:gd name="connsiteX58" fmla="*/ 1295417 w 1905016"/>
              <a:gd name="connsiteY58" fmla="*/ 1591866 h 1905000"/>
              <a:gd name="connsiteX59" fmla="*/ 1326373 w 1905016"/>
              <a:gd name="connsiteY59" fmla="*/ 1583531 h 1905000"/>
              <a:gd name="connsiteX60" fmla="*/ 1632364 w 1905016"/>
              <a:gd name="connsiteY60" fmla="*/ 1583531 h 1905000"/>
              <a:gd name="connsiteX61" fmla="*/ 1632364 w 1905016"/>
              <a:gd name="connsiteY61" fmla="*/ 1841897 h 1905000"/>
              <a:gd name="connsiteX62" fmla="*/ 1569261 w 1905016"/>
              <a:gd name="connsiteY62" fmla="*/ 1905000 h 1905000"/>
              <a:gd name="connsiteX63" fmla="*/ 75026 w 1905016"/>
              <a:gd name="connsiteY63" fmla="*/ 1905000 h 1905000"/>
              <a:gd name="connsiteX64" fmla="*/ 17 w 1905016"/>
              <a:gd name="connsiteY64" fmla="*/ 1840706 h 1905000"/>
              <a:gd name="connsiteX65" fmla="*/ 17 w 1905016"/>
              <a:gd name="connsiteY65" fmla="*/ 1432322 h 1905000"/>
              <a:gd name="connsiteX66" fmla="*/ 553658 w 1905016"/>
              <a:gd name="connsiteY66" fmla="*/ 952500 h 1905000"/>
              <a:gd name="connsiteX67" fmla="*/ 586995 w 1905016"/>
              <a:gd name="connsiteY67" fmla="*/ 9525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905016" h="1905000">
                <a:moveTo>
                  <a:pt x="816786" y="0"/>
                </a:moveTo>
                <a:cubicBezTo>
                  <a:pt x="1042330" y="-27"/>
                  <a:pt x="1225192" y="182791"/>
                  <a:pt x="1225219" y="408336"/>
                </a:cubicBezTo>
                <a:cubicBezTo>
                  <a:pt x="1225227" y="473379"/>
                  <a:pt x="1209698" y="537483"/>
                  <a:pt x="1179926" y="595313"/>
                </a:cubicBezTo>
                <a:lnTo>
                  <a:pt x="1088248" y="595313"/>
                </a:lnTo>
                <a:cubicBezTo>
                  <a:pt x="1032289" y="595313"/>
                  <a:pt x="979901" y="616744"/>
                  <a:pt x="940611" y="656034"/>
                </a:cubicBezTo>
                <a:cubicBezTo>
                  <a:pt x="900130" y="696516"/>
                  <a:pt x="878698" y="748903"/>
                  <a:pt x="878698" y="804863"/>
                </a:cubicBezTo>
                <a:lnTo>
                  <a:pt x="878698" y="810816"/>
                </a:lnTo>
                <a:cubicBezTo>
                  <a:pt x="858458" y="814388"/>
                  <a:pt x="837026" y="816769"/>
                  <a:pt x="816786" y="816769"/>
                </a:cubicBezTo>
                <a:cubicBezTo>
                  <a:pt x="591241" y="816769"/>
                  <a:pt x="408401" y="633929"/>
                  <a:pt x="408401" y="408384"/>
                </a:cubicBezTo>
                <a:cubicBezTo>
                  <a:pt x="408401" y="182166"/>
                  <a:pt x="590567" y="0"/>
                  <a:pt x="816786" y="0"/>
                </a:cubicBezTo>
                <a:close/>
                <a:moveTo>
                  <a:pt x="1638317" y="916781"/>
                </a:moveTo>
                <a:lnTo>
                  <a:pt x="1264461" y="916781"/>
                </a:lnTo>
                <a:cubicBezTo>
                  <a:pt x="1234695" y="916781"/>
                  <a:pt x="1210883" y="940594"/>
                  <a:pt x="1210883" y="970359"/>
                </a:cubicBezTo>
                <a:cubicBezTo>
                  <a:pt x="1210883" y="1000125"/>
                  <a:pt x="1234695" y="1023938"/>
                  <a:pt x="1264461" y="1023938"/>
                </a:cubicBezTo>
                <a:lnTo>
                  <a:pt x="1638317" y="1023938"/>
                </a:lnTo>
                <a:cubicBezTo>
                  <a:pt x="1652605" y="1023938"/>
                  <a:pt x="1665701" y="1017984"/>
                  <a:pt x="1676417" y="1008459"/>
                </a:cubicBezTo>
                <a:cubicBezTo>
                  <a:pt x="1687133" y="998934"/>
                  <a:pt x="1691895" y="984647"/>
                  <a:pt x="1691895" y="970359"/>
                </a:cubicBezTo>
                <a:cubicBezTo>
                  <a:pt x="1691204" y="941060"/>
                  <a:pt x="1667616" y="917472"/>
                  <a:pt x="1638317" y="916781"/>
                </a:cubicBezTo>
                <a:close/>
                <a:moveTo>
                  <a:pt x="1424005" y="1131094"/>
                </a:moveTo>
                <a:lnTo>
                  <a:pt x="1264461" y="1131094"/>
                </a:lnTo>
                <a:cubicBezTo>
                  <a:pt x="1234695" y="1131094"/>
                  <a:pt x="1210883" y="1154906"/>
                  <a:pt x="1210883" y="1184672"/>
                </a:cubicBezTo>
                <a:cubicBezTo>
                  <a:pt x="1210883" y="1214438"/>
                  <a:pt x="1234695" y="1238250"/>
                  <a:pt x="1264461" y="1238250"/>
                </a:cubicBezTo>
                <a:lnTo>
                  <a:pt x="1424005" y="1238250"/>
                </a:lnTo>
                <a:cubicBezTo>
                  <a:pt x="1453770" y="1238250"/>
                  <a:pt x="1477583" y="1214438"/>
                  <a:pt x="1477583" y="1184672"/>
                </a:cubicBezTo>
                <a:cubicBezTo>
                  <a:pt x="1477583" y="1154906"/>
                  <a:pt x="1453770" y="1131094"/>
                  <a:pt x="1424005" y="1131094"/>
                </a:cubicBezTo>
                <a:close/>
                <a:moveTo>
                  <a:pt x="478648" y="1382316"/>
                </a:moveTo>
                <a:lnTo>
                  <a:pt x="282195" y="1382316"/>
                </a:lnTo>
                <a:cubicBezTo>
                  <a:pt x="245286" y="1382316"/>
                  <a:pt x="216711" y="1412081"/>
                  <a:pt x="216711" y="1447800"/>
                </a:cubicBezTo>
                <a:cubicBezTo>
                  <a:pt x="216711" y="1484709"/>
                  <a:pt x="246476" y="1513284"/>
                  <a:pt x="282195" y="1513284"/>
                </a:cubicBezTo>
                <a:lnTo>
                  <a:pt x="478648" y="1513284"/>
                </a:lnTo>
                <a:cubicBezTo>
                  <a:pt x="514367" y="1513284"/>
                  <a:pt x="544133" y="1484709"/>
                  <a:pt x="544133" y="1447800"/>
                </a:cubicBezTo>
                <a:cubicBezTo>
                  <a:pt x="545066" y="1412567"/>
                  <a:pt x="517260" y="1383249"/>
                  <a:pt x="482027" y="1382316"/>
                </a:cubicBezTo>
                <a:cubicBezTo>
                  <a:pt x="480901" y="1382286"/>
                  <a:pt x="479774" y="1382286"/>
                  <a:pt x="478648" y="1382316"/>
                </a:cubicBezTo>
                <a:close/>
                <a:moveTo>
                  <a:pt x="1813339" y="714375"/>
                </a:moveTo>
                <a:cubicBezTo>
                  <a:pt x="1837151" y="714375"/>
                  <a:pt x="1860964" y="723900"/>
                  <a:pt x="1877633" y="740569"/>
                </a:cubicBezTo>
                <a:cubicBezTo>
                  <a:pt x="1895492" y="758428"/>
                  <a:pt x="1905017" y="781050"/>
                  <a:pt x="1905017" y="804863"/>
                </a:cubicBezTo>
                <a:lnTo>
                  <a:pt x="1905017" y="1372791"/>
                </a:lnTo>
                <a:cubicBezTo>
                  <a:pt x="1905017" y="1397794"/>
                  <a:pt x="1895492" y="1420416"/>
                  <a:pt x="1878823" y="1437084"/>
                </a:cubicBezTo>
                <a:cubicBezTo>
                  <a:pt x="1862155" y="1453753"/>
                  <a:pt x="1838342" y="1463278"/>
                  <a:pt x="1814530" y="1463278"/>
                </a:cubicBezTo>
                <a:lnTo>
                  <a:pt x="1326373" y="1463278"/>
                </a:lnTo>
                <a:cubicBezTo>
                  <a:pt x="1295417" y="1463278"/>
                  <a:pt x="1264461" y="1471613"/>
                  <a:pt x="1237076" y="1487091"/>
                </a:cubicBezTo>
                <a:lnTo>
                  <a:pt x="1057292" y="1588294"/>
                </a:lnTo>
                <a:cubicBezTo>
                  <a:pt x="1047767" y="1593056"/>
                  <a:pt x="1037051" y="1594247"/>
                  <a:pt x="1027526" y="1591866"/>
                </a:cubicBezTo>
                <a:cubicBezTo>
                  <a:pt x="1018487" y="1590033"/>
                  <a:pt x="1010677" y="1584392"/>
                  <a:pt x="1006095" y="1576388"/>
                </a:cubicBezTo>
                <a:lnTo>
                  <a:pt x="1003714" y="1566863"/>
                </a:lnTo>
                <a:lnTo>
                  <a:pt x="998951" y="804863"/>
                </a:lnTo>
                <a:cubicBezTo>
                  <a:pt x="998622" y="755218"/>
                  <a:pt x="1038599" y="714705"/>
                  <a:pt x="1088244" y="714375"/>
                </a:cubicBezTo>
                <a:cubicBezTo>
                  <a:pt x="1088246" y="714375"/>
                  <a:pt x="1088247" y="714375"/>
                  <a:pt x="1088248" y="714375"/>
                </a:cubicBezTo>
                <a:lnTo>
                  <a:pt x="1813339" y="714375"/>
                </a:lnTo>
                <a:close/>
                <a:moveTo>
                  <a:pt x="586995" y="952500"/>
                </a:moveTo>
                <a:cubicBezTo>
                  <a:pt x="611998" y="952500"/>
                  <a:pt x="634620" y="962025"/>
                  <a:pt x="648908" y="979884"/>
                </a:cubicBezTo>
                <a:lnTo>
                  <a:pt x="814405" y="1184672"/>
                </a:lnTo>
                <a:lnTo>
                  <a:pt x="879889" y="1107281"/>
                </a:lnTo>
                <a:lnTo>
                  <a:pt x="883461" y="1584722"/>
                </a:lnTo>
                <a:lnTo>
                  <a:pt x="896558" y="1631156"/>
                </a:lnTo>
                <a:lnTo>
                  <a:pt x="909655" y="1649016"/>
                </a:lnTo>
                <a:cubicBezTo>
                  <a:pt x="931086" y="1677591"/>
                  <a:pt x="959661" y="1697831"/>
                  <a:pt x="994189" y="1707356"/>
                </a:cubicBezTo>
                <a:cubicBezTo>
                  <a:pt x="1035861" y="1718072"/>
                  <a:pt x="1077533" y="1713309"/>
                  <a:pt x="1114442" y="1694259"/>
                </a:cubicBezTo>
                <a:lnTo>
                  <a:pt x="1295417" y="1591866"/>
                </a:lnTo>
                <a:cubicBezTo>
                  <a:pt x="1304942" y="1585913"/>
                  <a:pt x="1315658" y="1583531"/>
                  <a:pt x="1326373" y="1583531"/>
                </a:cubicBezTo>
                <a:lnTo>
                  <a:pt x="1632364" y="1583531"/>
                </a:lnTo>
                <a:lnTo>
                  <a:pt x="1632364" y="1841897"/>
                </a:lnTo>
                <a:cubicBezTo>
                  <a:pt x="1632364" y="1874044"/>
                  <a:pt x="1604980" y="1900238"/>
                  <a:pt x="1569261" y="1905000"/>
                </a:cubicBezTo>
                <a:lnTo>
                  <a:pt x="75026" y="1905000"/>
                </a:lnTo>
                <a:cubicBezTo>
                  <a:pt x="33355" y="1905000"/>
                  <a:pt x="17" y="1875234"/>
                  <a:pt x="17" y="1840706"/>
                </a:cubicBezTo>
                <a:lnTo>
                  <a:pt x="17" y="1432322"/>
                </a:lnTo>
                <a:cubicBezTo>
                  <a:pt x="-2364" y="1169194"/>
                  <a:pt x="245286" y="954881"/>
                  <a:pt x="553658" y="952500"/>
                </a:cubicBezTo>
                <a:lnTo>
                  <a:pt x="586995" y="952500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0" name="图形 238"/>
          <p:cNvSpPr>
            <a:spLocks noChangeAspect="1"/>
          </p:cNvSpPr>
          <p:nvPr/>
        </p:nvSpPr>
        <p:spPr>
          <a:xfrm>
            <a:off x="885208" y="5876367"/>
            <a:ext cx="360000" cy="360000"/>
          </a:xfrm>
          <a:custGeom>
            <a:avLst/>
            <a:gdLst>
              <a:gd name="connsiteX0" fmla="*/ 920750 w 1651000"/>
              <a:gd name="connsiteY0" fmla="*/ 444500 h 1651000"/>
              <a:gd name="connsiteX1" fmla="*/ 1589310 w 1651000"/>
              <a:gd name="connsiteY1" fmla="*/ 444500 h 1651000"/>
              <a:gd name="connsiteX2" fmla="*/ 1621063 w 1651000"/>
              <a:gd name="connsiteY2" fmla="*/ 412753 h 1651000"/>
              <a:gd name="connsiteX3" fmla="*/ 1615154 w 1651000"/>
              <a:gd name="connsiteY3" fmla="*/ 394303 h 1651000"/>
              <a:gd name="connsiteX4" fmla="*/ 1371473 w 1651000"/>
              <a:gd name="connsiteY4" fmla="*/ 53181 h 1651000"/>
              <a:gd name="connsiteX5" fmla="*/ 1268159 w 1651000"/>
              <a:gd name="connsiteY5" fmla="*/ 0 h 1651000"/>
              <a:gd name="connsiteX6" fmla="*/ 920750 w 1651000"/>
              <a:gd name="connsiteY6" fmla="*/ 0 h 1651000"/>
              <a:gd name="connsiteX7" fmla="*/ 889000 w 1651000"/>
              <a:gd name="connsiteY7" fmla="*/ 31750 h 1651000"/>
              <a:gd name="connsiteX8" fmla="*/ 889000 w 1651000"/>
              <a:gd name="connsiteY8" fmla="*/ 412750 h 1651000"/>
              <a:gd name="connsiteX9" fmla="*/ 920750 w 1651000"/>
              <a:gd name="connsiteY9" fmla="*/ 444500 h 1651000"/>
              <a:gd name="connsiteX10" fmla="*/ 61690 w 1651000"/>
              <a:gd name="connsiteY10" fmla="*/ 444500 h 1651000"/>
              <a:gd name="connsiteX11" fmla="*/ 730250 w 1651000"/>
              <a:gd name="connsiteY11" fmla="*/ 444500 h 1651000"/>
              <a:gd name="connsiteX12" fmla="*/ 762000 w 1651000"/>
              <a:gd name="connsiteY12" fmla="*/ 412750 h 1651000"/>
              <a:gd name="connsiteX13" fmla="*/ 762000 w 1651000"/>
              <a:gd name="connsiteY13" fmla="*/ 31750 h 1651000"/>
              <a:gd name="connsiteX14" fmla="*/ 730250 w 1651000"/>
              <a:gd name="connsiteY14" fmla="*/ 0 h 1651000"/>
              <a:gd name="connsiteX15" fmla="*/ 382841 w 1651000"/>
              <a:gd name="connsiteY15" fmla="*/ 0 h 1651000"/>
              <a:gd name="connsiteX16" fmla="*/ 279495 w 1651000"/>
              <a:gd name="connsiteY16" fmla="*/ 53181 h 1651000"/>
              <a:gd name="connsiteX17" fmla="*/ 35846 w 1651000"/>
              <a:gd name="connsiteY17" fmla="*/ 394303 h 1651000"/>
              <a:gd name="connsiteX18" fmla="*/ 43240 w 1651000"/>
              <a:gd name="connsiteY18" fmla="*/ 438591 h 1651000"/>
              <a:gd name="connsiteX19" fmla="*/ 61690 w 1651000"/>
              <a:gd name="connsiteY19" fmla="*/ 444500 h 1651000"/>
              <a:gd name="connsiteX20" fmla="*/ 1619250 w 1651000"/>
              <a:gd name="connsiteY20" fmla="*/ 571500 h 1651000"/>
              <a:gd name="connsiteX21" fmla="*/ 31750 w 1651000"/>
              <a:gd name="connsiteY21" fmla="*/ 571500 h 1651000"/>
              <a:gd name="connsiteX22" fmla="*/ 0 w 1651000"/>
              <a:gd name="connsiteY22" fmla="*/ 603250 h 1651000"/>
              <a:gd name="connsiteX23" fmla="*/ 0 w 1651000"/>
              <a:gd name="connsiteY23" fmla="*/ 1524000 h 1651000"/>
              <a:gd name="connsiteX24" fmla="*/ 127000 w 1651000"/>
              <a:gd name="connsiteY24" fmla="*/ 1651000 h 1651000"/>
              <a:gd name="connsiteX25" fmla="*/ 1524000 w 1651000"/>
              <a:gd name="connsiteY25" fmla="*/ 1651000 h 1651000"/>
              <a:gd name="connsiteX26" fmla="*/ 1651000 w 1651000"/>
              <a:gd name="connsiteY26" fmla="*/ 1524000 h 1651000"/>
              <a:gd name="connsiteX27" fmla="*/ 1651000 w 1651000"/>
              <a:gd name="connsiteY27" fmla="*/ 603250 h 1651000"/>
              <a:gd name="connsiteX28" fmla="*/ 1619250 w 1651000"/>
              <a:gd name="connsiteY28" fmla="*/ 571500 h 1651000"/>
              <a:gd name="connsiteX29" fmla="*/ 1124395 w 1651000"/>
              <a:gd name="connsiteY29" fmla="*/ 984695 h 1651000"/>
              <a:gd name="connsiteX30" fmla="*/ 794195 w 1651000"/>
              <a:gd name="connsiteY30" fmla="*/ 1314895 h 1651000"/>
              <a:gd name="connsiteX31" fmla="*/ 749300 w 1651000"/>
              <a:gd name="connsiteY31" fmla="*/ 1333500 h 1651000"/>
              <a:gd name="connsiteX32" fmla="*/ 704406 w 1651000"/>
              <a:gd name="connsiteY32" fmla="*/ 1314895 h 1651000"/>
              <a:gd name="connsiteX33" fmla="*/ 526606 w 1651000"/>
              <a:gd name="connsiteY33" fmla="*/ 1137095 h 1651000"/>
              <a:gd name="connsiteX34" fmla="*/ 525045 w 1651000"/>
              <a:gd name="connsiteY34" fmla="*/ 1047306 h 1651000"/>
              <a:gd name="connsiteX35" fmla="*/ 614834 w 1651000"/>
              <a:gd name="connsiteY35" fmla="*/ 1045745 h 1651000"/>
              <a:gd name="connsiteX36" fmla="*/ 616395 w 1651000"/>
              <a:gd name="connsiteY36" fmla="*/ 1047306 h 1651000"/>
              <a:gd name="connsiteX37" fmla="*/ 749300 w 1651000"/>
              <a:gd name="connsiteY37" fmla="*/ 1180211 h 1651000"/>
              <a:gd name="connsiteX38" fmla="*/ 1034606 w 1651000"/>
              <a:gd name="connsiteY38" fmla="*/ 894906 h 1651000"/>
              <a:gd name="connsiteX39" fmla="*/ 1124395 w 1651000"/>
              <a:gd name="connsiteY39" fmla="*/ 893345 h 1651000"/>
              <a:gd name="connsiteX40" fmla="*/ 1125955 w 1651000"/>
              <a:gd name="connsiteY40" fmla="*/ 983134 h 1651000"/>
              <a:gd name="connsiteX41" fmla="*/ 1124395 w 1651000"/>
              <a:gd name="connsiteY41" fmla="*/ 984695 h 165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651000" h="1651000">
                <a:moveTo>
                  <a:pt x="920750" y="444500"/>
                </a:moveTo>
                <a:lnTo>
                  <a:pt x="1589310" y="444500"/>
                </a:lnTo>
                <a:cubicBezTo>
                  <a:pt x="1606845" y="444502"/>
                  <a:pt x="1621061" y="430288"/>
                  <a:pt x="1621063" y="412753"/>
                </a:cubicBezTo>
                <a:cubicBezTo>
                  <a:pt x="1621064" y="406138"/>
                  <a:pt x="1618998" y="399687"/>
                  <a:pt x="1615154" y="394303"/>
                </a:cubicBezTo>
                <a:lnTo>
                  <a:pt x="1371473" y="53181"/>
                </a:lnTo>
                <a:cubicBezTo>
                  <a:pt x="1347643" y="19811"/>
                  <a:pt x="1309164" y="4"/>
                  <a:pt x="1268159" y="0"/>
                </a:cubicBezTo>
                <a:lnTo>
                  <a:pt x="920750" y="0"/>
                </a:lnTo>
                <a:cubicBezTo>
                  <a:pt x="903215" y="0"/>
                  <a:pt x="889000" y="14215"/>
                  <a:pt x="889000" y="31750"/>
                </a:cubicBezTo>
                <a:lnTo>
                  <a:pt x="889000" y="412750"/>
                </a:lnTo>
                <a:cubicBezTo>
                  <a:pt x="889000" y="430285"/>
                  <a:pt x="903215" y="444500"/>
                  <a:pt x="920750" y="444500"/>
                </a:cubicBezTo>
                <a:close/>
                <a:moveTo>
                  <a:pt x="61690" y="444500"/>
                </a:moveTo>
                <a:lnTo>
                  <a:pt x="730250" y="444500"/>
                </a:lnTo>
                <a:cubicBezTo>
                  <a:pt x="747785" y="444500"/>
                  <a:pt x="762000" y="430285"/>
                  <a:pt x="762000" y="412750"/>
                </a:cubicBezTo>
                <a:lnTo>
                  <a:pt x="762000" y="31750"/>
                </a:lnTo>
                <a:cubicBezTo>
                  <a:pt x="762000" y="14215"/>
                  <a:pt x="747785" y="0"/>
                  <a:pt x="730250" y="0"/>
                </a:cubicBezTo>
                <a:lnTo>
                  <a:pt x="382841" y="0"/>
                </a:lnTo>
                <a:cubicBezTo>
                  <a:pt x="341826" y="-1"/>
                  <a:pt x="303335" y="19806"/>
                  <a:pt x="279495" y="53181"/>
                </a:cubicBezTo>
                <a:lnTo>
                  <a:pt x="35846" y="394303"/>
                </a:lnTo>
                <a:cubicBezTo>
                  <a:pt x="25658" y="408575"/>
                  <a:pt x="28969" y="428404"/>
                  <a:pt x="43240" y="438591"/>
                </a:cubicBezTo>
                <a:cubicBezTo>
                  <a:pt x="48625" y="442435"/>
                  <a:pt x="55075" y="444501"/>
                  <a:pt x="61690" y="444500"/>
                </a:cubicBezTo>
                <a:close/>
                <a:moveTo>
                  <a:pt x="1619250" y="571500"/>
                </a:moveTo>
                <a:lnTo>
                  <a:pt x="31750" y="571500"/>
                </a:lnTo>
                <a:cubicBezTo>
                  <a:pt x="14215" y="571500"/>
                  <a:pt x="0" y="585715"/>
                  <a:pt x="0" y="603250"/>
                </a:cubicBezTo>
                <a:lnTo>
                  <a:pt x="0" y="1524000"/>
                </a:lnTo>
                <a:cubicBezTo>
                  <a:pt x="0" y="1594140"/>
                  <a:pt x="56860" y="1651000"/>
                  <a:pt x="127000" y="1651000"/>
                </a:cubicBezTo>
                <a:lnTo>
                  <a:pt x="1524000" y="1651000"/>
                </a:lnTo>
                <a:cubicBezTo>
                  <a:pt x="1594140" y="1651000"/>
                  <a:pt x="1651000" y="1594140"/>
                  <a:pt x="1651000" y="1524000"/>
                </a:cubicBezTo>
                <a:lnTo>
                  <a:pt x="1651000" y="603250"/>
                </a:lnTo>
                <a:cubicBezTo>
                  <a:pt x="1651000" y="585715"/>
                  <a:pt x="1636785" y="571500"/>
                  <a:pt x="1619250" y="571500"/>
                </a:cubicBezTo>
                <a:close/>
                <a:moveTo>
                  <a:pt x="1124395" y="984695"/>
                </a:moveTo>
                <a:lnTo>
                  <a:pt x="794195" y="1314895"/>
                </a:lnTo>
                <a:cubicBezTo>
                  <a:pt x="781812" y="1327309"/>
                  <a:pt x="765556" y="1333500"/>
                  <a:pt x="749300" y="1333500"/>
                </a:cubicBezTo>
                <a:cubicBezTo>
                  <a:pt x="733044" y="1333500"/>
                  <a:pt x="716820" y="1327309"/>
                  <a:pt x="704406" y="1314895"/>
                </a:cubicBezTo>
                <a:lnTo>
                  <a:pt x="526606" y="1137095"/>
                </a:lnTo>
                <a:cubicBezTo>
                  <a:pt x="501380" y="1112731"/>
                  <a:pt x="500681" y="1072531"/>
                  <a:pt x="525045" y="1047306"/>
                </a:cubicBezTo>
                <a:cubicBezTo>
                  <a:pt x="549409" y="1022080"/>
                  <a:pt x="589609" y="1021381"/>
                  <a:pt x="614834" y="1045745"/>
                </a:cubicBezTo>
                <a:cubicBezTo>
                  <a:pt x="615363" y="1046256"/>
                  <a:pt x="615883" y="1046776"/>
                  <a:pt x="616395" y="1047306"/>
                </a:cubicBezTo>
                <a:lnTo>
                  <a:pt x="749300" y="1180211"/>
                </a:lnTo>
                <a:lnTo>
                  <a:pt x="1034606" y="894906"/>
                </a:lnTo>
                <a:cubicBezTo>
                  <a:pt x="1058969" y="869680"/>
                  <a:pt x="1099169" y="868981"/>
                  <a:pt x="1124395" y="893345"/>
                </a:cubicBezTo>
                <a:cubicBezTo>
                  <a:pt x="1149620" y="917709"/>
                  <a:pt x="1150319" y="957908"/>
                  <a:pt x="1125955" y="983134"/>
                </a:cubicBezTo>
                <a:cubicBezTo>
                  <a:pt x="1125444" y="983663"/>
                  <a:pt x="1124924" y="984183"/>
                  <a:pt x="1124395" y="984695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62" name="文本框 261"/>
          <p:cNvSpPr txBox="1"/>
          <p:nvPr/>
        </p:nvSpPr>
        <p:spPr>
          <a:xfrm>
            <a:off x="6392128" y="1016391"/>
            <a:ext cx="1610402" cy="5838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defRPr sz="1000" b="0" i="0">
                <a:solidFill>
                  <a:srgbClr val="0F1115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本次春招聚焦“精准曝光”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简历总量同比下降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15%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但质量显著提升</a:t>
            </a:r>
          </a:p>
        </p:txBody>
      </p:sp>
      <p:sp>
        <p:nvSpPr>
          <p:cNvPr id="251" name="文本框 250"/>
          <p:cNvSpPr txBox="1"/>
          <p:nvPr/>
        </p:nvSpPr>
        <p:spPr>
          <a:xfrm>
            <a:off x="8055430" y="1380119"/>
            <a:ext cx="76944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高端猎头推荐</a:t>
            </a:r>
          </a:p>
        </p:txBody>
      </p:sp>
      <p:sp>
        <p:nvSpPr>
          <p:cNvPr id="264" name="文本框 263"/>
          <p:cNvSpPr txBox="1"/>
          <p:nvPr/>
        </p:nvSpPr>
        <p:spPr>
          <a:xfrm>
            <a:off x="8097108" y="1064301"/>
            <a:ext cx="68608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1000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份</a:t>
            </a:r>
          </a:p>
        </p:txBody>
      </p:sp>
      <p:sp>
        <p:nvSpPr>
          <p:cNvPr id="274" name="矩形 273"/>
          <p:cNvSpPr/>
          <p:nvPr/>
        </p:nvSpPr>
        <p:spPr>
          <a:xfrm>
            <a:off x="8002530" y="950637"/>
            <a:ext cx="864018" cy="715386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7" name="文本框 256"/>
          <p:cNvSpPr txBox="1"/>
          <p:nvPr/>
        </p:nvSpPr>
        <p:spPr>
          <a:xfrm>
            <a:off x="9007097" y="1380119"/>
            <a:ext cx="76944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行业社群挖掘</a:t>
            </a:r>
          </a:p>
        </p:txBody>
      </p:sp>
      <p:sp>
        <p:nvSpPr>
          <p:cNvPr id="267" name="TextBox 263+"/>
          <p:cNvSpPr txBox="1"/>
          <p:nvPr/>
        </p:nvSpPr>
        <p:spPr>
          <a:xfrm>
            <a:off x="9048775" y="1064301"/>
            <a:ext cx="68608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2100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份</a:t>
            </a:r>
          </a:p>
        </p:txBody>
      </p:sp>
      <p:sp>
        <p:nvSpPr>
          <p:cNvPr id="277" name="Rectangle 273+"/>
          <p:cNvSpPr/>
          <p:nvPr/>
        </p:nvSpPr>
        <p:spPr>
          <a:xfrm>
            <a:off x="8965419" y="950637"/>
            <a:ext cx="864018" cy="715386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5" name="文本框 254"/>
          <p:cNvSpPr txBox="1"/>
          <p:nvPr/>
        </p:nvSpPr>
        <p:spPr>
          <a:xfrm>
            <a:off x="9975597" y="1380119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内部员工举荐</a:t>
            </a:r>
          </a:p>
        </p:txBody>
      </p:sp>
      <p:sp>
        <p:nvSpPr>
          <p:cNvPr id="270" name="TextBox 263++"/>
          <p:cNvSpPr txBox="1"/>
          <p:nvPr/>
        </p:nvSpPr>
        <p:spPr>
          <a:xfrm>
            <a:off x="10077387" y="1064301"/>
            <a:ext cx="56586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500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份</a:t>
            </a:r>
          </a:p>
        </p:txBody>
      </p:sp>
      <p:sp>
        <p:nvSpPr>
          <p:cNvPr id="280" name="Rectangle 273++"/>
          <p:cNvSpPr/>
          <p:nvPr/>
        </p:nvSpPr>
        <p:spPr>
          <a:xfrm>
            <a:off x="9928308" y="950637"/>
            <a:ext cx="864018" cy="715386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6" name="文本框 255"/>
          <p:cNvSpPr txBox="1"/>
          <p:nvPr/>
        </p:nvSpPr>
        <p:spPr>
          <a:xfrm>
            <a:off x="10938486" y="1380119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主流招聘平台</a:t>
            </a:r>
          </a:p>
        </p:txBody>
      </p:sp>
      <p:sp>
        <p:nvSpPr>
          <p:cNvPr id="272" name="TextBox 263+++"/>
          <p:cNvSpPr txBox="1"/>
          <p:nvPr/>
        </p:nvSpPr>
        <p:spPr>
          <a:xfrm>
            <a:off x="11040276" y="1064301"/>
            <a:ext cx="56586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500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份</a:t>
            </a:r>
          </a:p>
        </p:txBody>
      </p:sp>
      <p:sp>
        <p:nvSpPr>
          <p:cNvPr id="281" name="Rectangle 273+++"/>
          <p:cNvSpPr/>
          <p:nvPr/>
        </p:nvSpPr>
        <p:spPr>
          <a:xfrm>
            <a:off x="10891197" y="950637"/>
            <a:ext cx="864018" cy="715386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88" name="箭头: 右 287"/>
          <p:cNvSpPr/>
          <p:nvPr/>
        </p:nvSpPr>
        <p:spPr>
          <a:xfrm rot="5400000">
            <a:off x="5618614" y="2210565"/>
            <a:ext cx="1037381" cy="231085"/>
          </a:xfrm>
          <a:prstGeom prst="rightArrow">
            <a:avLst>
              <a:gd name="adj1" fmla="val 50000"/>
              <a:gd name="adj2" fmla="val 8765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6585490" y="1959434"/>
            <a:ext cx="939360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20.0%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606329" y="2372478"/>
            <a:ext cx="89768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初筛通过率</a:t>
            </a:r>
          </a:p>
        </p:txBody>
      </p:sp>
      <p:sp>
        <p:nvSpPr>
          <p:cNvPr id="295" name="Right Arrow 287+"/>
          <p:cNvSpPr/>
          <p:nvPr/>
        </p:nvSpPr>
        <p:spPr>
          <a:xfrm rot="5400000">
            <a:off x="5618614" y="3355150"/>
            <a:ext cx="1037381" cy="231085"/>
          </a:xfrm>
          <a:prstGeom prst="rightArrow">
            <a:avLst>
              <a:gd name="adj1" fmla="val 50000"/>
              <a:gd name="adj2" fmla="val 8765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96" name="TextBox 289+"/>
          <p:cNvSpPr txBox="1"/>
          <p:nvPr/>
        </p:nvSpPr>
        <p:spPr>
          <a:xfrm>
            <a:off x="6585490" y="3124236"/>
            <a:ext cx="939360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25.0%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97" name="TextBox 291+"/>
          <p:cNvSpPr txBox="1"/>
          <p:nvPr/>
        </p:nvSpPr>
        <p:spPr>
          <a:xfrm>
            <a:off x="6606329" y="3537280"/>
            <a:ext cx="89768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面试邀请率</a:t>
            </a:r>
          </a:p>
        </p:txBody>
      </p:sp>
      <p:sp>
        <p:nvSpPr>
          <p:cNvPr id="299" name="文本框 298"/>
          <p:cNvSpPr txBox="1"/>
          <p:nvPr/>
        </p:nvSpPr>
        <p:spPr>
          <a:xfrm>
            <a:off x="7960168" y="3240648"/>
            <a:ext cx="33631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总计流失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1275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人，流失率达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75%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，其中薪资共识是首要障碍</a:t>
            </a:r>
          </a:p>
        </p:txBody>
      </p:sp>
      <p:cxnSp>
        <p:nvCxnSpPr>
          <p:cNvPr id="301" name="直接连接符 300"/>
          <p:cNvCxnSpPr>
            <a:stCxn id="44" idx="5"/>
          </p:cNvCxnSpPr>
          <p:nvPr/>
        </p:nvCxnSpPr>
        <p:spPr>
          <a:xfrm>
            <a:off x="6122042" y="1699493"/>
            <a:ext cx="5624871" cy="7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0+"/>
          <p:cNvCxnSpPr/>
          <p:nvPr/>
        </p:nvCxnSpPr>
        <p:spPr>
          <a:xfrm>
            <a:off x="5797088" y="2834603"/>
            <a:ext cx="595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0++"/>
          <p:cNvCxnSpPr/>
          <p:nvPr/>
        </p:nvCxnSpPr>
        <p:spPr>
          <a:xfrm>
            <a:off x="5532769" y="3972044"/>
            <a:ext cx="627460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0+++"/>
          <p:cNvCxnSpPr/>
          <p:nvPr/>
        </p:nvCxnSpPr>
        <p:spPr>
          <a:xfrm>
            <a:off x="5388474" y="5137446"/>
            <a:ext cx="636061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文本框 308"/>
          <p:cNvSpPr txBox="1"/>
          <p:nvPr/>
        </p:nvSpPr>
        <p:spPr>
          <a:xfrm>
            <a:off x="8187803" y="2927805"/>
            <a:ext cx="3411190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“初筛”到“初试”环节存在最大流失缺口</a:t>
            </a:r>
          </a:p>
        </p:txBody>
      </p:sp>
      <p:sp>
        <p:nvSpPr>
          <p:cNvPr id="311" name="文本框 310"/>
          <p:cNvSpPr txBox="1"/>
          <p:nvPr/>
        </p:nvSpPr>
        <p:spPr>
          <a:xfrm>
            <a:off x="8300591" y="3466408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行动建议</a:t>
            </a:r>
          </a:p>
        </p:txBody>
      </p:sp>
      <p:sp>
        <p:nvSpPr>
          <p:cNvPr id="313" name="文本框 312"/>
          <p:cNvSpPr txBox="1"/>
          <p:nvPr/>
        </p:nvSpPr>
        <p:spPr>
          <a:xfrm>
            <a:off x="7960168" y="3711276"/>
            <a:ext cx="3462486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修订职位描述，明确标示“薪资范围”，坦诚沟通薪酬福利包</a:t>
            </a:r>
          </a:p>
        </p:txBody>
      </p:sp>
      <p:sp>
        <p:nvSpPr>
          <p:cNvPr id="314" name="Right Arrow 287++"/>
          <p:cNvSpPr/>
          <p:nvPr/>
        </p:nvSpPr>
        <p:spPr>
          <a:xfrm rot="5400000">
            <a:off x="5618614" y="4505120"/>
            <a:ext cx="1037381" cy="231085"/>
          </a:xfrm>
          <a:prstGeom prst="rightArrow">
            <a:avLst>
              <a:gd name="adj1" fmla="val 50000"/>
              <a:gd name="adj2" fmla="val 8765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15" name="TextBox 291++"/>
          <p:cNvSpPr txBox="1"/>
          <p:nvPr/>
        </p:nvSpPr>
        <p:spPr>
          <a:xfrm>
            <a:off x="6606329" y="4674721"/>
            <a:ext cx="89768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终面通过率</a:t>
            </a:r>
          </a:p>
        </p:txBody>
      </p:sp>
      <p:sp>
        <p:nvSpPr>
          <p:cNvPr id="316" name="TextBox 289++"/>
          <p:cNvSpPr txBox="1"/>
          <p:nvPr/>
        </p:nvSpPr>
        <p:spPr>
          <a:xfrm>
            <a:off x="6585490" y="4261677"/>
            <a:ext cx="939360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20.0%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18" name="文本框 317"/>
          <p:cNvSpPr txBox="1"/>
          <p:nvPr/>
        </p:nvSpPr>
        <p:spPr>
          <a:xfrm>
            <a:off x="8300591" y="4054646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渠道优化</a:t>
            </a:r>
          </a:p>
        </p:txBody>
      </p:sp>
      <p:sp>
        <p:nvSpPr>
          <p:cNvPr id="320" name="文本框 319"/>
          <p:cNvSpPr txBox="1"/>
          <p:nvPr/>
        </p:nvSpPr>
        <p:spPr>
          <a:xfrm>
            <a:off x="7877618" y="4322659"/>
            <a:ext cx="3917739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“猎头推荐”与“内部举荐”简历至入职转化率是普通渠道的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倍以上</a:t>
            </a:r>
          </a:p>
        </p:txBody>
      </p:sp>
      <p:sp>
        <p:nvSpPr>
          <p:cNvPr id="322" name="文本框 321"/>
          <p:cNvSpPr txBox="1"/>
          <p:nvPr/>
        </p:nvSpPr>
        <p:spPr>
          <a:xfrm>
            <a:off x="8299474" y="4584065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体验固化</a:t>
            </a:r>
          </a:p>
        </p:txBody>
      </p:sp>
      <p:sp>
        <p:nvSpPr>
          <p:cNvPr id="324" name="文本框 323"/>
          <p:cNvSpPr txBox="1"/>
          <p:nvPr/>
        </p:nvSpPr>
        <p:spPr>
          <a:xfrm>
            <a:off x="7960168" y="4841578"/>
            <a:ext cx="3844001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将各环节梳理成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《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面试体验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SOP》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，打造公司人才招募的核心优势</a:t>
            </a:r>
          </a:p>
        </p:txBody>
      </p:sp>
      <p:sp>
        <p:nvSpPr>
          <p:cNvPr id="325" name="Right Arrow 287+++"/>
          <p:cNvSpPr/>
          <p:nvPr/>
        </p:nvSpPr>
        <p:spPr>
          <a:xfrm rot="5400000">
            <a:off x="5618614" y="5808798"/>
            <a:ext cx="1037381" cy="231085"/>
          </a:xfrm>
          <a:prstGeom prst="rightArrow">
            <a:avLst>
              <a:gd name="adj1" fmla="val 50000"/>
              <a:gd name="adj2" fmla="val 8765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26" name="TextBox 289+++"/>
          <p:cNvSpPr txBox="1"/>
          <p:nvPr/>
        </p:nvSpPr>
        <p:spPr>
          <a:xfrm>
            <a:off x="6585490" y="5520852"/>
            <a:ext cx="939360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80.0%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27" name="TextBox 291+++"/>
          <p:cNvSpPr txBox="1"/>
          <p:nvPr/>
        </p:nvSpPr>
        <p:spPr>
          <a:xfrm>
            <a:off x="6606329" y="5933896"/>
            <a:ext cx="89768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录用接受率</a:t>
            </a:r>
          </a:p>
        </p:txBody>
      </p:sp>
      <p:sp>
        <p:nvSpPr>
          <p:cNvPr id="328" name="文本框 327"/>
          <p:cNvSpPr txBox="1"/>
          <p:nvPr/>
        </p:nvSpPr>
        <p:spPr>
          <a:xfrm>
            <a:off x="7966518" y="1961303"/>
            <a:ext cx="2055050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ATS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系统关键词过滤与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HR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手动复核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29" name="文本框 328"/>
          <p:cNvSpPr txBox="1"/>
          <p:nvPr/>
        </p:nvSpPr>
        <p:spPr>
          <a:xfrm>
            <a:off x="7966518" y="2205373"/>
            <a:ext cx="2991203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手动复核环节成功挽救了约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的系统误筛优质简历</a:t>
            </a:r>
          </a:p>
        </p:txBody>
      </p:sp>
      <p:sp>
        <p:nvSpPr>
          <p:cNvPr id="330" name="文本框 329"/>
          <p:cNvSpPr txBox="1"/>
          <p:nvPr/>
        </p:nvSpPr>
        <p:spPr>
          <a:xfrm>
            <a:off x="7966518" y="2449442"/>
            <a:ext cx="1519647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凸显了人机结合的必要性</a:t>
            </a:r>
          </a:p>
        </p:txBody>
      </p:sp>
      <p:graphicFrame>
        <p:nvGraphicFramePr>
          <p:cNvPr id="333" name="图表 332"/>
          <p:cNvGraphicFramePr/>
          <p:nvPr/>
        </p:nvGraphicFramePr>
        <p:xfrm>
          <a:off x="7865015" y="5191299"/>
          <a:ext cx="3667568" cy="9900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5" name="文本框 334"/>
          <p:cNvSpPr txBox="1"/>
          <p:nvPr/>
        </p:nvSpPr>
        <p:spPr>
          <a:xfrm>
            <a:off x="7960168" y="6049279"/>
            <a:ext cx="4088397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+mn-ea"/>
              </a:defRPr>
            </a:lvl1pPr>
          </a:lstStyle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Normal" panose="020B0400000000000000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得益于有竞争力的薪酬方案、积极的品牌形象以及高效的面试体验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Normal" panose="020B0400000000000000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目前新员工已全部到位，高于往年同期水平，证明招聘策略有成效</a:t>
            </a:r>
          </a:p>
        </p:txBody>
      </p:sp>
      <p:sp>
        <p:nvSpPr>
          <p:cNvPr id="344" name="图形 342"/>
          <p:cNvSpPr>
            <a:spLocks noChangeAspect="1"/>
          </p:cNvSpPr>
          <p:nvPr/>
        </p:nvSpPr>
        <p:spPr>
          <a:xfrm>
            <a:off x="7971108" y="4565834"/>
            <a:ext cx="252000" cy="251906"/>
          </a:xfrm>
          <a:custGeom>
            <a:avLst/>
            <a:gdLst>
              <a:gd name="connsiteX0" fmla="*/ 967083 w 1899717"/>
              <a:gd name="connsiteY0" fmla="*/ 0 h 1899012"/>
              <a:gd name="connsiteX1" fmla="*/ 949530 w 1899717"/>
              <a:gd name="connsiteY1" fmla="*/ 0 h 1899012"/>
              <a:gd name="connsiteX2" fmla="*/ 160 w 1899717"/>
              <a:gd name="connsiteY2" fmla="*/ 931953 h 1899012"/>
              <a:gd name="connsiteX3" fmla="*/ 932657 w 1899717"/>
              <a:gd name="connsiteY3" fmla="*/ 1899013 h 1899012"/>
              <a:gd name="connsiteX4" fmla="*/ 950346 w 1899717"/>
              <a:gd name="connsiteY4" fmla="*/ 1899013 h 1899012"/>
              <a:gd name="connsiteX5" fmla="*/ 1899581 w 1899717"/>
              <a:gd name="connsiteY5" fmla="*/ 966788 h 1899012"/>
              <a:gd name="connsiteX6" fmla="*/ 967083 w 1899717"/>
              <a:gd name="connsiteY6" fmla="*/ 0 h 1899012"/>
              <a:gd name="connsiteX7" fmla="*/ 1494496 w 1899717"/>
              <a:gd name="connsiteY7" fmla="*/ 728799 h 1899012"/>
              <a:gd name="connsiteX8" fmla="*/ 879589 w 1899717"/>
              <a:gd name="connsiteY8" fmla="*/ 1361803 h 1899012"/>
              <a:gd name="connsiteX9" fmla="*/ 841217 w 1899717"/>
              <a:gd name="connsiteY9" fmla="*/ 1376907 h 1899012"/>
              <a:gd name="connsiteX10" fmla="*/ 801076 w 1899717"/>
              <a:gd name="connsiteY10" fmla="*/ 1360306 h 1899012"/>
              <a:gd name="connsiteX11" fmla="*/ 492466 w 1899717"/>
              <a:gd name="connsiteY11" fmla="*/ 986926 h 1899012"/>
              <a:gd name="connsiteX12" fmla="*/ 492466 w 1899717"/>
              <a:gd name="connsiteY12" fmla="*/ 883648 h 1899012"/>
              <a:gd name="connsiteX13" fmla="*/ 599282 w 1899717"/>
              <a:gd name="connsiteY13" fmla="*/ 883648 h 1899012"/>
              <a:gd name="connsiteX14" fmla="*/ 842442 w 1899717"/>
              <a:gd name="connsiteY14" fmla="*/ 1194843 h 1899012"/>
              <a:gd name="connsiteX15" fmla="*/ 1387544 w 1899717"/>
              <a:gd name="connsiteY15" fmla="*/ 625520 h 1899012"/>
              <a:gd name="connsiteX16" fmla="*/ 1494632 w 1899717"/>
              <a:gd name="connsiteY16" fmla="*/ 625520 h 1899012"/>
              <a:gd name="connsiteX17" fmla="*/ 1494632 w 1899717"/>
              <a:gd name="connsiteY17" fmla="*/ 728935 h 1899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99717" h="1899012">
                <a:moveTo>
                  <a:pt x="967083" y="0"/>
                </a:moveTo>
                <a:lnTo>
                  <a:pt x="949530" y="0"/>
                </a:lnTo>
                <a:cubicBezTo>
                  <a:pt x="435452" y="-136"/>
                  <a:pt x="9685" y="418011"/>
                  <a:pt x="160" y="931953"/>
                </a:cubicBezTo>
                <a:cubicBezTo>
                  <a:pt x="-9365" y="1455828"/>
                  <a:pt x="408918" y="1889352"/>
                  <a:pt x="932657" y="1899013"/>
                </a:cubicBezTo>
                <a:lnTo>
                  <a:pt x="950346" y="1899013"/>
                </a:lnTo>
                <a:cubicBezTo>
                  <a:pt x="1464152" y="1899013"/>
                  <a:pt x="1890192" y="1480729"/>
                  <a:pt x="1899581" y="966788"/>
                </a:cubicBezTo>
                <a:cubicBezTo>
                  <a:pt x="1908380" y="442578"/>
                  <a:pt x="1491269" y="10128"/>
                  <a:pt x="967083" y="0"/>
                </a:cubicBezTo>
                <a:close/>
                <a:moveTo>
                  <a:pt x="1494496" y="728799"/>
                </a:moveTo>
                <a:lnTo>
                  <a:pt x="879589" y="1361803"/>
                </a:lnTo>
                <a:cubicBezTo>
                  <a:pt x="869145" y="1371472"/>
                  <a:pt x="855449" y="1376863"/>
                  <a:pt x="841217" y="1376907"/>
                </a:cubicBezTo>
                <a:cubicBezTo>
                  <a:pt x="825297" y="1380989"/>
                  <a:pt x="811690" y="1370920"/>
                  <a:pt x="801076" y="1360306"/>
                </a:cubicBezTo>
                <a:lnTo>
                  <a:pt x="492466" y="986926"/>
                </a:lnTo>
                <a:cubicBezTo>
                  <a:pt x="471103" y="965155"/>
                  <a:pt x="470286" y="904195"/>
                  <a:pt x="492466" y="883648"/>
                </a:cubicBezTo>
                <a:cubicBezTo>
                  <a:pt x="514373" y="862829"/>
                  <a:pt x="578191" y="861877"/>
                  <a:pt x="599282" y="883648"/>
                </a:cubicBezTo>
                <a:lnTo>
                  <a:pt x="842442" y="1194843"/>
                </a:lnTo>
                <a:lnTo>
                  <a:pt x="1387544" y="625520"/>
                </a:lnTo>
                <a:cubicBezTo>
                  <a:pt x="1409723" y="604974"/>
                  <a:pt x="1473133" y="604157"/>
                  <a:pt x="1494632" y="625520"/>
                </a:cubicBezTo>
                <a:cubicBezTo>
                  <a:pt x="1515723" y="647020"/>
                  <a:pt x="1516676" y="708252"/>
                  <a:pt x="1494632" y="728935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45" name="图形 342+"/>
          <p:cNvSpPr>
            <a:spLocks noChangeAspect="1"/>
          </p:cNvSpPr>
          <p:nvPr/>
        </p:nvSpPr>
        <p:spPr>
          <a:xfrm>
            <a:off x="7971108" y="3448177"/>
            <a:ext cx="252000" cy="251906"/>
          </a:xfrm>
          <a:custGeom>
            <a:avLst/>
            <a:gdLst>
              <a:gd name="connsiteX0" fmla="*/ 967083 w 1899717"/>
              <a:gd name="connsiteY0" fmla="*/ 0 h 1899012"/>
              <a:gd name="connsiteX1" fmla="*/ 949530 w 1899717"/>
              <a:gd name="connsiteY1" fmla="*/ 0 h 1899012"/>
              <a:gd name="connsiteX2" fmla="*/ 160 w 1899717"/>
              <a:gd name="connsiteY2" fmla="*/ 931953 h 1899012"/>
              <a:gd name="connsiteX3" fmla="*/ 932657 w 1899717"/>
              <a:gd name="connsiteY3" fmla="*/ 1899013 h 1899012"/>
              <a:gd name="connsiteX4" fmla="*/ 950346 w 1899717"/>
              <a:gd name="connsiteY4" fmla="*/ 1899013 h 1899012"/>
              <a:gd name="connsiteX5" fmla="*/ 1899581 w 1899717"/>
              <a:gd name="connsiteY5" fmla="*/ 966788 h 1899012"/>
              <a:gd name="connsiteX6" fmla="*/ 967083 w 1899717"/>
              <a:gd name="connsiteY6" fmla="*/ 0 h 1899012"/>
              <a:gd name="connsiteX7" fmla="*/ 1494496 w 1899717"/>
              <a:gd name="connsiteY7" fmla="*/ 728799 h 1899012"/>
              <a:gd name="connsiteX8" fmla="*/ 879589 w 1899717"/>
              <a:gd name="connsiteY8" fmla="*/ 1361803 h 1899012"/>
              <a:gd name="connsiteX9" fmla="*/ 841217 w 1899717"/>
              <a:gd name="connsiteY9" fmla="*/ 1376907 h 1899012"/>
              <a:gd name="connsiteX10" fmla="*/ 801076 w 1899717"/>
              <a:gd name="connsiteY10" fmla="*/ 1360306 h 1899012"/>
              <a:gd name="connsiteX11" fmla="*/ 492466 w 1899717"/>
              <a:gd name="connsiteY11" fmla="*/ 986926 h 1899012"/>
              <a:gd name="connsiteX12" fmla="*/ 492466 w 1899717"/>
              <a:gd name="connsiteY12" fmla="*/ 883648 h 1899012"/>
              <a:gd name="connsiteX13" fmla="*/ 599282 w 1899717"/>
              <a:gd name="connsiteY13" fmla="*/ 883648 h 1899012"/>
              <a:gd name="connsiteX14" fmla="*/ 842442 w 1899717"/>
              <a:gd name="connsiteY14" fmla="*/ 1194843 h 1899012"/>
              <a:gd name="connsiteX15" fmla="*/ 1387544 w 1899717"/>
              <a:gd name="connsiteY15" fmla="*/ 625520 h 1899012"/>
              <a:gd name="connsiteX16" fmla="*/ 1494632 w 1899717"/>
              <a:gd name="connsiteY16" fmla="*/ 625520 h 1899012"/>
              <a:gd name="connsiteX17" fmla="*/ 1494632 w 1899717"/>
              <a:gd name="connsiteY17" fmla="*/ 728935 h 1899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99717" h="1899012">
                <a:moveTo>
                  <a:pt x="967083" y="0"/>
                </a:moveTo>
                <a:lnTo>
                  <a:pt x="949530" y="0"/>
                </a:lnTo>
                <a:cubicBezTo>
                  <a:pt x="435452" y="-136"/>
                  <a:pt x="9685" y="418011"/>
                  <a:pt x="160" y="931953"/>
                </a:cubicBezTo>
                <a:cubicBezTo>
                  <a:pt x="-9365" y="1455828"/>
                  <a:pt x="408918" y="1889352"/>
                  <a:pt x="932657" y="1899013"/>
                </a:cubicBezTo>
                <a:lnTo>
                  <a:pt x="950346" y="1899013"/>
                </a:lnTo>
                <a:cubicBezTo>
                  <a:pt x="1464152" y="1899013"/>
                  <a:pt x="1890192" y="1480729"/>
                  <a:pt x="1899581" y="966788"/>
                </a:cubicBezTo>
                <a:cubicBezTo>
                  <a:pt x="1908380" y="442578"/>
                  <a:pt x="1491269" y="10128"/>
                  <a:pt x="967083" y="0"/>
                </a:cubicBezTo>
                <a:close/>
                <a:moveTo>
                  <a:pt x="1494496" y="728799"/>
                </a:moveTo>
                <a:lnTo>
                  <a:pt x="879589" y="1361803"/>
                </a:lnTo>
                <a:cubicBezTo>
                  <a:pt x="869145" y="1371472"/>
                  <a:pt x="855449" y="1376863"/>
                  <a:pt x="841217" y="1376907"/>
                </a:cubicBezTo>
                <a:cubicBezTo>
                  <a:pt x="825297" y="1380989"/>
                  <a:pt x="811690" y="1370920"/>
                  <a:pt x="801076" y="1360306"/>
                </a:cubicBezTo>
                <a:lnTo>
                  <a:pt x="492466" y="986926"/>
                </a:lnTo>
                <a:cubicBezTo>
                  <a:pt x="471103" y="965155"/>
                  <a:pt x="470286" y="904195"/>
                  <a:pt x="492466" y="883648"/>
                </a:cubicBezTo>
                <a:cubicBezTo>
                  <a:pt x="514373" y="862829"/>
                  <a:pt x="578191" y="861877"/>
                  <a:pt x="599282" y="883648"/>
                </a:cubicBezTo>
                <a:lnTo>
                  <a:pt x="842442" y="1194843"/>
                </a:lnTo>
                <a:lnTo>
                  <a:pt x="1387544" y="625520"/>
                </a:lnTo>
                <a:cubicBezTo>
                  <a:pt x="1409723" y="604974"/>
                  <a:pt x="1473133" y="604157"/>
                  <a:pt x="1494632" y="625520"/>
                </a:cubicBezTo>
                <a:cubicBezTo>
                  <a:pt x="1515723" y="647020"/>
                  <a:pt x="1516676" y="708252"/>
                  <a:pt x="1494632" y="728935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48" name="图形 346"/>
          <p:cNvSpPr>
            <a:spLocks noChangeAspect="1"/>
          </p:cNvSpPr>
          <p:nvPr/>
        </p:nvSpPr>
        <p:spPr>
          <a:xfrm>
            <a:off x="7953042" y="2909527"/>
            <a:ext cx="252000" cy="252000"/>
          </a:xfrm>
          <a:custGeom>
            <a:avLst/>
            <a:gdLst>
              <a:gd name="connsiteX0" fmla="*/ 110250 w 220500"/>
              <a:gd name="connsiteY0" fmla="*/ 0 h 220500"/>
              <a:gd name="connsiteX1" fmla="*/ 0 w 220500"/>
              <a:gd name="connsiteY1" fmla="*/ 110250 h 220500"/>
              <a:gd name="connsiteX2" fmla="*/ 110250 w 220500"/>
              <a:gd name="connsiteY2" fmla="*/ 220500 h 220500"/>
              <a:gd name="connsiteX3" fmla="*/ 220500 w 220500"/>
              <a:gd name="connsiteY3" fmla="*/ 110250 h 220500"/>
              <a:gd name="connsiteX4" fmla="*/ 110250 w 220500"/>
              <a:gd name="connsiteY4" fmla="*/ 0 h 220500"/>
              <a:gd name="connsiteX5" fmla="*/ 168919 w 220500"/>
              <a:gd name="connsiteY5" fmla="*/ 157894 h 220500"/>
              <a:gd name="connsiteX6" fmla="*/ 157697 w 220500"/>
              <a:gd name="connsiteY6" fmla="*/ 169116 h 220500"/>
              <a:gd name="connsiteX7" fmla="*/ 110250 w 220500"/>
              <a:gd name="connsiteY7" fmla="*/ 121472 h 220500"/>
              <a:gd name="connsiteX8" fmla="*/ 62606 w 220500"/>
              <a:gd name="connsiteY8" fmla="*/ 168919 h 220500"/>
              <a:gd name="connsiteX9" fmla="*/ 51384 w 220500"/>
              <a:gd name="connsiteY9" fmla="*/ 157697 h 220500"/>
              <a:gd name="connsiteX10" fmla="*/ 99225 w 220500"/>
              <a:gd name="connsiteY10" fmla="*/ 110250 h 220500"/>
              <a:gd name="connsiteX11" fmla="*/ 51581 w 220500"/>
              <a:gd name="connsiteY11" fmla="*/ 62606 h 220500"/>
              <a:gd name="connsiteX12" fmla="*/ 62803 w 220500"/>
              <a:gd name="connsiteY12" fmla="*/ 51384 h 220500"/>
              <a:gd name="connsiteX13" fmla="*/ 110250 w 220500"/>
              <a:gd name="connsiteY13" fmla="*/ 99225 h 220500"/>
              <a:gd name="connsiteX14" fmla="*/ 157894 w 220500"/>
              <a:gd name="connsiteY14" fmla="*/ 51581 h 220500"/>
              <a:gd name="connsiteX15" fmla="*/ 169116 w 220500"/>
              <a:gd name="connsiteY15" fmla="*/ 62803 h 220500"/>
              <a:gd name="connsiteX16" fmla="*/ 121472 w 220500"/>
              <a:gd name="connsiteY16" fmla="*/ 110250 h 220500"/>
              <a:gd name="connsiteX17" fmla="*/ 168919 w 220500"/>
              <a:gd name="connsiteY17" fmla="*/ 157894 h 22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0500" h="220500">
                <a:moveTo>
                  <a:pt x="110250" y="0"/>
                </a:moveTo>
                <a:cubicBezTo>
                  <a:pt x="49416" y="0"/>
                  <a:pt x="0" y="49416"/>
                  <a:pt x="0" y="110250"/>
                </a:cubicBezTo>
                <a:cubicBezTo>
                  <a:pt x="0" y="171084"/>
                  <a:pt x="49416" y="220500"/>
                  <a:pt x="110250" y="220500"/>
                </a:cubicBezTo>
                <a:cubicBezTo>
                  <a:pt x="171084" y="220500"/>
                  <a:pt x="220500" y="171084"/>
                  <a:pt x="220500" y="110250"/>
                </a:cubicBezTo>
                <a:cubicBezTo>
                  <a:pt x="220500" y="49416"/>
                  <a:pt x="171084" y="0"/>
                  <a:pt x="110250" y="0"/>
                </a:cubicBezTo>
                <a:close/>
                <a:moveTo>
                  <a:pt x="168919" y="157894"/>
                </a:moveTo>
                <a:lnTo>
                  <a:pt x="157697" y="169116"/>
                </a:lnTo>
                <a:lnTo>
                  <a:pt x="110250" y="121472"/>
                </a:lnTo>
                <a:lnTo>
                  <a:pt x="62606" y="168919"/>
                </a:lnTo>
                <a:lnTo>
                  <a:pt x="51384" y="157697"/>
                </a:lnTo>
                <a:lnTo>
                  <a:pt x="99225" y="110250"/>
                </a:lnTo>
                <a:lnTo>
                  <a:pt x="51581" y="62606"/>
                </a:lnTo>
                <a:lnTo>
                  <a:pt x="62803" y="51384"/>
                </a:lnTo>
                <a:lnTo>
                  <a:pt x="110250" y="99225"/>
                </a:lnTo>
                <a:lnTo>
                  <a:pt x="157894" y="51581"/>
                </a:lnTo>
                <a:lnTo>
                  <a:pt x="169116" y="62803"/>
                </a:lnTo>
                <a:lnTo>
                  <a:pt x="121472" y="110250"/>
                </a:lnTo>
                <a:lnTo>
                  <a:pt x="168919" y="157894"/>
                </a:lnTo>
                <a:close/>
              </a:path>
            </a:pathLst>
          </a:custGeom>
          <a:solidFill>
            <a:schemeClr val="accent2"/>
          </a:solidFill>
          <a:ln w="2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49" name="图形 346+"/>
          <p:cNvSpPr>
            <a:spLocks noChangeAspect="1"/>
          </p:cNvSpPr>
          <p:nvPr/>
        </p:nvSpPr>
        <p:spPr>
          <a:xfrm>
            <a:off x="7953042" y="4036368"/>
            <a:ext cx="252000" cy="252000"/>
          </a:xfrm>
          <a:custGeom>
            <a:avLst/>
            <a:gdLst>
              <a:gd name="connsiteX0" fmla="*/ 110250 w 220500"/>
              <a:gd name="connsiteY0" fmla="*/ 0 h 220500"/>
              <a:gd name="connsiteX1" fmla="*/ 0 w 220500"/>
              <a:gd name="connsiteY1" fmla="*/ 110250 h 220500"/>
              <a:gd name="connsiteX2" fmla="*/ 110250 w 220500"/>
              <a:gd name="connsiteY2" fmla="*/ 220500 h 220500"/>
              <a:gd name="connsiteX3" fmla="*/ 220500 w 220500"/>
              <a:gd name="connsiteY3" fmla="*/ 110250 h 220500"/>
              <a:gd name="connsiteX4" fmla="*/ 110250 w 220500"/>
              <a:gd name="connsiteY4" fmla="*/ 0 h 220500"/>
              <a:gd name="connsiteX5" fmla="*/ 168919 w 220500"/>
              <a:gd name="connsiteY5" fmla="*/ 157894 h 220500"/>
              <a:gd name="connsiteX6" fmla="*/ 157697 w 220500"/>
              <a:gd name="connsiteY6" fmla="*/ 169116 h 220500"/>
              <a:gd name="connsiteX7" fmla="*/ 110250 w 220500"/>
              <a:gd name="connsiteY7" fmla="*/ 121472 h 220500"/>
              <a:gd name="connsiteX8" fmla="*/ 62606 w 220500"/>
              <a:gd name="connsiteY8" fmla="*/ 168919 h 220500"/>
              <a:gd name="connsiteX9" fmla="*/ 51384 w 220500"/>
              <a:gd name="connsiteY9" fmla="*/ 157697 h 220500"/>
              <a:gd name="connsiteX10" fmla="*/ 99225 w 220500"/>
              <a:gd name="connsiteY10" fmla="*/ 110250 h 220500"/>
              <a:gd name="connsiteX11" fmla="*/ 51581 w 220500"/>
              <a:gd name="connsiteY11" fmla="*/ 62606 h 220500"/>
              <a:gd name="connsiteX12" fmla="*/ 62803 w 220500"/>
              <a:gd name="connsiteY12" fmla="*/ 51384 h 220500"/>
              <a:gd name="connsiteX13" fmla="*/ 110250 w 220500"/>
              <a:gd name="connsiteY13" fmla="*/ 99225 h 220500"/>
              <a:gd name="connsiteX14" fmla="*/ 157894 w 220500"/>
              <a:gd name="connsiteY14" fmla="*/ 51581 h 220500"/>
              <a:gd name="connsiteX15" fmla="*/ 169116 w 220500"/>
              <a:gd name="connsiteY15" fmla="*/ 62803 h 220500"/>
              <a:gd name="connsiteX16" fmla="*/ 121472 w 220500"/>
              <a:gd name="connsiteY16" fmla="*/ 110250 h 220500"/>
              <a:gd name="connsiteX17" fmla="*/ 168919 w 220500"/>
              <a:gd name="connsiteY17" fmla="*/ 157894 h 22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0500" h="220500">
                <a:moveTo>
                  <a:pt x="110250" y="0"/>
                </a:moveTo>
                <a:cubicBezTo>
                  <a:pt x="49416" y="0"/>
                  <a:pt x="0" y="49416"/>
                  <a:pt x="0" y="110250"/>
                </a:cubicBezTo>
                <a:cubicBezTo>
                  <a:pt x="0" y="171084"/>
                  <a:pt x="49416" y="220500"/>
                  <a:pt x="110250" y="220500"/>
                </a:cubicBezTo>
                <a:cubicBezTo>
                  <a:pt x="171084" y="220500"/>
                  <a:pt x="220500" y="171084"/>
                  <a:pt x="220500" y="110250"/>
                </a:cubicBezTo>
                <a:cubicBezTo>
                  <a:pt x="220500" y="49416"/>
                  <a:pt x="171084" y="0"/>
                  <a:pt x="110250" y="0"/>
                </a:cubicBezTo>
                <a:close/>
                <a:moveTo>
                  <a:pt x="168919" y="157894"/>
                </a:moveTo>
                <a:lnTo>
                  <a:pt x="157697" y="169116"/>
                </a:lnTo>
                <a:lnTo>
                  <a:pt x="110250" y="121472"/>
                </a:lnTo>
                <a:lnTo>
                  <a:pt x="62606" y="168919"/>
                </a:lnTo>
                <a:lnTo>
                  <a:pt x="51384" y="157697"/>
                </a:lnTo>
                <a:lnTo>
                  <a:pt x="99225" y="110250"/>
                </a:lnTo>
                <a:lnTo>
                  <a:pt x="51581" y="62606"/>
                </a:lnTo>
                <a:lnTo>
                  <a:pt x="62803" y="51384"/>
                </a:lnTo>
                <a:lnTo>
                  <a:pt x="110250" y="99225"/>
                </a:lnTo>
                <a:lnTo>
                  <a:pt x="157894" y="51581"/>
                </a:lnTo>
                <a:lnTo>
                  <a:pt x="169116" y="62803"/>
                </a:lnTo>
                <a:lnTo>
                  <a:pt x="121472" y="110250"/>
                </a:lnTo>
                <a:lnTo>
                  <a:pt x="168919" y="157894"/>
                </a:lnTo>
                <a:close/>
              </a:path>
            </a:pathLst>
          </a:custGeom>
          <a:solidFill>
            <a:schemeClr val="accent2"/>
          </a:solidFill>
          <a:ln w="2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76990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第三季度总结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26038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四段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话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1590123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45088" y="635454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42912" y="873124"/>
            <a:ext cx="11306176" cy="13742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85989" y="1004184"/>
            <a:ext cx="2065421" cy="1112120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22" name="组合 121"/>
          <p:cNvGrpSpPr/>
          <p:nvPr/>
        </p:nvGrpSpPr>
        <p:grpSpPr>
          <a:xfrm>
            <a:off x="821087" y="1380925"/>
            <a:ext cx="1632597" cy="430887"/>
            <a:chOff x="755650" y="1380925"/>
            <a:chExt cx="1632597" cy="430887"/>
          </a:xfrm>
        </p:grpSpPr>
        <p:sp>
          <p:nvSpPr>
            <p:cNvPr id="21" name="文本框 20"/>
            <p:cNvSpPr txBox="1"/>
            <p:nvPr/>
          </p:nvSpPr>
          <p:spPr>
            <a:xfrm>
              <a:off x="755650" y="1380925"/>
              <a:ext cx="1175002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¥8,500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029174" y="1529661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万元</a:t>
              </a:r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821087" y="1088958"/>
            <a:ext cx="912819" cy="229975"/>
            <a:chOff x="755649" y="1088958"/>
            <a:chExt cx="912819" cy="229975"/>
          </a:xfrm>
        </p:grpSpPr>
        <p:sp>
          <p:nvSpPr>
            <p:cNvPr id="16" name="文本框 15"/>
            <p:cNvSpPr txBox="1"/>
            <p:nvPr/>
          </p:nvSpPr>
          <p:spPr>
            <a:xfrm>
              <a:off x="1052915" y="1134267"/>
              <a:ext cx="61555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总销售额</a:t>
              </a:r>
            </a:p>
          </p:txBody>
        </p:sp>
        <p:sp>
          <p:nvSpPr>
            <p:cNvPr id="27" name="图形 25"/>
            <p:cNvSpPr/>
            <p:nvPr/>
          </p:nvSpPr>
          <p:spPr>
            <a:xfrm>
              <a:off x="755649" y="1088958"/>
              <a:ext cx="198795" cy="222899"/>
            </a:xfrm>
            <a:custGeom>
              <a:avLst/>
              <a:gdLst>
                <a:gd name="connsiteX0" fmla="*/ 639217 w 1376660"/>
                <a:gd name="connsiteY0" fmla="*/ 904549 h 1543580"/>
                <a:gd name="connsiteX1" fmla="*/ 786929 w 1376660"/>
                <a:gd name="connsiteY1" fmla="*/ 904549 h 1543580"/>
                <a:gd name="connsiteX2" fmla="*/ 836042 w 1376660"/>
                <a:gd name="connsiteY2" fmla="*/ 855436 h 1543580"/>
                <a:gd name="connsiteX3" fmla="*/ 786929 w 1376660"/>
                <a:gd name="connsiteY3" fmla="*/ 806323 h 1543580"/>
                <a:gd name="connsiteX4" fmla="*/ 660425 w 1376660"/>
                <a:gd name="connsiteY4" fmla="*/ 806323 h 1543580"/>
                <a:gd name="connsiteX5" fmla="*/ 783766 w 1376660"/>
                <a:gd name="connsiteY5" fmla="*/ 682982 h 1543580"/>
                <a:gd name="connsiteX6" fmla="*/ 783766 w 1376660"/>
                <a:gd name="connsiteY6" fmla="*/ 613404 h 1543580"/>
                <a:gd name="connsiteX7" fmla="*/ 714189 w 1376660"/>
                <a:gd name="connsiteY7" fmla="*/ 613404 h 1543580"/>
                <a:gd name="connsiteX8" fmla="*/ 598847 w 1376660"/>
                <a:gd name="connsiteY8" fmla="*/ 728560 h 1543580"/>
                <a:gd name="connsiteX9" fmla="*/ 483505 w 1376660"/>
                <a:gd name="connsiteY9" fmla="*/ 613404 h 1543580"/>
                <a:gd name="connsiteX10" fmla="*/ 413928 w 1376660"/>
                <a:gd name="connsiteY10" fmla="*/ 613404 h 1543580"/>
                <a:gd name="connsiteX11" fmla="*/ 413928 w 1376660"/>
                <a:gd name="connsiteY11" fmla="*/ 682982 h 1543580"/>
                <a:gd name="connsiteX12" fmla="*/ 537270 w 1376660"/>
                <a:gd name="connsiteY12" fmla="*/ 806323 h 1543580"/>
                <a:gd name="connsiteX13" fmla="*/ 393092 w 1376660"/>
                <a:gd name="connsiteY13" fmla="*/ 806323 h 1543580"/>
                <a:gd name="connsiteX14" fmla="*/ 343979 w 1376660"/>
                <a:gd name="connsiteY14" fmla="*/ 855436 h 1543580"/>
                <a:gd name="connsiteX15" fmla="*/ 393092 w 1376660"/>
                <a:gd name="connsiteY15" fmla="*/ 904549 h 1543580"/>
                <a:gd name="connsiteX16" fmla="*/ 540804 w 1376660"/>
                <a:gd name="connsiteY16" fmla="*/ 904549 h 1543580"/>
                <a:gd name="connsiteX17" fmla="*/ 540804 w 1376660"/>
                <a:gd name="connsiteY17" fmla="*/ 1002962 h 1543580"/>
                <a:gd name="connsiteX18" fmla="*/ 393092 w 1376660"/>
                <a:gd name="connsiteY18" fmla="*/ 1002962 h 1543580"/>
                <a:gd name="connsiteX19" fmla="*/ 350490 w 1376660"/>
                <a:gd name="connsiteY19" fmla="*/ 1027519 h 1543580"/>
                <a:gd name="connsiteX20" fmla="*/ 350490 w 1376660"/>
                <a:gd name="connsiteY20" fmla="*/ 1076632 h 1543580"/>
                <a:gd name="connsiteX21" fmla="*/ 393092 w 1376660"/>
                <a:gd name="connsiteY21" fmla="*/ 1101189 h 1543580"/>
                <a:gd name="connsiteX22" fmla="*/ 540804 w 1376660"/>
                <a:gd name="connsiteY22" fmla="*/ 1101189 h 1543580"/>
                <a:gd name="connsiteX23" fmla="*/ 540804 w 1376660"/>
                <a:gd name="connsiteY23" fmla="*/ 1255784 h 1543580"/>
                <a:gd name="connsiteX24" fmla="*/ 555129 w 1376660"/>
                <a:gd name="connsiteY24" fmla="*/ 1290572 h 1543580"/>
                <a:gd name="connsiteX25" fmla="*/ 589917 w 1376660"/>
                <a:gd name="connsiteY25" fmla="*/ 1304897 h 1543580"/>
                <a:gd name="connsiteX26" fmla="*/ 590104 w 1376660"/>
                <a:gd name="connsiteY26" fmla="*/ 1304897 h 1543580"/>
                <a:gd name="connsiteX27" fmla="*/ 624892 w 1376660"/>
                <a:gd name="connsiteY27" fmla="*/ 1290572 h 1543580"/>
                <a:gd name="connsiteX28" fmla="*/ 639217 w 1376660"/>
                <a:gd name="connsiteY28" fmla="*/ 1255784 h 1543580"/>
                <a:gd name="connsiteX29" fmla="*/ 639217 w 1376660"/>
                <a:gd name="connsiteY29" fmla="*/ 1101189 h 1543580"/>
                <a:gd name="connsiteX30" fmla="*/ 786929 w 1376660"/>
                <a:gd name="connsiteY30" fmla="*/ 1101189 h 1543580"/>
                <a:gd name="connsiteX31" fmla="*/ 829531 w 1376660"/>
                <a:gd name="connsiteY31" fmla="*/ 1076632 h 1543580"/>
                <a:gd name="connsiteX32" fmla="*/ 829531 w 1376660"/>
                <a:gd name="connsiteY32" fmla="*/ 1027519 h 1543580"/>
                <a:gd name="connsiteX33" fmla="*/ 786929 w 1376660"/>
                <a:gd name="connsiteY33" fmla="*/ 1002962 h 1543580"/>
                <a:gd name="connsiteX34" fmla="*/ 639217 w 1376660"/>
                <a:gd name="connsiteY34" fmla="*/ 1002962 h 1543580"/>
                <a:gd name="connsiteX35" fmla="*/ 639217 w 1376660"/>
                <a:gd name="connsiteY35" fmla="*/ 904549 h 1543580"/>
                <a:gd name="connsiteX36" fmla="*/ 35533 w 1376660"/>
                <a:gd name="connsiteY36" fmla="*/ 530805 h 1543580"/>
                <a:gd name="connsiteX37" fmla="*/ 527038 w 1376660"/>
                <a:gd name="connsiteY37" fmla="*/ 121155 h 1543580"/>
                <a:gd name="connsiteX38" fmla="*/ 652983 w 1376660"/>
                <a:gd name="connsiteY38" fmla="*/ 121155 h 1543580"/>
                <a:gd name="connsiteX39" fmla="*/ 1144674 w 1376660"/>
                <a:gd name="connsiteY39" fmla="*/ 530805 h 1543580"/>
                <a:gd name="connsiteX40" fmla="*/ 1180021 w 1376660"/>
                <a:gd name="connsiteY40" fmla="*/ 606335 h 1543580"/>
                <a:gd name="connsiteX41" fmla="*/ 1180021 w 1376660"/>
                <a:gd name="connsiteY41" fmla="*/ 1445168 h 1543580"/>
                <a:gd name="connsiteX42" fmla="*/ 1081608 w 1376660"/>
                <a:gd name="connsiteY42" fmla="*/ 1543580 h 1543580"/>
                <a:gd name="connsiteX43" fmla="*/ 98413 w 1376660"/>
                <a:gd name="connsiteY43" fmla="*/ 1543580 h 1543580"/>
                <a:gd name="connsiteX44" fmla="*/ 0 w 1376660"/>
                <a:gd name="connsiteY44" fmla="*/ 1445168 h 1543580"/>
                <a:gd name="connsiteX45" fmla="*/ 0 w 1376660"/>
                <a:gd name="connsiteY45" fmla="*/ 606335 h 1543580"/>
                <a:gd name="connsiteX46" fmla="*/ 35533 w 1376660"/>
                <a:gd name="connsiteY46" fmla="*/ 530805 h 1543580"/>
                <a:gd name="connsiteX47" fmla="*/ 692051 w 1376660"/>
                <a:gd name="connsiteY47" fmla="*/ 49160 h 1543580"/>
                <a:gd name="connsiteX48" fmla="*/ 723863 w 1376660"/>
                <a:gd name="connsiteY48" fmla="*/ 22743 h 1543580"/>
                <a:gd name="connsiteX49" fmla="*/ 849623 w 1376660"/>
                <a:gd name="connsiteY49" fmla="*/ 22743 h 1543580"/>
                <a:gd name="connsiteX50" fmla="*/ 1341314 w 1376660"/>
                <a:gd name="connsiteY50" fmla="*/ 432392 h 1543580"/>
                <a:gd name="connsiteX51" fmla="*/ 1376660 w 1376660"/>
                <a:gd name="connsiteY51" fmla="*/ 507922 h 1543580"/>
                <a:gd name="connsiteX52" fmla="*/ 1376660 w 1376660"/>
                <a:gd name="connsiteY52" fmla="*/ 1346755 h 1543580"/>
                <a:gd name="connsiteX53" fmla="*/ 1278248 w 1376660"/>
                <a:gd name="connsiteY53" fmla="*/ 1445168 h 1543580"/>
                <a:gd name="connsiteX54" fmla="*/ 1278248 w 1376660"/>
                <a:gd name="connsiteY54" fmla="*/ 557222 h 1543580"/>
                <a:gd name="connsiteX55" fmla="*/ 1242901 w 1376660"/>
                <a:gd name="connsiteY55" fmla="*/ 481692 h 1543580"/>
                <a:gd name="connsiteX56" fmla="*/ 751210 w 1376660"/>
                <a:gd name="connsiteY56" fmla="*/ 72042 h 1543580"/>
                <a:gd name="connsiteX57" fmla="*/ 692051 w 1376660"/>
                <a:gd name="connsiteY57" fmla="*/ 49160 h 154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376660" h="1543580">
                  <a:moveTo>
                    <a:pt x="639217" y="904549"/>
                  </a:moveTo>
                  <a:lnTo>
                    <a:pt x="786929" y="904549"/>
                  </a:lnTo>
                  <a:cubicBezTo>
                    <a:pt x="814090" y="904549"/>
                    <a:pt x="836042" y="882597"/>
                    <a:pt x="836042" y="855436"/>
                  </a:cubicBezTo>
                  <a:cubicBezTo>
                    <a:pt x="836042" y="828275"/>
                    <a:pt x="814090" y="806323"/>
                    <a:pt x="786929" y="806323"/>
                  </a:cubicBezTo>
                  <a:lnTo>
                    <a:pt x="660425" y="806323"/>
                  </a:lnTo>
                  <a:lnTo>
                    <a:pt x="783766" y="682982"/>
                  </a:lnTo>
                  <a:cubicBezTo>
                    <a:pt x="802928" y="663820"/>
                    <a:pt x="802928" y="632566"/>
                    <a:pt x="783766" y="613404"/>
                  </a:cubicBezTo>
                  <a:cubicBezTo>
                    <a:pt x="764605" y="594243"/>
                    <a:pt x="733351" y="594243"/>
                    <a:pt x="714189" y="613404"/>
                  </a:cubicBezTo>
                  <a:lnTo>
                    <a:pt x="598847" y="728560"/>
                  </a:lnTo>
                  <a:lnTo>
                    <a:pt x="483505" y="613404"/>
                  </a:lnTo>
                  <a:cubicBezTo>
                    <a:pt x="464344" y="594243"/>
                    <a:pt x="433090" y="594243"/>
                    <a:pt x="413928" y="613404"/>
                  </a:cubicBezTo>
                  <a:cubicBezTo>
                    <a:pt x="394767" y="632566"/>
                    <a:pt x="394767" y="663820"/>
                    <a:pt x="413928" y="682982"/>
                  </a:cubicBezTo>
                  <a:lnTo>
                    <a:pt x="537270" y="806323"/>
                  </a:lnTo>
                  <a:lnTo>
                    <a:pt x="393092" y="806323"/>
                  </a:lnTo>
                  <a:cubicBezTo>
                    <a:pt x="365931" y="806323"/>
                    <a:pt x="343979" y="828275"/>
                    <a:pt x="343979" y="855436"/>
                  </a:cubicBezTo>
                  <a:cubicBezTo>
                    <a:pt x="343979" y="882597"/>
                    <a:pt x="365931" y="904549"/>
                    <a:pt x="393092" y="904549"/>
                  </a:cubicBezTo>
                  <a:lnTo>
                    <a:pt x="540804" y="904549"/>
                  </a:lnTo>
                  <a:lnTo>
                    <a:pt x="540804" y="1002962"/>
                  </a:lnTo>
                  <a:lnTo>
                    <a:pt x="393092" y="1002962"/>
                  </a:lnTo>
                  <a:cubicBezTo>
                    <a:pt x="375605" y="1002962"/>
                    <a:pt x="359234" y="1012264"/>
                    <a:pt x="350490" y="1027519"/>
                  </a:cubicBezTo>
                  <a:cubicBezTo>
                    <a:pt x="341747" y="1042774"/>
                    <a:pt x="341747" y="1061377"/>
                    <a:pt x="350490" y="1076632"/>
                  </a:cubicBezTo>
                  <a:cubicBezTo>
                    <a:pt x="359234" y="1091887"/>
                    <a:pt x="375419" y="1101189"/>
                    <a:pt x="393092" y="1101189"/>
                  </a:cubicBezTo>
                  <a:lnTo>
                    <a:pt x="540804" y="1101189"/>
                  </a:lnTo>
                  <a:lnTo>
                    <a:pt x="540804" y="1255784"/>
                  </a:lnTo>
                  <a:cubicBezTo>
                    <a:pt x="540804" y="1268806"/>
                    <a:pt x="546013" y="1281271"/>
                    <a:pt x="555129" y="1290572"/>
                  </a:cubicBezTo>
                  <a:cubicBezTo>
                    <a:pt x="564431" y="1299874"/>
                    <a:pt x="576895" y="1304897"/>
                    <a:pt x="589917" y="1304897"/>
                  </a:cubicBezTo>
                  <a:lnTo>
                    <a:pt x="590104" y="1304897"/>
                  </a:lnTo>
                  <a:cubicBezTo>
                    <a:pt x="603126" y="1304897"/>
                    <a:pt x="615590" y="1299688"/>
                    <a:pt x="624892" y="1290572"/>
                  </a:cubicBezTo>
                  <a:cubicBezTo>
                    <a:pt x="634194" y="1281271"/>
                    <a:pt x="639217" y="1268806"/>
                    <a:pt x="639217" y="1255784"/>
                  </a:cubicBezTo>
                  <a:lnTo>
                    <a:pt x="639217" y="1101189"/>
                  </a:lnTo>
                  <a:lnTo>
                    <a:pt x="786929" y="1101189"/>
                  </a:lnTo>
                  <a:cubicBezTo>
                    <a:pt x="804416" y="1101189"/>
                    <a:pt x="820787" y="1091887"/>
                    <a:pt x="829531" y="1076632"/>
                  </a:cubicBezTo>
                  <a:cubicBezTo>
                    <a:pt x="838274" y="1061377"/>
                    <a:pt x="838274" y="1042774"/>
                    <a:pt x="829531" y="1027519"/>
                  </a:cubicBezTo>
                  <a:cubicBezTo>
                    <a:pt x="820787" y="1012264"/>
                    <a:pt x="804602" y="1002962"/>
                    <a:pt x="786929" y="1002962"/>
                  </a:cubicBezTo>
                  <a:lnTo>
                    <a:pt x="639217" y="1002962"/>
                  </a:lnTo>
                  <a:lnTo>
                    <a:pt x="639217" y="904549"/>
                  </a:lnTo>
                  <a:close/>
                  <a:moveTo>
                    <a:pt x="35533" y="530805"/>
                  </a:moveTo>
                  <a:lnTo>
                    <a:pt x="527038" y="121155"/>
                  </a:lnTo>
                  <a:cubicBezTo>
                    <a:pt x="563501" y="90832"/>
                    <a:pt x="616521" y="90832"/>
                    <a:pt x="652983" y="121155"/>
                  </a:cubicBezTo>
                  <a:lnTo>
                    <a:pt x="1144674" y="530805"/>
                  </a:lnTo>
                  <a:cubicBezTo>
                    <a:pt x="1167185" y="549408"/>
                    <a:pt x="1180021" y="577128"/>
                    <a:pt x="1180021" y="606335"/>
                  </a:cubicBezTo>
                  <a:lnTo>
                    <a:pt x="1180021" y="1445168"/>
                  </a:lnTo>
                  <a:cubicBezTo>
                    <a:pt x="1180021" y="1499490"/>
                    <a:pt x="1135931" y="1543580"/>
                    <a:pt x="1081608" y="1543580"/>
                  </a:cubicBezTo>
                  <a:lnTo>
                    <a:pt x="98413" y="1543580"/>
                  </a:lnTo>
                  <a:cubicBezTo>
                    <a:pt x="44090" y="1543580"/>
                    <a:pt x="0" y="1499490"/>
                    <a:pt x="0" y="1445168"/>
                  </a:cubicBezTo>
                  <a:lnTo>
                    <a:pt x="0" y="606335"/>
                  </a:lnTo>
                  <a:cubicBezTo>
                    <a:pt x="0" y="577128"/>
                    <a:pt x="13022" y="549594"/>
                    <a:pt x="35533" y="530805"/>
                  </a:cubicBezTo>
                  <a:close/>
                  <a:moveTo>
                    <a:pt x="692051" y="49160"/>
                  </a:moveTo>
                  <a:lnTo>
                    <a:pt x="723863" y="22743"/>
                  </a:lnTo>
                  <a:cubicBezTo>
                    <a:pt x="760326" y="-7581"/>
                    <a:pt x="813346" y="-7581"/>
                    <a:pt x="849623" y="22743"/>
                  </a:cubicBezTo>
                  <a:lnTo>
                    <a:pt x="1341314" y="432392"/>
                  </a:lnTo>
                  <a:cubicBezTo>
                    <a:pt x="1363824" y="450996"/>
                    <a:pt x="1376660" y="478715"/>
                    <a:pt x="1376660" y="507922"/>
                  </a:cubicBezTo>
                  <a:lnTo>
                    <a:pt x="1376660" y="1346755"/>
                  </a:lnTo>
                  <a:cubicBezTo>
                    <a:pt x="1376660" y="1401077"/>
                    <a:pt x="1332570" y="1445168"/>
                    <a:pt x="1278248" y="1445168"/>
                  </a:cubicBezTo>
                  <a:lnTo>
                    <a:pt x="1278248" y="557222"/>
                  </a:lnTo>
                  <a:cubicBezTo>
                    <a:pt x="1278248" y="528014"/>
                    <a:pt x="1265225" y="500295"/>
                    <a:pt x="1242901" y="481692"/>
                  </a:cubicBezTo>
                  <a:lnTo>
                    <a:pt x="751210" y="72042"/>
                  </a:lnTo>
                  <a:cubicBezTo>
                    <a:pt x="734653" y="58089"/>
                    <a:pt x="713817" y="50090"/>
                    <a:pt x="692051" y="49160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64" name="矩形 63"/>
          <p:cNvSpPr/>
          <p:nvPr/>
        </p:nvSpPr>
        <p:spPr>
          <a:xfrm>
            <a:off x="2824639" y="1004184"/>
            <a:ext cx="2065421" cy="1112120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3076147" y="1380925"/>
            <a:ext cx="767839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35%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5063289" y="1004184"/>
            <a:ext cx="2065421" cy="1112120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5296111" y="1380925"/>
            <a:ext cx="767839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18%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7301939" y="1004184"/>
            <a:ext cx="2065421" cy="1112120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9540590" y="1004184"/>
            <a:ext cx="2065421" cy="1112120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9804222" y="1380925"/>
            <a:ext cx="868828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1:3.5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26" name="组合 125"/>
          <p:cNvGrpSpPr/>
          <p:nvPr/>
        </p:nvGrpSpPr>
        <p:grpSpPr>
          <a:xfrm>
            <a:off x="3076147" y="1097127"/>
            <a:ext cx="1044125" cy="252802"/>
            <a:chOff x="3016881" y="1097127"/>
            <a:chExt cx="1044125" cy="252802"/>
          </a:xfrm>
        </p:grpSpPr>
        <p:sp>
          <p:nvSpPr>
            <p:cNvPr id="65" name="文本框 64"/>
            <p:cNvSpPr txBox="1"/>
            <p:nvPr/>
          </p:nvSpPr>
          <p:spPr>
            <a:xfrm>
              <a:off x="3291565" y="1134267"/>
              <a:ext cx="769441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毛利率优化</a:t>
              </a:r>
            </a:p>
          </p:txBody>
        </p:sp>
        <p:sp>
          <p:nvSpPr>
            <p:cNvPr id="97" name="图形 95"/>
            <p:cNvSpPr>
              <a:spLocks noChangeAspect="1"/>
            </p:cNvSpPr>
            <p:nvPr/>
          </p:nvSpPr>
          <p:spPr>
            <a:xfrm>
              <a:off x="3016881" y="1097127"/>
              <a:ext cx="252000" cy="252802"/>
            </a:xfrm>
            <a:custGeom>
              <a:avLst/>
              <a:gdLst>
                <a:gd name="connsiteX0" fmla="*/ 1309369 w 1883953"/>
                <a:gd name="connsiteY0" fmla="*/ 720453 h 1889942"/>
                <a:gd name="connsiteX1" fmla="*/ 734694 w 1883953"/>
                <a:gd name="connsiteY1" fmla="*/ 1295084 h 1889942"/>
                <a:gd name="connsiteX2" fmla="*/ 1309369 w 1883953"/>
                <a:gd name="connsiteY2" fmla="*/ 1869713 h 1889942"/>
                <a:gd name="connsiteX3" fmla="*/ 1883954 w 1883953"/>
                <a:gd name="connsiteY3" fmla="*/ 1295084 h 1889942"/>
                <a:gd name="connsiteX4" fmla="*/ 1309369 w 1883953"/>
                <a:gd name="connsiteY4" fmla="*/ 720408 h 1889942"/>
                <a:gd name="connsiteX5" fmla="*/ 1437594 w 1883953"/>
                <a:gd name="connsiteY5" fmla="*/ 1217386 h 1889942"/>
                <a:gd name="connsiteX6" fmla="*/ 1464582 w 1883953"/>
                <a:gd name="connsiteY6" fmla="*/ 1220061 h 1889942"/>
                <a:gd name="connsiteX7" fmla="*/ 1551850 w 1883953"/>
                <a:gd name="connsiteY7" fmla="*/ 1220061 h 1889942"/>
                <a:gd name="connsiteX8" fmla="*/ 1573485 w 1883953"/>
                <a:gd name="connsiteY8" fmla="*/ 1230450 h 1889942"/>
                <a:gd name="connsiteX9" fmla="*/ 1582555 w 1883953"/>
                <a:gd name="connsiteY9" fmla="*/ 1251086 h 1889942"/>
                <a:gd name="connsiteX10" fmla="*/ 1582555 w 1883953"/>
                <a:gd name="connsiteY10" fmla="*/ 1313816 h 1889942"/>
                <a:gd name="connsiteX11" fmla="*/ 1557019 w 1883953"/>
                <a:gd name="connsiteY11" fmla="*/ 1332094 h 1889942"/>
                <a:gd name="connsiteX12" fmla="*/ 1405754 w 1883953"/>
                <a:gd name="connsiteY12" fmla="*/ 1332094 h 1889942"/>
                <a:gd name="connsiteX13" fmla="*/ 1386431 w 1883953"/>
                <a:gd name="connsiteY13" fmla="*/ 1337582 h 1889942"/>
                <a:gd name="connsiteX14" fmla="*/ 1377678 w 1883953"/>
                <a:gd name="connsiteY14" fmla="*/ 1353004 h 1889942"/>
                <a:gd name="connsiteX15" fmla="*/ 1378720 w 1883953"/>
                <a:gd name="connsiteY15" fmla="*/ 1375094 h 1889942"/>
                <a:gd name="connsiteX16" fmla="*/ 1379946 w 1883953"/>
                <a:gd name="connsiteY16" fmla="*/ 1394551 h 1889942"/>
                <a:gd name="connsiteX17" fmla="*/ 1405752 w 1883953"/>
                <a:gd name="connsiteY17" fmla="*/ 1404984 h 1889942"/>
                <a:gd name="connsiteX18" fmla="*/ 1554707 w 1883953"/>
                <a:gd name="connsiteY18" fmla="*/ 1404984 h 1889942"/>
                <a:gd name="connsiteX19" fmla="*/ 1580242 w 1883953"/>
                <a:gd name="connsiteY19" fmla="*/ 1428659 h 1889942"/>
                <a:gd name="connsiteX20" fmla="*/ 1580242 w 1883953"/>
                <a:gd name="connsiteY20" fmla="*/ 1486354 h 1889942"/>
                <a:gd name="connsiteX21" fmla="*/ 1544003 w 1883953"/>
                <a:gd name="connsiteY21" fmla="*/ 1512207 h 1889942"/>
                <a:gd name="connsiteX22" fmla="*/ 1510665 w 1883953"/>
                <a:gd name="connsiteY22" fmla="*/ 1512207 h 1889942"/>
                <a:gd name="connsiteX23" fmla="*/ 1468664 w 1883953"/>
                <a:gd name="connsiteY23" fmla="*/ 1513387 h 1889942"/>
                <a:gd name="connsiteX24" fmla="*/ 1428839 w 1883953"/>
                <a:gd name="connsiteY24" fmla="*/ 1514884 h 1889942"/>
                <a:gd name="connsiteX25" fmla="*/ 1405708 w 1883953"/>
                <a:gd name="connsiteY25" fmla="*/ 1514884 h 1889942"/>
                <a:gd name="connsiteX26" fmla="*/ 1382892 w 1883953"/>
                <a:gd name="connsiteY26" fmla="*/ 1541283 h 1889942"/>
                <a:gd name="connsiteX27" fmla="*/ 1382892 w 1883953"/>
                <a:gd name="connsiteY27" fmla="*/ 1645604 h 1889942"/>
                <a:gd name="connsiteX28" fmla="*/ 1362255 w 1883953"/>
                <a:gd name="connsiteY28" fmla="*/ 1658983 h 1889942"/>
                <a:gd name="connsiteX29" fmla="*/ 1280069 w 1883953"/>
                <a:gd name="connsiteY29" fmla="*/ 1658983 h 1889942"/>
                <a:gd name="connsiteX30" fmla="*/ 1246823 w 1883953"/>
                <a:gd name="connsiteY30" fmla="*/ 1630317 h 1889942"/>
                <a:gd name="connsiteX31" fmla="*/ 1248182 w 1883953"/>
                <a:gd name="connsiteY31" fmla="*/ 1585505 h 1889942"/>
                <a:gd name="connsiteX32" fmla="*/ 1246958 w 1883953"/>
                <a:gd name="connsiteY32" fmla="*/ 1538606 h 1889942"/>
                <a:gd name="connsiteX33" fmla="*/ 1244281 w 1883953"/>
                <a:gd name="connsiteY33" fmla="*/ 1521552 h 1889942"/>
                <a:gd name="connsiteX34" fmla="*/ 1228997 w 1883953"/>
                <a:gd name="connsiteY34" fmla="*/ 1517831 h 1889942"/>
                <a:gd name="connsiteX35" fmla="*/ 1075099 w 1883953"/>
                <a:gd name="connsiteY35" fmla="*/ 1517831 h 1889942"/>
                <a:gd name="connsiteX36" fmla="*/ 1041762 w 1883953"/>
                <a:gd name="connsiteY36" fmla="*/ 1483723 h 1889942"/>
                <a:gd name="connsiteX37" fmla="*/ 1039358 w 1883953"/>
                <a:gd name="connsiteY37" fmla="*/ 1463993 h 1889942"/>
                <a:gd name="connsiteX38" fmla="*/ 1039358 w 1883953"/>
                <a:gd name="connsiteY38" fmla="*/ 1439363 h 1889942"/>
                <a:gd name="connsiteX39" fmla="*/ 1047069 w 1883953"/>
                <a:gd name="connsiteY39" fmla="*/ 1415644 h 1889942"/>
                <a:gd name="connsiteX40" fmla="*/ 1067390 w 1883953"/>
                <a:gd name="connsiteY40" fmla="*/ 1408069 h 1889942"/>
                <a:gd name="connsiteX41" fmla="*/ 1239065 w 1883953"/>
                <a:gd name="connsiteY41" fmla="*/ 1408069 h 1889942"/>
                <a:gd name="connsiteX42" fmla="*/ 1244054 w 1883953"/>
                <a:gd name="connsiteY42" fmla="*/ 1394687 h 1889942"/>
                <a:gd name="connsiteX43" fmla="*/ 1244054 w 1883953"/>
                <a:gd name="connsiteY43" fmla="*/ 1345157 h 1889942"/>
                <a:gd name="connsiteX44" fmla="*/ 1213665 w 1883953"/>
                <a:gd name="connsiteY44" fmla="*/ 1332094 h 1889942"/>
                <a:gd name="connsiteX45" fmla="*/ 1065031 w 1883953"/>
                <a:gd name="connsiteY45" fmla="*/ 1332094 h 1889942"/>
                <a:gd name="connsiteX46" fmla="*/ 1047116 w 1883953"/>
                <a:gd name="connsiteY46" fmla="*/ 1331052 h 1889942"/>
                <a:gd name="connsiteX47" fmla="*/ 1039358 w 1883953"/>
                <a:gd name="connsiteY47" fmla="*/ 1316764 h 1889942"/>
                <a:gd name="connsiteX48" fmla="*/ 1039358 w 1883953"/>
                <a:gd name="connsiteY48" fmla="*/ 1284878 h 1889942"/>
                <a:gd name="connsiteX49" fmla="*/ 1036772 w 1883953"/>
                <a:gd name="connsiteY49" fmla="*/ 1253581 h 1889942"/>
                <a:gd name="connsiteX50" fmla="*/ 1044256 w 1883953"/>
                <a:gd name="connsiteY50" fmla="*/ 1227773 h 1889942"/>
                <a:gd name="connsiteX51" fmla="*/ 1077640 w 1883953"/>
                <a:gd name="connsiteY51" fmla="*/ 1217342 h 1889942"/>
                <a:gd name="connsiteX52" fmla="*/ 1122860 w 1883953"/>
                <a:gd name="connsiteY52" fmla="*/ 1218566 h 1889942"/>
                <a:gd name="connsiteX53" fmla="*/ 1159963 w 1883953"/>
                <a:gd name="connsiteY53" fmla="*/ 1217386 h 1889942"/>
                <a:gd name="connsiteX54" fmla="*/ 1190352 w 1883953"/>
                <a:gd name="connsiteY54" fmla="*/ 1217386 h 1889942"/>
                <a:gd name="connsiteX55" fmla="*/ 1200649 w 1883953"/>
                <a:gd name="connsiteY55" fmla="*/ 1206953 h 1889942"/>
                <a:gd name="connsiteX56" fmla="*/ 1170260 w 1883953"/>
                <a:gd name="connsiteY56" fmla="*/ 1167812 h 1889942"/>
                <a:gd name="connsiteX57" fmla="*/ 1116375 w 1883953"/>
                <a:gd name="connsiteY57" fmla="*/ 1097053 h 1889942"/>
                <a:gd name="connsiteX58" fmla="*/ 1039358 w 1883953"/>
                <a:gd name="connsiteY58" fmla="*/ 1000307 h 1889942"/>
                <a:gd name="connsiteX59" fmla="*/ 1047069 w 1883953"/>
                <a:gd name="connsiteY59" fmla="*/ 953453 h 1889942"/>
                <a:gd name="connsiteX60" fmla="*/ 1073784 w 1883953"/>
                <a:gd name="connsiteY60" fmla="*/ 933405 h 1889942"/>
                <a:gd name="connsiteX61" fmla="*/ 1106124 w 1883953"/>
                <a:gd name="connsiteY61" fmla="*/ 911453 h 1889942"/>
                <a:gd name="connsiteX62" fmla="*/ 1154657 w 1883953"/>
                <a:gd name="connsiteY62" fmla="*/ 939935 h 1889942"/>
                <a:gd name="connsiteX63" fmla="*/ 1184274 w 1883953"/>
                <a:gd name="connsiteY63" fmla="*/ 978035 h 1889942"/>
                <a:gd name="connsiteX64" fmla="*/ 1228952 w 1883953"/>
                <a:gd name="connsiteY64" fmla="*/ 1036774 h 1889942"/>
                <a:gd name="connsiteX65" fmla="*/ 1272585 w 1883953"/>
                <a:gd name="connsiteY65" fmla="*/ 1092744 h 1889942"/>
                <a:gd name="connsiteX66" fmla="*/ 1295852 w 1883953"/>
                <a:gd name="connsiteY66" fmla="*/ 1123133 h 1889942"/>
                <a:gd name="connsiteX67" fmla="*/ 1314722 w 1883953"/>
                <a:gd name="connsiteY67" fmla="*/ 1136241 h 1889942"/>
                <a:gd name="connsiteX68" fmla="*/ 1334134 w 1883953"/>
                <a:gd name="connsiteY68" fmla="*/ 1128350 h 1889942"/>
                <a:gd name="connsiteX69" fmla="*/ 1355860 w 1883953"/>
                <a:gd name="connsiteY69" fmla="*/ 1095422 h 1889942"/>
                <a:gd name="connsiteX70" fmla="*/ 1398132 w 1883953"/>
                <a:gd name="connsiteY70" fmla="*/ 1034279 h 1889942"/>
                <a:gd name="connsiteX71" fmla="*/ 1441585 w 1883953"/>
                <a:gd name="connsiteY71" fmla="*/ 970054 h 1889942"/>
                <a:gd name="connsiteX72" fmla="*/ 1467440 w 1883953"/>
                <a:gd name="connsiteY72" fmla="*/ 932317 h 1889942"/>
                <a:gd name="connsiteX73" fmla="*/ 1488938 w 1883953"/>
                <a:gd name="connsiteY73" fmla="*/ 908914 h 1889942"/>
                <a:gd name="connsiteX74" fmla="*/ 1518737 w 1883953"/>
                <a:gd name="connsiteY74" fmla="*/ 911451 h 1889942"/>
                <a:gd name="connsiteX75" fmla="*/ 1546497 w 1883953"/>
                <a:gd name="connsiteY75" fmla="*/ 926874 h 1889942"/>
                <a:gd name="connsiteX76" fmla="*/ 1567090 w 1883953"/>
                <a:gd name="connsiteY76" fmla="*/ 942884 h 1889942"/>
                <a:gd name="connsiteX77" fmla="*/ 1582555 w 1883953"/>
                <a:gd name="connsiteY77" fmla="*/ 992325 h 1889942"/>
                <a:gd name="connsiteX78" fmla="*/ 1554616 w 1883953"/>
                <a:gd name="connsiteY78" fmla="*/ 1031784 h 1889942"/>
                <a:gd name="connsiteX79" fmla="*/ 1504450 w 1883953"/>
                <a:gd name="connsiteY79" fmla="*/ 1098415 h 1889942"/>
                <a:gd name="connsiteX80" fmla="*/ 1455828 w 1883953"/>
                <a:gd name="connsiteY80" fmla="*/ 1165043 h 1889942"/>
                <a:gd name="connsiteX81" fmla="*/ 1431245 w 1883953"/>
                <a:gd name="connsiteY81" fmla="*/ 1201512 h 1889942"/>
                <a:gd name="connsiteX82" fmla="*/ 1437594 w 1883953"/>
                <a:gd name="connsiteY82" fmla="*/ 1217386 h 1889942"/>
                <a:gd name="connsiteX83" fmla="*/ 707570 w 1883953"/>
                <a:gd name="connsiteY83" fmla="*/ 0 h 1889942"/>
                <a:gd name="connsiteX84" fmla="*/ 0 w 1883953"/>
                <a:gd name="connsiteY84" fmla="*/ 351110 h 1889942"/>
                <a:gd name="connsiteX85" fmla="*/ 707570 w 1883953"/>
                <a:gd name="connsiteY85" fmla="*/ 702128 h 1889942"/>
                <a:gd name="connsiteX86" fmla="*/ 1415142 w 1883953"/>
                <a:gd name="connsiteY86" fmla="*/ 351065 h 1889942"/>
                <a:gd name="connsiteX87" fmla="*/ 707570 w 1883953"/>
                <a:gd name="connsiteY87" fmla="*/ 91 h 1889942"/>
                <a:gd name="connsiteX88" fmla="*/ 930546 w 1883953"/>
                <a:gd name="connsiteY88" fmla="*/ 792119 h 1889942"/>
                <a:gd name="connsiteX89" fmla="*/ 707570 w 1883953"/>
                <a:gd name="connsiteY89" fmla="*/ 810261 h 1889942"/>
                <a:gd name="connsiteX90" fmla="*/ 18051 w 1883953"/>
                <a:gd name="connsiteY90" fmla="*/ 537119 h 1889942"/>
                <a:gd name="connsiteX91" fmla="*/ 0 w 1883953"/>
                <a:gd name="connsiteY91" fmla="*/ 614999 h 1889942"/>
                <a:gd name="connsiteX92" fmla="*/ 707570 w 1883953"/>
                <a:gd name="connsiteY92" fmla="*/ 966062 h 1889942"/>
                <a:gd name="connsiteX93" fmla="*/ 763814 w 1883953"/>
                <a:gd name="connsiteY93" fmla="*/ 964611 h 1889942"/>
                <a:gd name="connsiteX94" fmla="*/ 930546 w 1883953"/>
                <a:gd name="connsiteY94" fmla="*/ 792119 h 1889942"/>
                <a:gd name="connsiteX95" fmla="*/ 1395684 w 1883953"/>
                <a:gd name="connsiteY95" fmla="*/ 695416 h 1889942"/>
                <a:gd name="connsiteX96" fmla="*/ 1415050 w 1883953"/>
                <a:gd name="connsiteY96" fmla="*/ 615088 h 1889942"/>
                <a:gd name="connsiteX97" fmla="*/ 1396908 w 1883953"/>
                <a:gd name="connsiteY97" fmla="*/ 537165 h 1889942"/>
                <a:gd name="connsiteX98" fmla="*/ 1247548 w 1883953"/>
                <a:gd name="connsiteY98" fmla="*/ 685346 h 1889942"/>
                <a:gd name="connsiteX99" fmla="*/ 1277710 w 1883953"/>
                <a:gd name="connsiteY99" fmla="*/ 683759 h 1889942"/>
                <a:gd name="connsiteX100" fmla="*/ 1395684 w 1883953"/>
                <a:gd name="connsiteY100" fmla="*/ 695416 h 1889942"/>
                <a:gd name="connsiteX101" fmla="*/ 707614 w 1883953"/>
                <a:gd name="connsiteY101" fmla="*/ 1041218 h 1889942"/>
                <a:gd name="connsiteX102" fmla="*/ 18051 w 1883953"/>
                <a:gd name="connsiteY102" fmla="*/ 768078 h 1889942"/>
                <a:gd name="connsiteX103" fmla="*/ 0 w 1883953"/>
                <a:gd name="connsiteY103" fmla="*/ 845956 h 1889942"/>
                <a:gd name="connsiteX104" fmla="*/ 674642 w 1883953"/>
                <a:gd name="connsiteY104" fmla="*/ 1196160 h 1889942"/>
                <a:gd name="connsiteX105" fmla="*/ 722040 w 1883953"/>
                <a:gd name="connsiteY105" fmla="*/ 1040857 h 1889942"/>
                <a:gd name="connsiteX106" fmla="*/ 707570 w 1883953"/>
                <a:gd name="connsiteY106" fmla="*/ 1041218 h 1889942"/>
                <a:gd name="connsiteX107" fmla="*/ 667338 w 1883953"/>
                <a:gd name="connsiteY107" fmla="*/ 1271269 h 1889942"/>
                <a:gd name="connsiteX108" fmla="*/ 18051 w 1883953"/>
                <a:gd name="connsiteY108" fmla="*/ 999037 h 1889942"/>
                <a:gd name="connsiteX109" fmla="*/ 0 w 1883953"/>
                <a:gd name="connsiteY109" fmla="*/ 1076961 h 1889942"/>
                <a:gd name="connsiteX110" fmla="*/ 681038 w 1883953"/>
                <a:gd name="connsiteY110" fmla="*/ 1427299 h 1889942"/>
                <a:gd name="connsiteX111" fmla="*/ 666296 w 1883953"/>
                <a:gd name="connsiteY111" fmla="*/ 1295037 h 1889942"/>
                <a:gd name="connsiteX112" fmla="*/ 667338 w 1883953"/>
                <a:gd name="connsiteY112" fmla="*/ 1271271 h 1889942"/>
                <a:gd name="connsiteX113" fmla="*/ 18053 w 1883953"/>
                <a:gd name="connsiteY113" fmla="*/ 1229996 h 1889942"/>
                <a:gd name="connsiteX114" fmla="*/ 2 w 1883953"/>
                <a:gd name="connsiteY114" fmla="*/ 1307918 h 1889942"/>
                <a:gd name="connsiteX115" fmla="*/ 707572 w 1883953"/>
                <a:gd name="connsiteY115" fmla="*/ 1658983 h 1889942"/>
                <a:gd name="connsiteX116" fmla="*/ 785269 w 1883953"/>
                <a:gd name="connsiteY116" fmla="*/ 1656714 h 1889942"/>
                <a:gd name="connsiteX117" fmla="*/ 703626 w 1883953"/>
                <a:gd name="connsiteY117" fmla="*/ 1503045 h 1889942"/>
                <a:gd name="connsiteX118" fmla="*/ 18053 w 1883953"/>
                <a:gd name="connsiteY118" fmla="*/ 1229996 h 1889942"/>
                <a:gd name="connsiteX119" fmla="*/ 846773 w 1883953"/>
                <a:gd name="connsiteY119" fmla="*/ 1727018 h 1889942"/>
                <a:gd name="connsiteX120" fmla="*/ 707570 w 1883953"/>
                <a:gd name="connsiteY120" fmla="*/ 1734095 h 1889942"/>
                <a:gd name="connsiteX121" fmla="*/ 18051 w 1883953"/>
                <a:gd name="connsiteY121" fmla="*/ 1460955 h 1889942"/>
                <a:gd name="connsiteX122" fmla="*/ 0 w 1883953"/>
                <a:gd name="connsiteY122" fmla="*/ 1538877 h 1889942"/>
                <a:gd name="connsiteX123" fmla="*/ 707570 w 1883953"/>
                <a:gd name="connsiteY123" fmla="*/ 1889942 h 1889942"/>
                <a:gd name="connsiteX124" fmla="*/ 1027383 w 1883953"/>
                <a:gd name="connsiteY124" fmla="*/ 1851707 h 1889942"/>
                <a:gd name="connsiteX125" fmla="*/ 846772 w 1883953"/>
                <a:gd name="connsiteY125" fmla="*/ 1726974 h 188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1883953" h="1889942">
                  <a:moveTo>
                    <a:pt x="1309369" y="720453"/>
                  </a:moveTo>
                  <a:cubicBezTo>
                    <a:pt x="991915" y="720453"/>
                    <a:pt x="734694" y="977719"/>
                    <a:pt x="734694" y="1295084"/>
                  </a:cubicBezTo>
                  <a:cubicBezTo>
                    <a:pt x="734694" y="1612447"/>
                    <a:pt x="992005" y="1869713"/>
                    <a:pt x="1309369" y="1869713"/>
                  </a:cubicBezTo>
                  <a:cubicBezTo>
                    <a:pt x="1626690" y="1869713"/>
                    <a:pt x="1883954" y="1612447"/>
                    <a:pt x="1883954" y="1295084"/>
                  </a:cubicBezTo>
                  <a:cubicBezTo>
                    <a:pt x="1883954" y="977719"/>
                    <a:pt x="1626688" y="720408"/>
                    <a:pt x="1309369" y="720408"/>
                  </a:cubicBezTo>
                  <a:close/>
                  <a:moveTo>
                    <a:pt x="1437594" y="1217386"/>
                  </a:moveTo>
                  <a:cubicBezTo>
                    <a:pt x="1447210" y="1219154"/>
                    <a:pt x="1456462" y="1220061"/>
                    <a:pt x="1464582" y="1220061"/>
                  </a:cubicBezTo>
                  <a:lnTo>
                    <a:pt x="1551850" y="1220061"/>
                  </a:lnTo>
                  <a:cubicBezTo>
                    <a:pt x="1560195" y="1220061"/>
                    <a:pt x="1567452" y="1223237"/>
                    <a:pt x="1573485" y="1230450"/>
                  </a:cubicBezTo>
                  <a:cubicBezTo>
                    <a:pt x="1579606" y="1237389"/>
                    <a:pt x="1582555" y="1244056"/>
                    <a:pt x="1582555" y="1251086"/>
                  </a:cubicBezTo>
                  <a:lnTo>
                    <a:pt x="1582555" y="1313816"/>
                  </a:lnTo>
                  <a:cubicBezTo>
                    <a:pt x="1582555" y="1326289"/>
                    <a:pt x="1573802" y="1332094"/>
                    <a:pt x="1557019" y="1332094"/>
                  </a:cubicBezTo>
                  <a:lnTo>
                    <a:pt x="1405754" y="1332094"/>
                  </a:lnTo>
                  <a:cubicBezTo>
                    <a:pt x="1398930" y="1332102"/>
                    <a:pt x="1392241" y="1334002"/>
                    <a:pt x="1386431" y="1337582"/>
                  </a:cubicBezTo>
                  <a:cubicBezTo>
                    <a:pt x="1380399" y="1340848"/>
                    <a:pt x="1377678" y="1346292"/>
                    <a:pt x="1377678" y="1353004"/>
                  </a:cubicBezTo>
                  <a:cubicBezTo>
                    <a:pt x="1377678" y="1360261"/>
                    <a:pt x="1377814" y="1367247"/>
                    <a:pt x="1378720" y="1375094"/>
                  </a:cubicBezTo>
                  <a:cubicBezTo>
                    <a:pt x="1379627" y="1382985"/>
                    <a:pt x="1379946" y="1389653"/>
                    <a:pt x="1379946" y="1394551"/>
                  </a:cubicBezTo>
                  <a:cubicBezTo>
                    <a:pt x="1379946" y="1404984"/>
                    <a:pt x="1388925" y="1408656"/>
                    <a:pt x="1405752" y="1404984"/>
                  </a:cubicBezTo>
                  <a:lnTo>
                    <a:pt x="1554707" y="1404984"/>
                  </a:lnTo>
                  <a:cubicBezTo>
                    <a:pt x="1571761" y="1404984"/>
                    <a:pt x="1580242" y="1412785"/>
                    <a:pt x="1580242" y="1428659"/>
                  </a:cubicBezTo>
                  <a:lnTo>
                    <a:pt x="1580242" y="1486354"/>
                  </a:lnTo>
                  <a:cubicBezTo>
                    <a:pt x="1580242" y="1503454"/>
                    <a:pt x="1567769" y="1512207"/>
                    <a:pt x="1544003" y="1512207"/>
                  </a:cubicBezTo>
                  <a:lnTo>
                    <a:pt x="1510665" y="1512207"/>
                  </a:lnTo>
                  <a:cubicBezTo>
                    <a:pt x="1497284" y="1512207"/>
                    <a:pt x="1483450" y="1512797"/>
                    <a:pt x="1468664" y="1513387"/>
                  </a:cubicBezTo>
                  <a:cubicBezTo>
                    <a:pt x="1454376" y="1514611"/>
                    <a:pt x="1440723" y="1514884"/>
                    <a:pt x="1428839" y="1514884"/>
                  </a:cubicBezTo>
                  <a:lnTo>
                    <a:pt x="1405708" y="1514884"/>
                  </a:lnTo>
                  <a:cubicBezTo>
                    <a:pt x="1390739" y="1514884"/>
                    <a:pt x="1382892" y="1523684"/>
                    <a:pt x="1382892" y="1541283"/>
                  </a:cubicBezTo>
                  <a:lnTo>
                    <a:pt x="1382892" y="1645604"/>
                  </a:lnTo>
                  <a:cubicBezTo>
                    <a:pt x="1382892" y="1654675"/>
                    <a:pt x="1375909" y="1658983"/>
                    <a:pt x="1362255" y="1658983"/>
                  </a:cubicBezTo>
                  <a:lnTo>
                    <a:pt x="1280069" y="1658983"/>
                  </a:lnTo>
                  <a:cubicBezTo>
                    <a:pt x="1257934" y="1658983"/>
                    <a:pt x="1246823" y="1649458"/>
                    <a:pt x="1246823" y="1630317"/>
                  </a:cubicBezTo>
                  <a:cubicBezTo>
                    <a:pt x="1246823" y="1623062"/>
                    <a:pt x="1247457" y="1608365"/>
                    <a:pt x="1248182" y="1585505"/>
                  </a:cubicBezTo>
                  <a:cubicBezTo>
                    <a:pt x="1249362" y="1562961"/>
                    <a:pt x="1248772" y="1547405"/>
                    <a:pt x="1246958" y="1538606"/>
                  </a:cubicBezTo>
                  <a:cubicBezTo>
                    <a:pt x="1246958" y="1529989"/>
                    <a:pt x="1245959" y="1524227"/>
                    <a:pt x="1244281" y="1521552"/>
                  </a:cubicBezTo>
                  <a:cubicBezTo>
                    <a:pt x="1242830" y="1519057"/>
                    <a:pt x="1237932" y="1517831"/>
                    <a:pt x="1228997" y="1517831"/>
                  </a:cubicBezTo>
                  <a:lnTo>
                    <a:pt x="1075099" y="1517831"/>
                  </a:lnTo>
                  <a:cubicBezTo>
                    <a:pt x="1052875" y="1517831"/>
                    <a:pt x="1041762" y="1506583"/>
                    <a:pt x="1041762" y="1483723"/>
                  </a:cubicBezTo>
                  <a:cubicBezTo>
                    <a:pt x="1041762" y="1478825"/>
                    <a:pt x="1041263" y="1472158"/>
                    <a:pt x="1039358" y="1463993"/>
                  </a:cubicBezTo>
                  <a:cubicBezTo>
                    <a:pt x="1037547" y="1455883"/>
                    <a:pt x="1037547" y="1447473"/>
                    <a:pt x="1039358" y="1439363"/>
                  </a:cubicBezTo>
                  <a:cubicBezTo>
                    <a:pt x="1041263" y="1430746"/>
                    <a:pt x="1043804" y="1422899"/>
                    <a:pt x="1047069" y="1415644"/>
                  </a:cubicBezTo>
                  <a:cubicBezTo>
                    <a:pt x="1050652" y="1408928"/>
                    <a:pt x="1057320" y="1406299"/>
                    <a:pt x="1067390" y="1408069"/>
                  </a:cubicBezTo>
                  <a:lnTo>
                    <a:pt x="1239065" y="1408069"/>
                  </a:lnTo>
                  <a:cubicBezTo>
                    <a:pt x="1242603" y="1408069"/>
                    <a:pt x="1244054" y="1403758"/>
                    <a:pt x="1244054" y="1394687"/>
                  </a:cubicBezTo>
                  <a:lnTo>
                    <a:pt x="1244054" y="1345157"/>
                  </a:lnTo>
                  <a:cubicBezTo>
                    <a:pt x="1244054" y="1336358"/>
                    <a:pt x="1233850" y="1332094"/>
                    <a:pt x="1213665" y="1332094"/>
                  </a:cubicBezTo>
                  <a:lnTo>
                    <a:pt x="1065031" y="1332094"/>
                  </a:lnTo>
                  <a:cubicBezTo>
                    <a:pt x="1058045" y="1332094"/>
                    <a:pt x="1052286" y="1331777"/>
                    <a:pt x="1047116" y="1331052"/>
                  </a:cubicBezTo>
                  <a:cubicBezTo>
                    <a:pt x="1041762" y="1330144"/>
                    <a:pt x="1039358" y="1325246"/>
                    <a:pt x="1039358" y="1316764"/>
                  </a:cubicBezTo>
                  <a:lnTo>
                    <a:pt x="1039358" y="1284878"/>
                  </a:lnTo>
                  <a:cubicBezTo>
                    <a:pt x="1039358" y="1271271"/>
                    <a:pt x="1038452" y="1260838"/>
                    <a:pt x="1036772" y="1253581"/>
                  </a:cubicBezTo>
                  <a:cubicBezTo>
                    <a:pt x="1033027" y="1244281"/>
                    <a:pt x="1036117" y="1233626"/>
                    <a:pt x="1044256" y="1227773"/>
                  </a:cubicBezTo>
                  <a:cubicBezTo>
                    <a:pt x="1052875" y="1220517"/>
                    <a:pt x="1064125" y="1217342"/>
                    <a:pt x="1077640" y="1217342"/>
                  </a:cubicBezTo>
                  <a:cubicBezTo>
                    <a:pt x="1091427" y="1219155"/>
                    <a:pt x="1106396" y="1219474"/>
                    <a:pt x="1122860" y="1218566"/>
                  </a:cubicBezTo>
                  <a:cubicBezTo>
                    <a:pt x="1138872" y="1217658"/>
                    <a:pt x="1151528" y="1217386"/>
                    <a:pt x="1159963" y="1217386"/>
                  </a:cubicBezTo>
                  <a:lnTo>
                    <a:pt x="1190352" y="1217386"/>
                  </a:lnTo>
                  <a:cubicBezTo>
                    <a:pt x="1200649" y="1217386"/>
                    <a:pt x="1204187" y="1213666"/>
                    <a:pt x="1200649" y="1206953"/>
                  </a:cubicBezTo>
                  <a:cubicBezTo>
                    <a:pt x="1190278" y="1194095"/>
                    <a:pt x="1180147" y="1181046"/>
                    <a:pt x="1170260" y="1167812"/>
                  </a:cubicBezTo>
                  <a:cubicBezTo>
                    <a:pt x="1152841" y="1144542"/>
                    <a:pt x="1135062" y="1121366"/>
                    <a:pt x="1116375" y="1097053"/>
                  </a:cubicBezTo>
                  <a:cubicBezTo>
                    <a:pt x="1091547" y="1064141"/>
                    <a:pt x="1065866" y="1031882"/>
                    <a:pt x="1039358" y="1000307"/>
                  </a:cubicBezTo>
                  <a:cubicBezTo>
                    <a:pt x="1027474" y="981166"/>
                    <a:pt x="1030015" y="965292"/>
                    <a:pt x="1047069" y="953453"/>
                  </a:cubicBezTo>
                  <a:cubicBezTo>
                    <a:pt x="1055506" y="948100"/>
                    <a:pt x="1064441" y="941569"/>
                    <a:pt x="1073784" y="933405"/>
                  </a:cubicBezTo>
                  <a:cubicBezTo>
                    <a:pt x="1083264" y="925694"/>
                    <a:pt x="1094060" y="918257"/>
                    <a:pt x="1106124" y="911453"/>
                  </a:cubicBezTo>
                  <a:cubicBezTo>
                    <a:pt x="1122998" y="900929"/>
                    <a:pt x="1139190" y="910363"/>
                    <a:pt x="1154657" y="939935"/>
                  </a:cubicBezTo>
                  <a:cubicBezTo>
                    <a:pt x="1159963" y="947194"/>
                    <a:pt x="1169624" y="959666"/>
                    <a:pt x="1184274" y="978035"/>
                  </a:cubicBezTo>
                  <a:cubicBezTo>
                    <a:pt x="1198835" y="996633"/>
                    <a:pt x="1213801" y="1015592"/>
                    <a:pt x="1228952" y="1036774"/>
                  </a:cubicBezTo>
                  <a:cubicBezTo>
                    <a:pt x="1244101" y="1058001"/>
                    <a:pt x="1258796" y="1076599"/>
                    <a:pt x="1272585" y="1092744"/>
                  </a:cubicBezTo>
                  <a:cubicBezTo>
                    <a:pt x="1286374" y="1109527"/>
                    <a:pt x="1293811" y="1119777"/>
                    <a:pt x="1295852" y="1123133"/>
                  </a:cubicBezTo>
                  <a:cubicBezTo>
                    <a:pt x="1299119" y="1130165"/>
                    <a:pt x="1305377" y="1134428"/>
                    <a:pt x="1314722" y="1136241"/>
                  </a:cubicBezTo>
                  <a:cubicBezTo>
                    <a:pt x="1324247" y="1138011"/>
                    <a:pt x="1330914" y="1135017"/>
                    <a:pt x="1334134" y="1128350"/>
                  </a:cubicBezTo>
                  <a:cubicBezTo>
                    <a:pt x="1335677" y="1124631"/>
                    <a:pt x="1342752" y="1113971"/>
                    <a:pt x="1355860" y="1095422"/>
                  </a:cubicBezTo>
                  <a:cubicBezTo>
                    <a:pt x="1368560" y="1077460"/>
                    <a:pt x="1382848" y="1057139"/>
                    <a:pt x="1398132" y="1034279"/>
                  </a:cubicBezTo>
                  <a:cubicBezTo>
                    <a:pt x="1413555" y="1011602"/>
                    <a:pt x="1428069" y="990509"/>
                    <a:pt x="1441585" y="970054"/>
                  </a:cubicBezTo>
                  <a:cubicBezTo>
                    <a:pt x="1455556" y="950186"/>
                    <a:pt x="1463993" y="937396"/>
                    <a:pt x="1467440" y="932317"/>
                  </a:cubicBezTo>
                  <a:cubicBezTo>
                    <a:pt x="1475875" y="920070"/>
                    <a:pt x="1483405" y="912359"/>
                    <a:pt x="1488938" y="908914"/>
                  </a:cubicBezTo>
                  <a:cubicBezTo>
                    <a:pt x="1495016" y="905374"/>
                    <a:pt x="1504812" y="906417"/>
                    <a:pt x="1518737" y="911451"/>
                  </a:cubicBezTo>
                  <a:cubicBezTo>
                    <a:pt x="1527220" y="914854"/>
                    <a:pt x="1536745" y="920070"/>
                    <a:pt x="1546497" y="926874"/>
                  </a:cubicBezTo>
                  <a:cubicBezTo>
                    <a:pt x="1557019" y="933995"/>
                    <a:pt x="1564003" y="939347"/>
                    <a:pt x="1567090" y="942884"/>
                  </a:cubicBezTo>
                  <a:cubicBezTo>
                    <a:pt x="1585957" y="962207"/>
                    <a:pt x="1591265" y="978671"/>
                    <a:pt x="1582555" y="992325"/>
                  </a:cubicBezTo>
                  <a:cubicBezTo>
                    <a:pt x="1579290" y="997813"/>
                    <a:pt x="1569765" y="1010829"/>
                    <a:pt x="1554616" y="1031784"/>
                  </a:cubicBezTo>
                  <a:cubicBezTo>
                    <a:pt x="1538650" y="1052559"/>
                    <a:pt x="1522413" y="1074647"/>
                    <a:pt x="1504450" y="1098415"/>
                  </a:cubicBezTo>
                  <a:cubicBezTo>
                    <a:pt x="1487581" y="1120135"/>
                    <a:pt x="1471367" y="1142354"/>
                    <a:pt x="1455828" y="1165043"/>
                  </a:cubicBezTo>
                  <a:cubicBezTo>
                    <a:pt x="1441313" y="1185909"/>
                    <a:pt x="1433239" y="1198427"/>
                    <a:pt x="1431245" y="1201512"/>
                  </a:cubicBezTo>
                  <a:cubicBezTo>
                    <a:pt x="1426572" y="1210129"/>
                    <a:pt x="1428387" y="1215299"/>
                    <a:pt x="1437594" y="1217386"/>
                  </a:cubicBezTo>
                  <a:close/>
                  <a:moveTo>
                    <a:pt x="707570" y="0"/>
                  </a:moveTo>
                  <a:cubicBezTo>
                    <a:pt x="316729" y="47"/>
                    <a:pt x="0" y="157209"/>
                    <a:pt x="0" y="351110"/>
                  </a:cubicBezTo>
                  <a:cubicBezTo>
                    <a:pt x="0" y="544966"/>
                    <a:pt x="316729" y="702128"/>
                    <a:pt x="707570" y="702128"/>
                  </a:cubicBezTo>
                  <a:cubicBezTo>
                    <a:pt x="1098322" y="702128"/>
                    <a:pt x="1415142" y="544966"/>
                    <a:pt x="1415142" y="351065"/>
                  </a:cubicBezTo>
                  <a:cubicBezTo>
                    <a:pt x="1415142" y="157209"/>
                    <a:pt x="1098324" y="91"/>
                    <a:pt x="707570" y="91"/>
                  </a:cubicBezTo>
                  <a:close/>
                  <a:moveTo>
                    <a:pt x="930546" y="792119"/>
                  </a:moveTo>
                  <a:cubicBezTo>
                    <a:pt x="856837" y="804214"/>
                    <a:pt x="782265" y="810282"/>
                    <a:pt x="707570" y="810261"/>
                  </a:cubicBezTo>
                  <a:cubicBezTo>
                    <a:pt x="370794" y="810261"/>
                    <a:pt x="89580" y="693420"/>
                    <a:pt x="18051" y="537119"/>
                  </a:cubicBezTo>
                  <a:cubicBezTo>
                    <a:pt x="6473" y="561468"/>
                    <a:pt x="314" y="588039"/>
                    <a:pt x="0" y="614999"/>
                  </a:cubicBezTo>
                  <a:cubicBezTo>
                    <a:pt x="0" y="808855"/>
                    <a:pt x="316729" y="966062"/>
                    <a:pt x="707570" y="966062"/>
                  </a:cubicBezTo>
                  <a:cubicBezTo>
                    <a:pt x="726620" y="966062"/>
                    <a:pt x="745218" y="965381"/>
                    <a:pt x="763814" y="964611"/>
                  </a:cubicBezTo>
                  <a:cubicBezTo>
                    <a:pt x="807518" y="896717"/>
                    <a:pt x="864175" y="838103"/>
                    <a:pt x="930546" y="792119"/>
                  </a:cubicBezTo>
                  <a:close/>
                  <a:moveTo>
                    <a:pt x="1395684" y="695416"/>
                  </a:moveTo>
                  <a:cubicBezTo>
                    <a:pt x="1407931" y="669608"/>
                    <a:pt x="1415050" y="642802"/>
                    <a:pt x="1415050" y="615088"/>
                  </a:cubicBezTo>
                  <a:cubicBezTo>
                    <a:pt x="1415050" y="588238"/>
                    <a:pt x="1408474" y="562248"/>
                    <a:pt x="1396908" y="537165"/>
                  </a:cubicBezTo>
                  <a:cubicBezTo>
                    <a:pt x="1371554" y="592728"/>
                    <a:pt x="1319121" y="643211"/>
                    <a:pt x="1247548" y="685346"/>
                  </a:cubicBezTo>
                  <a:cubicBezTo>
                    <a:pt x="1257663" y="684848"/>
                    <a:pt x="1267504" y="683759"/>
                    <a:pt x="1277710" y="683759"/>
                  </a:cubicBezTo>
                  <a:cubicBezTo>
                    <a:pt x="1318080" y="683759"/>
                    <a:pt x="1357538" y="687932"/>
                    <a:pt x="1395684" y="695416"/>
                  </a:cubicBezTo>
                  <a:close/>
                  <a:moveTo>
                    <a:pt x="707614" y="1041218"/>
                  </a:moveTo>
                  <a:cubicBezTo>
                    <a:pt x="370794" y="1041218"/>
                    <a:pt x="89580" y="924379"/>
                    <a:pt x="18051" y="768078"/>
                  </a:cubicBezTo>
                  <a:cubicBezTo>
                    <a:pt x="6473" y="792426"/>
                    <a:pt x="315" y="818997"/>
                    <a:pt x="0" y="845956"/>
                  </a:cubicBezTo>
                  <a:cubicBezTo>
                    <a:pt x="0" y="1034324"/>
                    <a:pt x="299219" y="1187587"/>
                    <a:pt x="674642" y="1196160"/>
                  </a:cubicBezTo>
                  <a:cubicBezTo>
                    <a:pt x="683577" y="1141596"/>
                    <a:pt x="699589" y="1089480"/>
                    <a:pt x="722040" y="1040857"/>
                  </a:cubicBezTo>
                  <a:cubicBezTo>
                    <a:pt x="717233" y="1040902"/>
                    <a:pt x="712424" y="1041218"/>
                    <a:pt x="707570" y="1041218"/>
                  </a:cubicBezTo>
                  <a:close/>
                  <a:moveTo>
                    <a:pt x="667338" y="1271269"/>
                  </a:moveTo>
                  <a:cubicBezTo>
                    <a:pt x="348704" y="1262381"/>
                    <a:pt x="86767" y="1149078"/>
                    <a:pt x="18051" y="999037"/>
                  </a:cubicBezTo>
                  <a:cubicBezTo>
                    <a:pt x="6471" y="1023401"/>
                    <a:pt x="312" y="1049987"/>
                    <a:pt x="0" y="1076961"/>
                  </a:cubicBezTo>
                  <a:cubicBezTo>
                    <a:pt x="0" y="1266327"/>
                    <a:pt x="302623" y="1420313"/>
                    <a:pt x="681038" y="1427299"/>
                  </a:cubicBezTo>
                  <a:cubicBezTo>
                    <a:pt x="671334" y="1383878"/>
                    <a:pt x="666391" y="1339529"/>
                    <a:pt x="666296" y="1295037"/>
                  </a:cubicBezTo>
                  <a:cubicBezTo>
                    <a:pt x="666296" y="1287056"/>
                    <a:pt x="667022" y="1279208"/>
                    <a:pt x="667338" y="1271271"/>
                  </a:cubicBezTo>
                  <a:close/>
                  <a:moveTo>
                    <a:pt x="18053" y="1229996"/>
                  </a:moveTo>
                  <a:cubicBezTo>
                    <a:pt x="6467" y="1254357"/>
                    <a:pt x="309" y="1280944"/>
                    <a:pt x="2" y="1307918"/>
                  </a:cubicBezTo>
                  <a:cubicBezTo>
                    <a:pt x="2" y="1501730"/>
                    <a:pt x="316730" y="1658983"/>
                    <a:pt x="707572" y="1658983"/>
                  </a:cubicBezTo>
                  <a:cubicBezTo>
                    <a:pt x="733879" y="1658983"/>
                    <a:pt x="759734" y="1658122"/>
                    <a:pt x="785269" y="1656714"/>
                  </a:cubicBezTo>
                  <a:cubicBezTo>
                    <a:pt x="750861" y="1609649"/>
                    <a:pt x="723368" y="1557902"/>
                    <a:pt x="703626" y="1503045"/>
                  </a:cubicBezTo>
                  <a:cubicBezTo>
                    <a:pt x="368619" y="1502139"/>
                    <a:pt x="89263" y="1385707"/>
                    <a:pt x="18053" y="1229996"/>
                  </a:cubicBezTo>
                  <a:close/>
                  <a:moveTo>
                    <a:pt x="846773" y="1727018"/>
                  </a:moveTo>
                  <a:cubicBezTo>
                    <a:pt x="800517" y="1731680"/>
                    <a:pt x="754059" y="1734042"/>
                    <a:pt x="707570" y="1734095"/>
                  </a:cubicBezTo>
                  <a:cubicBezTo>
                    <a:pt x="370794" y="1734095"/>
                    <a:pt x="89580" y="1617300"/>
                    <a:pt x="18051" y="1460955"/>
                  </a:cubicBezTo>
                  <a:cubicBezTo>
                    <a:pt x="6471" y="1485318"/>
                    <a:pt x="312" y="1511903"/>
                    <a:pt x="0" y="1538877"/>
                  </a:cubicBezTo>
                  <a:cubicBezTo>
                    <a:pt x="0" y="1732733"/>
                    <a:pt x="316729" y="1889942"/>
                    <a:pt x="707570" y="1889942"/>
                  </a:cubicBezTo>
                  <a:cubicBezTo>
                    <a:pt x="822778" y="1889942"/>
                    <a:pt x="931227" y="1875971"/>
                    <a:pt x="1027383" y="1851707"/>
                  </a:cubicBezTo>
                  <a:cubicBezTo>
                    <a:pt x="960113" y="1821426"/>
                    <a:pt x="898914" y="1779160"/>
                    <a:pt x="846772" y="1726974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24" name="组合 123"/>
          <p:cNvGrpSpPr/>
          <p:nvPr/>
        </p:nvGrpSpPr>
        <p:grpSpPr>
          <a:xfrm>
            <a:off x="821087" y="1842140"/>
            <a:ext cx="1321835" cy="184666"/>
            <a:chOff x="755649" y="1842140"/>
            <a:chExt cx="1321835" cy="184666"/>
          </a:xfrm>
        </p:grpSpPr>
        <p:sp>
          <p:nvSpPr>
            <p:cNvPr id="28" name="等腰三角形 27"/>
            <p:cNvSpPr/>
            <p:nvPr/>
          </p:nvSpPr>
          <p:spPr>
            <a:xfrm>
              <a:off x="1910856" y="1863792"/>
              <a:ext cx="166628" cy="141362"/>
            </a:xfrm>
            <a:prstGeom prst="triangle">
              <a:avLst/>
            </a:prstGeom>
            <a:gradFill>
              <a:gsLst>
                <a:gs pos="100000">
                  <a:schemeClr val="bg1">
                    <a:alpha val="0"/>
                  </a:schemeClr>
                </a:gs>
                <a:gs pos="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755649" y="1842140"/>
              <a:ext cx="61555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同比增长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1485538" y="1842140"/>
              <a:ext cx="31098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22%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25" name="组合 124"/>
          <p:cNvGrpSpPr/>
          <p:nvPr/>
        </p:nvGrpSpPr>
        <p:grpSpPr>
          <a:xfrm>
            <a:off x="3076147" y="1842140"/>
            <a:ext cx="1212731" cy="184666"/>
            <a:chOff x="2994299" y="1842140"/>
            <a:chExt cx="1212731" cy="184666"/>
          </a:xfrm>
        </p:grpSpPr>
        <p:sp>
          <p:nvSpPr>
            <p:cNvPr id="70" name="等腰三角形 69"/>
            <p:cNvSpPr/>
            <p:nvPr/>
          </p:nvSpPr>
          <p:spPr>
            <a:xfrm>
              <a:off x="4040402" y="1863792"/>
              <a:ext cx="166628" cy="141362"/>
            </a:xfrm>
            <a:prstGeom prst="triangle">
              <a:avLst/>
            </a:prstGeom>
            <a:gradFill>
              <a:gsLst>
                <a:gs pos="100000">
                  <a:schemeClr val="bg1">
                    <a:alpha val="0"/>
                  </a:schemeClr>
                </a:gs>
                <a:gs pos="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2994299" y="1842140"/>
              <a:ext cx="61555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环比提升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3712115" y="1842140"/>
              <a:ext cx="226024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2%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28" name="组合 127"/>
          <p:cNvGrpSpPr/>
          <p:nvPr/>
        </p:nvGrpSpPr>
        <p:grpSpPr>
          <a:xfrm>
            <a:off x="5296111" y="1842140"/>
            <a:ext cx="1269425" cy="184666"/>
            <a:chOff x="5232949" y="1842140"/>
            <a:chExt cx="1269425" cy="184666"/>
          </a:xfrm>
        </p:grpSpPr>
        <p:sp>
          <p:nvSpPr>
            <p:cNvPr id="78" name="等腰三角形 77"/>
            <p:cNvSpPr/>
            <p:nvPr/>
          </p:nvSpPr>
          <p:spPr>
            <a:xfrm>
              <a:off x="6335746" y="1863792"/>
              <a:ext cx="166628" cy="141362"/>
            </a:xfrm>
            <a:prstGeom prst="triangle">
              <a:avLst/>
            </a:prstGeom>
            <a:gradFill>
              <a:gsLst>
                <a:gs pos="100000">
                  <a:schemeClr val="bg1">
                    <a:alpha val="0"/>
                  </a:schemeClr>
                </a:gs>
                <a:gs pos="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5232949" y="1842140"/>
              <a:ext cx="61555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同比增长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5979112" y="1842140"/>
              <a:ext cx="226024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3%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27" name="组合 126"/>
          <p:cNvGrpSpPr/>
          <p:nvPr/>
        </p:nvGrpSpPr>
        <p:grpSpPr>
          <a:xfrm>
            <a:off x="5296111" y="1097528"/>
            <a:ext cx="1070676" cy="252000"/>
            <a:chOff x="5228980" y="1097528"/>
            <a:chExt cx="1070676" cy="252000"/>
          </a:xfrm>
        </p:grpSpPr>
        <p:sp>
          <p:nvSpPr>
            <p:cNvPr id="73" name="文本框 72"/>
            <p:cNvSpPr txBox="1"/>
            <p:nvPr/>
          </p:nvSpPr>
          <p:spPr>
            <a:xfrm>
              <a:off x="5530215" y="1134267"/>
              <a:ext cx="769441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市场占有率</a:t>
              </a:r>
            </a:p>
          </p:txBody>
        </p:sp>
        <p:grpSp>
          <p:nvGrpSpPr>
            <p:cNvPr id="111" name="组合 110"/>
            <p:cNvGrpSpPr>
              <a:grpSpLocks noChangeAspect="1"/>
            </p:cNvGrpSpPr>
            <p:nvPr/>
          </p:nvGrpSpPr>
          <p:grpSpPr>
            <a:xfrm>
              <a:off x="5228980" y="1097528"/>
              <a:ext cx="252000" cy="252000"/>
              <a:chOff x="133750" y="133752"/>
              <a:chExt cx="1639323" cy="1639324"/>
            </a:xfrm>
            <a:solidFill>
              <a:schemeClr val="bg1"/>
            </a:solidFill>
          </p:grpSpPr>
          <p:sp>
            <p:nvSpPr>
              <p:cNvPr id="107" name="任意多边形: 形状 106"/>
              <p:cNvSpPr/>
              <p:nvPr/>
            </p:nvSpPr>
            <p:spPr>
              <a:xfrm>
                <a:off x="133750" y="133752"/>
                <a:ext cx="1639323" cy="1639324"/>
              </a:xfrm>
              <a:custGeom>
                <a:avLst/>
                <a:gdLst>
                  <a:gd name="connsiteX0" fmla="*/ 0 w 1639323"/>
                  <a:gd name="connsiteY0" fmla="*/ 1491292 h 1639324"/>
                  <a:gd name="connsiteX1" fmla="*/ 0 w 1639323"/>
                  <a:gd name="connsiteY1" fmla="*/ 148032 h 1639324"/>
                  <a:gd name="connsiteX2" fmla="*/ 2669 w 1639323"/>
                  <a:gd name="connsiteY2" fmla="*/ 141208 h 1639324"/>
                  <a:gd name="connsiteX3" fmla="*/ 9787 w 1639323"/>
                  <a:gd name="connsiteY3" fmla="*/ 110133 h 1639324"/>
                  <a:gd name="connsiteX4" fmla="*/ 142043 w 1639323"/>
                  <a:gd name="connsiteY4" fmla="*/ 1704 h 1639324"/>
                  <a:gd name="connsiteX5" fmla="*/ 148032 w 1639323"/>
                  <a:gd name="connsiteY5" fmla="*/ 0 h 1639324"/>
                  <a:gd name="connsiteX6" fmla="*/ 1492205 w 1639323"/>
                  <a:gd name="connsiteY6" fmla="*/ 0 h 1639324"/>
                  <a:gd name="connsiteX7" fmla="*/ 1499135 w 1639323"/>
                  <a:gd name="connsiteY7" fmla="*/ 1673 h 1639324"/>
                  <a:gd name="connsiteX8" fmla="*/ 1567935 w 1639323"/>
                  <a:gd name="connsiteY8" fmla="*/ 26842 h 1639324"/>
                  <a:gd name="connsiteX9" fmla="*/ 1624102 w 1639323"/>
                  <a:gd name="connsiteY9" fmla="*/ 90944 h 1639324"/>
                  <a:gd name="connsiteX10" fmla="*/ 1638646 w 1639323"/>
                  <a:gd name="connsiteY10" fmla="*/ 140454 h 1639324"/>
                  <a:gd name="connsiteX11" fmla="*/ 1639324 w 1639323"/>
                  <a:gd name="connsiteY11" fmla="*/ 142550 h 1639324"/>
                  <a:gd name="connsiteX12" fmla="*/ 1639324 w 1639323"/>
                  <a:gd name="connsiteY12" fmla="*/ 1497688 h 1639324"/>
                  <a:gd name="connsiteX13" fmla="*/ 1638445 w 1639323"/>
                  <a:gd name="connsiteY13" fmla="*/ 1501537 h 1639324"/>
                  <a:gd name="connsiteX14" fmla="*/ 1637274 w 1639323"/>
                  <a:gd name="connsiteY14" fmla="*/ 1511016 h 1639324"/>
                  <a:gd name="connsiteX15" fmla="*/ 1509643 w 1639323"/>
                  <a:gd name="connsiteY15" fmla="*/ 1636800 h 1639324"/>
                  <a:gd name="connsiteX16" fmla="*/ 1497688 w 1639323"/>
                  <a:gd name="connsiteY16" fmla="*/ 1639324 h 1639324"/>
                  <a:gd name="connsiteX17" fmla="*/ 144377 w 1639323"/>
                  <a:gd name="connsiteY17" fmla="*/ 1639324 h 1639324"/>
                  <a:gd name="connsiteX18" fmla="*/ 131516 w 1639323"/>
                  <a:gd name="connsiteY18" fmla="*/ 1636670 h 1639324"/>
                  <a:gd name="connsiteX19" fmla="*/ 8333 w 1639323"/>
                  <a:gd name="connsiteY19" fmla="*/ 1525452 h 1639324"/>
                  <a:gd name="connsiteX20" fmla="*/ 2536 w 1639323"/>
                  <a:gd name="connsiteY20" fmla="*/ 1498273 h 1639324"/>
                  <a:gd name="connsiteX21" fmla="*/ 0 w 1639323"/>
                  <a:gd name="connsiteY21" fmla="*/ 1491292 h 1639324"/>
                  <a:gd name="connsiteX22" fmla="*/ 424358 w 1639323"/>
                  <a:gd name="connsiteY22" fmla="*/ 819884 h 1639324"/>
                  <a:gd name="connsiteX23" fmla="*/ 422167 w 1639323"/>
                  <a:gd name="connsiteY23" fmla="*/ 823434 h 1639324"/>
                  <a:gd name="connsiteX24" fmla="*/ 362982 w 1639323"/>
                  <a:gd name="connsiteY24" fmla="*/ 916762 h 1639324"/>
                  <a:gd name="connsiteX25" fmla="*/ 354705 w 1639323"/>
                  <a:gd name="connsiteY25" fmla="*/ 929893 h 1639324"/>
                  <a:gd name="connsiteX26" fmla="*/ 361827 w 1639323"/>
                  <a:gd name="connsiteY26" fmla="*/ 957269 h 1639324"/>
                  <a:gd name="connsiteX27" fmla="*/ 365855 w 1639323"/>
                  <a:gd name="connsiteY27" fmla="*/ 959416 h 1639324"/>
                  <a:gd name="connsiteX28" fmla="*/ 474283 w 1639323"/>
                  <a:gd name="connsiteY28" fmla="*/ 1016065 h 1639324"/>
                  <a:gd name="connsiteX29" fmla="*/ 477447 w 1639323"/>
                  <a:gd name="connsiteY29" fmla="*/ 1021348 h 1639324"/>
                  <a:gd name="connsiteX30" fmla="*/ 475611 w 1639323"/>
                  <a:gd name="connsiteY30" fmla="*/ 1063755 h 1639324"/>
                  <a:gd name="connsiteX31" fmla="*/ 473515 w 1639323"/>
                  <a:gd name="connsiteY31" fmla="*/ 1111631 h 1639324"/>
                  <a:gd name="connsiteX32" fmla="*/ 472333 w 1639323"/>
                  <a:gd name="connsiteY32" fmla="*/ 1149045 h 1639324"/>
                  <a:gd name="connsiteX33" fmla="*/ 487146 w 1639323"/>
                  <a:gd name="connsiteY33" fmla="*/ 1167497 h 1639324"/>
                  <a:gd name="connsiteX34" fmla="*/ 496234 w 1639323"/>
                  <a:gd name="connsiteY34" fmla="*/ 1167869 h 1639324"/>
                  <a:gd name="connsiteX35" fmla="*/ 562367 w 1639323"/>
                  <a:gd name="connsiteY35" fmla="*/ 1165152 h 1639324"/>
                  <a:gd name="connsiteX36" fmla="*/ 618909 w 1639323"/>
                  <a:gd name="connsiteY36" fmla="*/ 1162753 h 1639324"/>
                  <a:gd name="connsiteX37" fmla="*/ 624173 w 1639323"/>
                  <a:gd name="connsiteY37" fmla="*/ 1165999 h 1639324"/>
                  <a:gd name="connsiteX38" fmla="*/ 663271 w 1639323"/>
                  <a:gd name="connsiteY38" fmla="*/ 1240851 h 1639324"/>
                  <a:gd name="connsiteX39" fmla="*/ 682585 w 1639323"/>
                  <a:gd name="connsiteY39" fmla="*/ 1277627 h 1639324"/>
                  <a:gd name="connsiteX40" fmla="*/ 701795 w 1639323"/>
                  <a:gd name="connsiteY40" fmla="*/ 1288242 h 1639324"/>
                  <a:gd name="connsiteX41" fmla="*/ 713130 w 1639323"/>
                  <a:gd name="connsiteY41" fmla="*/ 1283789 h 1639324"/>
                  <a:gd name="connsiteX42" fmla="*/ 816417 w 1639323"/>
                  <a:gd name="connsiteY42" fmla="*/ 1218146 h 1639324"/>
                  <a:gd name="connsiteX43" fmla="*/ 824095 w 1639323"/>
                  <a:gd name="connsiteY43" fmla="*/ 1218028 h 1639324"/>
                  <a:gd name="connsiteX44" fmla="*/ 895004 w 1639323"/>
                  <a:gd name="connsiteY44" fmla="*/ 1263104 h 1639324"/>
                  <a:gd name="connsiteX45" fmla="*/ 929338 w 1639323"/>
                  <a:gd name="connsiteY45" fmla="*/ 1284851 h 1639324"/>
                  <a:gd name="connsiteX46" fmla="*/ 951304 w 1639323"/>
                  <a:gd name="connsiteY46" fmla="*/ 1285160 h 1639324"/>
                  <a:gd name="connsiteX47" fmla="*/ 959361 w 1639323"/>
                  <a:gd name="connsiteY47" fmla="*/ 1275451 h 1639324"/>
                  <a:gd name="connsiteX48" fmla="*/ 1006927 w 1639323"/>
                  <a:gd name="connsiteY48" fmla="*/ 1184419 h 1639324"/>
                  <a:gd name="connsiteX49" fmla="*/ 1018155 w 1639323"/>
                  <a:gd name="connsiteY49" fmla="*/ 1163027 h 1639324"/>
                  <a:gd name="connsiteX50" fmla="*/ 1021525 w 1639323"/>
                  <a:gd name="connsiteY50" fmla="*/ 1162814 h 1639324"/>
                  <a:gd name="connsiteX51" fmla="*/ 1064391 w 1639323"/>
                  <a:gd name="connsiteY51" fmla="*/ 1164606 h 1639324"/>
                  <a:gd name="connsiteX52" fmla="*/ 1109541 w 1639323"/>
                  <a:gd name="connsiteY52" fmla="*/ 1166454 h 1639324"/>
                  <a:gd name="connsiteX53" fmla="*/ 1149226 w 1639323"/>
                  <a:gd name="connsiteY53" fmla="*/ 1167893 h 1639324"/>
                  <a:gd name="connsiteX54" fmla="*/ 1167840 w 1639323"/>
                  <a:gd name="connsiteY54" fmla="*/ 1153324 h 1639324"/>
                  <a:gd name="connsiteX55" fmla="*/ 1168535 w 1639323"/>
                  <a:gd name="connsiteY55" fmla="*/ 1145647 h 1639324"/>
                  <a:gd name="connsiteX56" fmla="*/ 1166705 w 1639323"/>
                  <a:gd name="connsiteY56" fmla="*/ 1100039 h 1639324"/>
                  <a:gd name="connsiteX57" fmla="*/ 1163227 w 1639323"/>
                  <a:gd name="connsiteY57" fmla="*/ 1021614 h 1639324"/>
                  <a:gd name="connsiteX58" fmla="*/ 1166555 w 1639323"/>
                  <a:gd name="connsiteY58" fmla="*/ 1015993 h 1639324"/>
                  <a:gd name="connsiteX59" fmla="*/ 1245049 w 1639323"/>
                  <a:gd name="connsiteY59" fmla="*/ 974994 h 1639324"/>
                  <a:gd name="connsiteX60" fmla="*/ 1278190 w 1639323"/>
                  <a:gd name="connsiteY60" fmla="*/ 957596 h 1639324"/>
                  <a:gd name="connsiteX61" fmla="*/ 1288775 w 1639323"/>
                  <a:gd name="connsiteY61" fmla="*/ 940174 h 1639324"/>
                  <a:gd name="connsiteX62" fmla="*/ 1284520 w 1639323"/>
                  <a:gd name="connsiteY62" fmla="*/ 927390 h 1639324"/>
                  <a:gd name="connsiteX63" fmla="*/ 1222844 w 1639323"/>
                  <a:gd name="connsiteY63" fmla="*/ 830238 h 1639324"/>
                  <a:gd name="connsiteX64" fmla="*/ 1216367 w 1639323"/>
                  <a:gd name="connsiteY64" fmla="*/ 819878 h 1639324"/>
                  <a:gd name="connsiteX65" fmla="*/ 1219375 w 1639323"/>
                  <a:gd name="connsiteY65" fmla="*/ 814980 h 1639324"/>
                  <a:gd name="connsiteX66" fmla="*/ 1284863 w 1639323"/>
                  <a:gd name="connsiteY66" fmla="*/ 711595 h 1639324"/>
                  <a:gd name="connsiteX67" fmla="*/ 1288352 w 1639323"/>
                  <a:gd name="connsiteY67" fmla="*/ 703280 h 1639324"/>
                  <a:gd name="connsiteX68" fmla="*/ 1276660 w 1639323"/>
                  <a:gd name="connsiteY68" fmla="*/ 681298 h 1639324"/>
                  <a:gd name="connsiteX69" fmla="*/ 1191724 w 1639323"/>
                  <a:gd name="connsiteY69" fmla="*/ 636861 h 1639324"/>
                  <a:gd name="connsiteX70" fmla="*/ 1163330 w 1639323"/>
                  <a:gd name="connsiteY70" fmla="*/ 621986 h 1639324"/>
                  <a:gd name="connsiteX71" fmla="*/ 1163338 w 1639323"/>
                  <a:gd name="connsiteY71" fmla="*/ 617293 h 1639324"/>
                  <a:gd name="connsiteX72" fmla="*/ 1165535 w 1639323"/>
                  <a:gd name="connsiteY72" fmla="*/ 565760 h 1639324"/>
                  <a:gd name="connsiteX73" fmla="*/ 1167379 w 1639323"/>
                  <a:gd name="connsiteY73" fmla="*/ 520605 h 1639324"/>
                  <a:gd name="connsiteX74" fmla="*/ 1168514 w 1639323"/>
                  <a:gd name="connsiteY74" fmla="*/ 491422 h 1639324"/>
                  <a:gd name="connsiteX75" fmla="*/ 1148841 w 1639323"/>
                  <a:gd name="connsiteY75" fmla="*/ 471701 h 1639324"/>
                  <a:gd name="connsiteX76" fmla="*/ 1136537 w 1639323"/>
                  <a:gd name="connsiteY76" fmla="*/ 472261 h 1639324"/>
                  <a:gd name="connsiteX77" fmla="*/ 1039848 w 1639323"/>
                  <a:gd name="connsiteY77" fmla="*/ 476148 h 1639324"/>
                  <a:gd name="connsiteX78" fmla="*/ 1018542 w 1639323"/>
                  <a:gd name="connsiteY78" fmla="*/ 477071 h 1639324"/>
                  <a:gd name="connsiteX79" fmla="*/ 1016941 w 1639323"/>
                  <a:gd name="connsiteY79" fmla="*/ 474452 h 1639324"/>
                  <a:gd name="connsiteX80" fmla="*/ 972302 w 1639323"/>
                  <a:gd name="connsiteY80" fmla="*/ 389103 h 1639324"/>
                  <a:gd name="connsiteX81" fmla="*/ 958053 w 1639323"/>
                  <a:gd name="connsiteY81" fmla="*/ 362044 h 1639324"/>
                  <a:gd name="connsiteX82" fmla="*/ 940143 w 1639323"/>
                  <a:gd name="connsiteY82" fmla="*/ 351596 h 1639324"/>
                  <a:gd name="connsiteX83" fmla="*/ 927451 w 1639323"/>
                  <a:gd name="connsiteY83" fmla="*/ 356089 h 1639324"/>
                  <a:gd name="connsiteX84" fmla="*/ 824103 w 1639323"/>
                  <a:gd name="connsiteY84" fmla="*/ 421639 h 1639324"/>
                  <a:gd name="connsiteX85" fmla="*/ 820310 w 1639323"/>
                  <a:gd name="connsiteY85" fmla="*/ 423908 h 1639324"/>
                  <a:gd name="connsiteX86" fmla="*/ 815791 w 1639323"/>
                  <a:gd name="connsiteY86" fmla="*/ 421150 h 1639324"/>
                  <a:gd name="connsiteX87" fmla="*/ 730191 w 1639323"/>
                  <a:gd name="connsiteY87" fmla="*/ 366839 h 1639324"/>
                  <a:gd name="connsiteX88" fmla="*/ 710483 w 1639323"/>
                  <a:gd name="connsiteY88" fmla="*/ 354433 h 1639324"/>
                  <a:gd name="connsiteX89" fmla="*/ 685204 w 1639323"/>
                  <a:gd name="connsiteY89" fmla="*/ 358310 h 1639324"/>
                  <a:gd name="connsiteX90" fmla="*/ 681328 w 1639323"/>
                  <a:gd name="connsiteY90" fmla="*/ 364467 h 1639324"/>
                  <a:gd name="connsiteX91" fmla="*/ 624440 w 1639323"/>
                  <a:gd name="connsiteY91" fmla="*/ 473289 h 1639324"/>
                  <a:gd name="connsiteX92" fmla="*/ 618108 w 1639323"/>
                  <a:gd name="connsiteY92" fmla="*/ 477005 h 1639324"/>
                  <a:gd name="connsiteX93" fmla="*/ 564756 w 1639323"/>
                  <a:gd name="connsiteY93" fmla="*/ 474701 h 1639324"/>
                  <a:gd name="connsiteX94" fmla="*/ 521434 w 1639323"/>
                  <a:gd name="connsiteY94" fmla="*/ 472881 h 1639324"/>
                  <a:gd name="connsiteX95" fmla="*/ 492248 w 1639323"/>
                  <a:gd name="connsiteY95" fmla="*/ 471720 h 1639324"/>
                  <a:gd name="connsiteX96" fmla="*/ 472282 w 1639323"/>
                  <a:gd name="connsiteY96" fmla="*/ 491503 h 1639324"/>
                  <a:gd name="connsiteX97" fmla="*/ 472364 w 1639323"/>
                  <a:gd name="connsiteY97" fmla="*/ 496982 h 1639324"/>
                  <a:gd name="connsiteX98" fmla="*/ 475107 w 1639323"/>
                  <a:gd name="connsiteY98" fmla="*/ 562653 h 1639324"/>
                  <a:gd name="connsiteX99" fmla="*/ 477452 w 1639323"/>
                  <a:gd name="connsiteY99" fmla="*/ 618294 h 1639324"/>
                  <a:gd name="connsiteX100" fmla="*/ 473976 w 1639323"/>
                  <a:gd name="connsiteY100" fmla="*/ 623870 h 1639324"/>
                  <a:gd name="connsiteX101" fmla="*/ 405187 w 1639323"/>
                  <a:gd name="connsiteY101" fmla="*/ 659784 h 1639324"/>
                  <a:gd name="connsiteX102" fmla="*/ 363915 w 1639323"/>
                  <a:gd name="connsiteY102" fmla="*/ 681334 h 1639324"/>
                  <a:gd name="connsiteX103" fmla="*/ 352221 w 1639323"/>
                  <a:gd name="connsiteY103" fmla="*/ 696156 h 1639324"/>
                  <a:gd name="connsiteX104" fmla="*/ 355826 w 1639323"/>
                  <a:gd name="connsiteY104" fmla="*/ 711742 h 1639324"/>
                  <a:gd name="connsiteX105" fmla="*/ 418215 w 1639323"/>
                  <a:gd name="connsiteY105" fmla="*/ 810065 h 1639324"/>
                  <a:gd name="connsiteX106" fmla="*/ 424358 w 1639323"/>
                  <a:gd name="connsiteY106" fmla="*/ 819884 h 1639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</a:cxnLst>
                <a:rect l="l" t="t" r="r" b="b"/>
                <a:pathLst>
                  <a:path w="1639323" h="1639324">
                    <a:moveTo>
                      <a:pt x="0" y="1491292"/>
                    </a:moveTo>
                    <a:cubicBezTo>
                      <a:pt x="0" y="1043539"/>
                      <a:pt x="0" y="595785"/>
                      <a:pt x="0" y="148032"/>
                    </a:cubicBezTo>
                    <a:cubicBezTo>
                      <a:pt x="2747" y="146498"/>
                      <a:pt x="2292" y="143582"/>
                      <a:pt x="2669" y="141208"/>
                    </a:cubicBezTo>
                    <a:cubicBezTo>
                      <a:pt x="4342" y="130682"/>
                      <a:pt x="6366" y="120265"/>
                      <a:pt x="9787" y="110133"/>
                    </a:cubicBezTo>
                    <a:cubicBezTo>
                      <a:pt x="29751" y="50981"/>
                      <a:pt x="82469" y="9012"/>
                      <a:pt x="142043" y="1704"/>
                    </a:cubicBezTo>
                    <a:cubicBezTo>
                      <a:pt x="144078" y="1454"/>
                      <a:pt x="146037" y="583"/>
                      <a:pt x="148032" y="0"/>
                    </a:cubicBezTo>
                    <a:cubicBezTo>
                      <a:pt x="596089" y="0"/>
                      <a:pt x="1044148" y="0"/>
                      <a:pt x="1492205" y="0"/>
                    </a:cubicBezTo>
                    <a:cubicBezTo>
                      <a:pt x="1494515" y="569"/>
                      <a:pt x="1496792" y="1371"/>
                      <a:pt x="1499135" y="1673"/>
                    </a:cubicBezTo>
                    <a:cubicBezTo>
                      <a:pt x="1523971" y="4883"/>
                      <a:pt x="1546922" y="13294"/>
                      <a:pt x="1567935" y="26842"/>
                    </a:cubicBezTo>
                    <a:cubicBezTo>
                      <a:pt x="1592740" y="42835"/>
                      <a:pt x="1610881" y="64785"/>
                      <a:pt x="1624102" y="90944"/>
                    </a:cubicBezTo>
                    <a:cubicBezTo>
                      <a:pt x="1631980" y="106530"/>
                      <a:pt x="1637784" y="122776"/>
                      <a:pt x="1638646" y="140454"/>
                    </a:cubicBezTo>
                    <a:cubicBezTo>
                      <a:pt x="1638681" y="141162"/>
                      <a:pt x="1639090" y="141851"/>
                      <a:pt x="1639324" y="142550"/>
                    </a:cubicBezTo>
                    <a:cubicBezTo>
                      <a:pt x="1639324" y="594262"/>
                      <a:pt x="1639324" y="1045976"/>
                      <a:pt x="1639324" y="1497688"/>
                    </a:cubicBezTo>
                    <a:cubicBezTo>
                      <a:pt x="1639025" y="1498969"/>
                      <a:pt x="1638624" y="1500237"/>
                      <a:pt x="1638445" y="1501537"/>
                    </a:cubicBezTo>
                    <a:cubicBezTo>
                      <a:pt x="1638011" y="1504692"/>
                      <a:pt x="1637906" y="1507907"/>
                      <a:pt x="1637274" y="1511016"/>
                    </a:cubicBezTo>
                    <a:cubicBezTo>
                      <a:pt x="1624336" y="1574560"/>
                      <a:pt x="1573526" y="1624597"/>
                      <a:pt x="1509643" y="1636800"/>
                    </a:cubicBezTo>
                    <a:cubicBezTo>
                      <a:pt x="1505644" y="1637563"/>
                      <a:pt x="1501673" y="1638479"/>
                      <a:pt x="1497688" y="1639324"/>
                    </a:cubicBezTo>
                    <a:cubicBezTo>
                      <a:pt x="1046585" y="1639324"/>
                      <a:pt x="595480" y="1639324"/>
                      <a:pt x="144377" y="1639324"/>
                    </a:cubicBezTo>
                    <a:cubicBezTo>
                      <a:pt x="140090" y="1638435"/>
                      <a:pt x="135818" y="1637470"/>
                      <a:pt x="131516" y="1636670"/>
                    </a:cubicBezTo>
                    <a:cubicBezTo>
                      <a:pt x="74241" y="1626029"/>
                      <a:pt x="24579" y="1581360"/>
                      <a:pt x="8333" y="1525452"/>
                    </a:cubicBezTo>
                    <a:cubicBezTo>
                      <a:pt x="5755" y="1516581"/>
                      <a:pt x="4502" y="1507327"/>
                      <a:pt x="2536" y="1498273"/>
                    </a:cubicBezTo>
                    <a:cubicBezTo>
                      <a:pt x="2010" y="1495855"/>
                      <a:pt x="2663" y="1492950"/>
                      <a:pt x="0" y="1491292"/>
                    </a:cubicBezTo>
                    <a:close/>
                    <a:moveTo>
                      <a:pt x="424358" y="819884"/>
                    </a:moveTo>
                    <a:cubicBezTo>
                      <a:pt x="423442" y="821369"/>
                      <a:pt x="422818" y="822408"/>
                      <a:pt x="422167" y="823434"/>
                    </a:cubicBezTo>
                    <a:cubicBezTo>
                      <a:pt x="402440" y="854545"/>
                      <a:pt x="382710" y="885653"/>
                      <a:pt x="362982" y="916762"/>
                    </a:cubicBezTo>
                    <a:cubicBezTo>
                      <a:pt x="360210" y="921133"/>
                      <a:pt x="357315" y="925431"/>
                      <a:pt x="354705" y="929893"/>
                    </a:cubicBezTo>
                    <a:cubicBezTo>
                      <a:pt x="348996" y="939652"/>
                      <a:pt x="352123" y="951478"/>
                      <a:pt x="361827" y="957269"/>
                    </a:cubicBezTo>
                    <a:cubicBezTo>
                      <a:pt x="363133" y="958047"/>
                      <a:pt x="364507" y="958710"/>
                      <a:pt x="365855" y="959416"/>
                    </a:cubicBezTo>
                    <a:cubicBezTo>
                      <a:pt x="401987" y="978320"/>
                      <a:pt x="438106" y="997249"/>
                      <a:pt x="474283" y="1016065"/>
                    </a:cubicBezTo>
                    <a:cubicBezTo>
                      <a:pt x="476672" y="1017308"/>
                      <a:pt x="477576" y="1018700"/>
                      <a:pt x="477447" y="1021348"/>
                    </a:cubicBezTo>
                    <a:cubicBezTo>
                      <a:pt x="476759" y="1035479"/>
                      <a:pt x="476222" y="1049620"/>
                      <a:pt x="475611" y="1063755"/>
                    </a:cubicBezTo>
                    <a:cubicBezTo>
                      <a:pt x="474920" y="1079714"/>
                      <a:pt x="474149" y="1095670"/>
                      <a:pt x="473515" y="1111631"/>
                    </a:cubicBezTo>
                    <a:cubicBezTo>
                      <a:pt x="473020" y="1124099"/>
                      <a:pt x="472501" y="1136570"/>
                      <a:pt x="472333" y="1149045"/>
                    </a:cubicBezTo>
                    <a:cubicBezTo>
                      <a:pt x="472213" y="1157910"/>
                      <a:pt x="478560" y="1165698"/>
                      <a:pt x="487146" y="1167497"/>
                    </a:cubicBezTo>
                    <a:cubicBezTo>
                      <a:pt x="490076" y="1168110"/>
                      <a:pt x="493207" y="1167987"/>
                      <a:pt x="496234" y="1167869"/>
                    </a:cubicBezTo>
                    <a:cubicBezTo>
                      <a:pt x="518281" y="1167010"/>
                      <a:pt x="540324" y="1166068"/>
                      <a:pt x="562367" y="1165152"/>
                    </a:cubicBezTo>
                    <a:cubicBezTo>
                      <a:pt x="581216" y="1164370"/>
                      <a:pt x="600066" y="1163633"/>
                      <a:pt x="618909" y="1162753"/>
                    </a:cubicBezTo>
                    <a:cubicBezTo>
                      <a:pt x="621633" y="1162626"/>
                      <a:pt x="622966" y="1163675"/>
                      <a:pt x="624173" y="1165999"/>
                    </a:cubicBezTo>
                    <a:cubicBezTo>
                      <a:pt x="637145" y="1190982"/>
                      <a:pt x="650220" y="1215911"/>
                      <a:pt x="663271" y="1240851"/>
                    </a:cubicBezTo>
                    <a:cubicBezTo>
                      <a:pt x="669693" y="1253119"/>
                      <a:pt x="676043" y="1265424"/>
                      <a:pt x="682585" y="1277627"/>
                    </a:cubicBezTo>
                    <a:cubicBezTo>
                      <a:pt x="686651" y="1285213"/>
                      <a:pt x="693247" y="1288653"/>
                      <a:pt x="701795" y="1288242"/>
                    </a:cubicBezTo>
                    <a:cubicBezTo>
                      <a:pt x="706036" y="1288038"/>
                      <a:pt x="709625" y="1286017"/>
                      <a:pt x="713130" y="1283789"/>
                    </a:cubicBezTo>
                    <a:cubicBezTo>
                      <a:pt x="747562" y="1261914"/>
                      <a:pt x="782032" y="1240097"/>
                      <a:pt x="816417" y="1218146"/>
                    </a:cubicBezTo>
                    <a:cubicBezTo>
                      <a:pt x="819214" y="1216360"/>
                      <a:pt x="821176" y="1216154"/>
                      <a:pt x="824095" y="1218028"/>
                    </a:cubicBezTo>
                    <a:cubicBezTo>
                      <a:pt x="847661" y="1233162"/>
                      <a:pt x="871351" y="1248104"/>
                      <a:pt x="895004" y="1263104"/>
                    </a:cubicBezTo>
                    <a:cubicBezTo>
                      <a:pt x="906446" y="1270359"/>
                      <a:pt x="917879" y="1277623"/>
                      <a:pt x="929338" y="1284851"/>
                    </a:cubicBezTo>
                    <a:cubicBezTo>
                      <a:pt x="936581" y="1289422"/>
                      <a:pt x="943949" y="1289573"/>
                      <a:pt x="951304" y="1285160"/>
                    </a:cubicBezTo>
                    <a:cubicBezTo>
                      <a:pt x="955095" y="1282887"/>
                      <a:pt x="957360" y="1279285"/>
                      <a:pt x="959361" y="1275451"/>
                    </a:cubicBezTo>
                    <a:cubicBezTo>
                      <a:pt x="975196" y="1245096"/>
                      <a:pt x="991063" y="1214759"/>
                      <a:pt x="1006927" y="1184419"/>
                    </a:cubicBezTo>
                    <a:cubicBezTo>
                      <a:pt x="1010658" y="1177284"/>
                      <a:pt x="1014411" y="1170159"/>
                      <a:pt x="1018155" y="1163027"/>
                    </a:cubicBezTo>
                    <a:cubicBezTo>
                      <a:pt x="1019425" y="1162942"/>
                      <a:pt x="1020480" y="1162770"/>
                      <a:pt x="1021525" y="1162814"/>
                    </a:cubicBezTo>
                    <a:cubicBezTo>
                      <a:pt x="1035814" y="1163395"/>
                      <a:pt x="1050101" y="1164012"/>
                      <a:pt x="1064391" y="1164606"/>
                    </a:cubicBezTo>
                    <a:cubicBezTo>
                      <a:pt x="1079439" y="1165232"/>
                      <a:pt x="1094490" y="1165860"/>
                      <a:pt x="1109541" y="1166454"/>
                    </a:cubicBezTo>
                    <a:cubicBezTo>
                      <a:pt x="1122768" y="1166978"/>
                      <a:pt x="1135993" y="1167648"/>
                      <a:pt x="1149226" y="1167893"/>
                    </a:cubicBezTo>
                    <a:cubicBezTo>
                      <a:pt x="1158278" y="1168061"/>
                      <a:pt x="1165660" y="1162104"/>
                      <a:pt x="1167840" y="1153324"/>
                    </a:cubicBezTo>
                    <a:cubicBezTo>
                      <a:pt x="1168453" y="1150855"/>
                      <a:pt x="1168623" y="1148199"/>
                      <a:pt x="1168535" y="1145647"/>
                    </a:cubicBezTo>
                    <a:cubicBezTo>
                      <a:pt x="1168002" y="1130442"/>
                      <a:pt x="1167360" y="1115241"/>
                      <a:pt x="1166705" y="1100039"/>
                    </a:cubicBezTo>
                    <a:cubicBezTo>
                      <a:pt x="1165580" y="1073896"/>
                      <a:pt x="1164451" y="1047752"/>
                      <a:pt x="1163227" y="1021614"/>
                    </a:cubicBezTo>
                    <a:cubicBezTo>
                      <a:pt x="1163096" y="1018799"/>
                      <a:pt x="1164012" y="1017310"/>
                      <a:pt x="1166555" y="1015993"/>
                    </a:cubicBezTo>
                    <a:cubicBezTo>
                      <a:pt x="1192762" y="1002408"/>
                      <a:pt x="1218896" y="988684"/>
                      <a:pt x="1245049" y="974994"/>
                    </a:cubicBezTo>
                    <a:cubicBezTo>
                      <a:pt x="1256102" y="969209"/>
                      <a:pt x="1267187" y="963477"/>
                      <a:pt x="1278190" y="957596"/>
                    </a:cubicBezTo>
                    <a:cubicBezTo>
                      <a:pt x="1285086" y="953911"/>
                      <a:pt x="1288592" y="947971"/>
                      <a:pt x="1288775" y="940174"/>
                    </a:cubicBezTo>
                    <a:cubicBezTo>
                      <a:pt x="1288886" y="935443"/>
                      <a:pt x="1287035" y="931342"/>
                      <a:pt x="1284520" y="927390"/>
                    </a:cubicBezTo>
                    <a:cubicBezTo>
                      <a:pt x="1263922" y="895031"/>
                      <a:pt x="1243391" y="862630"/>
                      <a:pt x="1222844" y="830238"/>
                    </a:cubicBezTo>
                    <a:cubicBezTo>
                      <a:pt x="1220660" y="826794"/>
                      <a:pt x="1218521" y="823322"/>
                      <a:pt x="1216367" y="819878"/>
                    </a:cubicBezTo>
                    <a:cubicBezTo>
                      <a:pt x="1217470" y="818081"/>
                      <a:pt x="1218401" y="816516"/>
                      <a:pt x="1219375" y="814980"/>
                    </a:cubicBezTo>
                    <a:cubicBezTo>
                      <a:pt x="1241218" y="780527"/>
                      <a:pt x="1263094" y="746094"/>
                      <a:pt x="1284863" y="711595"/>
                    </a:cubicBezTo>
                    <a:cubicBezTo>
                      <a:pt x="1286453" y="709077"/>
                      <a:pt x="1287818" y="706175"/>
                      <a:pt x="1288352" y="703280"/>
                    </a:cubicBezTo>
                    <a:cubicBezTo>
                      <a:pt x="1290123" y="693712"/>
                      <a:pt x="1286026" y="686209"/>
                      <a:pt x="1276660" y="681298"/>
                    </a:cubicBezTo>
                    <a:cubicBezTo>
                      <a:pt x="1248363" y="666456"/>
                      <a:pt x="1220036" y="651672"/>
                      <a:pt x="1191724" y="636861"/>
                    </a:cubicBezTo>
                    <a:cubicBezTo>
                      <a:pt x="1182293" y="631929"/>
                      <a:pt x="1172868" y="626983"/>
                      <a:pt x="1163330" y="621986"/>
                    </a:cubicBezTo>
                    <a:cubicBezTo>
                      <a:pt x="1163330" y="620314"/>
                      <a:pt x="1163275" y="618801"/>
                      <a:pt x="1163338" y="617293"/>
                    </a:cubicBezTo>
                    <a:cubicBezTo>
                      <a:pt x="1164061" y="600114"/>
                      <a:pt x="1164813" y="582937"/>
                      <a:pt x="1165535" y="565760"/>
                    </a:cubicBezTo>
                    <a:cubicBezTo>
                      <a:pt x="1166167" y="550709"/>
                      <a:pt x="1166764" y="535658"/>
                      <a:pt x="1167379" y="520605"/>
                    </a:cubicBezTo>
                    <a:cubicBezTo>
                      <a:pt x="1167777" y="510878"/>
                      <a:pt x="1168442" y="501151"/>
                      <a:pt x="1168514" y="491422"/>
                    </a:cubicBezTo>
                    <a:cubicBezTo>
                      <a:pt x="1168598" y="480247"/>
                      <a:pt x="1160008" y="471798"/>
                      <a:pt x="1148841" y="471701"/>
                    </a:cubicBezTo>
                    <a:cubicBezTo>
                      <a:pt x="1144742" y="471665"/>
                      <a:pt x="1140640" y="472095"/>
                      <a:pt x="1136537" y="472261"/>
                    </a:cubicBezTo>
                    <a:cubicBezTo>
                      <a:pt x="1104308" y="473563"/>
                      <a:pt x="1072078" y="474848"/>
                      <a:pt x="1039848" y="476148"/>
                    </a:cubicBezTo>
                    <a:cubicBezTo>
                      <a:pt x="1032715" y="476436"/>
                      <a:pt x="1025585" y="476765"/>
                      <a:pt x="1018542" y="477071"/>
                    </a:cubicBezTo>
                    <a:cubicBezTo>
                      <a:pt x="1017881" y="475998"/>
                      <a:pt x="1017359" y="475252"/>
                      <a:pt x="1016941" y="474452"/>
                    </a:cubicBezTo>
                    <a:cubicBezTo>
                      <a:pt x="1002056" y="446005"/>
                      <a:pt x="987184" y="417552"/>
                      <a:pt x="972302" y="389103"/>
                    </a:cubicBezTo>
                    <a:cubicBezTo>
                      <a:pt x="967577" y="380070"/>
                      <a:pt x="962948" y="370983"/>
                      <a:pt x="958053" y="362044"/>
                    </a:cubicBezTo>
                    <a:cubicBezTo>
                      <a:pt x="954234" y="355068"/>
                      <a:pt x="948291" y="351522"/>
                      <a:pt x="940143" y="351596"/>
                    </a:cubicBezTo>
                    <a:cubicBezTo>
                      <a:pt x="935302" y="351640"/>
                      <a:pt x="931354" y="353610"/>
                      <a:pt x="927451" y="356089"/>
                    </a:cubicBezTo>
                    <a:cubicBezTo>
                      <a:pt x="893013" y="377957"/>
                      <a:pt x="858558" y="399796"/>
                      <a:pt x="824103" y="421639"/>
                    </a:cubicBezTo>
                    <a:cubicBezTo>
                      <a:pt x="822840" y="422439"/>
                      <a:pt x="821538" y="423176"/>
                      <a:pt x="820310" y="423908"/>
                    </a:cubicBezTo>
                    <a:cubicBezTo>
                      <a:pt x="818645" y="422894"/>
                      <a:pt x="817203" y="422045"/>
                      <a:pt x="815791" y="421150"/>
                    </a:cubicBezTo>
                    <a:cubicBezTo>
                      <a:pt x="787256" y="403050"/>
                      <a:pt x="758725" y="384941"/>
                      <a:pt x="730191" y="366839"/>
                    </a:cubicBezTo>
                    <a:cubicBezTo>
                      <a:pt x="723636" y="362681"/>
                      <a:pt x="717146" y="358409"/>
                      <a:pt x="710483" y="354433"/>
                    </a:cubicBezTo>
                    <a:cubicBezTo>
                      <a:pt x="701884" y="349300"/>
                      <a:pt x="691551" y="350916"/>
                      <a:pt x="685204" y="358310"/>
                    </a:cubicBezTo>
                    <a:cubicBezTo>
                      <a:pt x="683641" y="360132"/>
                      <a:pt x="682453" y="362322"/>
                      <a:pt x="681328" y="364467"/>
                    </a:cubicBezTo>
                    <a:cubicBezTo>
                      <a:pt x="662320" y="400717"/>
                      <a:pt x="643313" y="436968"/>
                      <a:pt x="624440" y="473289"/>
                    </a:cubicBezTo>
                    <a:cubicBezTo>
                      <a:pt x="622951" y="476154"/>
                      <a:pt x="621291" y="477163"/>
                      <a:pt x="618108" y="477005"/>
                    </a:cubicBezTo>
                    <a:cubicBezTo>
                      <a:pt x="600329" y="476129"/>
                      <a:pt x="582541" y="475449"/>
                      <a:pt x="564756" y="474701"/>
                    </a:cubicBezTo>
                    <a:cubicBezTo>
                      <a:pt x="550315" y="474094"/>
                      <a:pt x="535875" y="473487"/>
                      <a:pt x="521434" y="472881"/>
                    </a:cubicBezTo>
                    <a:cubicBezTo>
                      <a:pt x="511706" y="472474"/>
                      <a:pt x="501980" y="471836"/>
                      <a:pt x="492248" y="471720"/>
                    </a:cubicBezTo>
                    <a:cubicBezTo>
                      <a:pt x="480677" y="471583"/>
                      <a:pt x="472383" y="480013"/>
                      <a:pt x="472282" y="491503"/>
                    </a:cubicBezTo>
                    <a:cubicBezTo>
                      <a:pt x="472267" y="493329"/>
                      <a:pt x="472287" y="495159"/>
                      <a:pt x="472364" y="496982"/>
                    </a:cubicBezTo>
                    <a:cubicBezTo>
                      <a:pt x="473272" y="518873"/>
                      <a:pt x="474197" y="540762"/>
                      <a:pt x="475107" y="562653"/>
                    </a:cubicBezTo>
                    <a:cubicBezTo>
                      <a:pt x="475878" y="581201"/>
                      <a:pt x="476577" y="599752"/>
                      <a:pt x="477452" y="618294"/>
                    </a:cubicBezTo>
                    <a:cubicBezTo>
                      <a:pt x="477591" y="621217"/>
                      <a:pt x="476424" y="622601"/>
                      <a:pt x="473976" y="623870"/>
                    </a:cubicBezTo>
                    <a:cubicBezTo>
                      <a:pt x="451013" y="635778"/>
                      <a:pt x="428110" y="647798"/>
                      <a:pt x="405187" y="659784"/>
                    </a:cubicBezTo>
                    <a:cubicBezTo>
                      <a:pt x="391435" y="666976"/>
                      <a:pt x="377705" y="674214"/>
                      <a:pt x="363915" y="681334"/>
                    </a:cubicBezTo>
                    <a:cubicBezTo>
                      <a:pt x="357720" y="684532"/>
                      <a:pt x="353544" y="689188"/>
                      <a:pt x="352221" y="696156"/>
                    </a:cubicBezTo>
                    <a:cubicBezTo>
                      <a:pt x="351135" y="701877"/>
                      <a:pt x="352767" y="706929"/>
                      <a:pt x="355826" y="711742"/>
                    </a:cubicBezTo>
                    <a:cubicBezTo>
                      <a:pt x="376651" y="744497"/>
                      <a:pt x="397428" y="777285"/>
                      <a:pt x="418215" y="810065"/>
                    </a:cubicBezTo>
                    <a:cubicBezTo>
                      <a:pt x="420240" y="813268"/>
                      <a:pt x="422235" y="816491"/>
                      <a:pt x="424358" y="819884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08" name="任意多边形: 形状 107"/>
              <p:cNvSpPr/>
              <p:nvPr/>
            </p:nvSpPr>
            <p:spPr>
              <a:xfrm>
                <a:off x="640085" y="664884"/>
                <a:ext cx="280316" cy="280237"/>
              </a:xfrm>
              <a:custGeom>
                <a:avLst/>
                <a:gdLst>
                  <a:gd name="connsiteX0" fmla="*/ 139755 w 280316"/>
                  <a:gd name="connsiteY0" fmla="*/ 280237 h 280237"/>
                  <a:gd name="connsiteX1" fmla="*/ 0 w 280316"/>
                  <a:gd name="connsiteY1" fmla="*/ 139414 h 280237"/>
                  <a:gd name="connsiteX2" fmla="*/ 142101 w 280316"/>
                  <a:gd name="connsiteY2" fmla="*/ 13 h 280237"/>
                  <a:gd name="connsiteX3" fmla="*/ 280316 w 280316"/>
                  <a:gd name="connsiteY3" fmla="*/ 140160 h 280237"/>
                  <a:gd name="connsiteX4" fmla="*/ 139755 w 280316"/>
                  <a:gd name="connsiteY4" fmla="*/ 280237 h 280237"/>
                  <a:gd name="connsiteX5" fmla="*/ 213292 w 280316"/>
                  <a:gd name="connsiteY5" fmla="*/ 142871 h 280237"/>
                  <a:gd name="connsiteX6" fmla="*/ 141975 w 280316"/>
                  <a:gd name="connsiteY6" fmla="*/ 66934 h 280237"/>
                  <a:gd name="connsiteX7" fmla="*/ 67051 w 280316"/>
                  <a:gd name="connsiteY7" fmla="*/ 135976 h 280237"/>
                  <a:gd name="connsiteX8" fmla="*/ 135537 w 280316"/>
                  <a:gd name="connsiteY8" fmla="*/ 213156 h 280237"/>
                  <a:gd name="connsiteX9" fmla="*/ 213292 w 280316"/>
                  <a:gd name="connsiteY9" fmla="*/ 142871 h 280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0316" h="280237">
                    <a:moveTo>
                      <a:pt x="139755" y="280237"/>
                    </a:moveTo>
                    <a:cubicBezTo>
                      <a:pt x="62408" y="280231"/>
                      <a:pt x="-156" y="217308"/>
                      <a:pt x="0" y="139414"/>
                    </a:cubicBezTo>
                    <a:cubicBezTo>
                      <a:pt x="153" y="62538"/>
                      <a:pt x="63287" y="-1044"/>
                      <a:pt x="142101" y="13"/>
                    </a:cubicBezTo>
                    <a:cubicBezTo>
                      <a:pt x="217467" y="1024"/>
                      <a:pt x="280103" y="61986"/>
                      <a:pt x="280316" y="140160"/>
                    </a:cubicBezTo>
                    <a:cubicBezTo>
                      <a:pt x="280523" y="217531"/>
                      <a:pt x="217415" y="280243"/>
                      <a:pt x="139755" y="280237"/>
                    </a:cubicBezTo>
                    <a:close/>
                    <a:moveTo>
                      <a:pt x="213292" y="142871"/>
                    </a:moveTo>
                    <a:cubicBezTo>
                      <a:pt x="214849" y="103122"/>
                      <a:pt x="183729" y="68029"/>
                      <a:pt x="141975" y="66934"/>
                    </a:cubicBezTo>
                    <a:cubicBezTo>
                      <a:pt x="103248" y="65919"/>
                      <a:pt x="69364" y="95438"/>
                      <a:pt x="67051" y="135976"/>
                    </a:cubicBezTo>
                    <a:cubicBezTo>
                      <a:pt x="64711" y="176965"/>
                      <a:pt x="95978" y="210706"/>
                      <a:pt x="135537" y="213156"/>
                    </a:cubicBezTo>
                    <a:cubicBezTo>
                      <a:pt x="176773" y="215711"/>
                      <a:pt x="211727" y="183896"/>
                      <a:pt x="213292" y="142871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09" name="任意多边形: 形状 108"/>
              <p:cNvSpPr/>
              <p:nvPr/>
            </p:nvSpPr>
            <p:spPr>
              <a:xfrm>
                <a:off x="987840" y="943940"/>
                <a:ext cx="280262" cy="280254"/>
              </a:xfrm>
              <a:custGeom>
                <a:avLst/>
                <a:gdLst>
                  <a:gd name="connsiteX0" fmla="*/ 280262 w 280262"/>
                  <a:gd name="connsiteY0" fmla="*/ 140408 h 280254"/>
                  <a:gd name="connsiteX1" fmla="*/ 140025 w 280262"/>
                  <a:gd name="connsiteY1" fmla="*/ 280255 h 280254"/>
                  <a:gd name="connsiteX2" fmla="*/ 38 w 280262"/>
                  <a:gd name="connsiteY2" fmla="*/ 136892 h 280254"/>
                  <a:gd name="connsiteX3" fmla="*/ 140562 w 280262"/>
                  <a:gd name="connsiteY3" fmla="*/ 0 h 280254"/>
                  <a:gd name="connsiteX4" fmla="*/ 280262 w 280262"/>
                  <a:gd name="connsiteY4" fmla="*/ 140408 h 280254"/>
                  <a:gd name="connsiteX5" fmla="*/ 213278 w 280262"/>
                  <a:gd name="connsiteY5" fmla="*/ 140246 h 280254"/>
                  <a:gd name="connsiteX6" fmla="*/ 140280 w 280262"/>
                  <a:gd name="connsiteY6" fmla="*/ 66973 h 280254"/>
                  <a:gd name="connsiteX7" fmla="*/ 66938 w 280262"/>
                  <a:gd name="connsiteY7" fmla="*/ 140016 h 280254"/>
                  <a:gd name="connsiteX8" fmla="*/ 140054 w 280262"/>
                  <a:gd name="connsiteY8" fmla="*/ 213313 h 280254"/>
                  <a:gd name="connsiteX9" fmla="*/ 213278 w 280262"/>
                  <a:gd name="connsiteY9" fmla="*/ 140246 h 280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0262" h="280254">
                    <a:moveTo>
                      <a:pt x="280262" y="140408"/>
                    </a:moveTo>
                    <a:cubicBezTo>
                      <a:pt x="280359" y="216679"/>
                      <a:pt x="218300" y="280399"/>
                      <a:pt x="140025" y="280255"/>
                    </a:cubicBezTo>
                    <a:cubicBezTo>
                      <a:pt x="59009" y="280106"/>
                      <a:pt x="-1735" y="212631"/>
                      <a:pt x="38" y="136892"/>
                    </a:cubicBezTo>
                    <a:cubicBezTo>
                      <a:pt x="1742" y="64058"/>
                      <a:pt x="61469" y="-120"/>
                      <a:pt x="140562" y="0"/>
                    </a:cubicBezTo>
                    <a:cubicBezTo>
                      <a:pt x="217872" y="118"/>
                      <a:pt x="280279" y="62904"/>
                      <a:pt x="280262" y="140408"/>
                    </a:cubicBezTo>
                    <a:close/>
                    <a:moveTo>
                      <a:pt x="213278" y="140246"/>
                    </a:moveTo>
                    <a:cubicBezTo>
                      <a:pt x="213282" y="99661"/>
                      <a:pt x="180736" y="66992"/>
                      <a:pt x="140280" y="66973"/>
                    </a:cubicBezTo>
                    <a:cubicBezTo>
                      <a:pt x="99821" y="66956"/>
                      <a:pt x="67035" y="99608"/>
                      <a:pt x="66938" y="140016"/>
                    </a:cubicBezTo>
                    <a:cubicBezTo>
                      <a:pt x="66841" y="180339"/>
                      <a:pt x="99697" y="213277"/>
                      <a:pt x="140054" y="213313"/>
                    </a:cubicBezTo>
                    <a:cubicBezTo>
                      <a:pt x="180559" y="213353"/>
                      <a:pt x="213274" y="180708"/>
                      <a:pt x="213278" y="140246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10" name="任意多边形: 形状 109"/>
              <p:cNvSpPr/>
              <p:nvPr/>
            </p:nvSpPr>
            <p:spPr>
              <a:xfrm>
                <a:off x="754795" y="684295"/>
                <a:ext cx="375590" cy="558159"/>
              </a:xfrm>
              <a:custGeom>
                <a:avLst/>
                <a:gdLst>
                  <a:gd name="connsiteX0" fmla="*/ 57481 w 375590"/>
                  <a:gd name="connsiteY0" fmla="*/ 558160 h 558159"/>
                  <a:gd name="connsiteX1" fmla="*/ 0 w 375590"/>
                  <a:gd name="connsiteY1" fmla="*/ 523219 h 558159"/>
                  <a:gd name="connsiteX2" fmla="*/ 318106 w 375590"/>
                  <a:gd name="connsiteY2" fmla="*/ 0 h 558159"/>
                  <a:gd name="connsiteX3" fmla="*/ 375590 w 375590"/>
                  <a:gd name="connsiteY3" fmla="*/ 34937 h 558159"/>
                  <a:gd name="connsiteX4" fmla="*/ 57481 w 375590"/>
                  <a:gd name="connsiteY4" fmla="*/ 558160 h 558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5590" h="558159">
                    <a:moveTo>
                      <a:pt x="57481" y="558160"/>
                    </a:moveTo>
                    <a:cubicBezTo>
                      <a:pt x="38249" y="546469"/>
                      <a:pt x="19414" y="535020"/>
                      <a:pt x="0" y="523219"/>
                    </a:cubicBezTo>
                    <a:cubicBezTo>
                      <a:pt x="106023" y="348834"/>
                      <a:pt x="211923" y="174648"/>
                      <a:pt x="318106" y="0"/>
                    </a:cubicBezTo>
                    <a:cubicBezTo>
                      <a:pt x="337309" y="11672"/>
                      <a:pt x="356230" y="23170"/>
                      <a:pt x="375590" y="34937"/>
                    </a:cubicBezTo>
                    <a:cubicBezTo>
                      <a:pt x="269470" y="209482"/>
                      <a:pt x="163555" y="383689"/>
                      <a:pt x="57481" y="558160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grpSp>
        <p:nvGrpSpPr>
          <p:cNvPr id="136" name="组合 135"/>
          <p:cNvGrpSpPr/>
          <p:nvPr/>
        </p:nvGrpSpPr>
        <p:grpSpPr>
          <a:xfrm>
            <a:off x="7500556" y="1380925"/>
            <a:ext cx="1595978" cy="430887"/>
            <a:chOff x="7641351" y="1380925"/>
            <a:chExt cx="1595978" cy="430887"/>
          </a:xfrm>
        </p:grpSpPr>
        <p:sp>
          <p:nvSpPr>
            <p:cNvPr id="83" name="文本框 82"/>
            <p:cNvSpPr txBox="1"/>
            <p:nvPr/>
          </p:nvSpPr>
          <p:spPr>
            <a:xfrm>
              <a:off x="7641351" y="1380925"/>
              <a:ext cx="1386598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950,000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12" name="TextBox 21+"/>
            <p:cNvSpPr txBox="1"/>
            <p:nvPr/>
          </p:nvSpPr>
          <p:spPr>
            <a:xfrm>
              <a:off x="9057793" y="1529661"/>
              <a:ext cx="179536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人</a:t>
              </a:r>
            </a:p>
          </p:txBody>
        </p:sp>
      </p:grpSp>
      <p:grpSp>
        <p:nvGrpSpPr>
          <p:cNvPr id="129" name="组合 128"/>
          <p:cNvGrpSpPr/>
          <p:nvPr/>
        </p:nvGrpSpPr>
        <p:grpSpPr>
          <a:xfrm>
            <a:off x="7500556" y="1842140"/>
            <a:ext cx="1578092" cy="184666"/>
            <a:chOff x="7484786" y="1842140"/>
            <a:chExt cx="1578092" cy="184666"/>
          </a:xfrm>
        </p:grpSpPr>
        <p:sp>
          <p:nvSpPr>
            <p:cNvPr id="113" name="Isosceles Triangle 77+"/>
            <p:cNvSpPr/>
            <p:nvPr/>
          </p:nvSpPr>
          <p:spPr>
            <a:xfrm>
              <a:off x="8896250" y="1863792"/>
              <a:ext cx="166628" cy="141362"/>
            </a:xfrm>
            <a:prstGeom prst="triangle">
              <a:avLst/>
            </a:prstGeom>
            <a:gradFill>
              <a:gsLst>
                <a:gs pos="100000">
                  <a:schemeClr val="bg1">
                    <a:alpha val="0"/>
                  </a:schemeClr>
                </a:gs>
                <a:gs pos="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4" name="TextBox 101+"/>
            <p:cNvSpPr txBox="1"/>
            <p:nvPr/>
          </p:nvSpPr>
          <p:spPr>
            <a:xfrm>
              <a:off x="7484786" y="1842140"/>
              <a:ext cx="923330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环比增速加快</a:t>
              </a:r>
            </a:p>
          </p:txBody>
        </p:sp>
        <p:sp>
          <p:nvSpPr>
            <p:cNvPr id="115" name="TextBox 102+"/>
            <p:cNvSpPr txBox="1"/>
            <p:nvPr/>
          </p:nvSpPr>
          <p:spPr>
            <a:xfrm>
              <a:off x="8497136" y="1842140"/>
              <a:ext cx="31098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15%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30" name="组合 129"/>
          <p:cNvGrpSpPr/>
          <p:nvPr/>
        </p:nvGrpSpPr>
        <p:grpSpPr>
          <a:xfrm>
            <a:off x="7500556" y="1113609"/>
            <a:ext cx="1400887" cy="227785"/>
            <a:chOff x="7451635" y="1113609"/>
            <a:chExt cx="1400887" cy="227785"/>
          </a:xfrm>
        </p:grpSpPr>
        <p:sp>
          <p:nvSpPr>
            <p:cNvPr id="81" name="文本框 80"/>
            <p:cNvSpPr txBox="1"/>
            <p:nvPr/>
          </p:nvSpPr>
          <p:spPr>
            <a:xfrm>
              <a:off x="7775304" y="1134267"/>
              <a:ext cx="1077218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累计付费客户数</a:t>
              </a:r>
            </a:p>
          </p:txBody>
        </p:sp>
        <p:sp>
          <p:nvSpPr>
            <p:cNvPr id="118" name="图形 116"/>
            <p:cNvSpPr>
              <a:spLocks noChangeAspect="1"/>
            </p:cNvSpPr>
            <p:nvPr/>
          </p:nvSpPr>
          <p:spPr>
            <a:xfrm>
              <a:off x="7451635" y="1113609"/>
              <a:ext cx="288000" cy="227785"/>
            </a:xfrm>
            <a:custGeom>
              <a:avLst/>
              <a:gdLst>
                <a:gd name="connsiteX0" fmla="*/ 919265 w 1587522"/>
                <a:gd name="connsiteY0" fmla="*/ 806371 h 1255602"/>
                <a:gd name="connsiteX1" fmla="*/ 852114 w 1587522"/>
                <a:gd name="connsiteY1" fmla="*/ 785178 h 1255602"/>
                <a:gd name="connsiteX2" fmla="*/ 806155 w 1587522"/>
                <a:gd name="connsiteY2" fmla="*/ 696754 h 1255602"/>
                <a:gd name="connsiteX3" fmla="*/ 859178 w 1587522"/>
                <a:gd name="connsiteY3" fmla="*/ 601504 h 1255602"/>
                <a:gd name="connsiteX4" fmla="*/ 940537 w 1587522"/>
                <a:gd name="connsiteY4" fmla="*/ 357188 h 1255602"/>
                <a:gd name="connsiteX5" fmla="*/ 625895 w 1587522"/>
                <a:gd name="connsiteY5" fmla="*/ 0 h 1255602"/>
                <a:gd name="connsiteX6" fmla="*/ 311252 w 1587522"/>
                <a:gd name="connsiteY6" fmla="*/ 360601 h 1255602"/>
                <a:gd name="connsiteX7" fmla="*/ 392453 w 1587522"/>
                <a:gd name="connsiteY7" fmla="*/ 604838 h 1255602"/>
                <a:gd name="connsiteX8" fmla="*/ 429499 w 1587522"/>
                <a:gd name="connsiteY8" fmla="*/ 756292 h 1255602"/>
                <a:gd name="connsiteX9" fmla="*/ 399517 w 1587522"/>
                <a:gd name="connsiteY9" fmla="*/ 788670 h 1255602"/>
                <a:gd name="connsiteX10" fmla="*/ 399517 w 1587522"/>
                <a:gd name="connsiteY10" fmla="*/ 792242 h 1255602"/>
                <a:gd name="connsiteX11" fmla="*/ 392453 w 1587522"/>
                <a:gd name="connsiteY11" fmla="*/ 795814 h 1255602"/>
                <a:gd name="connsiteX12" fmla="*/ 335859 w 1587522"/>
                <a:gd name="connsiteY12" fmla="*/ 813514 h 1255602"/>
                <a:gd name="connsiteX13" fmla="*/ 21216 w 1587522"/>
                <a:gd name="connsiteY13" fmla="*/ 1018619 h 1255602"/>
                <a:gd name="connsiteX14" fmla="*/ 24788 w 1587522"/>
                <a:gd name="connsiteY14" fmla="*/ 1018619 h 1255602"/>
                <a:gd name="connsiteX15" fmla="*/ 23 w 1587522"/>
                <a:gd name="connsiteY15" fmla="*/ 1099899 h 1255602"/>
                <a:gd name="connsiteX16" fmla="*/ 158773 w 1587522"/>
                <a:gd name="connsiteY16" fmla="*/ 1255474 h 1255602"/>
                <a:gd name="connsiteX17" fmla="*/ 1092540 w 1587522"/>
                <a:gd name="connsiteY17" fmla="*/ 1255475 h 1255602"/>
                <a:gd name="connsiteX18" fmla="*/ 1255055 w 1587522"/>
                <a:gd name="connsiteY18" fmla="*/ 1105504 h 1255602"/>
                <a:gd name="connsiteX19" fmla="*/ 1255180 w 1587522"/>
                <a:gd name="connsiteY19" fmla="*/ 1099900 h 1255602"/>
                <a:gd name="connsiteX20" fmla="*/ 1223430 w 1587522"/>
                <a:gd name="connsiteY20" fmla="*/ 1004649 h 1255602"/>
                <a:gd name="connsiteX21" fmla="*/ 919344 w 1587522"/>
                <a:gd name="connsiteY21" fmla="*/ 806688 h 1255602"/>
                <a:gd name="connsiteX22" fmla="*/ 1552122 w 1587522"/>
                <a:gd name="connsiteY22" fmla="*/ 961946 h 1255602"/>
                <a:gd name="connsiteX23" fmla="*/ 1283437 w 1587522"/>
                <a:gd name="connsiteY23" fmla="*/ 788670 h 1255602"/>
                <a:gd name="connsiteX24" fmla="*/ 1223351 w 1587522"/>
                <a:gd name="connsiteY24" fmla="*/ 770969 h 1255602"/>
                <a:gd name="connsiteX25" fmla="*/ 1184457 w 1587522"/>
                <a:gd name="connsiteY25" fmla="*/ 693182 h 1255602"/>
                <a:gd name="connsiteX26" fmla="*/ 1230415 w 1587522"/>
                <a:gd name="connsiteY26" fmla="*/ 611822 h 1255602"/>
                <a:gd name="connsiteX27" fmla="*/ 1304630 w 1587522"/>
                <a:gd name="connsiteY27" fmla="*/ 396161 h 1255602"/>
                <a:gd name="connsiteX28" fmla="*/ 1025310 w 1587522"/>
                <a:gd name="connsiteY28" fmla="*/ 77946 h 1255602"/>
                <a:gd name="connsiteX29" fmla="*/ 954587 w 1587522"/>
                <a:gd name="connsiteY29" fmla="*/ 88582 h 1255602"/>
                <a:gd name="connsiteX30" fmla="*/ 1035867 w 1587522"/>
                <a:gd name="connsiteY30" fmla="*/ 360839 h 1255602"/>
                <a:gd name="connsiteX31" fmla="*/ 929822 w 1587522"/>
                <a:gd name="connsiteY31" fmla="*/ 664924 h 1255602"/>
                <a:gd name="connsiteX32" fmla="*/ 922757 w 1587522"/>
                <a:gd name="connsiteY32" fmla="*/ 671989 h 1255602"/>
                <a:gd name="connsiteX33" fmla="*/ 922757 w 1587522"/>
                <a:gd name="connsiteY33" fmla="*/ 675561 h 1255602"/>
                <a:gd name="connsiteX34" fmla="*/ 901564 w 1587522"/>
                <a:gd name="connsiteY34" fmla="*/ 703818 h 1255602"/>
                <a:gd name="connsiteX35" fmla="*/ 905136 w 1587522"/>
                <a:gd name="connsiteY35" fmla="*/ 707390 h 1255602"/>
                <a:gd name="connsiteX36" fmla="*/ 933394 w 1587522"/>
                <a:gd name="connsiteY36" fmla="*/ 714455 h 1255602"/>
                <a:gd name="connsiteX37" fmla="*/ 936965 w 1587522"/>
                <a:gd name="connsiteY37" fmla="*/ 714454 h 1255602"/>
                <a:gd name="connsiteX38" fmla="*/ 951094 w 1587522"/>
                <a:gd name="connsiteY38" fmla="*/ 721519 h 1255602"/>
                <a:gd name="connsiteX39" fmla="*/ 1301138 w 1587522"/>
                <a:gd name="connsiteY39" fmla="*/ 951706 h 1255602"/>
                <a:gd name="connsiteX40" fmla="*/ 1357732 w 1587522"/>
                <a:gd name="connsiteY40" fmla="*/ 1107281 h 1255602"/>
                <a:gd name="connsiteX41" fmla="*/ 1340032 w 1587522"/>
                <a:gd name="connsiteY41" fmla="*/ 1192133 h 1255602"/>
                <a:gd name="connsiteX42" fmla="*/ 1442584 w 1587522"/>
                <a:gd name="connsiteY42" fmla="*/ 1192133 h 1255602"/>
                <a:gd name="connsiteX43" fmla="*/ 1587439 w 1587522"/>
                <a:gd name="connsiteY43" fmla="*/ 1057621 h 1255602"/>
                <a:gd name="connsiteX44" fmla="*/ 1587523 w 1587522"/>
                <a:gd name="connsiteY44" fmla="*/ 1054259 h 1255602"/>
                <a:gd name="connsiteX45" fmla="*/ 1552201 w 1587522"/>
                <a:gd name="connsiteY45" fmla="*/ 962342 h 1255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587522" h="1255602">
                  <a:moveTo>
                    <a:pt x="919265" y="806371"/>
                  </a:moveTo>
                  <a:cubicBezTo>
                    <a:pt x="896513" y="800528"/>
                    <a:pt x="874097" y="793453"/>
                    <a:pt x="852114" y="785178"/>
                  </a:cubicBezTo>
                  <a:cubicBezTo>
                    <a:pt x="822993" y="765224"/>
                    <a:pt x="805752" y="732052"/>
                    <a:pt x="806155" y="696754"/>
                  </a:cubicBezTo>
                  <a:cubicBezTo>
                    <a:pt x="812233" y="659810"/>
                    <a:pt x="830979" y="626133"/>
                    <a:pt x="859178" y="601504"/>
                  </a:cubicBezTo>
                  <a:cubicBezTo>
                    <a:pt x="914215" y="532183"/>
                    <a:pt x="943026" y="445665"/>
                    <a:pt x="940537" y="357188"/>
                  </a:cubicBezTo>
                  <a:cubicBezTo>
                    <a:pt x="951638" y="171889"/>
                    <a:pt x="811113" y="12363"/>
                    <a:pt x="625895" y="0"/>
                  </a:cubicBezTo>
                  <a:cubicBezTo>
                    <a:pt x="452619" y="0"/>
                    <a:pt x="311252" y="162639"/>
                    <a:pt x="311252" y="360601"/>
                  </a:cubicBezTo>
                  <a:cubicBezTo>
                    <a:pt x="310436" y="448773"/>
                    <a:pt x="339006" y="534706"/>
                    <a:pt x="392453" y="604838"/>
                  </a:cubicBezTo>
                  <a:cubicBezTo>
                    <a:pt x="444506" y="636431"/>
                    <a:pt x="461092" y="704239"/>
                    <a:pt x="429499" y="756292"/>
                  </a:cubicBezTo>
                  <a:cubicBezTo>
                    <a:pt x="421789" y="768995"/>
                    <a:pt x="411591" y="780008"/>
                    <a:pt x="399517" y="788670"/>
                  </a:cubicBezTo>
                  <a:lnTo>
                    <a:pt x="399517" y="792242"/>
                  </a:lnTo>
                  <a:cubicBezTo>
                    <a:pt x="396833" y="792622"/>
                    <a:pt x="394350" y="793877"/>
                    <a:pt x="392453" y="795814"/>
                  </a:cubicBezTo>
                  <a:cubicBezTo>
                    <a:pt x="375636" y="806936"/>
                    <a:pt x="356016" y="813072"/>
                    <a:pt x="335859" y="813514"/>
                  </a:cubicBezTo>
                  <a:cubicBezTo>
                    <a:pt x="213374" y="850068"/>
                    <a:pt x="104093" y="921304"/>
                    <a:pt x="21216" y="1018619"/>
                  </a:cubicBezTo>
                  <a:lnTo>
                    <a:pt x="24788" y="1018619"/>
                  </a:lnTo>
                  <a:cubicBezTo>
                    <a:pt x="8162" y="1042420"/>
                    <a:pt x="-506" y="1070872"/>
                    <a:pt x="23" y="1099899"/>
                  </a:cubicBezTo>
                  <a:cubicBezTo>
                    <a:pt x="1199" y="1186570"/>
                    <a:pt x="72096" y="1256050"/>
                    <a:pt x="158773" y="1255474"/>
                  </a:cubicBezTo>
                  <a:lnTo>
                    <a:pt x="1092540" y="1255475"/>
                  </a:lnTo>
                  <a:cubicBezTo>
                    <a:pt x="1178831" y="1258938"/>
                    <a:pt x="1251591" y="1191794"/>
                    <a:pt x="1255055" y="1105504"/>
                  </a:cubicBezTo>
                  <a:cubicBezTo>
                    <a:pt x="1255130" y="1103636"/>
                    <a:pt x="1255172" y="1101768"/>
                    <a:pt x="1255180" y="1099900"/>
                  </a:cubicBezTo>
                  <a:cubicBezTo>
                    <a:pt x="1253783" y="1065792"/>
                    <a:pt x="1242777" y="1032773"/>
                    <a:pt x="1223430" y="1004649"/>
                  </a:cubicBezTo>
                  <a:cubicBezTo>
                    <a:pt x="1144444" y="909402"/>
                    <a:pt x="1038408" y="840372"/>
                    <a:pt x="919344" y="806688"/>
                  </a:cubicBezTo>
                  <a:close/>
                  <a:moveTo>
                    <a:pt x="1552122" y="961946"/>
                  </a:moveTo>
                  <a:cubicBezTo>
                    <a:pt x="1481787" y="878750"/>
                    <a:pt x="1388239" y="818421"/>
                    <a:pt x="1283437" y="788670"/>
                  </a:cubicBezTo>
                  <a:cubicBezTo>
                    <a:pt x="1263024" y="784165"/>
                    <a:pt x="1242946" y="778251"/>
                    <a:pt x="1223351" y="770969"/>
                  </a:cubicBezTo>
                  <a:cubicBezTo>
                    <a:pt x="1198436" y="752969"/>
                    <a:pt x="1183909" y="723914"/>
                    <a:pt x="1184457" y="693182"/>
                  </a:cubicBezTo>
                  <a:cubicBezTo>
                    <a:pt x="1188676" y="661138"/>
                    <a:pt x="1205149" y="631977"/>
                    <a:pt x="1230415" y="611822"/>
                  </a:cubicBezTo>
                  <a:cubicBezTo>
                    <a:pt x="1279342" y="550677"/>
                    <a:pt x="1305568" y="474466"/>
                    <a:pt x="1304630" y="396161"/>
                  </a:cubicBezTo>
                  <a:cubicBezTo>
                    <a:pt x="1314129" y="231581"/>
                    <a:pt x="1189732" y="89863"/>
                    <a:pt x="1025310" y="77946"/>
                  </a:cubicBezTo>
                  <a:cubicBezTo>
                    <a:pt x="1001323" y="77749"/>
                    <a:pt x="977455" y="81338"/>
                    <a:pt x="954587" y="88582"/>
                  </a:cubicBezTo>
                  <a:cubicBezTo>
                    <a:pt x="1008802" y="168926"/>
                    <a:pt x="1037162" y="263923"/>
                    <a:pt x="1035867" y="360839"/>
                  </a:cubicBezTo>
                  <a:cubicBezTo>
                    <a:pt x="1034717" y="471069"/>
                    <a:pt x="997467" y="577884"/>
                    <a:pt x="929822" y="664924"/>
                  </a:cubicBezTo>
                  <a:lnTo>
                    <a:pt x="922757" y="671989"/>
                  </a:lnTo>
                  <a:lnTo>
                    <a:pt x="922757" y="675561"/>
                  </a:lnTo>
                  <a:cubicBezTo>
                    <a:pt x="913794" y="683394"/>
                    <a:pt x="906574" y="693020"/>
                    <a:pt x="901564" y="703818"/>
                  </a:cubicBezTo>
                  <a:cubicBezTo>
                    <a:pt x="901564" y="707390"/>
                    <a:pt x="901564" y="707390"/>
                    <a:pt x="905136" y="707390"/>
                  </a:cubicBezTo>
                  <a:cubicBezTo>
                    <a:pt x="913919" y="711801"/>
                    <a:pt x="923568" y="714214"/>
                    <a:pt x="933394" y="714455"/>
                  </a:cubicBezTo>
                  <a:lnTo>
                    <a:pt x="936965" y="714454"/>
                  </a:lnTo>
                  <a:lnTo>
                    <a:pt x="951094" y="721519"/>
                  </a:lnTo>
                  <a:cubicBezTo>
                    <a:pt x="1087881" y="762138"/>
                    <a:pt x="1209645" y="842209"/>
                    <a:pt x="1301138" y="951706"/>
                  </a:cubicBezTo>
                  <a:cubicBezTo>
                    <a:pt x="1336799" y="995817"/>
                    <a:pt x="1356716" y="1050568"/>
                    <a:pt x="1357732" y="1107281"/>
                  </a:cubicBezTo>
                  <a:cubicBezTo>
                    <a:pt x="1357323" y="1136438"/>
                    <a:pt x="1351314" y="1165245"/>
                    <a:pt x="1340032" y="1192133"/>
                  </a:cubicBezTo>
                  <a:lnTo>
                    <a:pt x="1442584" y="1192133"/>
                  </a:lnTo>
                  <a:cubicBezTo>
                    <a:pt x="1519729" y="1194989"/>
                    <a:pt x="1584583" y="1134766"/>
                    <a:pt x="1587439" y="1057621"/>
                  </a:cubicBezTo>
                  <a:cubicBezTo>
                    <a:pt x="1587480" y="1056500"/>
                    <a:pt x="1587508" y="1055380"/>
                    <a:pt x="1587523" y="1054259"/>
                  </a:cubicBezTo>
                  <a:cubicBezTo>
                    <a:pt x="1586162" y="1020573"/>
                    <a:pt x="1573749" y="988271"/>
                    <a:pt x="1552201" y="962342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35" name="组合 134"/>
          <p:cNvGrpSpPr/>
          <p:nvPr/>
        </p:nvGrpSpPr>
        <p:grpSpPr>
          <a:xfrm>
            <a:off x="9804222" y="1842140"/>
            <a:ext cx="1269425" cy="184666"/>
            <a:chOff x="9719706" y="1842140"/>
            <a:chExt cx="1269425" cy="184666"/>
          </a:xfrm>
        </p:grpSpPr>
        <p:sp>
          <p:nvSpPr>
            <p:cNvPr id="119" name="Isosceles Triangle 77++"/>
            <p:cNvSpPr/>
            <p:nvPr/>
          </p:nvSpPr>
          <p:spPr>
            <a:xfrm>
              <a:off x="10822503" y="1863792"/>
              <a:ext cx="166628" cy="141362"/>
            </a:xfrm>
            <a:prstGeom prst="triangle">
              <a:avLst/>
            </a:prstGeom>
            <a:gradFill>
              <a:gsLst>
                <a:gs pos="100000">
                  <a:schemeClr val="bg1">
                    <a:alpha val="0"/>
                  </a:schemeClr>
                </a:gs>
                <a:gs pos="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20" name="TextBox 101++"/>
            <p:cNvSpPr txBox="1"/>
            <p:nvPr/>
          </p:nvSpPr>
          <p:spPr>
            <a:xfrm>
              <a:off x="9719706" y="1842140"/>
              <a:ext cx="61555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环比提升</a:t>
              </a:r>
            </a:p>
          </p:txBody>
        </p:sp>
        <p:sp>
          <p:nvSpPr>
            <p:cNvPr id="121" name="TextBox 102++"/>
            <p:cNvSpPr txBox="1"/>
            <p:nvPr/>
          </p:nvSpPr>
          <p:spPr>
            <a:xfrm>
              <a:off x="10423389" y="1842140"/>
              <a:ext cx="31098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40%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34" name="组合 133"/>
          <p:cNvGrpSpPr/>
          <p:nvPr/>
        </p:nvGrpSpPr>
        <p:grpSpPr>
          <a:xfrm>
            <a:off x="9804222" y="1097127"/>
            <a:ext cx="872146" cy="231701"/>
            <a:chOff x="9699627" y="1097127"/>
            <a:chExt cx="872146" cy="231701"/>
          </a:xfrm>
        </p:grpSpPr>
        <p:sp>
          <p:nvSpPr>
            <p:cNvPr id="89" name="文本框 88"/>
            <p:cNvSpPr txBox="1"/>
            <p:nvPr/>
          </p:nvSpPr>
          <p:spPr>
            <a:xfrm>
              <a:off x="10007516" y="1134267"/>
              <a:ext cx="564257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项目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ROI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33" name="图形 131"/>
            <p:cNvSpPr>
              <a:spLocks noChangeAspect="1"/>
            </p:cNvSpPr>
            <p:nvPr/>
          </p:nvSpPr>
          <p:spPr>
            <a:xfrm>
              <a:off x="9699627" y="1097127"/>
              <a:ext cx="252000" cy="231701"/>
            </a:xfrm>
            <a:custGeom>
              <a:avLst/>
              <a:gdLst>
                <a:gd name="connsiteX0" fmla="*/ 1467631 w 1554323"/>
                <a:gd name="connsiteY0" fmla="*/ 0 h 1429122"/>
                <a:gd name="connsiteX1" fmla="*/ 86506 w 1554323"/>
                <a:gd name="connsiteY1" fmla="*/ 0 h 1429122"/>
                <a:gd name="connsiteX2" fmla="*/ 0 w 1554323"/>
                <a:gd name="connsiteY2" fmla="*/ 86506 h 1429122"/>
                <a:gd name="connsiteX3" fmla="*/ 0 w 1554323"/>
                <a:gd name="connsiteY3" fmla="*/ 1342616 h 1429122"/>
                <a:gd name="connsiteX4" fmla="*/ 86506 w 1554323"/>
                <a:gd name="connsiteY4" fmla="*/ 1429122 h 1429122"/>
                <a:gd name="connsiteX5" fmla="*/ 1467817 w 1554323"/>
                <a:gd name="connsiteY5" fmla="*/ 1429122 h 1429122"/>
                <a:gd name="connsiteX6" fmla="*/ 1554324 w 1554323"/>
                <a:gd name="connsiteY6" fmla="*/ 1342616 h 1429122"/>
                <a:gd name="connsiteX7" fmla="*/ 1554324 w 1554323"/>
                <a:gd name="connsiteY7" fmla="*/ 86506 h 1429122"/>
                <a:gd name="connsiteX8" fmla="*/ 1467631 w 1554323"/>
                <a:gd name="connsiteY8" fmla="*/ 0 h 1429122"/>
                <a:gd name="connsiteX9" fmla="*/ 453368 w 1554323"/>
                <a:gd name="connsiteY9" fmla="*/ 1195276 h 1429122"/>
                <a:gd name="connsiteX10" fmla="*/ 318120 w 1554323"/>
                <a:gd name="connsiteY10" fmla="*/ 1195276 h 1429122"/>
                <a:gd name="connsiteX11" fmla="*/ 318120 w 1554323"/>
                <a:gd name="connsiteY11" fmla="*/ 891480 h 1429122"/>
                <a:gd name="connsiteX12" fmla="*/ 453368 w 1554323"/>
                <a:gd name="connsiteY12" fmla="*/ 891480 h 1429122"/>
                <a:gd name="connsiteX13" fmla="*/ 453368 w 1554323"/>
                <a:gd name="connsiteY13" fmla="*/ 1195276 h 1429122"/>
                <a:gd name="connsiteX14" fmla="*/ 829717 w 1554323"/>
                <a:gd name="connsiteY14" fmla="*/ 1195090 h 1429122"/>
                <a:gd name="connsiteX15" fmla="*/ 694469 w 1554323"/>
                <a:gd name="connsiteY15" fmla="*/ 1195090 h 1429122"/>
                <a:gd name="connsiteX16" fmla="*/ 694469 w 1554323"/>
                <a:gd name="connsiteY16" fmla="*/ 846646 h 1429122"/>
                <a:gd name="connsiteX17" fmla="*/ 829717 w 1554323"/>
                <a:gd name="connsiteY17" fmla="*/ 846646 h 1429122"/>
                <a:gd name="connsiteX18" fmla="*/ 829717 w 1554323"/>
                <a:gd name="connsiteY18" fmla="*/ 1195090 h 1429122"/>
                <a:gd name="connsiteX19" fmla="*/ 1205880 w 1554323"/>
                <a:gd name="connsiteY19" fmla="*/ 1195090 h 1429122"/>
                <a:gd name="connsiteX20" fmla="*/ 1070632 w 1554323"/>
                <a:gd name="connsiteY20" fmla="*/ 1195090 h 1429122"/>
                <a:gd name="connsiteX21" fmla="*/ 1070632 w 1554323"/>
                <a:gd name="connsiteY21" fmla="*/ 673447 h 1429122"/>
                <a:gd name="connsiteX22" fmla="*/ 1205880 w 1554323"/>
                <a:gd name="connsiteY22" fmla="*/ 673447 h 1429122"/>
                <a:gd name="connsiteX23" fmla="*/ 1205880 w 1554323"/>
                <a:gd name="connsiteY23" fmla="*/ 1195090 h 1429122"/>
                <a:gd name="connsiteX24" fmla="*/ 1247738 w 1554323"/>
                <a:gd name="connsiteY24" fmla="*/ 253194 h 1429122"/>
                <a:gd name="connsiteX25" fmla="*/ 1247738 w 1554323"/>
                <a:gd name="connsiteY25" fmla="*/ 497830 h 1429122"/>
                <a:gd name="connsiteX26" fmla="*/ 1112490 w 1554323"/>
                <a:gd name="connsiteY26" fmla="*/ 497830 h 1429122"/>
                <a:gd name="connsiteX27" fmla="*/ 1112490 w 1554323"/>
                <a:gd name="connsiteY27" fmla="*/ 424532 h 1429122"/>
                <a:gd name="connsiteX28" fmla="*/ 370024 w 1554323"/>
                <a:gd name="connsiteY28" fmla="*/ 743955 h 1429122"/>
                <a:gd name="connsiteX29" fmla="*/ 370024 w 1554323"/>
                <a:gd name="connsiteY29" fmla="*/ 602196 h 1429122"/>
                <a:gd name="connsiteX30" fmla="*/ 1035100 w 1554323"/>
                <a:gd name="connsiteY30" fmla="*/ 307144 h 1429122"/>
                <a:gd name="connsiteX31" fmla="*/ 954918 w 1554323"/>
                <a:gd name="connsiteY31" fmla="*/ 307144 h 1429122"/>
                <a:gd name="connsiteX32" fmla="*/ 954918 w 1554323"/>
                <a:gd name="connsiteY32" fmla="*/ 165385 h 1429122"/>
                <a:gd name="connsiteX33" fmla="*/ 1180021 w 1554323"/>
                <a:gd name="connsiteY33" fmla="*/ 165385 h 1429122"/>
                <a:gd name="connsiteX34" fmla="*/ 1232669 w 1554323"/>
                <a:gd name="connsiteY34" fmla="*/ 192546 h 1429122"/>
                <a:gd name="connsiteX35" fmla="*/ 1247738 w 1554323"/>
                <a:gd name="connsiteY35" fmla="*/ 253194 h 1429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554323" h="1429122">
                  <a:moveTo>
                    <a:pt x="1467631" y="0"/>
                  </a:moveTo>
                  <a:lnTo>
                    <a:pt x="86506" y="0"/>
                  </a:lnTo>
                  <a:cubicBezTo>
                    <a:pt x="38695" y="0"/>
                    <a:pt x="0" y="38695"/>
                    <a:pt x="0" y="86506"/>
                  </a:cubicBezTo>
                  <a:lnTo>
                    <a:pt x="0" y="1342616"/>
                  </a:lnTo>
                  <a:cubicBezTo>
                    <a:pt x="0" y="1390427"/>
                    <a:pt x="38695" y="1429122"/>
                    <a:pt x="86506" y="1429122"/>
                  </a:cubicBezTo>
                  <a:lnTo>
                    <a:pt x="1467817" y="1429122"/>
                  </a:lnTo>
                  <a:cubicBezTo>
                    <a:pt x="1515628" y="1429122"/>
                    <a:pt x="1554324" y="1390427"/>
                    <a:pt x="1554324" y="1342616"/>
                  </a:cubicBezTo>
                  <a:lnTo>
                    <a:pt x="1554324" y="86506"/>
                  </a:lnTo>
                  <a:cubicBezTo>
                    <a:pt x="1554138" y="38695"/>
                    <a:pt x="1515442" y="0"/>
                    <a:pt x="1467631" y="0"/>
                  </a:cubicBezTo>
                  <a:close/>
                  <a:moveTo>
                    <a:pt x="453368" y="1195276"/>
                  </a:moveTo>
                  <a:cubicBezTo>
                    <a:pt x="453368" y="1286805"/>
                    <a:pt x="318120" y="1286805"/>
                    <a:pt x="318120" y="1195276"/>
                  </a:cubicBezTo>
                  <a:lnTo>
                    <a:pt x="318120" y="891480"/>
                  </a:lnTo>
                  <a:cubicBezTo>
                    <a:pt x="318120" y="799951"/>
                    <a:pt x="453368" y="799951"/>
                    <a:pt x="453368" y="891480"/>
                  </a:cubicBezTo>
                  <a:lnTo>
                    <a:pt x="453368" y="1195276"/>
                  </a:lnTo>
                  <a:close/>
                  <a:moveTo>
                    <a:pt x="829717" y="1195090"/>
                  </a:moveTo>
                  <a:cubicBezTo>
                    <a:pt x="829717" y="1286619"/>
                    <a:pt x="694469" y="1286619"/>
                    <a:pt x="694469" y="1195090"/>
                  </a:cubicBezTo>
                  <a:lnTo>
                    <a:pt x="694469" y="846646"/>
                  </a:lnTo>
                  <a:cubicBezTo>
                    <a:pt x="694469" y="755303"/>
                    <a:pt x="829717" y="755303"/>
                    <a:pt x="829717" y="846646"/>
                  </a:cubicBezTo>
                  <a:lnTo>
                    <a:pt x="829717" y="1195090"/>
                  </a:lnTo>
                  <a:close/>
                  <a:moveTo>
                    <a:pt x="1205880" y="1195090"/>
                  </a:moveTo>
                  <a:cubicBezTo>
                    <a:pt x="1205880" y="1286619"/>
                    <a:pt x="1070632" y="1286619"/>
                    <a:pt x="1070632" y="1195090"/>
                  </a:cubicBezTo>
                  <a:lnTo>
                    <a:pt x="1070632" y="673447"/>
                  </a:lnTo>
                  <a:cubicBezTo>
                    <a:pt x="1070632" y="581918"/>
                    <a:pt x="1206066" y="581918"/>
                    <a:pt x="1205880" y="673447"/>
                  </a:cubicBezTo>
                  <a:lnTo>
                    <a:pt x="1205880" y="1195090"/>
                  </a:lnTo>
                  <a:close/>
                  <a:moveTo>
                    <a:pt x="1247738" y="253194"/>
                  </a:moveTo>
                  <a:lnTo>
                    <a:pt x="1247738" y="497830"/>
                  </a:lnTo>
                  <a:cubicBezTo>
                    <a:pt x="1247738" y="589359"/>
                    <a:pt x="1112490" y="589359"/>
                    <a:pt x="1112490" y="497830"/>
                  </a:cubicBezTo>
                  <a:lnTo>
                    <a:pt x="1112490" y="424532"/>
                  </a:lnTo>
                  <a:cubicBezTo>
                    <a:pt x="916037" y="625636"/>
                    <a:pt x="649263" y="757535"/>
                    <a:pt x="370024" y="743955"/>
                  </a:cubicBezTo>
                  <a:cubicBezTo>
                    <a:pt x="283146" y="739862"/>
                    <a:pt x="282773" y="597917"/>
                    <a:pt x="370024" y="602196"/>
                  </a:cubicBezTo>
                  <a:cubicBezTo>
                    <a:pt x="619683" y="614474"/>
                    <a:pt x="863017" y="492807"/>
                    <a:pt x="1035100" y="307144"/>
                  </a:cubicBezTo>
                  <a:lnTo>
                    <a:pt x="954918" y="307144"/>
                  </a:lnTo>
                  <a:cubicBezTo>
                    <a:pt x="867668" y="307144"/>
                    <a:pt x="867668" y="165385"/>
                    <a:pt x="954918" y="165385"/>
                  </a:cubicBezTo>
                  <a:lnTo>
                    <a:pt x="1180021" y="165385"/>
                  </a:lnTo>
                  <a:cubicBezTo>
                    <a:pt x="1201043" y="165385"/>
                    <a:pt x="1220019" y="176175"/>
                    <a:pt x="1232669" y="192546"/>
                  </a:cubicBezTo>
                  <a:cubicBezTo>
                    <a:pt x="1247924" y="207801"/>
                    <a:pt x="1247738" y="253194"/>
                    <a:pt x="1247738" y="253194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37" name="矩形 136"/>
          <p:cNvSpPr/>
          <p:nvPr/>
        </p:nvSpPr>
        <p:spPr>
          <a:xfrm>
            <a:off x="442912" y="2434107"/>
            <a:ext cx="2731729" cy="4090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8" name="Rectangle 136+"/>
          <p:cNvSpPr/>
          <p:nvPr/>
        </p:nvSpPr>
        <p:spPr>
          <a:xfrm>
            <a:off x="3300158" y="2434107"/>
            <a:ext cx="2731729" cy="4090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9" name="Rectangle 136++"/>
          <p:cNvSpPr/>
          <p:nvPr/>
        </p:nvSpPr>
        <p:spPr>
          <a:xfrm>
            <a:off x="6157404" y="2434107"/>
            <a:ext cx="2731729" cy="4090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0" name="Rectangle 136+++"/>
          <p:cNvSpPr/>
          <p:nvPr/>
        </p:nvSpPr>
        <p:spPr>
          <a:xfrm>
            <a:off x="9014651" y="2434107"/>
            <a:ext cx="2731729" cy="4090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2" name="箭头: 右 141"/>
          <p:cNvSpPr/>
          <p:nvPr/>
        </p:nvSpPr>
        <p:spPr>
          <a:xfrm>
            <a:off x="899290" y="2424807"/>
            <a:ext cx="2017775" cy="879907"/>
          </a:xfrm>
          <a:prstGeom prst="rightArrow">
            <a:avLst>
              <a:gd name="adj1" fmla="val 63173"/>
              <a:gd name="adj2" fmla="val 4853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1347112" y="2722201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夯实基础</a:t>
            </a:r>
          </a:p>
        </p:txBody>
      </p:sp>
      <p:sp>
        <p:nvSpPr>
          <p:cNvPr id="141" name="椭圆 140"/>
          <p:cNvSpPr/>
          <p:nvPr/>
        </p:nvSpPr>
        <p:spPr>
          <a:xfrm>
            <a:off x="449490" y="2527041"/>
            <a:ext cx="675440" cy="675440"/>
          </a:xfrm>
          <a:prstGeom prst="ellips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603666" y="272626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月</a:t>
            </a:r>
          </a:p>
        </p:txBody>
      </p:sp>
      <p:sp>
        <p:nvSpPr>
          <p:cNvPr id="148" name="箭头: 右 147"/>
          <p:cNvSpPr/>
          <p:nvPr/>
        </p:nvSpPr>
        <p:spPr>
          <a:xfrm>
            <a:off x="3773156" y="2424807"/>
            <a:ext cx="2017775" cy="879907"/>
          </a:xfrm>
          <a:prstGeom prst="rightArrow">
            <a:avLst>
              <a:gd name="adj1" fmla="val 63173"/>
              <a:gd name="adj2" fmla="val 485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4204357" y="2722201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引爆增长</a:t>
            </a:r>
          </a:p>
        </p:txBody>
      </p:sp>
      <p:sp>
        <p:nvSpPr>
          <p:cNvPr id="150" name="椭圆 149"/>
          <p:cNvSpPr/>
          <p:nvPr/>
        </p:nvSpPr>
        <p:spPr>
          <a:xfrm>
            <a:off x="3323356" y="2527041"/>
            <a:ext cx="675440" cy="67544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3477532" y="272626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月</a:t>
            </a:r>
          </a:p>
        </p:txBody>
      </p:sp>
      <p:sp>
        <p:nvSpPr>
          <p:cNvPr id="153" name="箭头: 右 152"/>
          <p:cNvSpPr/>
          <p:nvPr/>
        </p:nvSpPr>
        <p:spPr>
          <a:xfrm>
            <a:off x="6635863" y="2424807"/>
            <a:ext cx="2017775" cy="879907"/>
          </a:xfrm>
          <a:prstGeom prst="rightArrow">
            <a:avLst>
              <a:gd name="adj1" fmla="val 63173"/>
              <a:gd name="adj2" fmla="val 4853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7061604" y="2722201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深耕转化</a:t>
            </a:r>
          </a:p>
        </p:txBody>
      </p:sp>
      <p:sp>
        <p:nvSpPr>
          <p:cNvPr id="155" name="椭圆 154"/>
          <p:cNvSpPr/>
          <p:nvPr/>
        </p:nvSpPr>
        <p:spPr>
          <a:xfrm>
            <a:off x="6186063" y="2527041"/>
            <a:ext cx="675440" cy="67544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6340239" y="272626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月</a:t>
            </a:r>
          </a:p>
        </p:txBody>
      </p:sp>
      <p:sp>
        <p:nvSpPr>
          <p:cNvPr id="159" name="箭头: 右 158"/>
          <p:cNvSpPr/>
          <p:nvPr/>
        </p:nvSpPr>
        <p:spPr>
          <a:xfrm>
            <a:off x="9570559" y="2424807"/>
            <a:ext cx="2017775" cy="879907"/>
          </a:xfrm>
          <a:prstGeom prst="rightArrow">
            <a:avLst>
              <a:gd name="adj1" fmla="val 63173"/>
              <a:gd name="adj2" fmla="val 4853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9951434" y="2722201"/>
            <a:ext cx="120706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下季度展望 </a:t>
            </a:r>
          </a:p>
        </p:txBody>
      </p:sp>
      <p:sp>
        <p:nvSpPr>
          <p:cNvPr id="161" name="椭圆 160"/>
          <p:cNvSpPr/>
          <p:nvPr/>
        </p:nvSpPr>
        <p:spPr>
          <a:xfrm>
            <a:off x="9120759" y="2527041"/>
            <a:ext cx="675440" cy="67544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5" name="图形 163"/>
          <p:cNvSpPr/>
          <p:nvPr/>
        </p:nvSpPr>
        <p:spPr>
          <a:xfrm>
            <a:off x="9316757" y="2713993"/>
            <a:ext cx="283444" cy="301536"/>
          </a:xfrm>
          <a:custGeom>
            <a:avLst/>
            <a:gdLst>
              <a:gd name="connsiteX0" fmla="*/ 1550930 w 1790588"/>
              <a:gd name="connsiteY0" fmla="*/ 1904881 h 1904880"/>
              <a:gd name="connsiteX1" fmla="*/ 367523 w 1790588"/>
              <a:gd name="connsiteY1" fmla="*/ 1904881 h 1904880"/>
              <a:gd name="connsiteX2" fmla="*/ 119888 w 1790588"/>
              <a:gd name="connsiteY2" fmla="*/ 1665938 h 1904880"/>
              <a:gd name="connsiteX3" fmla="*/ 119174 w 1790588"/>
              <a:gd name="connsiteY3" fmla="*/ 1664866 h 1904880"/>
              <a:gd name="connsiteX4" fmla="*/ 119769 w 1790588"/>
              <a:gd name="connsiteY4" fmla="*/ 1664866 h 1904880"/>
              <a:gd name="connsiteX5" fmla="*/ 119174 w 1790588"/>
              <a:gd name="connsiteY5" fmla="*/ 1657366 h 1904880"/>
              <a:gd name="connsiteX6" fmla="*/ 119174 w 1790588"/>
              <a:gd name="connsiteY6" fmla="*/ 1634388 h 1904880"/>
              <a:gd name="connsiteX7" fmla="*/ 0 w 1790588"/>
              <a:gd name="connsiteY7" fmla="*/ 1419851 h 1904880"/>
              <a:gd name="connsiteX8" fmla="*/ 0 w 1790588"/>
              <a:gd name="connsiteY8" fmla="*/ 235015 h 1904880"/>
              <a:gd name="connsiteX9" fmla="*/ 238467 w 1790588"/>
              <a:gd name="connsiteY9" fmla="*/ 0 h 1904880"/>
              <a:gd name="connsiteX10" fmla="*/ 1435447 w 1790588"/>
              <a:gd name="connsiteY10" fmla="*/ 0 h 1904880"/>
              <a:gd name="connsiteX11" fmla="*/ 1644031 w 1790588"/>
              <a:gd name="connsiteY11" fmla="*/ 135127 h 1904880"/>
              <a:gd name="connsiteX12" fmla="*/ 1790588 w 1790588"/>
              <a:gd name="connsiteY12" fmla="*/ 353713 h 1904880"/>
              <a:gd name="connsiteX13" fmla="*/ 1790588 w 1790588"/>
              <a:gd name="connsiteY13" fmla="*/ 1657366 h 1904880"/>
              <a:gd name="connsiteX14" fmla="*/ 1550930 w 1790588"/>
              <a:gd name="connsiteY14" fmla="*/ 1904881 h 1904880"/>
              <a:gd name="connsiteX15" fmla="*/ 1550930 w 1790588"/>
              <a:gd name="connsiteY15" fmla="*/ 1904881 h 1904880"/>
              <a:gd name="connsiteX16" fmla="*/ 1550930 w 1790588"/>
              <a:gd name="connsiteY16" fmla="*/ 1904881 h 1904880"/>
              <a:gd name="connsiteX17" fmla="*/ 834457 w 1790588"/>
              <a:gd name="connsiteY17" fmla="*/ 477530 h 1904880"/>
              <a:gd name="connsiteX18" fmla="*/ 834457 w 1790588"/>
              <a:gd name="connsiteY18" fmla="*/ 833743 h 1904880"/>
              <a:gd name="connsiteX19" fmla="*/ 357641 w 1790588"/>
              <a:gd name="connsiteY19" fmla="*/ 833743 h 1904880"/>
              <a:gd name="connsiteX20" fmla="*/ 357641 w 1790588"/>
              <a:gd name="connsiteY20" fmla="*/ 952440 h 1904880"/>
              <a:gd name="connsiteX21" fmla="*/ 834457 w 1790588"/>
              <a:gd name="connsiteY21" fmla="*/ 952440 h 1904880"/>
              <a:gd name="connsiteX22" fmla="*/ 834457 w 1790588"/>
              <a:gd name="connsiteY22" fmla="*/ 1308653 h 1904880"/>
              <a:gd name="connsiteX23" fmla="*/ 1311273 w 1790588"/>
              <a:gd name="connsiteY23" fmla="*/ 893032 h 1904880"/>
              <a:gd name="connsiteX24" fmla="*/ 834457 w 1790588"/>
              <a:gd name="connsiteY24" fmla="*/ 477530 h 1904880"/>
              <a:gd name="connsiteX25" fmla="*/ 834457 w 1790588"/>
              <a:gd name="connsiteY25" fmla="*/ 477530 h 1904880"/>
              <a:gd name="connsiteX26" fmla="*/ 834457 w 1790588"/>
              <a:gd name="connsiteY26" fmla="*/ 477530 h 1904880"/>
              <a:gd name="connsiteX27" fmla="*/ 1668795 w 1790588"/>
              <a:gd name="connsiteY27" fmla="*/ 240015 h 1904880"/>
              <a:gd name="connsiteX28" fmla="*/ 1549621 w 1790588"/>
              <a:gd name="connsiteY28" fmla="*/ 240015 h 1904880"/>
              <a:gd name="connsiteX29" fmla="*/ 1549621 w 1790588"/>
              <a:gd name="connsiteY29" fmla="*/ 1632364 h 1904880"/>
              <a:gd name="connsiteX30" fmla="*/ 1549621 w 1790588"/>
              <a:gd name="connsiteY30" fmla="*/ 1664866 h 1904880"/>
              <a:gd name="connsiteX31" fmla="*/ 1463901 w 1790588"/>
              <a:gd name="connsiteY31" fmla="*/ 1664866 h 1904880"/>
              <a:gd name="connsiteX32" fmla="*/ 238467 w 1790588"/>
              <a:gd name="connsiteY32" fmla="*/ 1664866 h 1904880"/>
              <a:gd name="connsiteX33" fmla="*/ 238467 w 1790588"/>
              <a:gd name="connsiteY33" fmla="*/ 1666771 h 1904880"/>
              <a:gd name="connsiteX34" fmla="*/ 238467 w 1790588"/>
              <a:gd name="connsiteY34" fmla="*/ 1783683 h 1904880"/>
              <a:gd name="connsiteX35" fmla="*/ 1549621 w 1790588"/>
              <a:gd name="connsiteY35" fmla="*/ 1783683 h 1904880"/>
              <a:gd name="connsiteX36" fmla="*/ 1668795 w 1790588"/>
              <a:gd name="connsiteY36" fmla="*/ 1783683 h 1904880"/>
              <a:gd name="connsiteX37" fmla="*/ 1668795 w 1790588"/>
              <a:gd name="connsiteY37" fmla="*/ 240015 h 1904880"/>
              <a:gd name="connsiteX38" fmla="*/ 1668795 w 1790588"/>
              <a:gd name="connsiteY38" fmla="*/ 240015 h 1904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790588" h="1904880">
                <a:moveTo>
                  <a:pt x="1550930" y="1904881"/>
                </a:moveTo>
                <a:lnTo>
                  <a:pt x="367523" y="1904881"/>
                </a:lnTo>
                <a:cubicBezTo>
                  <a:pt x="154891" y="1904881"/>
                  <a:pt x="124055" y="1708559"/>
                  <a:pt x="119888" y="1665938"/>
                </a:cubicBezTo>
                <a:lnTo>
                  <a:pt x="119174" y="1664866"/>
                </a:lnTo>
                <a:lnTo>
                  <a:pt x="119769" y="1664866"/>
                </a:lnTo>
                <a:cubicBezTo>
                  <a:pt x="119293" y="1660461"/>
                  <a:pt x="119174" y="1657366"/>
                  <a:pt x="119174" y="1657366"/>
                </a:cubicBezTo>
                <a:lnTo>
                  <a:pt x="119174" y="1634388"/>
                </a:lnTo>
                <a:cubicBezTo>
                  <a:pt x="6429" y="1567241"/>
                  <a:pt x="0" y="1419851"/>
                  <a:pt x="0" y="1419851"/>
                </a:cubicBezTo>
                <a:lnTo>
                  <a:pt x="0" y="235015"/>
                </a:lnTo>
                <a:cubicBezTo>
                  <a:pt x="119" y="7381"/>
                  <a:pt x="238467" y="0"/>
                  <a:pt x="238467" y="0"/>
                </a:cubicBezTo>
                <a:lnTo>
                  <a:pt x="1435447" y="0"/>
                </a:lnTo>
                <a:cubicBezTo>
                  <a:pt x="1555693" y="0"/>
                  <a:pt x="1614863" y="71195"/>
                  <a:pt x="1644031" y="135127"/>
                </a:cubicBezTo>
                <a:cubicBezTo>
                  <a:pt x="1777849" y="188107"/>
                  <a:pt x="1790588" y="353713"/>
                  <a:pt x="1790588" y="353713"/>
                </a:cubicBezTo>
                <a:lnTo>
                  <a:pt x="1790588" y="1657366"/>
                </a:lnTo>
                <a:cubicBezTo>
                  <a:pt x="1790588" y="1657485"/>
                  <a:pt x="1755824" y="1904881"/>
                  <a:pt x="1550930" y="1904881"/>
                </a:cubicBezTo>
                <a:lnTo>
                  <a:pt x="1550930" y="1904881"/>
                </a:lnTo>
                <a:lnTo>
                  <a:pt x="1550930" y="1904881"/>
                </a:lnTo>
                <a:close/>
                <a:moveTo>
                  <a:pt x="834457" y="477530"/>
                </a:moveTo>
                <a:lnTo>
                  <a:pt x="834457" y="833743"/>
                </a:lnTo>
                <a:lnTo>
                  <a:pt x="357641" y="833743"/>
                </a:lnTo>
                <a:lnTo>
                  <a:pt x="357641" y="952440"/>
                </a:lnTo>
                <a:lnTo>
                  <a:pt x="834457" y="952440"/>
                </a:lnTo>
                <a:lnTo>
                  <a:pt x="834457" y="1308653"/>
                </a:lnTo>
                <a:lnTo>
                  <a:pt x="1311273" y="893032"/>
                </a:lnTo>
                <a:lnTo>
                  <a:pt x="834457" y="477530"/>
                </a:lnTo>
                <a:lnTo>
                  <a:pt x="834457" y="477530"/>
                </a:lnTo>
                <a:lnTo>
                  <a:pt x="834457" y="477530"/>
                </a:lnTo>
                <a:close/>
                <a:moveTo>
                  <a:pt x="1668795" y="240015"/>
                </a:moveTo>
                <a:lnTo>
                  <a:pt x="1549621" y="240015"/>
                </a:lnTo>
                <a:lnTo>
                  <a:pt x="1549621" y="1632364"/>
                </a:lnTo>
                <a:lnTo>
                  <a:pt x="1549621" y="1664866"/>
                </a:lnTo>
                <a:lnTo>
                  <a:pt x="1463901" y="1664866"/>
                </a:lnTo>
                <a:lnTo>
                  <a:pt x="238467" y="1664866"/>
                </a:lnTo>
                <a:lnTo>
                  <a:pt x="238467" y="1666771"/>
                </a:lnTo>
                <a:lnTo>
                  <a:pt x="238467" y="1783683"/>
                </a:lnTo>
                <a:lnTo>
                  <a:pt x="1549621" y="1783683"/>
                </a:lnTo>
                <a:lnTo>
                  <a:pt x="1668795" y="1783683"/>
                </a:lnTo>
                <a:lnTo>
                  <a:pt x="1668795" y="240015"/>
                </a:lnTo>
                <a:lnTo>
                  <a:pt x="1668795" y="240015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176" name="直接连接符 175"/>
          <p:cNvCxnSpPr/>
          <p:nvPr/>
        </p:nvCxnSpPr>
        <p:spPr>
          <a:xfrm>
            <a:off x="656823" y="3699904"/>
            <a:ext cx="0" cy="2601532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文本框 169"/>
          <p:cNvSpPr txBox="1"/>
          <p:nvPr/>
        </p:nvSpPr>
        <p:spPr>
          <a:xfrm>
            <a:off x="800823" y="3533273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核心动作</a:t>
            </a:r>
          </a:p>
        </p:txBody>
      </p:sp>
      <p:sp>
        <p:nvSpPr>
          <p:cNvPr id="177" name="椭圆 176"/>
          <p:cNvSpPr>
            <a:spLocks noChangeAspect="1"/>
          </p:cNvSpPr>
          <p:nvPr/>
        </p:nvSpPr>
        <p:spPr>
          <a:xfrm>
            <a:off x="584823" y="3568995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800823" y="3911872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完成了「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618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」大促的全面复盘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重点优化了仓储物流与供应商协同流程</a:t>
            </a:r>
          </a:p>
        </p:txBody>
      </p:sp>
      <p:sp>
        <p:nvSpPr>
          <p:cNvPr id="178" name="Oval 176+"/>
          <p:cNvSpPr>
            <a:spLocks noChangeAspect="1"/>
          </p:cNvSpPr>
          <p:nvPr/>
        </p:nvSpPr>
        <p:spPr>
          <a:xfrm>
            <a:off x="602823" y="3946318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4" name="文本框 173"/>
          <p:cNvSpPr txBox="1"/>
          <p:nvPr/>
        </p:nvSpPr>
        <p:spPr>
          <a:xfrm>
            <a:off x="800823" y="4319354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围绕季节性消费趋势，启动了「夏日焕新」主题商品规划与选品工作</a:t>
            </a:r>
          </a:p>
        </p:txBody>
      </p:sp>
      <p:sp>
        <p:nvSpPr>
          <p:cNvPr id="179" name="Oval 176++"/>
          <p:cNvSpPr>
            <a:spLocks noChangeAspect="1"/>
          </p:cNvSpPr>
          <p:nvPr/>
        </p:nvSpPr>
        <p:spPr>
          <a:xfrm>
            <a:off x="602823" y="43629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2" name="文本框 201"/>
          <p:cNvSpPr txBox="1"/>
          <p:nvPr/>
        </p:nvSpPr>
        <p:spPr>
          <a:xfrm>
            <a:off x="800823" y="4984829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关键成果</a:t>
            </a:r>
          </a:p>
        </p:txBody>
      </p:sp>
      <p:sp>
        <p:nvSpPr>
          <p:cNvPr id="203" name="椭圆 202"/>
          <p:cNvSpPr>
            <a:spLocks noChangeAspect="1"/>
          </p:cNvSpPr>
          <p:nvPr/>
        </p:nvSpPr>
        <p:spPr>
          <a:xfrm>
            <a:off x="584823" y="502055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8" name="文本框 207"/>
          <p:cNvSpPr txBox="1"/>
          <p:nvPr/>
        </p:nvSpPr>
        <p:spPr>
          <a:xfrm>
            <a:off x="800823" y="5363428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供应链整体响应速度提升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，大幅改善履约体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9" name="Oval 176+"/>
          <p:cNvSpPr>
            <a:spLocks noChangeAspect="1"/>
          </p:cNvSpPr>
          <p:nvPr/>
        </p:nvSpPr>
        <p:spPr>
          <a:xfrm>
            <a:off x="602823" y="5397874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6" name="文本框 205"/>
          <p:cNvSpPr txBox="1"/>
          <p:nvPr/>
        </p:nvSpPr>
        <p:spPr>
          <a:xfrm>
            <a:off x="800823" y="5770910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成功引入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120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个符合夏季需求的新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SKU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，有效丰富了商品广度</a:t>
            </a:r>
          </a:p>
        </p:txBody>
      </p:sp>
      <p:sp>
        <p:nvSpPr>
          <p:cNvPr id="207" name="Oval 176++"/>
          <p:cNvSpPr>
            <a:spLocks noChangeAspect="1"/>
          </p:cNvSpPr>
          <p:nvPr/>
        </p:nvSpPr>
        <p:spPr>
          <a:xfrm>
            <a:off x="602823" y="5814456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212" name="直接连接符 211"/>
          <p:cNvCxnSpPr/>
          <p:nvPr/>
        </p:nvCxnSpPr>
        <p:spPr>
          <a:xfrm>
            <a:off x="3545109" y="3699904"/>
            <a:ext cx="0" cy="2601532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文本框 212"/>
          <p:cNvSpPr txBox="1"/>
          <p:nvPr/>
        </p:nvSpPr>
        <p:spPr>
          <a:xfrm>
            <a:off x="3689109" y="3533273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核心动作</a:t>
            </a:r>
          </a:p>
        </p:txBody>
      </p:sp>
      <p:sp>
        <p:nvSpPr>
          <p:cNvPr id="214" name="椭圆 213"/>
          <p:cNvSpPr>
            <a:spLocks noChangeAspect="1"/>
          </p:cNvSpPr>
          <p:nvPr/>
        </p:nvSpPr>
        <p:spPr>
          <a:xfrm>
            <a:off x="3473109" y="3568995"/>
            <a:ext cx="144000" cy="14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5" name="文本框 224"/>
          <p:cNvSpPr txBox="1"/>
          <p:nvPr/>
        </p:nvSpPr>
        <p:spPr>
          <a:xfrm>
            <a:off x="3689109" y="3911872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策划并主导了「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88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会员节」全域大促活动，整合平台资源与优惠玩法</a:t>
            </a:r>
          </a:p>
        </p:txBody>
      </p:sp>
      <p:sp>
        <p:nvSpPr>
          <p:cNvPr id="226" name="Oval 176+"/>
          <p:cNvSpPr>
            <a:spLocks noChangeAspect="1"/>
          </p:cNvSpPr>
          <p:nvPr/>
        </p:nvSpPr>
        <p:spPr>
          <a:xfrm>
            <a:off x="3491109" y="3946318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3" name="文本框 222"/>
          <p:cNvSpPr txBox="1"/>
          <p:nvPr/>
        </p:nvSpPr>
        <p:spPr>
          <a:xfrm>
            <a:off x="3689109" y="4319354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通过短视频与直播等形式对新品进行集中内容种草，引爆市场关注</a:t>
            </a:r>
          </a:p>
        </p:txBody>
      </p:sp>
      <p:sp>
        <p:nvSpPr>
          <p:cNvPr id="224" name="Oval 176++"/>
          <p:cNvSpPr>
            <a:spLocks noChangeAspect="1"/>
          </p:cNvSpPr>
          <p:nvPr/>
        </p:nvSpPr>
        <p:spPr>
          <a:xfrm>
            <a:off x="3491109" y="43629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3689109" y="4984829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关键成果</a:t>
            </a:r>
          </a:p>
        </p:txBody>
      </p:sp>
      <p:sp>
        <p:nvSpPr>
          <p:cNvPr id="218" name="椭圆 217"/>
          <p:cNvSpPr>
            <a:spLocks noChangeAspect="1"/>
          </p:cNvSpPr>
          <p:nvPr/>
        </p:nvSpPr>
        <p:spPr>
          <a:xfrm>
            <a:off x="3473109" y="5020551"/>
            <a:ext cx="144000" cy="14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9" name="文本框 218"/>
          <p:cNvSpPr txBox="1"/>
          <p:nvPr/>
        </p:nvSpPr>
        <p:spPr>
          <a:xfrm>
            <a:off x="3689109" y="5363428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大促期间销售额创下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¥3,800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万 的历史新高，同比增长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40%</a:t>
            </a:r>
          </a:p>
        </p:txBody>
      </p:sp>
      <p:sp>
        <p:nvSpPr>
          <p:cNvPr id="220" name="Oval 176+"/>
          <p:cNvSpPr>
            <a:spLocks noChangeAspect="1"/>
          </p:cNvSpPr>
          <p:nvPr/>
        </p:nvSpPr>
        <p:spPr>
          <a:xfrm>
            <a:off x="3491109" y="5397874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1" name="文本框 220"/>
          <p:cNvSpPr txBox="1"/>
          <p:nvPr/>
        </p:nvSpPr>
        <p:spPr>
          <a:xfrm>
            <a:off x="3689109" y="5770910"/>
            <a:ext cx="2077400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品牌相关话题在全网获得超过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1.5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亿 的曝光量，品牌知名度与用户兴趣度达到年度峰值</a:t>
            </a:r>
          </a:p>
        </p:txBody>
      </p:sp>
      <p:sp>
        <p:nvSpPr>
          <p:cNvPr id="222" name="Oval 176++"/>
          <p:cNvSpPr>
            <a:spLocks noChangeAspect="1"/>
          </p:cNvSpPr>
          <p:nvPr/>
        </p:nvSpPr>
        <p:spPr>
          <a:xfrm>
            <a:off x="3491109" y="5814456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228" name="直接连接符 227"/>
          <p:cNvCxnSpPr/>
          <p:nvPr/>
        </p:nvCxnSpPr>
        <p:spPr>
          <a:xfrm>
            <a:off x="6412239" y="3699904"/>
            <a:ext cx="0" cy="2601532"/>
          </a:xfrm>
          <a:prstGeom prst="line">
            <a:avLst/>
          </a:prstGeom>
          <a:ln w="12700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文本框 228"/>
          <p:cNvSpPr txBox="1"/>
          <p:nvPr/>
        </p:nvSpPr>
        <p:spPr>
          <a:xfrm>
            <a:off x="6556239" y="3533273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核心动作</a:t>
            </a:r>
          </a:p>
        </p:txBody>
      </p:sp>
      <p:sp>
        <p:nvSpPr>
          <p:cNvPr id="230" name="椭圆 229"/>
          <p:cNvSpPr>
            <a:spLocks noChangeAspect="1"/>
          </p:cNvSpPr>
          <p:nvPr/>
        </p:nvSpPr>
        <p:spPr>
          <a:xfrm>
            <a:off x="6340239" y="3568995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6556239" y="3911872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通过企业微信社群与自动化营销工具进行了分层触达与精细化运营</a:t>
            </a:r>
          </a:p>
        </p:txBody>
      </p:sp>
      <p:sp>
        <p:nvSpPr>
          <p:cNvPr id="242" name="Oval 176+"/>
          <p:cNvSpPr>
            <a:spLocks noChangeAspect="1"/>
          </p:cNvSpPr>
          <p:nvPr/>
        </p:nvSpPr>
        <p:spPr>
          <a:xfrm>
            <a:off x="6358239" y="3946318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9" name="文本框 238"/>
          <p:cNvSpPr txBox="1"/>
          <p:nvPr/>
        </p:nvSpPr>
        <p:spPr>
          <a:xfrm>
            <a:off x="6556239" y="4319354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全面启动「国庆黄金周」的预售与备货计划，完成页面搭建与促销配置</a:t>
            </a:r>
          </a:p>
        </p:txBody>
      </p:sp>
      <p:sp>
        <p:nvSpPr>
          <p:cNvPr id="240" name="Oval 176++"/>
          <p:cNvSpPr>
            <a:spLocks noChangeAspect="1"/>
          </p:cNvSpPr>
          <p:nvPr/>
        </p:nvSpPr>
        <p:spPr>
          <a:xfrm>
            <a:off x="6358239" y="43629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3" name="文本框 232"/>
          <p:cNvSpPr txBox="1"/>
          <p:nvPr/>
        </p:nvSpPr>
        <p:spPr>
          <a:xfrm>
            <a:off x="6556239" y="4984829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关键成果</a:t>
            </a:r>
          </a:p>
        </p:txBody>
      </p:sp>
      <p:sp>
        <p:nvSpPr>
          <p:cNvPr id="234" name="椭圆 233"/>
          <p:cNvSpPr>
            <a:spLocks noChangeAspect="1"/>
          </p:cNvSpPr>
          <p:nvPr/>
        </p:nvSpPr>
        <p:spPr>
          <a:xfrm>
            <a:off x="6340239" y="5020551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5" name="文本框 234"/>
          <p:cNvSpPr txBox="1"/>
          <p:nvPr/>
        </p:nvSpPr>
        <p:spPr>
          <a:xfrm>
            <a:off x="6556239" y="5363428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 新客的次月复购率显著提升至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，用户价值得到有效挖掘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6" name="Oval 176+"/>
          <p:cNvSpPr>
            <a:spLocks noChangeAspect="1"/>
          </p:cNvSpPr>
          <p:nvPr/>
        </p:nvSpPr>
        <p:spPr>
          <a:xfrm>
            <a:off x="6358239" y="5397874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7" name="文本框 236"/>
          <p:cNvSpPr txBox="1"/>
          <p:nvPr/>
        </p:nvSpPr>
        <p:spPr>
          <a:xfrm>
            <a:off x="6556239" y="5770910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国庆预售活动上线一周，订单金额已突破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¥1,000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万</a:t>
            </a:r>
          </a:p>
        </p:txBody>
      </p:sp>
      <p:sp>
        <p:nvSpPr>
          <p:cNvPr id="238" name="Oval 176++"/>
          <p:cNvSpPr>
            <a:spLocks noChangeAspect="1"/>
          </p:cNvSpPr>
          <p:nvPr/>
        </p:nvSpPr>
        <p:spPr>
          <a:xfrm>
            <a:off x="6358239" y="5814456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244" name="直接连接符 243"/>
          <p:cNvCxnSpPr/>
          <p:nvPr/>
        </p:nvCxnSpPr>
        <p:spPr>
          <a:xfrm>
            <a:off x="9259602" y="3699904"/>
            <a:ext cx="0" cy="2601532"/>
          </a:xfrm>
          <a:prstGeom prst="line">
            <a:avLst/>
          </a:prstGeom>
          <a:ln w="12700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文本框 244"/>
          <p:cNvSpPr txBox="1"/>
          <p:nvPr/>
        </p:nvSpPr>
        <p:spPr>
          <a:xfrm>
            <a:off x="9403602" y="3533273"/>
            <a:ext cx="1615827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聚焦“双十一”大促</a:t>
            </a:r>
          </a:p>
        </p:txBody>
      </p:sp>
      <p:sp>
        <p:nvSpPr>
          <p:cNvPr id="246" name="椭圆 245"/>
          <p:cNvSpPr>
            <a:spLocks noChangeAspect="1"/>
          </p:cNvSpPr>
          <p:nvPr/>
        </p:nvSpPr>
        <p:spPr>
          <a:xfrm>
            <a:off x="9187602" y="3568995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7" name="文本框 256"/>
          <p:cNvSpPr txBox="1"/>
          <p:nvPr/>
        </p:nvSpPr>
        <p:spPr>
          <a:xfrm>
            <a:off x="9403602" y="3911872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全面优化购物流程，保障供应链与客服体系，冲击年度最高销售目标</a:t>
            </a:r>
          </a:p>
        </p:txBody>
      </p:sp>
      <p:sp>
        <p:nvSpPr>
          <p:cNvPr id="258" name="Oval 176+"/>
          <p:cNvSpPr>
            <a:spLocks noChangeAspect="1"/>
          </p:cNvSpPr>
          <p:nvPr/>
        </p:nvSpPr>
        <p:spPr>
          <a:xfrm>
            <a:off x="9205602" y="3946318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5" name="文本框 254"/>
          <p:cNvSpPr txBox="1"/>
          <p:nvPr/>
        </p:nvSpPr>
        <p:spPr>
          <a:xfrm>
            <a:off x="9403602" y="4319354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整合全域营销资源，聚焦核心爆款打造，全力冲击年度最高销售目标</a:t>
            </a:r>
          </a:p>
        </p:txBody>
      </p:sp>
      <p:sp>
        <p:nvSpPr>
          <p:cNvPr id="256" name="Oval 176++"/>
          <p:cNvSpPr>
            <a:spLocks noChangeAspect="1"/>
          </p:cNvSpPr>
          <p:nvPr/>
        </p:nvSpPr>
        <p:spPr>
          <a:xfrm>
            <a:off x="9205602" y="43629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9403602" y="4984829"/>
            <a:ext cx="107721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深化会员运营</a:t>
            </a:r>
          </a:p>
        </p:txBody>
      </p:sp>
      <p:sp>
        <p:nvSpPr>
          <p:cNvPr id="250" name="椭圆 249"/>
          <p:cNvSpPr>
            <a:spLocks noChangeAspect="1"/>
          </p:cNvSpPr>
          <p:nvPr/>
        </p:nvSpPr>
        <p:spPr>
          <a:xfrm>
            <a:off x="9187602" y="5020551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9403602" y="5363428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构建更完善的会员等级与权益体系，提升用户终身价值（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LTV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2" name="Oval 176+"/>
          <p:cNvSpPr>
            <a:spLocks noChangeAspect="1"/>
          </p:cNvSpPr>
          <p:nvPr/>
        </p:nvSpPr>
        <p:spPr>
          <a:xfrm>
            <a:off x="9205602" y="5397874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3" name="文本框 252"/>
          <p:cNvSpPr txBox="1"/>
          <p:nvPr/>
        </p:nvSpPr>
        <p:spPr>
          <a:xfrm>
            <a:off x="9403602" y="5770910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基于用户行为数据进行分层，实施差异化策略，提升复购频次与客单价</a:t>
            </a:r>
          </a:p>
        </p:txBody>
      </p:sp>
      <p:sp>
        <p:nvSpPr>
          <p:cNvPr id="254" name="Oval 176++"/>
          <p:cNvSpPr>
            <a:spLocks noChangeAspect="1"/>
          </p:cNvSpPr>
          <p:nvPr/>
        </p:nvSpPr>
        <p:spPr>
          <a:xfrm>
            <a:off x="9205602" y="5814456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42913" y="2129065"/>
            <a:ext cx="6440487" cy="33863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013594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销售业绩总结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37926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数据看板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1918419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442913" y="879250"/>
            <a:ext cx="2539923" cy="10460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" name="Rectangle 18+"/>
          <p:cNvSpPr/>
          <p:nvPr/>
        </p:nvSpPr>
        <p:spPr>
          <a:xfrm>
            <a:off x="3364997" y="879250"/>
            <a:ext cx="2539923" cy="1046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" name="Rectangle 18++"/>
          <p:cNvSpPr/>
          <p:nvPr/>
        </p:nvSpPr>
        <p:spPr>
          <a:xfrm>
            <a:off x="6287081" y="879250"/>
            <a:ext cx="2539923" cy="10460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" name="Rectangle 18+++"/>
          <p:cNvSpPr/>
          <p:nvPr/>
        </p:nvSpPr>
        <p:spPr>
          <a:xfrm>
            <a:off x="9209165" y="879250"/>
            <a:ext cx="2539923" cy="104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55983" y="991995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总销售额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55983" y="1270112"/>
            <a:ext cx="1240724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¥3,850,426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655983" y="1609785"/>
            <a:ext cx="1221401" cy="215444"/>
            <a:chOff x="655983" y="1708519"/>
            <a:chExt cx="1221401" cy="215444"/>
          </a:xfrm>
        </p:grpSpPr>
        <p:sp>
          <p:nvSpPr>
            <p:cNvPr id="19" name="TextBox 23+"/>
            <p:cNvSpPr txBox="1"/>
            <p:nvPr/>
          </p:nvSpPr>
          <p:spPr>
            <a:xfrm>
              <a:off x="655983" y="1708519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</a:p>
          </p:txBody>
        </p:sp>
        <p:sp>
          <p:nvSpPr>
            <p:cNvPr id="20" name="TextBox 23++"/>
            <p:cNvSpPr txBox="1"/>
            <p:nvPr/>
          </p:nvSpPr>
          <p:spPr>
            <a:xfrm>
              <a:off x="1117739" y="1708519"/>
              <a:ext cx="512961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12.4%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1" name="等腰三角形 20"/>
            <p:cNvSpPr>
              <a:spLocks noChangeAspect="1"/>
            </p:cNvSpPr>
            <p:nvPr/>
          </p:nvSpPr>
          <p:spPr>
            <a:xfrm>
              <a:off x="1733384" y="1754172"/>
              <a:ext cx="144000" cy="12413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2" name="图形 31"/>
          <p:cNvSpPr/>
          <p:nvPr/>
        </p:nvSpPr>
        <p:spPr>
          <a:xfrm>
            <a:off x="2220270" y="1029731"/>
            <a:ext cx="637230" cy="686294"/>
          </a:xfrm>
          <a:custGeom>
            <a:avLst/>
            <a:gdLst>
              <a:gd name="connsiteX0" fmla="*/ 103837 w 1768814"/>
              <a:gd name="connsiteY0" fmla="*/ 211455 h 1905000"/>
              <a:gd name="connsiteX1" fmla="*/ 1456387 w 1768814"/>
              <a:gd name="connsiteY1" fmla="*/ 211455 h 1905000"/>
              <a:gd name="connsiteX2" fmla="*/ 1560209 w 1768814"/>
              <a:gd name="connsiteY2" fmla="*/ 317183 h 1905000"/>
              <a:gd name="connsiteX3" fmla="*/ 1560209 w 1768814"/>
              <a:gd name="connsiteY3" fmla="*/ 1799273 h 1905000"/>
              <a:gd name="connsiteX4" fmla="*/ 1456387 w 1768814"/>
              <a:gd name="connsiteY4" fmla="*/ 1905000 h 1905000"/>
              <a:gd name="connsiteX5" fmla="*/ 103837 w 1768814"/>
              <a:gd name="connsiteY5" fmla="*/ 1905000 h 1905000"/>
              <a:gd name="connsiteX6" fmla="*/ 14 w 1768814"/>
              <a:gd name="connsiteY6" fmla="*/ 1799273 h 1905000"/>
              <a:gd name="connsiteX7" fmla="*/ 14 w 1768814"/>
              <a:gd name="connsiteY7" fmla="*/ 317183 h 1905000"/>
              <a:gd name="connsiteX8" fmla="*/ 103837 w 1768814"/>
              <a:gd name="connsiteY8" fmla="*/ 211455 h 1905000"/>
              <a:gd name="connsiteX9" fmla="*/ 311482 w 1768814"/>
              <a:gd name="connsiteY9" fmla="*/ 1216343 h 1905000"/>
              <a:gd name="connsiteX10" fmla="*/ 311482 w 1768814"/>
              <a:gd name="connsiteY10" fmla="*/ 1533525 h 1905000"/>
              <a:gd name="connsiteX11" fmla="*/ 364822 w 1768814"/>
              <a:gd name="connsiteY11" fmla="*/ 1586865 h 1905000"/>
              <a:gd name="connsiteX12" fmla="*/ 415304 w 1768814"/>
              <a:gd name="connsiteY12" fmla="*/ 1536383 h 1905000"/>
              <a:gd name="connsiteX13" fmla="*/ 415304 w 1768814"/>
              <a:gd name="connsiteY13" fmla="*/ 1215390 h 1905000"/>
              <a:gd name="connsiteX14" fmla="*/ 363869 w 1768814"/>
              <a:gd name="connsiteY14" fmla="*/ 1163955 h 1905000"/>
              <a:gd name="connsiteX15" fmla="*/ 311482 w 1768814"/>
              <a:gd name="connsiteY15" fmla="*/ 1216343 h 1905000"/>
              <a:gd name="connsiteX16" fmla="*/ 727724 w 1768814"/>
              <a:gd name="connsiteY16" fmla="*/ 1323975 h 1905000"/>
              <a:gd name="connsiteX17" fmla="*/ 727724 w 1768814"/>
              <a:gd name="connsiteY17" fmla="*/ 1532573 h 1905000"/>
              <a:gd name="connsiteX18" fmla="*/ 782017 w 1768814"/>
              <a:gd name="connsiteY18" fmla="*/ 1586865 h 1905000"/>
              <a:gd name="connsiteX19" fmla="*/ 831547 w 1768814"/>
              <a:gd name="connsiteY19" fmla="*/ 1537335 h 1905000"/>
              <a:gd name="connsiteX20" fmla="*/ 831547 w 1768814"/>
              <a:gd name="connsiteY20" fmla="*/ 1319213 h 1905000"/>
              <a:gd name="connsiteX21" fmla="*/ 782017 w 1768814"/>
              <a:gd name="connsiteY21" fmla="*/ 1269683 h 1905000"/>
              <a:gd name="connsiteX22" fmla="*/ 727724 w 1768814"/>
              <a:gd name="connsiteY22" fmla="*/ 1323975 h 1905000"/>
              <a:gd name="connsiteX23" fmla="*/ 1143967 w 1768814"/>
              <a:gd name="connsiteY23" fmla="*/ 1006793 h 1905000"/>
              <a:gd name="connsiteX24" fmla="*/ 1143967 w 1768814"/>
              <a:gd name="connsiteY24" fmla="*/ 1531620 h 1905000"/>
              <a:gd name="connsiteX25" fmla="*/ 1200164 w 1768814"/>
              <a:gd name="connsiteY25" fmla="*/ 1587818 h 1905000"/>
              <a:gd name="connsiteX26" fmla="*/ 1247789 w 1768814"/>
              <a:gd name="connsiteY26" fmla="*/ 1540193 h 1905000"/>
              <a:gd name="connsiteX27" fmla="*/ 1247789 w 1768814"/>
              <a:gd name="connsiteY27" fmla="*/ 1002030 h 1905000"/>
              <a:gd name="connsiteX28" fmla="*/ 1198259 w 1768814"/>
              <a:gd name="connsiteY28" fmla="*/ 952500 h 1905000"/>
              <a:gd name="connsiteX29" fmla="*/ 1143967 w 1768814"/>
              <a:gd name="connsiteY29" fmla="*/ 1006793 h 1905000"/>
              <a:gd name="connsiteX30" fmla="*/ 802019 w 1768814"/>
              <a:gd name="connsiteY30" fmla="*/ 959168 h 1905000"/>
              <a:gd name="connsiteX31" fmla="*/ 1247789 w 1768814"/>
              <a:gd name="connsiteY31" fmla="*/ 690563 h 1905000"/>
              <a:gd name="connsiteX32" fmla="*/ 1264934 w 1768814"/>
              <a:gd name="connsiteY32" fmla="*/ 621983 h 1905000"/>
              <a:gd name="connsiteX33" fmla="*/ 1189687 w 1768814"/>
              <a:gd name="connsiteY33" fmla="*/ 602933 h 1905000"/>
              <a:gd name="connsiteX34" fmla="*/ 816307 w 1768814"/>
              <a:gd name="connsiteY34" fmla="*/ 828675 h 1905000"/>
              <a:gd name="connsiteX35" fmla="*/ 785827 w 1768814"/>
              <a:gd name="connsiteY35" fmla="*/ 824865 h 1905000"/>
              <a:gd name="connsiteX36" fmla="*/ 586754 w 1768814"/>
              <a:gd name="connsiteY36" fmla="*/ 618173 h 1905000"/>
              <a:gd name="connsiteX37" fmla="*/ 547702 w 1768814"/>
              <a:gd name="connsiteY37" fmla="*/ 614363 h 1905000"/>
              <a:gd name="connsiteX38" fmla="*/ 297194 w 1768814"/>
              <a:gd name="connsiteY38" fmla="*/ 782955 h 1905000"/>
              <a:gd name="connsiteX39" fmla="*/ 281954 w 1768814"/>
              <a:gd name="connsiteY39" fmla="*/ 860108 h 1905000"/>
              <a:gd name="connsiteX40" fmla="*/ 351487 w 1768814"/>
              <a:gd name="connsiteY40" fmla="*/ 874395 h 1905000"/>
              <a:gd name="connsiteX41" fmla="*/ 536272 w 1768814"/>
              <a:gd name="connsiteY41" fmla="*/ 748665 h 1905000"/>
              <a:gd name="connsiteX42" fmla="*/ 569609 w 1768814"/>
              <a:gd name="connsiteY42" fmla="*/ 752475 h 1905000"/>
              <a:gd name="connsiteX43" fmla="*/ 765824 w 1768814"/>
              <a:gd name="connsiteY43" fmla="*/ 956310 h 1905000"/>
              <a:gd name="connsiteX44" fmla="*/ 802019 w 1768814"/>
              <a:gd name="connsiteY44" fmla="*/ 959168 h 1905000"/>
              <a:gd name="connsiteX45" fmla="*/ 1716419 w 1768814"/>
              <a:gd name="connsiteY45" fmla="*/ 1692593 h 1905000"/>
              <a:gd name="connsiteX46" fmla="*/ 1664032 w 1768814"/>
              <a:gd name="connsiteY46" fmla="*/ 1640205 h 1905000"/>
              <a:gd name="connsiteX47" fmla="*/ 1664032 w 1768814"/>
              <a:gd name="connsiteY47" fmla="*/ 211455 h 1905000"/>
              <a:gd name="connsiteX48" fmla="*/ 1560209 w 1768814"/>
              <a:gd name="connsiteY48" fmla="*/ 105728 h 1905000"/>
              <a:gd name="connsiteX49" fmla="*/ 257189 w 1768814"/>
              <a:gd name="connsiteY49" fmla="*/ 105728 h 1905000"/>
              <a:gd name="connsiteX50" fmla="*/ 207659 w 1768814"/>
              <a:gd name="connsiteY50" fmla="*/ 56198 h 1905000"/>
              <a:gd name="connsiteX51" fmla="*/ 263857 w 1768814"/>
              <a:gd name="connsiteY51" fmla="*/ 0 h 1905000"/>
              <a:gd name="connsiteX52" fmla="*/ 1560209 w 1768814"/>
              <a:gd name="connsiteY52" fmla="*/ 0 h 1905000"/>
              <a:gd name="connsiteX53" fmla="*/ 1768807 w 1768814"/>
              <a:gd name="connsiteY53" fmla="*/ 211455 h 1905000"/>
              <a:gd name="connsiteX54" fmla="*/ 1768807 w 1768814"/>
              <a:gd name="connsiteY54" fmla="*/ 1641158 h 1905000"/>
              <a:gd name="connsiteX55" fmla="*/ 1716419 w 1768814"/>
              <a:gd name="connsiteY55" fmla="*/ 1692593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768814" h="1905000">
                <a:moveTo>
                  <a:pt x="103837" y="211455"/>
                </a:moveTo>
                <a:lnTo>
                  <a:pt x="1456387" y="211455"/>
                </a:lnTo>
                <a:cubicBezTo>
                  <a:pt x="1514489" y="211455"/>
                  <a:pt x="1561162" y="259080"/>
                  <a:pt x="1560209" y="317183"/>
                </a:cubicBezTo>
                <a:lnTo>
                  <a:pt x="1560209" y="1799273"/>
                </a:lnTo>
                <a:cubicBezTo>
                  <a:pt x="1561162" y="1857375"/>
                  <a:pt x="1514489" y="1905000"/>
                  <a:pt x="1456387" y="1905000"/>
                </a:cubicBezTo>
                <a:lnTo>
                  <a:pt x="103837" y="1905000"/>
                </a:lnTo>
                <a:cubicBezTo>
                  <a:pt x="45734" y="1905000"/>
                  <a:pt x="-938" y="1857375"/>
                  <a:pt x="14" y="1799273"/>
                </a:cubicBezTo>
                <a:lnTo>
                  <a:pt x="14" y="317183"/>
                </a:lnTo>
                <a:cubicBezTo>
                  <a:pt x="-938" y="259080"/>
                  <a:pt x="45734" y="212408"/>
                  <a:pt x="103837" y="211455"/>
                </a:cubicBezTo>
                <a:close/>
                <a:moveTo>
                  <a:pt x="311482" y="1216343"/>
                </a:moveTo>
                <a:lnTo>
                  <a:pt x="311482" y="1533525"/>
                </a:lnTo>
                <a:cubicBezTo>
                  <a:pt x="311482" y="1563053"/>
                  <a:pt x="335294" y="1586865"/>
                  <a:pt x="364822" y="1586865"/>
                </a:cubicBezTo>
                <a:cubicBezTo>
                  <a:pt x="392444" y="1586865"/>
                  <a:pt x="415304" y="1564005"/>
                  <a:pt x="415304" y="1536383"/>
                </a:cubicBezTo>
                <a:lnTo>
                  <a:pt x="415304" y="1215390"/>
                </a:lnTo>
                <a:cubicBezTo>
                  <a:pt x="415304" y="1186815"/>
                  <a:pt x="392444" y="1163955"/>
                  <a:pt x="363869" y="1163955"/>
                </a:cubicBezTo>
                <a:cubicBezTo>
                  <a:pt x="335294" y="1163955"/>
                  <a:pt x="311482" y="1187768"/>
                  <a:pt x="311482" y="1216343"/>
                </a:cubicBezTo>
                <a:close/>
                <a:moveTo>
                  <a:pt x="727724" y="1323975"/>
                </a:moveTo>
                <a:lnTo>
                  <a:pt x="727724" y="1532573"/>
                </a:lnTo>
                <a:cubicBezTo>
                  <a:pt x="727724" y="1562100"/>
                  <a:pt x="751537" y="1586865"/>
                  <a:pt x="782017" y="1586865"/>
                </a:cubicBezTo>
                <a:cubicBezTo>
                  <a:pt x="809639" y="1586865"/>
                  <a:pt x="831547" y="1564958"/>
                  <a:pt x="831547" y="1537335"/>
                </a:cubicBezTo>
                <a:lnTo>
                  <a:pt x="831547" y="1319213"/>
                </a:lnTo>
                <a:cubicBezTo>
                  <a:pt x="831547" y="1291590"/>
                  <a:pt x="809639" y="1269683"/>
                  <a:pt x="782017" y="1269683"/>
                </a:cubicBezTo>
                <a:cubicBezTo>
                  <a:pt x="752489" y="1269683"/>
                  <a:pt x="727724" y="1294448"/>
                  <a:pt x="727724" y="1323975"/>
                </a:cubicBezTo>
                <a:close/>
                <a:moveTo>
                  <a:pt x="1143967" y="1006793"/>
                </a:moveTo>
                <a:lnTo>
                  <a:pt x="1143967" y="1531620"/>
                </a:lnTo>
                <a:cubicBezTo>
                  <a:pt x="1143967" y="1562100"/>
                  <a:pt x="1168732" y="1587818"/>
                  <a:pt x="1200164" y="1587818"/>
                </a:cubicBezTo>
                <a:cubicBezTo>
                  <a:pt x="1226834" y="1587818"/>
                  <a:pt x="1247789" y="1565910"/>
                  <a:pt x="1247789" y="1540193"/>
                </a:cubicBezTo>
                <a:lnTo>
                  <a:pt x="1247789" y="1002030"/>
                </a:lnTo>
                <a:cubicBezTo>
                  <a:pt x="1247789" y="974408"/>
                  <a:pt x="1225882" y="952500"/>
                  <a:pt x="1198259" y="952500"/>
                </a:cubicBezTo>
                <a:cubicBezTo>
                  <a:pt x="1168732" y="952500"/>
                  <a:pt x="1143967" y="977265"/>
                  <a:pt x="1143967" y="1006793"/>
                </a:cubicBezTo>
                <a:close/>
                <a:moveTo>
                  <a:pt x="802019" y="959168"/>
                </a:moveTo>
                <a:lnTo>
                  <a:pt x="1247789" y="690563"/>
                </a:lnTo>
                <a:cubicBezTo>
                  <a:pt x="1271602" y="676275"/>
                  <a:pt x="1279222" y="645795"/>
                  <a:pt x="1264934" y="621983"/>
                </a:cubicBezTo>
                <a:cubicBezTo>
                  <a:pt x="1249694" y="596265"/>
                  <a:pt x="1215404" y="587693"/>
                  <a:pt x="1189687" y="602933"/>
                </a:cubicBezTo>
                <a:lnTo>
                  <a:pt x="816307" y="828675"/>
                </a:lnTo>
                <a:cubicBezTo>
                  <a:pt x="806782" y="834390"/>
                  <a:pt x="793447" y="833438"/>
                  <a:pt x="785827" y="824865"/>
                </a:cubicBezTo>
                <a:lnTo>
                  <a:pt x="586754" y="618173"/>
                </a:lnTo>
                <a:cubicBezTo>
                  <a:pt x="576277" y="607695"/>
                  <a:pt x="560084" y="605790"/>
                  <a:pt x="547702" y="614363"/>
                </a:cubicBezTo>
                <a:lnTo>
                  <a:pt x="297194" y="782955"/>
                </a:lnTo>
                <a:cubicBezTo>
                  <a:pt x="271477" y="800100"/>
                  <a:pt x="264809" y="834390"/>
                  <a:pt x="281954" y="860108"/>
                </a:cubicBezTo>
                <a:cubicBezTo>
                  <a:pt x="297194" y="882968"/>
                  <a:pt x="328627" y="889635"/>
                  <a:pt x="351487" y="874395"/>
                </a:cubicBezTo>
                <a:lnTo>
                  <a:pt x="536272" y="748665"/>
                </a:lnTo>
                <a:cubicBezTo>
                  <a:pt x="546749" y="741998"/>
                  <a:pt x="560084" y="742950"/>
                  <a:pt x="569609" y="752475"/>
                </a:cubicBezTo>
                <a:lnTo>
                  <a:pt x="765824" y="956310"/>
                </a:lnTo>
                <a:cubicBezTo>
                  <a:pt x="775349" y="964883"/>
                  <a:pt x="790589" y="966788"/>
                  <a:pt x="802019" y="959168"/>
                </a:cubicBezTo>
                <a:close/>
                <a:moveTo>
                  <a:pt x="1716419" y="1692593"/>
                </a:moveTo>
                <a:cubicBezTo>
                  <a:pt x="1687844" y="1692593"/>
                  <a:pt x="1664032" y="1668780"/>
                  <a:pt x="1664032" y="1640205"/>
                </a:cubicBezTo>
                <a:lnTo>
                  <a:pt x="1664032" y="211455"/>
                </a:lnTo>
                <a:cubicBezTo>
                  <a:pt x="1664984" y="153353"/>
                  <a:pt x="1618312" y="105728"/>
                  <a:pt x="1560209" y="105728"/>
                </a:cubicBezTo>
                <a:lnTo>
                  <a:pt x="257189" y="105728"/>
                </a:lnTo>
                <a:cubicBezTo>
                  <a:pt x="229567" y="105728"/>
                  <a:pt x="207659" y="83820"/>
                  <a:pt x="207659" y="56198"/>
                </a:cubicBezTo>
                <a:cubicBezTo>
                  <a:pt x="207659" y="24765"/>
                  <a:pt x="232424" y="0"/>
                  <a:pt x="263857" y="0"/>
                </a:cubicBezTo>
                <a:lnTo>
                  <a:pt x="1560209" y="0"/>
                </a:lnTo>
                <a:cubicBezTo>
                  <a:pt x="1676414" y="953"/>
                  <a:pt x="1769759" y="95250"/>
                  <a:pt x="1768807" y="211455"/>
                </a:cubicBezTo>
                <a:lnTo>
                  <a:pt x="1768807" y="1641158"/>
                </a:lnTo>
                <a:cubicBezTo>
                  <a:pt x="1768807" y="1669733"/>
                  <a:pt x="1744994" y="1693545"/>
                  <a:pt x="1716419" y="1692593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615260" y="991995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订单数量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3615260" y="1270112"/>
            <a:ext cx="62036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8,426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25" name="Group 29+"/>
          <p:cNvGrpSpPr/>
          <p:nvPr/>
        </p:nvGrpSpPr>
        <p:grpSpPr>
          <a:xfrm>
            <a:off x="3615260" y="1609785"/>
            <a:ext cx="1221401" cy="215444"/>
            <a:chOff x="655983" y="1708519"/>
            <a:chExt cx="1221401" cy="215444"/>
          </a:xfrm>
        </p:grpSpPr>
        <p:sp>
          <p:nvSpPr>
            <p:cNvPr id="26" name="TextBox 23+"/>
            <p:cNvSpPr txBox="1"/>
            <p:nvPr/>
          </p:nvSpPr>
          <p:spPr>
            <a:xfrm>
              <a:off x="655983" y="1708519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</a:p>
          </p:txBody>
        </p:sp>
        <p:sp>
          <p:nvSpPr>
            <p:cNvPr id="27" name="TextBox 23++"/>
            <p:cNvSpPr txBox="1"/>
            <p:nvPr/>
          </p:nvSpPr>
          <p:spPr>
            <a:xfrm>
              <a:off x="1117739" y="1708519"/>
              <a:ext cx="41357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7.3%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8" name="等腰三角形 27"/>
            <p:cNvSpPr>
              <a:spLocks noChangeAspect="1"/>
            </p:cNvSpPr>
            <p:nvPr/>
          </p:nvSpPr>
          <p:spPr>
            <a:xfrm>
              <a:off x="1733384" y="1754172"/>
              <a:ext cx="144000" cy="12413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9" name="图形 42"/>
          <p:cNvSpPr/>
          <p:nvPr/>
        </p:nvSpPr>
        <p:spPr>
          <a:xfrm>
            <a:off x="4974608" y="1007234"/>
            <a:ext cx="743804" cy="743226"/>
          </a:xfrm>
          <a:custGeom>
            <a:avLst/>
            <a:gdLst>
              <a:gd name="connsiteX0" fmla="*/ 1543800 w 1906394"/>
              <a:gd name="connsiteY0" fmla="*/ 1632505 h 1904911"/>
              <a:gd name="connsiteX1" fmla="*/ 1410412 w 1906394"/>
              <a:gd name="connsiteY1" fmla="*/ 1767803 h 1904911"/>
              <a:gd name="connsiteX2" fmla="*/ 1543800 w 1906394"/>
              <a:gd name="connsiteY2" fmla="*/ 1903078 h 1904911"/>
              <a:gd name="connsiteX3" fmla="*/ 1677242 w 1906394"/>
              <a:gd name="connsiteY3" fmla="*/ 1767803 h 1904911"/>
              <a:gd name="connsiteX4" fmla="*/ 1543800 w 1906394"/>
              <a:gd name="connsiteY4" fmla="*/ 1632505 h 1904911"/>
              <a:gd name="connsiteX5" fmla="*/ 605982 w 1906394"/>
              <a:gd name="connsiteY5" fmla="*/ 1630650 h 1904911"/>
              <a:gd name="connsiteX6" fmla="*/ 470831 w 1906394"/>
              <a:gd name="connsiteY6" fmla="*/ 1767803 h 1904911"/>
              <a:gd name="connsiteX7" fmla="*/ 605982 w 1906394"/>
              <a:gd name="connsiteY7" fmla="*/ 1904912 h 1904911"/>
              <a:gd name="connsiteX8" fmla="*/ 741220 w 1906394"/>
              <a:gd name="connsiteY8" fmla="*/ 1767803 h 1904911"/>
              <a:gd name="connsiteX9" fmla="*/ 605982 w 1906394"/>
              <a:gd name="connsiteY9" fmla="*/ 1630650 h 1904911"/>
              <a:gd name="connsiteX10" fmla="*/ 1852316 w 1906394"/>
              <a:gd name="connsiteY10" fmla="*/ 269192 h 1904911"/>
              <a:gd name="connsiteX11" fmla="*/ 1710785 w 1906394"/>
              <a:gd name="connsiteY11" fmla="*/ 204261 h 1904911"/>
              <a:gd name="connsiteX12" fmla="*/ 363670 w 1906394"/>
              <a:gd name="connsiteY12" fmla="*/ 204261 h 1904911"/>
              <a:gd name="connsiteX13" fmla="*/ 353164 w 1906394"/>
              <a:gd name="connsiteY13" fmla="*/ 205056 h 1904911"/>
              <a:gd name="connsiteX14" fmla="*/ 350017 w 1906394"/>
              <a:gd name="connsiteY14" fmla="*/ 186641 h 1904911"/>
              <a:gd name="connsiteX15" fmla="*/ 164427 w 1906394"/>
              <a:gd name="connsiteY15" fmla="*/ 0 h 1904911"/>
              <a:gd name="connsiteX16" fmla="*/ 78909 w 1906394"/>
              <a:gd name="connsiteY16" fmla="*/ 0 h 1904911"/>
              <a:gd name="connsiteX17" fmla="*/ 0 w 1906394"/>
              <a:gd name="connsiteY17" fmla="*/ 80043 h 1904911"/>
              <a:gd name="connsiteX18" fmla="*/ 78909 w 1906394"/>
              <a:gd name="connsiteY18" fmla="*/ 160130 h 1904911"/>
              <a:gd name="connsiteX19" fmla="*/ 164427 w 1906394"/>
              <a:gd name="connsiteY19" fmla="*/ 160130 h 1904911"/>
              <a:gd name="connsiteX20" fmla="*/ 215574 w 1906394"/>
              <a:gd name="connsiteY20" fmla="*/ 209629 h 1904911"/>
              <a:gd name="connsiteX21" fmla="*/ 280493 w 1906394"/>
              <a:gd name="connsiteY21" fmla="*/ 590512 h 1904911"/>
              <a:gd name="connsiteX22" fmla="*/ 394284 w 1906394"/>
              <a:gd name="connsiteY22" fmla="*/ 1403026 h 1904911"/>
              <a:gd name="connsiteX23" fmla="*/ 599548 w 1906394"/>
              <a:gd name="connsiteY23" fmla="*/ 1579118 h 1904911"/>
              <a:gd name="connsiteX24" fmla="*/ 609052 w 1906394"/>
              <a:gd name="connsiteY24" fmla="*/ 1579073 h 1904911"/>
              <a:gd name="connsiteX25" fmla="*/ 1689719 w 1906394"/>
              <a:gd name="connsiteY25" fmla="*/ 1579073 h 1904911"/>
              <a:gd name="connsiteX26" fmla="*/ 1768606 w 1906394"/>
              <a:gd name="connsiteY26" fmla="*/ 1510165 h 1904911"/>
              <a:gd name="connsiteX27" fmla="*/ 1689719 w 1906394"/>
              <a:gd name="connsiteY27" fmla="*/ 1441081 h 1904911"/>
              <a:gd name="connsiteX28" fmla="*/ 588661 w 1906394"/>
              <a:gd name="connsiteY28" fmla="*/ 1441081 h 1904911"/>
              <a:gd name="connsiteX29" fmla="*/ 529076 w 1906394"/>
              <a:gd name="connsiteY29" fmla="*/ 1382446 h 1904911"/>
              <a:gd name="connsiteX30" fmla="*/ 523077 w 1906394"/>
              <a:gd name="connsiteY30" fmla="*/ 1339552 h 1904911"/>
              <a:gd name="connsiteX31" fmla="*/ 525745 w 1906394"/>
              <a:gd name="connsiteY31" fmla="*/ 1328672 h 1904911"/>
              <a:gd name="connsiteX32" fmla="*/ 1662980 w 1906394"/>
              <a:gd name="connsiteY32" fmla="*/ 1241537 h 1904911"/>
              <a:gd name="connsiteX33" fmla="*/ 1741203 w 1906394"/>
              <a:gd name="connsiteY33" fmla="*/ 1196014 h 1904911"/>
              <a:gd name="connsiteX34" fmla="*/ 1798676 w 1906394"/>
              <a:gd name="connsiteY34" fmla="*/ 1065997 h 1904911"/>
              <a:gd name="connsiteX35" fmla="*/ 1904400 w 1906394"/>
              <a:gd name="connsiteY35" fmla="*/ 452762 h 1904911"/>
              <a:gd name="connsiteX36" fmla="*/ 1904487 w 1906394"/>
              <a:gd name="connsiteY36" fmla="*/ 452276 h 1904911"/>
              <a:gd name="connsiteX37" fmla="*/ 1852316 w 1906394"/>
              <a:gd name="connsiteY37" fmla="*/ 269192 h 1904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906394" h="1904911">
                <a:moveTo>
                  <a:pt x="1543800" y="1632505"/>
                </a:moveTo>
                <a:cubicBezTo>
                  <a:pt x="1470247" y="1632505"/>
                  <a:pt x="1410412" y="1693195"/>
                  <a:pt x="1410412" y="1767803"/>
                </a:cubicBezTo>
                <a:cubicBezTo>
                  <a:pt x="1410412" y="1842389"/>
                  <a:pt x="1470247" y="1903078"/>
                  <a:pt x="1543800" y="1903078"/>
                </a:cubicBezTo>
                <a:cubicBezTo>
                  <a:pt x="1617385" y="1903078"/>
                  <a:pt x="1677242" y="1842389"/>
                  <a:pt x="1677242" y="1767803"/>
                </a:cubicBezTo>
                <a:cubicBezTo>
                  <a:pt x="1677242" y="1693195"/>
                  <a:pt x="1617385" y="1632505"/>
                  <a:pt x="1543800" y="1632505"/>
                </a:cubicBezTo>
                <a:close/>
                <a:moveTo>
                  <a:pt x="605982" y="1630650"/>
                </a:moveTo>
                <a:cubicBezTo>
                  <a:pt x="531471" y="1630650"/>
                  <a:pt x="470831" y="1692178"/>
                  <a:pt x="470831" y="1767803"/>
                </a:cubicBezTo>
                <a:cubicBezTo>
                  <a:pt x="470831" y="1843416"/>
                  <a:pt x="531460" y="1904912"/>
                  <a:pt x="605982" y="1904912"/>
                </a:cubicBezTo>
                <a:cubicBezTo>
                  <a:pt x="680558" y="1904912"/>
                  <a:pt x="741220" y="1843416"/>
                  <a:pt x="741220" y="1767803"/>
                </a:cubicBezTo>
                <a:cubicBezTo>
                  <a:pt x="741220" y="1692178"/>
                  <a:pt x="680558" y="1630650"/>
                  <a:pt x="605982" y="1630650"/>
                </a:cubicBezTo>
                <a:close/>
                <a:moveTo>
                  <a:pt x="1852316" y="269192"/>
                </a:moveTo>
                <a:cubicBezTo>
                  <a:pt x="1815757" y="227326"/>
                  <a:pt x="1765459" y="204261"/>
                  <a:pt x="1710785" y="204261"/>
                </a:cubicBezTo>
                <a:lnTo>
                  <a:pt x="363670" y="204261"/>
                </a:lnTo>
                <a:cubicBezTo>
                  <a:pt x="360154" y="204285"/>
                  <a:pt x="356644" y="204550"/>
                  <a:pt x="353164" y="205056"/>
                </a:cubicBezTo>
                <a:lnTo>
                  <a:pt x="350017" y="186641"/>
                </a:lnTo>
                <a:cubicBezTo>
                  <a:pt x="337236" y="81987"/>
                  <a:pt x="267962" y="0"/>
                  <a:pt x="164427" y="0"/>
                </a:cubicBezTo>
                <a:lnTo>
                  <a:pt x="78909" y="0"/>
                </a:lnTo>
                <a:cubicBezTo>
                  <a:pt x="35405" y="0"/>
                  <a:pt x="0" y="35901"/>
                  <a:pt x="0" y="80043"/>
                </a:cubicBezTo>
                <a:cubicBezTo>
                  <a:pt x="0" y="124207"/>
                  <a:pt x="35405" y="160130"/>
                  <a:pt x="78909" y="160130"/>
                </a:cubicBezTo>
                <a:lnTo>
                  <a:pt x="164427" y="160130"/>
                </a:lnTo>
                <a:cubicBezTo>
                  <a:pt x="188095" y="160130"/>
                  <a:pt x="212471" y="183725"/>
                  <a:pt x="215574" y="209629"/>
                </a:cubicBezTo>
                <a:lnTo>
                  <a:pt x="280493" y="590512"/>
                </a:lnTo>
                <a:lnTo>
                  <a:pt x="394284" y="1403026"/>
                </a:lnTo>
                <a:cubicBezTo>
                  <a:pt x="406826" y="1507967"/>
                  <a:pt x="496992" y="1579118"/>
                  <a:pt x="599548" y="1579118"/>
                </a:cubicBezTo>
                <a:lnTo>
                  <a:pt x="609052" y="1579073"/>
                </a:lnTo>
                <a:lnTo>
                  <a:pt x="1689719" y="1579073"/>
                </a:lnTo>
                <a:cubicBezTo>
                  <a:pt x="1733223" y="1579073"/>
                  <a:pt x="1768606" y="1554263"/>
                  <a:pt x="1768606" y="1510165"/>
                </a:cubicBezTo>
                <a:cubicBezTo>
                  <a:pt x="1768606" y="1465979"/>
                  <a:pt x="1733223" y="1441081"/>
                  <a:pt x="1689719" y="1441081"/>
                </a:cubicBezTo>
                <a:lnTo>
                  <a:pt x="588661" y="1441081"/>
                </a:lnTo>
                <a:cubicBezTo>
                  <a:pt x="566103" y="1441081"/>
                  <a:pt x="532016" y="1407466"/>
                  <a:pt x="529076" y="1382446"/>
                </a:cubicBezTo>
                <a:lnTo>
                  <a:pt x="523077" y="1339552"/>
                </a:lnTo>
                <a:lnTo>
                  <a:pt x="525745" y="1328672"/>
                </a:lnTo>
                <a:lnTo>
                  <a:pt x="1662980" y="1241537"/>
                </a:lnTo>
                <a:cubicBezTo>
                  <a:pt x="1662980" y="1241537"/>
                  <a:pt x="1705864" y="1236875"/>
                  <a:pt x="1741203" y="1196014"/>
                </a:cubicBezTo>
                <a:cubicBezTo>
                  <a:pt x="1779199" y="1161594"/>
                  <a:pt x="1792612" y="1115408"/>
                  <a:pt x="1798676" y="1065997"/>
                </a:cubicBezTo>
                <a:lnTo>
                  <a:pt x="1904400" y="452762"/>
                </a:lnTo>
                <a:lnTo>
                  <a:pt x="1904487" y="452276"/>
                </a:lnTo>
                <a:cubicBezTo>
                  <a:pt x="1912783" y="383357"/>
                  <a:pt x="1893774" y="316614"/>
                  <a:pt x="1852316" y="2691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  <a:ln w="18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550926" y="991995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平均客单价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6550926" y="1270112"/>
            <a:ext cx="75661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¥1,256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32" name="Group 29++"/>
          <p:cNvGrpSpPr/>
          <p:nvPr/>
        </p:nvGrpSpPr>
        <p:grpSpPr>
          <a:xfrm>
            <a:off x="6550926" y="1609785"/>
            <a:ext cx="1221401" cy="215444"/>
            <a:chOff x="655983" y="1708519"/>
            <a:chExt cx="1221401" cy="215444"/>
          </a:xfrm>
        </p:grpSpPr>
        <p:sp>
          <p:nvSpPr>
            <p:cNvPr id="33" name="TextBox 23+"/>
            <p:cNvSpPr txBox="1"/>
            <p:nvPr/>
          </p:nvSpPr>
          <p:spPr>
            <a:xfrm>
              <a:off x="655983" y="1708519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环比</a:t>
              </a:r>
            </a:p>
          </p:txBody>
        </p:sp>
        <p:sp>
          <p:nvSpPr>
            <p:cNvPr id="34" name="TextBox 23++"/>
            <p:cNvSpPr txBox="1"/>
            <p:nvPr/>
          </p:nvSpPr>
          <p:spPr>
            <a:xfrm>
              <a:off x="1117739" y="1708519"/>
              <a:ext cx="41357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4.8%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5" name="等腰三角形 34"/>
            <p:cNvSpPr>
              <a:spLocks noChangeAspect="1"/>
            </p:cNvSpPr>
            <p:nvPr/>
          </p:nvSpPr>
          <p:spPr>
            <a:xfrm>
              <a:off x="1733384" y="1754172"/>
              <a:ext cx="144000" cy="12413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8026023" y="1023995"/>
            <a:ext cx="674424" cy="757476"/>
            <a:chOff x="160972" y="63499"/>
            <a:chExt cx="1583055" cy="1777999"/>
          </a:xfrm>
        </p:grpSpPr>
        <p:sp>
          <p:nvSpPr>
            <p:cNvPr id="37" name="任意多边形: 形状 36"/>
            <p:cNvSpPr/>
            <p:nvPr/>
          </p:nvSpPr>
          <p:spPr>
            <a:xfrm>
              <a:off x="160972" y="63499"/>
              <a:ext cx="1532255" cy="1751329"/>
            </a:xfrm>
            <a:custGeom>
              <a:avLst/>
              <a:gdLst>
                <a:gd name="connsiteX0" fmla="*/ 1151255 w 1532255"/>
                <a:gd name="connsiteY0" fmla="*/ 1741488 h 1751329"/>
                <a:gd name="connsiteX1" fmla="*/ 1133475 w 1532255"/>
                <a:gd name="connsiteY1" fmla="*/ 1741488 h 1751329"/>
                <a:gd name="connsiteX2" fmla="*/ 953452 w 1532255"/>
                <a:gd name="connsiteY2" fmla="*/ 1568768 h 1751329"/>
                <a:gd name="connsiteX3" fmla="*/ 997267 w 1532255"/>
                <a:gd name="connsiteY3" fmla="*/ 1455103 h 1751329"/>
                <a:gd name="connsiteX4" fmla="*/ 953452 w 1532255"/>
                <a:gd name="connsiteY4" fmla="*/ 1340803 h 1751329"/>
                <a:gd name="connsiteX5" fmla="*/ 1013460 w 1532255"/>
                <a:gd name="connsiteY5" fmla="*/ 1210310 h 1751329"/>
                <a:gd name="connsiteX6" fmla="*/ 1009015 w 1532255"/>
                <a:gd name="connsiteY6" fmla="*/ 1205865 h 1751329"/>
                <a:gd name="connsiteX7" fmla="*/ 992505 w 1532255"/>
                <a:gd name="connsiteY7" fmla="*/ 969963 h 1751329"/>
                <a:gd name="connsiteX8" fmla="*/ 1234718 w 1532255"/>
                <a:gd name="connsiteY8" fmla="*/ 946310 h 1751329"/>
                <a:gd name="connsiteX9" fmla="*/ 1247140 w 1532255"/>
                <a:gd name="connsiteY9" fmla="*/ 957580 h 1751329"/>
                <a:gd name="connsiteX10" fmla="*/ 1323023 w 1532255"/>
                <a:gd name="connsiteY10" fmla="*/ 1033463 h 1751329"/>
                <a:gd name="connsiteX11" fmla="*/ 1398905 w 1532255"/>
                <a:gd name="connsiteY11" fmla="*/ 957580 h 1751329"/>
                <a:gd name="connsiteX12" fmla="*/ 1532255 w 1532255"/>
                <a:gd name="connsiteY12" fmla="*/ 908368 h 1751329"/>
                <a:gd name="connsiteX13" fmla="*/ 1532255 w 1532255"/>
                <a:gd name="connsiteY13" fmla="*/ 127000 h 1751329"/>
                <a:gd name="connsiteX14" fmla="*/ 1405255 w 1532255"/>
                <a:gd name="connsiteY14" fmla="*/ 0 h 1751329"/>
                <a:gd name="connsiteX15" fmla="*/ 127000 w 1532255"/>
                <a:gd name="connsiteY15" fmla="*/ 0 h 1751329"/>
                <a:gd name="connsiteX16" fmla="*/ 0 w 1532255"/>
                <a:gd name="connsiteY16" fmla="*/ 127000 h 1751329"/>
                <a:gd name="connsiteX17" fmla="*/ 0 w 1532255"/>
                <a:gd name="connsiteY17" fmla="*/ 1624330 h 1751329"/>
                <a:gd name="connsiteX18" fmla="*/ 127000 w 1532255"/>
                <a:gd name="connsiteY18" fmla="*/ 1751330 h 1751329"/>
                <a:gd name="connsiteX19" fmla="*/ 1151255 w 1532255"/>
                <a:gd name="connsiteY19" fmla="*/ 1751330 h 1751329"/>
                <a:gd name="connsiteX20" fmla="*/ 1151255 w 1532255"/>
                <a:gd name="connsiteY20" fmla="*/ 1741488 h 1751329"/>
                <a:gd name="connsiteX21" fmla="*/ 593408 w 1532255"/>
                <a:gd name="connsiteY21" fmla="*/ 1027430 h 1751329"/>
                <a:gd name="connsiteX22" fmla="*/ 526733 w 1532255"/>
                <a:gd name="connsiteY22" fmla="*/ 1001395 h 1751329"/>
                <a:gd name="connsiteX23" fmla="*/ 323850 w 1532255"/>
                <a:gd name="connsiteY23" fmla="*/ 816928 h 1751329"/>
                <a:gd name="connsiteX24" fmla="*/ 319723 w 1532255"/>
                <a:gd name="connsiteY24" fmla="*/ 728663 h 1751329"/>
                <a:gd name="connsiteX25" fmla="*/ 407987 w 1532255"/>
                <a:gd name="connsiteY25" fmla="*/ 724535 h 1751329"/>
                <a:gd name="connsiteX26" fmla="*/ 593090 w 1532255"/>
                <a:gd name="connsiteY26" fmla="*/ 892810 h 1751329"/>
                <a:gd name="connsiteX27" fmla="*/ 1123633 w 1532255"/>
                <a:gd name="connsiteY27" fmla="*/ 400685 h 1751329"/>
                <a:gd name="connsiteX28" fmla="*/ 1211898 w 1532255"/>
                <a:gd name="connsiteY28" fmla="*/ 403860 h 1751329"/>
                <a:gd name="connsiteX29" fmla="*/ 1208723 w 1532255"/>
                <a:gd name="connsiteY29" fmla="*/ 492125 h 1751329"/>
                <a:gd name="connsiteX30" fmla="*/ 660718 w 1532255"/>
                <a:gd name="connsiteY30" fmla="*/ 1000760 h 1751329"/>
                <a:gd name="connsiteX31" fmla="*/ 593408 w 1532255"/>
                <a:gd name="connsiteY31" fmla="*/ 1027430 h 1751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32255" h="1751329">
                  <a:moveTo>
                    <a:pt x="1151255" y="1741488"/>
                  </a:moveTo>
                  <a:lnTo>
                    <a:pt x="1133475" y="1741488"/>
                  </a:lnTo>
                  <a:cubicBezTo>
                    <a:pt x="1038225" y="1741488"/>
                    <a:pt x="953135" y="1663700"/>
                    <a:pt x="953452" y="1568768"/>
                  </a:cubicBezTo>
                  <a:cubicBezTo>
                    <a:pt x="953770" y="1524953"/>
                    <a:pt x="970280" y="1485265"/>
                    <a:pt x="997267" y="1455103"/>
                  </a:cubicBezTo>
                  <a:cubicBezTo>
                    <a:pt x="969030" y="1423732"/>
                    <a:pt x="953420" y="1383010"/>
                    <a:pt x="953452" y="1340803"/>
                  </a:cubicBezTo>
                  <a:cubicBezTo>
                    <a:pt x="953452" y="1288733"/>
                    <a:pt x="976947" y="1242060"/>
                    <a:pt x="1013460" y="1210310"/>
                  </a:cubicBezTo>
                  <a:lnTo>
                    <a:pt x="1009015" y="1205865"/>
                  </a:lnTo>
                  <a:cubicBezTo>
                    <a:pt x="945515" y="1142365"/>
                    <a:pt x="935355" y="1039178"/>
                    <a:pt x="992505" y="969963"/>
                  </a:cubicBezTo>
                  <a:cubicBezTo>
                    <a:pt x="1052859" y="896546"/>
                    <a:pt x="1161301" y="885956"/>
                    <a:pt x="1234718" y="946310"/>
                  </a:cubicBezTo>
                  <a:cubicBezTo>
                    <a:pt x="1239039" y="949863"/>
                    <a:pt x="1243185" y="953624"/>
                    <a:pt x="1247140" y="957580"/>
                  </a:cubicBezTo>
                  <a:lnTo>
                    <a:pt x="1323023" y="1033463"/>
                  </a:lnTo>
                  <a:lnTo>
                    <a:pt x="1398905" y="957580"/>
                  </a:lnTo>
                  <a:cubicBezTo>
                    <a:pt x="1434072" y="922546"/>
                    <a:pt x="1482760" y="904578"/>
                    <a:pt x="1532255" y="908368"/>
                  </a:cubicBezTo>
                  <a:lnTo>
                    <a:pt x="1532255" y="127000"/>
                  </a:lnTo>
                  <a:cubicBezTo>
                    <a:pt x="1532255" y="56833"/>
                    <a:pt x="1475423" y="0"/>
                    <a:pt x="1405255" y="0"/>
                  </a:cubicBezTo>
                  <a:lnTo>
                    <a:pt x="127000" y="0"/>
                  </a:lnTo>
                  <a:cubicBezTo>
                    <a:pt x="56832" y="0"/>
                    <a:pt x="0" y="56832"/>
                    <a:pt x="0" y="127000"/>
                  </a:cubicBezTo>
                  <a:lnTo>
                    <a:pt x="0" y="1624330"/>
                  </a:lnTo>
                  <a:cubicBezTo>
                    <a:pt x="0" y="1694498"/>
                    <a:pt x="56832" y="1751330"/>
                    <a:pt x="127000" y="1751330"/>
                  </a:cubicBezTo>
                  <a:lnTo>
                    <a:pt x="1151255" y="1751330"/>
                  </a:lnTo>
                  <a:lnTo>
                    <a:pt x="1151255" y="1741488"/>
                  </a:lnTo>
                  <a:close/>
                  <a:moveTo>
                    <a:pt x="593408" y="1027430"/>
                  </a:moveTo>
                  <a:cubicBezTo>
                    <a:pt x="569595" y="1027430"/>
                    <a:pt x="545783" y="1018858"/>
                    <a:pt x="526733" y="1001395"/>
                  </a:cubicBezTo>
                  <a:lnTo>
                    <a:pt x="323850" y="816928"/>
                  </a:lnTo>
                  <a:cubicBezTo>
                    <a:pt x="298133" y="793750"/>
                    <a:pt x="296545" y="754063"/>
                    <a:pt x="319723" y="728663"/>
                  </a:cubicBezTo>
                  <a:cubicBezTo>
                    <a:pt x="342900" y="703263"/>
                    <a:pt x="382588" y="701358"/>
                    <a:pt x="407987" y="724535"/>
                  </a:cubicBezTo>
                  <a:lnTo>
                    <a:pt x="593090" y="892810"/>
                  </a:lnTo>
                  <a:lnTo>
                    <a:pt x="1123633" y="400685"/>
                  </a:lnTo>
                  <a:cubicBezTo>
                    <a:pt x="1149033" y="377190"/>
                    <a:pt x="1188720" y="378778"/>
                    <a:pt x="1211898" y="403860"/>
                  </a:cubicBezTo>
                  <a:cubicBezTo>
                    <a:pt x="1235393" y="429260"/>
                    <a:pt x="1233805" y="468630"/>
                    <a:pt x="1208723" y="492125"/>
                  </a:cubicBezTo>
                  <a:lnTo>
                    <a:pt x="660718" y="1000760"/>
                  </a:lnTo>
                  <a:cubicBezTo>
                    <a:pt x="641668" y="1018540"/>
                    <a:pt x="617538" y="1027430"/>
                    <a:pt x="593408" y="102743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ln w="18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1223962" y="1092170"/>
              <a:ext cx="520065" cy="749328"/>
            </a:xfrm>
            <a:custGeom>
              <a:avLst/>
              <a:gdLst>
                <a:gd name="connsiteX0" fmla="*/ 457518 w 520065"/>
                <a:gd name="connsiteY0" fmla="*/ 354359 h 749328"/>
                <a:gd name="connsiteX1" fmla="*/ 520065 w 520065"/>
                <a:gd name="connsiteY1" fmla="*/ 291811 h 749328"/>
                <a:gd name="connsiteX2" fmla="*/ 457518 w 520065"/>
                <a:gd name="connsiteY2" fmla="*/ 229264 h 749328"/>
                <a:gd name="connsiteX3" fmla="*/ 378143 w 520065"/>
                <a:gd name="connsiteY3" fmla="*/ 229264 h 749328"/>
                <a:gd name="connsiteX4" fmla="*/ 501968 w 520065"/>
                <a:gd name="connsiteY4" fmla="*/ 105439 h 749328"/>
                <a:gd name="connsiteX5" fmla="*/ 498914 w 520065"/>
                <a:gd name="connsiteY5" fmla="*/ 16856 h 749328"/>
                <a:gd name="connsiteX6" fmla="*/ 413385 w 520065"/>
                <a:gd name="connsiteY6" fmla="*/ 16856 h 749328"/>
                <a:gd name="connsiteX7" fmla="*/ 260033 w 520065"/>
                <a:gd name="connsiteY7" fmla="*/ 170209 h 749328"/>
                <a:gd name="connsiteX8" fmla="*/ 106680 w 520065"/>
                <a:gd name="connsiteY8" fmla="*/ 16857 h 749328"/>
                <a:gd name="connsiteX9" fmla="*/ 18097 w 520065"/>
                <a:gd name="connsiteY9" fmla="*/ 19910 h 749328"/>
                <a:gd name="connsiteX10" fmla="*/ 18097 w 520065"/>
                <a:gd name="connsiteY10" fmla="*/ 105439 h 749328"/>
                <a:gd name="connsiteX11" fmla="*/ 141923 w 520065"/>
                <a:gd name="connsiteY11" fmla="*/ 229264 h 749328"/>
                <a:gd name="connsiteX12" fmla="*/ 62548 w 520065"/>
                <a:gd name="connsiteY12" fmla="*/ 229264 h 749328"/>
                <a:gd name="connsiteX13" fmla="*/ 0 w 520065"/>
                <a:gd name="connsiteY13" fmla="*/ 291811 h 749328"/>
                <a:gd name="connsiteX14" fmla="*/ 62548 w 520065"/>
                <a:gd name="connsiteY14" fmla="*/ 354359 h 749328"/>
                <a:gd name="connsiteX15" fmla="*/ 197803 w 520065"/>
                <a:gd name="connsiteY15" fmla="*/ 354359 h 749328"/>
                <a:gd name="connsiteX16" fmla="*/ 197803 w 520065"/>
                <a:gd name="connsiteY16" fmla="*/ 426749 h 749328"/>
                <a:gd name="connsiteX17" fmla="*/ 62548 w 520065"/>
                <a:gd name="connsiteY17" fmla="*/ 426749 h 749328"/>
                <a:gd name="connsiteX18" fmla="*/ 0 w 520065"/>
                <a:gd name="connsiteY18" fmla="*/ 489296 h 749328"/>
                <a:gd name="connsiteX19" fmla="*/ 62548 w 520065"/>
                <a:gd name="connsiteY19" fmla="*/ 551844 h 749328"/>
                <a:gd name="connsiteX20" fmla="*/ 197803 w 520065"/>
                <a:gd name="connsiteY20" fmla="*/ 551844 h 749328"/>
                <a:gd name="connsiteX21" fmla="*/ 197803 w 520065"/>
                <a:gd name="connsiteY21" fmla="*/ 686782 h 749328"/>
                <a:gd name="connsiteX22" fmla="*/ 260350 w 520065"/>
                <a:gd name="connsiteY22" fmla="*/ 749329 h 749328"/>
                <a:gd name="connsiteX23" fmla="*/ 322898 w 520065"/>
                <a:gd name="connsiteY23" fmla="*/ 686782 h 749328"/>
                <a:gd name="connsiteX24" fmla="*/ 322898 w 520065"/>
                <a:gd name="connsiteY24" fmla="*/ 551844 h 749328"/>
                <a:gd name="connsiteX25" fmla="*/ 457518 w 520065"/>
                <a:gd name="connsiteY25" fmla="*/ 551844 h 749328"/>
                <a:gd name="connsiteX26" fmla="*/ 520065 w 520065"/>
                <a:gd name="connsiteY26" fmla="*/ 489296 h 749328"/>
                <a:gd name="connsiteX27" fmla="*/ 457518 w 520065"/>
                <a:gd name="connsiteY27" fmla="*/ 426749 h 749328"/>
                <a:gd name="connsiteX28" fmla="*/ 322898 w 520065"/>
                <a:gd name="connsiteY28" fmla="*/ 426749 h 749328"/>
                <a:gd name="connsiteX29" fmla="*/ 322898 w 520065"/>
                <a:gd name="connsiteY29" fmla="*/ 354359 h 749328"/>
                <a:gd name="connsiteX30" fmla="*/ 457518 w 520065"/>
                <a:gd name="connsiteY30" fmla="*/ 354359 h 749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20065" h="749328">
                  <a:moveTo>
                    <a:pt x="457518" y="354359"/>
                  </a:moveTo>
                  <a:cubicBezTo>
                    <a:pt x="492125" y="354359"/>
                    <a:pt x="520065" y="326419"/>
                    <a:pt x="520065" y="291811"/>
                  </a:cubicBezTo>
                  <a:cubicBezTo>
                    <a:pt x="520065" y="257204"/>
                    <a:pt x="492125" y="229264"/>
                    <a:pt x="457518" y="229264"/>
                  </a:cubicBezTo>
                  <a:lnTo>
                    <a:pt x="378143" y="229264"/>
                  </a:lnTo>
                  <a:lnTo>
                    <a:pt x="501968" y="105439"/>
                  </a:lnTo>
                  <a:cubicBezTo>
                    <a:pt x="525586" y="80134"/>
                    <a:pt x="524218" y="40474"/>
                    <a:pt x="498914" y="16856"/>
                  </a:cubicBezTo>
                  <a:cubicBezTo>
                    <a:pt x="474834" y="-5619"/>
                    <a:pt x="437465" y="-5619"/>
                    <a:pt x="413385" y="16856"/>
                  </a:cubicBezTo>
                  <a:lnTo>
                    <a:pt x="260033" y="170209"/>
                  </a:lnTo>
                  <a:lnTo>
                    <a:pt x="106680" y="16857"/>
                  </a:lnTo>
                  <a:cubicBezTo>
                    <a:pt x="81375" y="-6762"/>
                    <a:pt x="41716" y="-5394"/>
                    <a:pt x="18097" y="19910"/>
                  </a:cubicBezTo>
                  <a:cubicBezTo>
                    <a:pt x="-4378" y="43991"/>
                    <a:pt x="-4378" y="81359"/>
                    <a:pt x="18097" y="105439"/>
                  </a:cubicBezTo>
                  <a:lnTo>
                    <a:pt x="141923" y="229264"/>
                  </a:lnTo>
                  <a:lnTo>
                    <a:pt x="62548" y="229264"/>
                  </a:lnTo>
                  <a:cubicBezTo>
                    <a:pt x="27940" y="229264"/>
                    <a:pt x="0" y="257204"/>
                    <a:pt x="0" y="291811"/>
                  </a:cubicBezTo>
                  <a:cubicBezTo>
                    <a:pt x="0" y="326419"/>
                    <a:pt x="27940" y="354359"/>
                    <a:pt x="62548" y="354359"/>
                  </a:cubicBezTo>
                  <a:lnTo>
                    <a:pt x="197803" y="354359"/>
                  </a:lnTo>
                  <a:lnTo>
                    <a:pt x="197803" y="426749"/>
                  </a:lnTo>
                  <a:lnTo>
                    <a:pt x="62548" y="426749"/>
                  </a:lnTo>
                  <a:cubicBezTo>
                    <a:pt x="27940" y="426749"/>
                    <a:pt x="0" y="454689"/>
                    <a:pt x="0" y="489296"/>
                  </a:cubicBezTo>
                  <a:cubicBezTo>
                    <a:pt x="0" y="523904"/>
                    <a:pt x="27940" y="551844"/>
                    <a:pt x="62548" y="551844"/>
                  </a:cubicBezTo>
                  <a:lnTo>
                    <a:pt x="197803" y="551844"/>
                  </a:lnTo>
                  <a:lnTo>
                    <a:pt x="197803" y="686782"/>
                  </a:lnTo>
                  <a:cubicBezTo>
                    <a:pt x="197803" y="721389"/>
                    <a:pt x="225742" y="749329"/>
                    <a:pt x="260350" y="749329"/>
                  </a:cubicBezTo>
                  <a:cubicBezTo>
                    <a:pt x="294958" y="749329"/>
                    <a:pt x="322898" y="721389"/>
                    <a:pt x="322898" y="686782"/>
                  </a:cubicBezTo>
                  <a:lnTo>
                    <a:pt x="322898" y="551844"/>
                  </a:lnTo>
                  <a:lnTo>
                    <a:pt x="457518" y="551844"/>
                  </a:lnTo>
                  <a:cubicBezTo>
                    <a:pt x="492125" y="551844"/>
                    <a:pt x="520065" y="523904"/>
                    <a:pt x="520065" y="489296"/>
                  </a:cubicBezTo>
                  <a:cubicBezTo>
                    <a:pt x="520065" y="454689"/>
                    <a:pt x="492125" y="426749"/>
                    <a:pt x="457518" y="426749"/>
                  </a:cubicBezTo>
                  <a:lnTo>
                    <a:pt x="322898" y="426749"/>
                  </a:lnTo>
                  <a:lnTo>
                    <a:pt x="322898" y="354359"/>
                  </a:lnTo>
                  <a:lnTo>
                    <a:pt x="457518" y="354359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ln w="18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9471547" y="1026229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新客户增长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9471547" y="1270112"/>
            <a:ext cx="62036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1,285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1" name="TextBox 23+"/>
          <p:cNvSpPr txBox="1"/>
          <p:nvPr/>
        </p:nvSpPr>
        <p:spPr>
          <a:xfrm>
            <a:off x="9471547" y="1609785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</a:t>
            </a:r>
          </a:p>
        </p:txBody>
      </p:sp>
      <p:sp>
        <p:nvSpPr>
          <p:cNvPr id="42" name="TextBox 23++"/>
          <p:cNvSpPr txBox="1"/>
          <p:nvPr/>
        </p:nvSpPr>
        <p:spPr>
          <a:xfrm>
            <a:off x="9933303" y="1609785"/>
            <a:ext cx="41357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3.2%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3" name="等腰三角形 42"/>
          <p:cNvSpPr>
            <a:spLocks noChangeAspect="1"/>
          </p:cNvSpPr>
          <p:nvPr/>
        </p:nvSpPr>
        <p:spPr>
          <a:xfrm flipV="1">
            <a:off x="10548948" y="1655438"/>
            <a:ext cx="144000" cy="12413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10851343" y="959936"/>
            <a:ext cx="785845" cy="786616"/>
            <a:chOff x="8230387" y="4036308"/>
            <a:chExt cx="1455128" cy="1456557"/>
          </a:xfr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</p:grpSpPr>
        <p:sp>
          <p:nvSpPr>
            <p:cNvPr id="45" name="任意多边形: 形状 44"/>
            <p:cNvSpPr/>
            <p:nvPr/>
          </p:nvSpPr>
          <p:spPr>
            <a:xfrm>
              <a:off x="8230387" y="4154545"/>
              <a:ext cx="1330814" cy="1338320"/>
            </a:xfrm>
            <a:custGeom>
              <a:avLst/>
              <a:gdLst>
                <a:gd name="connsiteX0" fmla="*/ 1253566 w 1330815"/>
                <a:gd name="connsiteY0" fmla="*/ 1338320 h 1338320"/>
                <a:gd name="connsiteX1" fmla="*/ 77283 w 1330815"/>
                <a:gd name="connsiteY1" fmla="*/ 1338320 h 1338320"/>
                <a:gd name="connsiteX2" fmla="*/ 0 w 1330815"/>
                <a:gd name="connsiteY2" fmla="*/ 1338320 h 1338320"/>
                <a:gd name="connsiteX3" fmla="*/ 1377 w 1330815"/>
                <a:gd name="connsiteY3" fmla="*/ 1325465 h 1338320"/>
                <a:gd name="connsiteX4" fmla="*/ 435447 w 1330815"/>
                <a:gd name="connsiteY4" fmla="*/ 768989 h 1338320"/>
                <a:gd name="connsiteX5" fmla="*/ 442550 w 1330815"/>
                <a:gd name="connsiteY5" fmla="*/ 766404 h 1338320"/>
                <a:gd name="connsiteX6" fmla="*/ 436191 w 1330815"/>
                <a:gd name="connsiteY6" fmla="*/ 762320 h 1338320"/>
                <a:gd name="connsiteX7" fmla="*/ 246050 w 1330815"/>
                <a:gd name="connsiteY7" fmla="*/ 422536 h 1338320"/>
                <a:gd name="connsiteX8" fmla="*/ 665418 w 1330815"/>
                <a:gd name="connsiteY8" fmla="*/ 0 h 1338320"/>
                <a:gd name="connsiteX9" fmla="*/ 1084786 w 1330815"/>
                <a:gd name="connsiteY9" fmla="*/ 422583 h 1338320"/>
                <a:gd name="connsiteX10" fmla="*/ 894649 w 1330815"/>
                <a:gd name="connsiteY10" fmla="*/ 762385 h 1338320"/>
                <a:gd name="connsiteX11" fmla="*/ 888286 w 1330815"/>
                <a:gd name="connsiteY11" fmla="*/ 766441 h 1338320"/>
                <a:gd name="connsiteX12" fmla="*/ 895374 w 1330815"/>
                <a:gd name="connsiteY12" fmla="*/ 769054 h 1338320"/>
                <a:gd name="connsiteX13" fmla="*/ 1329430 w 1330815"/>
                <a:gd name="connsiteY13" fmla="*/ 1325540 h 1338320"/>
                <a:gd name="connsiteX14" fmla="*/ 1330816 w 1330815"/>
                <a:gd name="connsiteY14" fmla="*/ 1338320 h 1338320"/>
                <a:gd name="connsiteX15" fmla="*/ 1253566 w 1330815"/>
                <a:gd name="connsiteY15" fmla="*/ 1338320 h 1338320"/>
                <a:gd name="connsiteX16" fmla="*/ 1253566 w 1330815"/>
                <a:gd name="connsiteY16" fmla="*/ 1338320 h 133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15" h="1338320">
                  <a:moveTo>
                    <a:pt x="1253566" y="1338320"/>
                  </a:moveTo>
                  <a:lnTo>
                    <a:pt x="77283" y="1338320"/>
                  </a:lnTo>
                  <a:lnTo>
                    <a:pt x="0" y="1338320"/>
                  </a:lnTo>
                  <a:lnTo>
                    <a:pt x="1377" y="1325465"/>
                  </a:lnTo>
                  <a:cubicBezTo>
                    <a:pt x="28119" y="1077341"/>
                    <a:pt x="202555" y="853663"/>
                    <a:pt x="435447" y="768989"/>
                  </a:cubicBezTo>
                  <a:lnTo>
                    <a:pt x="442550" y="766404"/>
                  </a:lnTo>
                  <a:lnTo>
                    <a:pt x="436191" y="762320"/>
                  </a:lnTo>
                  <a:cubicBezTo>
                    <a:pt x="317125" y="686074"/>
                    <a:pt x="246050" y="559077"/>
                    <a:pt x="246050" y="422536"/>
                  </a:cubicBezTo>
                  <a:cubicBezTo>
                    <a:pt x="246050" y="197448"/>
                    <a:pt x="442033" y="0"/>
                    <a:pt x="665418" y="0"/>
                  </a:cubicBezTo>
                  <a:cubicBezTo>
                    <a:pt x="888828" y="0"/>
                    <a:pt x="1084786" y="197448"/>
                    <a:pt x="1084786" y="422583"/>
                  </a:cubicBezTo>
                  <a:cubicBezTo>
                    <a:pt x="1084786" y="559123"/>
                    <a:pt x="1013693" y="686111"/>
                    <a:pt x="894649" y="762385"/>
                  </a:cubicBezTo>
                  <a:lnTo>
                    <a:pt x="888286" y="766441"/>
                  </a:lnTo>
                  <a:lnTo>
                    <a:pt x="895374" y="769054"/>
                  </a:lnTo>
                  <a:cubicBezTo>
                    <a:pt x="1128272" y="853756"/>
                    <a:pt x="1302706" y="1077380"/>
                    <a:pt x="1329430" y="1325540"/>
                  </a:cubicBezTo>
                  <a:lnTo>
                    <a:pt x="1330816" y="1338320"/>
                  </a:lnTo>
                  <a:lnTo>
                    <a:pt x="1253566" y="1338320"/>
                  </a:lnTo>
                  <a:lnTo>
                    <a:pt x="1253566" y="133832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9148545" y="4036308"/>
              <a:ext cx="536970" cy="531097"/>
            </a:xfrm>
            <a:custGeom>
              <a:avLst/>
              <a:gdLst>
                <a:gd name="connsiteX0" fmla="*/ 494593 w 536971"/>
                <a:gd name="connsiteY0" fmla="*/ 223622 h 531098"/>
                <a:gd name="connsiteX1" fmla="*/ 310874 w 536971"/>
                <a:gd name="connsiteY1" fmla="*/ 223622 h 531098"/>
                <a:gd name="connsiteX2" fmla="*/ 310874 w 536971"/>
                <a:gd name="connsiteY2" fmla="*/ 41927 h 531098"/>
                <a:gd name="connsiteX3" fmla="*/ 268486 w 536971"/>
                <a:gd name="connsiteY3" fmla="*/ 0 h 531098"/>
                <a:gd name="connsiteX4" fmla="*/ 226089 w 536971"/>
                <a:gd name="connsiteY4" fmla="*/ 41927 h 531098"/>
                <a:gd name="connsiteX5" fmla="*/ 226089 w 536971"/>
                <a:gd name="connsiteY5" fmla="*/ 223622 h 531098"/>
                <a:gd name="connsiteX6" fmla="*/ 42388 w 536971"/>
                <a:gd name="connsiteY6" fmla="*/ 223622 h 531098"/>
                <a:gd name="connsiteX7" fmla="*/ 0 w 536971"/>
                <a:gd name="connsiteY7" fmla="*/ 265548 h 531098"/>
                <a:gd name="connsiteX8" fmla="*/ 42388 w 536971"/>
                <a:gd name="connsiteY8" fmla="*/ 307475 h 531098"/>
                <a:gd name="connsiteX9" fmla="*/ 226089 w 536971"/>
                <a:gd name="connsiteY9" fmla="*/ 307475 h 531098"/>
                <a:gd name="connsiteX10" fmla="*/ 226089 w 536971"/>
                <a:gd name="connsiteY10" fmla="*/ 489176 h 531098"/>
                <a:gd name="connsiteX11" fmla="*/ 268486 w 536971"/>
                <a:gd name="connsiteY11" fmla="*/ 531099 h 531098"/>
                <a:gd name="connsiteX12" fmla="*/ 310865 w 536971"/>
                <a:gd name="connsiteY12" fmla="*/ 489176 h 531098"/>
                <a:gd name="connsiteX13" fmla="*/ 310865 w 536971"/>
                <a:gd name="connsiteY13" fmla="*/ 307475 h 531098"/>
                <a:gd name="connsiteX14" fmla="*/ 494575 w 536971"/>
                <a:gd name="connsiteY14" fmla="*/ 307475 h 531098"/>
                <a:gd name="connsiteX15" fmla="*/ 536972 w 536971"/>
                <a:gd name="connsiteY15" fmla="*/ 265548 h 531098"/>
                <a:gd name="connsiteX16" fmla="*/ 494593 w 536971"/>
                <a:gd name="connsiteY16" fmla="*/ 223622 h 531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36971" h="531098">
                  <a:moveTo>
                    <a:pt x="494593" y="223622"/>
                  </a:moveTo>
                  <a:lnTo>
                    <a:pt x="310874" y="223622"/>
                  </a:lnTo>
                  <a:lnTo>
                    <a:pt x="310874" y="41927"/>
                  </a:lnTo>
                  <a:cubicBezTo>
                    <a:pt x="310874" y="18780"/>
                    <a:pt x="291899" y="0"/>
                    <a:pt x="268486" y="0"/>
                  </a:cubicBezTo>
                  <a:cubicBezTo>
                    <a:pt x="245064" y="0"/>
                    <a:pt x="226089" y="18780"/>
                    <a:pt x="226089" y="41927"/>
                  </a:cubicBezTo>
                  <a:lnTo>
                    <a:pt x="226089" y="223622"/>
                  </a:lnTo>
                  <a:lnTo>
                    <a:pt x="42388" y="223622"/>
                  </a:lnTo>
                  <a:cubicBezTo>
                    <a:pt x="18976" y="223622"/>
                    <a:pt x="0" y="242402"/>
                    <a:pt x="0" y="265548"/>
                  </a:cubicBezTo>
                  <a:cubicBezTo>
                    <a:pt x="0" y="288704"/>
                    <a:pt x="18976" y="307475"/>
                    <a:pt x="42388" y="307475"/>
                  </a:cubicBezTo>
                  <a:lnTo>
                    <a:pt x="226089" y="307475"/>
                  </a:lnTo>
                  <a:lnTo>
                    <a:pt x="226089" y="489176"/>
                  </a:lnTo>
                  <a:cubicBezTo>
                    <a:pt x="226089" y="512322"/>
                    <a:pt x="245064" y="531099"/>
                    <a:pt x="268486" y="531099"/>
                  </a:cubicBezTo>
                  <a:cubicBezTo>
                    <a:pt x="291899" y="531099"/>
                    <a:pt x="310865" y="512324"/>
                    <a:pt x="310865" y="489176"/>
                  </a:cubicBezTo>
                  <a:lnTo>
                    <a:pt x="310865" y="307475"/>
                  </a:lnTo>
                  <a:lnTo>
                    <a:pt x="494575" y="307475"/>
                  </a:lnTo>
                  <a:cubicBezTo>
                    <a:pt x="517987" y="307475"/>
                    <a:pt x="536972" y="288704"/>
                    <a:pt x="536972" y="265548"/>
                  </a:cubicBezTo>
                  <a:cubicBezTo>
                    <a:pt x="536972" y="242400"/>
                    <a:pt x="517996" y="223622"/>
                    <a:pt x="494593" y="223622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aphicFrame>
        <p:nvGraphicFramePr>
          <p:cNvPr id="47" name="图表 46"/>
          <p:cNvGraphicFramePr/>
          <p:nvPr/>
        </p:nvGraphicFramePr>
        <p:xfrm>
          <a:off x="720726" y="2657020"/>
          <a:ext cx="5816600" cy="30180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8" name="Rectangle 79+"/>
          <p:cNvSpPr/>
          <p:nvPr/>
        </p:nvSpPr>
        <p:spPr>
          <a:xfrm>
            <a:off x="442913" y="2129065"/>
            <a:ext cx="6440487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210034" y="2257266"/>
            <a:ext cx="290624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近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年销售业绩与转化率趋势</a:t>
            </a:r>
          </a:p>
        </p:txBody>
      </p:sp>
      <p:sp>
        <p:nvSpPr>
          <p:cNvPr id="50" name="Rectangle 79+"/>
          <p:cNvSpPr/>
          <p:nvPr/>
        </p:nvSpPr>
        <p:spPr>
          <a:xfrm>
            <a:off x="7112000" y="2129065"/>
            <a:ext cx="4637088" cy="33863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1" name="Rectangle 79++"/>
          <p:cNvSpPr/>
          <p:nvPr/>
        </p:nvSpPr>
        <p:spPr>
          <a:xfrm>
            <a:off x="7112000" y="2129065"/>
            <a:ext cx="4637088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52" name="图表 51"/>
          <p:cNvGraphicFramePr/>
          <p:nvPr/>
        </p:nvGraphicFramePr>
        <p:xfrm>
          <a:off x="7329714" y="2816981"/>
          <a:ext cx="4197577" cy="25750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3" name="文本框 52"/>
          <p:cNvSpPr txBox="1"/>
          <p:nvPr/>
        </p:nvSpPr>
        <p:spPr>
          <a:xfrm>
            <a:off x="627137" y="5080001"/>
            <a:ext cx="64120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单位：百万</a:t>
            </a:r>
          </a:p>
        </p:txBody>
      </p:sp>
      <p:sp>
        <p:nvSpPr>
          <p:cNvPr id="54" name="TextBox 82+"/>
          <p:cNvSpPr txBox="1"/>
          <p:nvPr/>
        </p:nvSpPr>
        <p:spPr>
          <a:xfrm>
            <a:off x="8350120" y="2257266"/>
            <a:ext cx="2160848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2025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年区域销售分布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1458913" y="6284396"/>
            <a:ext cx="466473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转化率显著提升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(12.5%)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，客户体验优化和精准营销策略，销售额稳步增长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19.1%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7400474" y="5842340"/>
            <a:ext cx="395621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销售额大幅增长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27.6%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，因新产品线推出和市场扩张，转化率保持稳定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7400474" y="6298165"/>
            <a:ext cx="4337726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销售额增长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12.6%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，转化率创新高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(4.1%)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，源于忠诚客户计划和会员体系优化</a:t>
            </a:r>
          </a:p>
        </p:txBody>
      </p:sp>
      <p:grpSp>
        <p:nvGrpSpPr>
          <p:cNvPr id="58" name="组合 57"/>
          <p:cNvGrpSpPr/>
          <p:nvPr/>
        </p:nvGrpSpPr>
        <p:grpSpPr>
          <a:xfrm>
            <a:off x="442913" y="5725887"/>
            <a:ext cx="943429" cy="326570"/>
            <a:chOff x="442913" y="5725887"/>
            <a:chExt cx="943429" cy="326570"/>
          </a:xfrm>
        </p:grpSpPr>
        <p:sp>
          <p:nvSpPr>
            <p:cNvPr id="59" name="箭头: 五边形 58"/>
            <p:cNvSpPr/>
            <p:nvPr/>
          </p:nvSpPr>
          <p:spPr>
            <a:xfrm>
              <a:off x="442913" y="5725887"/>
              <a:ext cx="943429" cy="326570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512056" y="5796839"/>
              <a:ext cx="73257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2021-2022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61" name="文本框 60"/>
          <p:cNvSpPr txBox="1"/>
          <p:nvPr/>
        </p:nvSpPr>
        <p:spPr>
          <a:xfrm>
            <a:off x="1458913" y="5812228"/>
            <a:ext cx="4725653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销售额增长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21.6%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，线上渠道拓展和疫情后需求反弹，但转化率下降因市场竞争加剧</a:t>
            </a:r>
          </a:p>
        </p:txBody>
      </p:sp>
      <p:grpSp>
        <p:nvGrpSpPr>
          <p:cNvPr id="62" name="Group 102+"/>
          <p:cNvGrpSpPr/>
          <p:nvPr/>
        </p:nvGrpSpPr>
        <p:grpSpPr>
          <a:xfrm>
            <a:off x="442913" y="6198055"/>
            <a:ext cx="943429" cy="326570"/>
            <a:chOff x="442913" y="5725887"/>
            <a:chExt cx="943429" cy="326570"/>
          </a:xfrm>
        </p:grpSpPr>
        <p:sp>
          <p:nvSpPr>
            <p:cNvPr id="63" name="箭头: 五边形 62"/>
            <p:cNvSpPr/>
            <p:nvPr/>
          </p:nvSpPr>
          <p:spPr>
            <a:xfrm>
              <a:off x="442913" y="5725887"/>
              <a:ext cx="943429" cy="326570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512056" y="5796839"/>
              <a:ext cx="73257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2022-2023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65" name="Group 102+"/>
          <p:cNvGrpSpPr/>
          <p:nvPr/>
        </p:nvGrpSpPr>
        <p:grpSpPr>
          <a:xfrm>
            <a:off x="6364742" y="5725887"/>
            <a:ext cx="943429" cy="326570"/>
            <a:chOff x="442913" y="5725887"/>
            <a:chExt cx="943429" cy="326570"/>
          </a:xfrm>
        </p:grpSpPr>
        <p:sp>
          <p:nvSpPr>
            <p:cNvPr id="66" name="箭头: 五边形 65"/>
            <p:cNvSpPr/>
            <p:nvPr/>
          </p:nvSpPr>
          <p:spPr>
            <a:xfrm>
              <a:off x="442913" y="5725887"/>
              <a:ext cx="943429" cy="326570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512056" y="5796839"/>
              <a:ext cx="73257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2023-2024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68" name="Group 102++"/>
          <p:cNvGrpSpPr/>
          <p:nvPr/>
        </p:nvGrpSpPr>
        <p:grpSpPr>
          <a:xfrm>
            <a:off x="6364742" y="6198055"/>
            <a:ext cx="943429" cy="326570"/>
            <a:chOff x="442913" y="5725887"/>
            <a:chExt cx="943429" cy="326570"/>
          </a:xfrm>
        </p:grpSpPr>
        <p:sp>
          <p:nvSpPr>
            <p:cNvPr id="69" name="箭头: 五边形 68"/>
            <p:cNvSpPr/>
            <p:nvPr/>
          </p:nvSpPr>
          <p:spPr>
            <a:xfrm>
              <a:off x="442913" y="5725887"/>
              <a:ext cx="943429" cy="326570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512056" y="5796839"/>
              <a:ext cx="73257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2024-2025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pic>
        <p:nvPicPr>
          <p:cNvPr id="71" name="图片 7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713" y="3222399"/>
            <a:ext cx="413202" cy="413202"/>
          </a:xfrm>
          <a:prstGeom prst="rect">
            <a:avLst/>
          </a:prstGeom>
        </p:spPr>
      </p:pic>
      <p:sp>
        <p:nvSpPr>
          <p:cNvPr id="72" name="文本框 71"/>
          <p:cNvSpPr txBox="1"/>
          <p:nvPr/>
        </p:nvSpPr>
        <p:spPr>
          <a:xfrm>
            <a:off x="7750856" y="2859315"/>
            <a:ext cx="63959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145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万</a:t>
            </a:r>
          </a:p>
        </p:txBody>
      </p:sp>
      <p:sp>
        <p:nvSpPr>
          <p:cNvPr id="73" name="TextBox 88+"/>
          <p:cNvSpPr txBox="1"/>
          <p:nvPr/>
        </p:nvSpPr>
        <p:spPr>
          <a:xfrm>
            <a:off x="7276569" y="5080001"/>
            <a:ext cx="51296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单位：万</a:t>
            </a:r>
          </a:p>
        </p:txBody>
      </p:sp>
      <p:sp>
        <p:nvSpPr>
          <p:cNvPr id="74" name="文本框 73"/>
          <p:cNvSpPr txBox="1"/>
          <p:nvPr/>
        </p:nvSpPr>
        <p:spPr>
          <a:xfrm>
            <a:off x="8810172" y="2900272"/>
            <a:ext cx="1124857" cy="4283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销售额贡献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38%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同比增长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21%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5" name="任意多边形: 形状 74"/>
          <p:cNvSpPr/>
          <p:nvPr/>
        </p:nvSpPr>
        <p:spPr>
          <a:xfrm>
            <a:off x="8429825" y="2830286"/>
            <a:ext cx="1621318" cy="598714"/>
          </a:xfrm>
          <a:custGeom>
            <a:avLst/>
            <a:gdLst>
              <a:gd name="connsiteX0" fmla="*/ 249717 w 1969660"/>
              <a:gd name="connsiteY0" fmla="*/ 0 h 598714"/>
              <a:gd name="connsiteX1" fmla="*/ 1969660 w 1969660"/>
              <a:gd name="connsiteY1" fmla="*/ 0 h 598714"/>
              <a:gd name="connsiteX2" fmla="*/ 1969660 w 1969660"/>
              <a:gd name="connsiteY2" fmla="*/ 598714 h 598714"/>
              <a:gd name="connsiteX3" fmla="*/ 249717 w 1969660"/>
              <a:gd name="connsiteY3" fmla="*/ 598714 h 598714"/>
              <a:gd name="connsiteX4" fmla="*/ 249717 w 1969660"/>
              <a:gd name="connsiteY4" fmla="*/ 398077 h 598714"/>
              <a:gd name="connsiteX5" fmla="*/ 0 w 1969660"/>
              <a:gd name="connsiteY5" fmla="*/ 352809 h 598714"/>
              <a:gd name="connsiteX6" fmla="*/ 249717 w 1969660"/>
              <a:gd name="connsiteY6" fmla="*/ 65998 h 598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69660" h="598714">
                <a:moveTo>
                  <a:pt x="249717" y="0"/>
                </a:moveTo>
                <a:lnTo>
                  <a:pt x="1969660" y="0"/>
                </a:lnTo>
                <a:lnTo>
                  <a:pt x="1969660" y="598714"/>
                </a:lnTo>
                <a:lnTo>
                  <a:pt x="249717" y="598714"/>
                </a:lnTo>
                <a:lnTo>
                  <a:pt x="249717" y="398077"/>
                </a:lnTo>
                <a:lnTo>
                  <a:pt x="0" y="352809"/>
                </a:lnTo>
                <a:lnTo>
                  <a:pt x="249717" y="65998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6+"/>
          <p:cNvSpPr/>
          <p:nvPr/>
        </p:nvSpPr>
        <p:spPr>
          <a:xfrm>
            <a:off x="7859713" y="873126"/>
            <a:ext cx="3889375" cy="56515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0" name="Freeform 19+"/>
          <p:cNvSpPr/>
          <p:nvPr/>
        </p:nvSpPr>
        <p:spPr>
          <a:xfrm>
            <a:off x="7859713" y="873126"/>
            <a:ext cx="3889375" cy="489382"/>
          </a:xfrm>
          <a:custGeom>
            <a:avLst/>
            <a:gdLst>
              <a:gd name="connsiteX0" fmla="*/ 0 w 4244721"/>
              <a:gd name="connsiteY0" fmla="*/ 0 h 489382"/>
              <a:gd name="connsiteX1" fmla="*/ 4244721 w 4244721"/>
              <a:gd name="connsiteY1" fmla="*/ 0 h 489382"/>
              <a:gd name="connsiteX2" fmla="*/ 4239393 w 4244721"/>
              <a:gd name="connsiteY2" fmla="*/ 1934 h 489382"/>
              <a:gd name="connsiteX3" fmla="*/ 3853335 w 4244721"/>
              <a:gd name="connsiteY3" fmla="*/ 315444 h 489382"/>
              <a:gd name="connsiteX4" fmla="*/ 3795711 w 4244721"/>
              <a:gd name="connsiteY4" fmla="*/ 439582 h 489382"/>
              <a:gd name="connsiteX5" fmla="*/ 3797021 w 4244721"/>
              <a:gd name="connsiteY5" fmla="*/ 436174 h 489382"/>
              <a:gd name="connsiteX6" fmla="*/ 3771461 w 4244721"/>
              <a:gd name="connsiteY6" fmla="*/ 465255 h 489382"/>
              <a:gd name="connsiteX7" fmla="*/ 3730588 w 4244721"/>
              <a:gd name="connsiteY7" fmla="*/ 486394 h 489382"/>
              <a:gd name="connsiteX8" fmla="*/ 3711296 w 4244721"/>
              <a:gd name="connsiteY8" fmla="*/ 489382 h 489382"/>
              <a:gd name="connsiteX9" fmla="*/ 532393 w 4244721"/>
              <a:gd name="connsiteY9" fmla="*/ 489382 h 489382"/>
              <a:gd name="connsiteX10" fmla="*/ 513100 w 4244721"/>
              <a:gd name="connsiteY10" fmla="*/ 486394 h 489382"/>
              <a:gd name="connsiteX11" fmla="*/ 472227 w 4244721"/>
              <a:gd name="connsiteY11" fmla="*/ 465255 h 489382"/>
              <a:gd name="connsiteX12" fmla="*/ 448281 w 4244721"/>
              <a:gd name="connsiteY12" fmla="*/ 438010 h 489382"/>
              <a:gd name="connsiteX13" fmla="*/ 391386 w 4244721"/>
              <a:gd name="connsiteY13" fmla="*/ 315444 h 489382"/>
              <a:gd name="connsiteX14" fmla="*/ 5327 w 4244721"/>
              <a:gd name="connsiteY14" fmla="*/ 1934 h 489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244721" h="489382">
                <a:moveTo>
                  <a:pt x="0" y="0"/>
                </a:moveTo>
                <a:lnTo>
                  <a:pt x="4244721" y="0"/>
                </a:lnTo>
                <a:lnTo>
                  <a:pt x="4239393" y="1934"/>
                </a:lnTo>
                <a:cubicBezTo>
                  <a:pt x="4069329" y="78766"/>
                  <a:pt x="3934215" y="187568"/>
                  <a:pt x="3853335" y="315444"/>
                </a:cubicBezTo>
                <a:lnTo>
                  <a:pt x="3795711" y="439582"/>
                </a:lnTo>
                <a:lnTo>
                  <a:pt x="3797021" y="436174"/>
                </a:lnTo>
                <a:lnTo>
                  <a:pt x="3771461" y="465255"/>
                </a:lnTo>
                <a:cubicBezTo>
                  <a:pt x="3759826" y="474180"/>
                  <a:pt x="3745972" y="481403"/>
                  <a:pt x="3730588" y="486394"/>
                </a:cubicBezTo>
                <a:lnTo>
                  <a:pt x="3711296" y="489382"/>
                </a:lnTo>
                <a:lnTo>
                  <a:pt x="532393" y="489382"/>
                </a:lnTo>
                <a:lnTo>
                  <a:pt x="513100" y="486394"/>
                </a:lnTo>
                <a:cubicBezTo>
                  <a:pt x="497716" y="481403"/>
                  <a:pt x="483862" y="474180"/>
                  <a:pt x="472227" y="465255"/>
                </a:cubicBezTo>
                <a:lnTo>
                  <a:pt x="448281" y="438010"/>
                </a:lnTo>
                <a:lnTo>
                  <a:pt x="391386" y="315444"/>
                </a:lnTo>
                <a:cubicBezTo>
                  <a:pt x="310506" y="187568"/>
                  <a:pt x="175392" y="78766"/>
                  <a:pt x="5327" y="19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442913" y="873126"/>
            <a:ext cx="3889375" cy="56515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2" name="矩形: 剪去左右顶角 111"/>
          <p:cNvSpPr/>
          <p:nvPr/>
        </p:nvSpPr>
        <p:spPr>
          <a:xfrm>
            <a:off x="4332288" y="4667250"/>
            <a:ext cx="3527426" cy="1857375"/>
          </a:xfrm>
          <a:prstGeom prst="snip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13" name="组合 112"/>
          <p:cNvGrpSpPr/>
          <p:nvPr/>
        </p:nvGrpSpPr>
        <p:grpSpPr>
          <a:xfrm>
            <a:off x="4586461" y="4161130"/>
            <a:ext cx="3019078" cy="780758"/>
            <a:chOff x="5353792" y="4941888"/>
            <a:chExt cx="1484416" cy="383882"/>
          </a:xfrm>
        </p:grpSpPr>
        <p:sp>
          <p:nvSpPr>
            <p:cNvPr id="114" name="1"/>
            <p:cNvSpPr/>
            <p:nvPr/>
          </p:nvSpPr>
          <p:spPr>
            <a:xfrm>
              <a:off x="5353792" y="5063870"/>
              <a:ext cx="1484416" cy="261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5" name="1"/>
            <p:cNvSpPr/>
            <p:nvPr/>
          </p:nvSpPr>
          <p:spPr>
            <a:xfrm>
              <a:off x="5353792" y="5063869"/>
              <a:ext cx="1484416" cy="1273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6" name="1"/>
            <p:cNvSpPr/>
            <p:nvPr/>
          </p:nvSpPr>
          <p:spPr>
            <a:xfrm>
              <a:off x="5353792" y="4941888"/>
              <a:ext cx="1484416" cy="261900"/>
            </a:xfrm>
            <a:prstGeom prst="ellipse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3000">
                  <a:schemeClr val="accent2">
                    <a:lumMod val="40000"/>
                    <a:lumOff val="60000"/>
                  </a:schemeClr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  <a:ln w="9525">
              <a:gradFill>
                <a:gsLst>
                  <a:gs pos="0">
                    <a:schemeClr val="accent2">
                      <a:lumMod val="60000"/>
                      <a:lumOff val="40000"/>
                      <a:alpha val="0"/>
                    </a:schemeClr>
                  </a:gs>
                  <a:gs pos="62000">
                    <a:schemeClr val="accent2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4486274" y="1032783"/>
            <a:ext cx="3219451" cy="3371850"/>
            <a:chOff x="7621360" y="249010"/>
            <a:chExt cx="3219451" cy="3371850"/>
          </a:xfrm>
        </p:grpSpPr>
        <p:sp>
          <p:nvSpPr>
            <p:cNvPr id="118" name="Oval 20+"/>
            <p:cNvSpPr/>
            <p:nvPr/>
          </p:nvSpPr>
          <p:spPr>
            <a:xfrm>
              <a:off x="7621360" y="249010"/>
              <a:ext cx="3219451" cy="3371850"/>
            </a:xfrm>
            <a:prstGeom prst="ellipse">
              <a:avLst/>
            </a:prstGeom>
            <a:gradFill>
              <a:gsLst>
                <a:gs pos="5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4">
                    <a:alpha val="20000"/>
                  </a:schemeClr>
                </a:gs>
              </a:gsLst>
              <a:path path="circle">
                <a:fillToRect l="50000" t="130000" r="50000" b="-3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9" name="Oval 20++"/>
            <p:cNvSpPr/>
            <p:nvPr/>
          </p:nvSpPr>
          <p:spPr>
            <a:xfrm flipV="1">
              <a:off x="7630886" y="249010"/>
              <a:ext cx="3200400" cy="3371850"/>
            </a:xfrm>
            <a:prstGeom prst="ellipse">
              <a:avLst/>
            </a:prstGeom>
            <a:gradFill>
              <a:gsLst>
                <a:gs pos="5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4">
                    <a:alpha val="20000"/>
                  </a:schemeClr>
                </a:gs>
              </a:gsLst>
              <a:path path="circle">
                <a:fillToRect l="50000" t="130000" r="50000" b="-3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cxnSp>
        <p:nvCxnSpPr>
          <p:cNvPr id="122" name="直接连接符 121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文本框 125"/>
          <p:cNvSpPr txBox="1"/>
          <p:nvPr/>
        </p:nvSpPr>
        <p:spPr>
          <a:xfrm>
            <a:off x="2005881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销售业绩总结</a:t>
            </a:r>
          </a:p>
        </p:txBody>
      </p:sp>
      <p:sp>
        <p:nvSpPr>
          <p:cNvPr id="127" name="文本框 126"/>
          <p:cNvSpPr txBox="1"/>
          <p:nvPr/>
        </p:nvSpPr>
        <p:spPr>
          <a:xfrm>
            <a:off x="430213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数据看板</a:t>
            </a:r>
          </a:p>
        </p:txBody>
      </p:sp>
      <p:cxnSp>
        <p:nvCxnSpPr>
          <p:cNvPr id="128" name="直接连接符 127"/>
          <p:cNvCxnSpPr/>
          <p:nvPr/>
        </p:nvCxnSpPr>
        <p:spPr>
          <a:xfrm>
            <a:off x="1910706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任意多边形: 形状 128"/>
          <p:cNvSpPr/>
          <p:nvPr/>
        </p:nvSpPr>
        <p:spPr>
          <a:xfrm>
            <a:off x="4695031" y="2809876"/>
            <a:ext cx="2801938" cy="1414463"/>
          </a:xfrm>
          <a:custGeom>
            <a:avLst/>
            <a:gdLst>
              <a:gd name="connsiteX0" fmla="*/ 682 w 2801938"/>
              <a:gd name="connsiteY0" fmla="*/ 0 h 1414463"/>
              <a:gd name="connsiteX1" fmla="*/ 6432 w 2801938"/>
              <a:gd name="connsiteY1" fmla="*/ 0 h 1414463"/>
              <a:gd name="connsiteX2" fmla="*/ 7233 w 2801938"/>
              <a:gd name="connsiteY2" fmla="*/ 3463 h 1414463"/>
              <a:gd name="connsiteX3" fmla="*/ 1400969 w 2801938"/>
              <a:gd name="connsiteY3" fmla="*/ 277812 h 1414463"/>
              <a:gd name="connsiteX4" fmla="*/ 2794705 w 2801938"/>
              <a:gd name="connsiteY4" fmla="*/ 3463 h 1414463"/>
              <a:gd name="connsiteX5" fmla="*/ 2795507 w 2801938"/>
              <a:gd name="connsiteY5" fmla="*/ 0 h 1414463"/>
              <a:gd name="connsiteX6" fmla="*/ 2801257 w 2801938"/>
              <a:gd name="connsiteY6" fmla="*/ 0 h 1414463"/>
              <a:gd name="connsiteX7" fmla="*/ 2801938 w 2801938"/>
              <a:gd name="connsiteY7" fmla="*/ 13494 h 1414463"/>
              <a:gd name="connsiteX8" fmla="*/ 1400969 w 2801938"/>
              <a:gd name="connsiteY8" fmla="*/ 1414463 h 1414463"/>
              <a:gd name="connsiteX9" fmla="*/ 0 w 2801938"/>
              <a:gd name="connsiteY9" fmla="*/ 13494 h 141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01938" h="1414463">
                <a:moveTo>
                  <a:pt x="682" y="0"/>
                </a:moveTo>
                <a:lnTo>
                  <a:pt x="6432" y="0"/>
                </a:lnTo>
                <a:lnTo>
                  <a:pt x="7233" y="3463"/>
                </a:lnTo>
                <a:cubicBezTo>
                  <a:pt x="78977" y="157561"/>
                  <a:pt x="675594" y="277812"/>
                  <a:pt x="1400969" y="277812"/>
                </a:cubicBezTo>
                <a:cubicBezTo>
                  <a:pt x="2126345" y="277812"/>
                  <a:pt x="2722962" y="157561"/>
                  <a:pt x="2794705" y="3463"/>
                </a:cubicBezTo>
                <a:lnTo>
                  <a:pt x="2795507" y="0"/>
                </a:lnTo>
                <a:lnTo>
                  <a:pt x="2801257" y="0"/>
                </a:lnTo>
                <a:lnTo>
                  <a:pt x="2801938" y="13494"/>
                </a:lnTo>
                <a:cubicBezTo>
                  <a:pt x="2801938" y="787228"/>
                  <a:pt x="2174703" y="1414463"/>
                  <a:pt x="1400969" y="1414463"/>
                </a:cubicBezTo>
                <a:cubicBezTo>
                  <a:pt x="627235" y="1414463"/>
                  <a:pt x="0" y="787228"/>
                  <a:pt x="0" y="1349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0" name="Oval 12++"/>
          <p:cNvSpPr/>
          <p:nvPr/>
        </p:nvSpPr>
        <p:spPr>
          <a:xfrm>
            <a:off x="4695031" y="2562225"/>
            <a:ext cx="2801938" cy="533400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1" name="椭圆 130"/>
          <p:cNvSpPr/>
          <p:nvPr/>
        </p:nvSpPr>
        <p:spPr>
          <a:xfrm>
            <a:off x="4686300" y="1247775"/>
            <a:ext cx="2800350" cy="2800350"/>
          </a:xfrm>
          <a:prstGeom prst="ellipse">
            <a:avLst/>
          </a:prstGeom>
          <a:gradFill>
            <a:gsLst>
              <a:gs pos="5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50000"/>
                </a:schemeClr>
              </a:gs>
            </a:gsLst>
            <a:path path="circle">
              <a:fillToRect l="50000" t="130000" r="50000" b="-3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5056452" y="2129909"/>
            <a:ext cx="2079095" cy="553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¥ 8,562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万</a:t>
            </a:r>
          </a:p>
        </p:txBody>
      </p:sp>
      <p:sp>
        <p:nvSpPr>
          <p:cNvPr id="133" name="TextBox 22+"/>
          <p:cNvSpPr txBox="1"/>
          <p:nvPr/>
        </p:nvSpPr>
        <p:spPr>
          <a:xfrm>
            <a:off x="5583039" y="1748909"/>
            <a:ext cx="1025922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总销售额</a:t>
            </a:r>
          </a:p>
        </p:txBody>
      </p:sp>
      <p:grpSp>
        <p:nvGrpSpPr>
          <p:cNvPr id="134" name="组合 133"/>
          <p:cNvGrpSpPr/>
          <p:nvPr/>
        </p:nvGrpSpPr>
        <p:grpSpPr>
          <a:xfrm>
            <a:off x="571500" y="1687537"/>
            <a:ext cx="3632200" cy="828000"/>
            <a:chOff x="565151" y="1509737"/>
            <a:chExt cx="3632200" cy="828000"/>
          </a:xfrm>
        </p:grpSpPr>
        <p:sp>
          <p:nvSpPr>
            <p:cNvPr id="135" name="矩形 134"/>
            <p:cNvSpPr/>
            <p:nvPr/>
          </p:nvSpPr>
          <p:spPr>
            <a:xfrm>
              <a:off x="565151" y="1511300"/>
              <a:ext cx="3632200" cy="8248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pic>
          <p:nvPicPr>
            <p:cNvPr id="136" name="图片 13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778" r="24444" b="49167"/>
            <a:stretch>
              <a:fillRect/>
            </a:stretch>
          </p:blipFill>
          <p:spPr>
            <a:xfrm>
              <a:off x="666194" y="1509737"/>
              <a:ext cx="859672" cy="828000"/>
            </a:xfrm>
            <a:prstGeom prst="rect">
              <a:avLst/>
            </a:prstGeom>
          </p:spPr>
        </p:pic>
        <p:sp>
          <p:nvSpPr>
            <p:cNvPr id="137" name="文本框 136"/>
            <p:cNvSpPr txBox="1"/>
            <p:nvPr/>
          </p:nvSpPr>
          <p:spPr>
            <a:xfrm>
              <a:off x="1738090" y="1673893"/>
              <a:ext cx="557845" cy="4996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门店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</a:p>
          </p:txBody>
        </p:sp>
        <p:sp>
          <p:nvSpPr>
            <p:cNvPr id="138" name="TextBox 37+"/>
            <p:cNvSpPr txBox="1"/>
            <p:nvPr/>
          </p:nvSpPr>
          <p:spPr>
            <a:xfrm>
              <a:off x="2571750" y="1708294"/>
              <a:ext cx="1322478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1,250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</p:grpSp>
      <p:grpSp>
        <p:nvGrpSpPr>
          <p:cNvPr id="139" name="组合 138"/>
          <p:cNvGrpSpPr/>
          <p:nvPr/>
        </p:nvGrpSpPr>
        <p:grpSpPr>
          <a:xfrm>
            <a:off x="571500" y="2661489"/>
            <a:ext cx="3632200" cy="839532"/>
            <a:chOff x="565151" y="2523303"/>
            <a:chExt cx="3632200" cy="839532"/>
          </a:xfrm>
        </p:grpSpPr>
        <p:sp>
          <p:nvSpPr>
            <p:cNvPr id="140" name="Rectangle 26+"/>
            <p:cNvSpPr/>
            <p:nvPr/>
          </p:nvSpPr>
          <p:spPr>
            <a:xfrm>
              <a:off x="565151" y="2530631"/>
              <a:ext cx="3632200" cy="8248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pic>
          <p:nvPicPr>
            <p:cNvPr id="141" name="Picture 32+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9444" r="50139"/>
            <a:stretch>
              <a:fillRect/>
            </a:stretch>
          </p:blipFill>
          <p:spPr>
            <a:xfrm>
              <a:off x="666750" y="2523303"/>
              <a:ext cx="828000" cy="839532"/>
            </a:xfrm>
            <a:prstGeom prst="rect">
              <a:avLst/>
            </a:prstGeom>
          </p:spPr>
        </p:pic>
        <p:sp>
          <p:nvSpPr>
            <p:cNvPr id="142" name="TextBox 37+"/>
            <p:cNvSpPr txBox="1"/>
            <p:nvPr/>
          </p:nvSpPr>
          <p:spPr>
            <a:xfrm>
              <a:off x="1738090" y="2693224"/>
              <a:ext cx="557845" cy="4996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门店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</a:p>
          </p:txBody>
        </p:sp>
        <p:sp>
          <p:nvSpPr>
            <p:cNvPr id="143" name="TextBox 37++"/>
            <p:cNvSpPr txBox="1"/>
            <p:nvPr/>
          </p:nvSpPr>
          <p:spPr>
            <a:xfrm>
              <a:off x="2571750" y="2727625"/>
              <a:ext cx="1322478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1,180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</p:grpSp>
      <p:grpSp>
        <p:nvGrpSpPr>
          <p:cNvPr id="144" name="组合 143"/>
          <p:cNvGrpSpPr/>
          <p:nvPr/>
        </p:nvGrpSpPr>
        <p:grpSpPr>
          <a:xfrm>
            <a:off x="571500" y="3646973"/>
            <a:ext cx="3632200" cy="824875"/>
            <a:chOff x="565151" y="3549962"/>
            <a:chExt cx="3632200" cy="824875"/>
          </a:xfrm>
        </p:grpSpPr>
        <p:sp>
          <p:nvSpPr>
            <p:cNvPr id="145" name="Rectangle 26++"/>
            <p:cNvSpPr/>
            <p:nvPr/>
          </p:nvSpPr>
          <p:spPr>
            <a:xfrm>
              <a:off x="565151" y="3549962"/>
              <a:ext cx="3632200" cy="8248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pic>
          <p:nvPicPr>
            <p:cNvPr id="146" name="图片 14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67" t="50139"/>
            <a:stretch>
              <a:fillRect/>
            </a:stretch>
          </p:blipFill>
          <p:spPr>
            <a:xfrm>
              <a:off x="695325" y="3565330"/>
              <a:ext cx="809625" cy="794140"/>
            </a:xfrm>
            <a:prstGeom prst="rect">
              <a:avLst/>
            </a:prstGeom>
          </p:spPr>
        </p:pic>
        <p:sp>
          <p:nvSpPr>
            <p:cNvPr id="147" name="TextBox 37++"/>
            <p:cNvSpPr txBox="1"/>
            <p:nvPr/>
          </p:nvSpPr>
          <p:spPr>
            <a:xfrm>
              <a:off x="1738090" y="3712555"/>
              <a:ext cx="557845" cy="4996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门店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3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</a:p>
          </p:txBody>
        </p:sp>
        <p:sp>
          <p:nvSpPr>
            <p:cNvPr id="148" name="TextBox 37+++"/>
            <p:cNvSpPr txBox="1"/>
            <p:nvPr/>
          </p:nvSpPr>
          <p:spPr>
            <a:xfrm>
              <a:off x="2571750" y="3746956"/>
              <a:ext cx="993862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980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</p:grpSp>
      <p:grpSp>
        <p:nvGrpSpPr>
          <p:cNvPr id="149" name="组合 148"/>
          <p:cNvGrpSpPr/>
          <p:nvPr/>
        </p:nvGrpSpPr>
        <p:grpSpPr>
          <a:xfrm>
            <a:off x="571500" y="4617800"/>
            <a:ext cx="3632200" cy="824875"/>
            <a:chOff x="565151" y="4569293"/>
            <a:chExt cx="3632200" cy="824875"/>
          </a:xfrm>
        </p:grpSpPr>
        <p:sp>
          <p:nvSpPr>
            <p:cNvPr id="150" name="Rectangle 26+++"/>
            <p:cNvSpPr/>
            <p:nvPr/>
          </p:nvSpPr>
          <p:spPr>
            <a:xfrm>
              <a:off x="565151" y="4569293"/>
              <a:ext cx="3632200" cy="8248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1" name="文本框 150"/>
            <p:cNvSpPr txBox="1"/>
            <p:nvPr/>
          </p:nvSpPr>
          <p:spPr>
            <a:xfrm>
              <a:off x="762000" y="4704732"/>
              <a:ext cx="5450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04</a:t>
              </a:r>
              <a:endPara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52" name="TextBox 37+++"/>
            <p:cNvSpPr txBox="1"/>
            <p:nvPr/>
          </p:nvSpPr>
          <p:spPr>
            <a:xfrm>
              <a:off x="1738090" y="4731886"/>
              <a:ext cx="557845" cy="4996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门店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</a:p>
          </p:txBody>
        </p:sp>
        <p:sp>
          <p:nvSpPr>
            <p:cNvPr id="153" name="TextBox 37++++"/>
            <p:cNvSpPr txBox="1"/>
            <p:nvPr/>
          </p:nvSpPr>
          <p:spPr>
            <a:xfrm>
              <a:off x="2571750" y="4766287"/>
              <a:ext cx="993862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920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</p:grpSp>
      <p:grpSp>
        <p:nvGrpSpPr>
          <p:cNvPr id="154" name="组合 153"/>
          <p:cNvGrpSpPr/>
          <p:nvPr/>
        </p:nvGrpSpPr>
        <p:grpSpPr>
          <a:xfrm>
            <a:off x="571500" y="5588625"/>
            <a:ext cx="3632200" cy="824875"/>
            <a:chOff x="565151" y="5588625"/>
            <a:chExt cx="3632200" cy="824875"/>
          </a:xfrm>
        </p:grpSpPr>
        <p:sp>
          <p:nvSpPr>
            <p:cNvPr id="155" name="Rectangle 26++++"/>
            <p:cNvSpPr/>
            <p:nvPr/>
          </p:nvSpPr>
          <p:spPr>
            <a:xfrm>
              <a:off x="565151" y="5588625"/>
              <a:ext cx="3632200" cy="8248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6" name="TextBox 35+"/>
            <p:cNvSpPr txBox="1"/>
            <p:nvPr/>
          </p:nvSpPr>
          <p:spPr>
            <a:xfrm>
              <a:off x="762000" y="5724064"/>
              <a:ext cx="5450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05</a:t>
              </a:r>
              <a:endPara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57" name="TextBox 37+++++"/>
            <p:cNvSpPr txBox="1"/>
            <p:nvPr/>
          </p:nvSpPr>
          <p:spPr>
            <a:xfrm>
              <a:off x="2571750" y="5785619"/>
              <a:ext cx="993862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850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  <p:sp>
          <p:nvSpPr>
            <p:cNvPr id="158" name="TextBox 37++++"/>
            <p:cNvSpPr txBox="1"/>
            <p:nvPr/>
          </p:nvSpPr>
          <p:spPr>
            <a:xfrm>
              <a:off x="1738090" y="5751218"/>
              <a:ext cx="557845" cy="4996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门店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</a:p>
          </p:txBody>
        </p:sp>
      </p:grpSp>
      <p:sp>
        <p:nvSpPr>
          <p:cNvPr id="159" name="文本框 158"/>
          <p:cNvSpPr txBox="1"/>
          <p:nvPr/>
        </p:nvSpPr>
        <p:spPr>
          <a:xfrm>
            <a:off x="4616827" y="5534416"/>
            <a:ext cx="1495602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112.5%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60" name="TextBox 55+"/>
          <p:cNvSpPr txBox="1"/>
          <p:nvPr/>
        </p:nvSpPr>
        <p:spPr>
          <a:xfrm>
            <a:off x="6321625" y="5534416"/>
            <a:ext cx="1253548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18.3%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6449543" y="6023882"/>
            <a:ext cx="997713" cy="287953"/>
            <a:chOff x="6574662" y="6067425"/>
            <a:chExt cx="997713" cy="287953"/>
          </a:xfrm>
        </p:grpSpPr>
        <p:sp>
          <p:nvSpPr>
            <p:cNvPr id="162" name="TextBox 55++"/>
            <p:cNvSpPr txBox="1"/>
            <p:nvPr/>
          </p:nvSpPr>
          <p:spPr>
            <a:xfrm>
              <a:off x="6574662" y="613993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同比增长</a:t>
              </a:r>
            </a:p>
          </p:txBody>
        </p:sp>
        <p:sp>
          <p:nvSpPr>
            <p:cNvPr id="163" name="箭头: 上 162"/>
            <p:cNvSpPr/>
            <p:nvPr/>
          </p:nvSpPr>
          <p:spPr>
            <a:xfrm>
              <a:off x="7324725" y="6067425"/>
              <a:ext cx="247650" cy="276225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64" name="组合 163"/>
          <p:cNvGrpSpPr/>
          <p:nvPr/>
        </p:nvGrpSpPr>
        <p:grpSpPr>
          <a:xfrm>
            <a:off x="4687380" y="6027057"/>
            <a:ext cx="1354496" cy="308599"/>
            <a:chOff x="4608155" y="6070600"/>
            <a:chExt cx="1354496" cy="308599"/>
          </a:xfrm>
        </p:grpSpPr>
        <p:sp>
          <p:nvSpPr>
            <p:cNvPr id="165" name="TextBox 55+"/>
            <p:cNvSpPr txBox="1"/>
            <p:nvPr/>
          </p:nvSpPr>
          <p:spPr>
            <a:xfrm>
              <a:off x="4608155" y="6139934"/>
              <a:ext cx="1077218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超额完成目标</a:t>
              </a:r>
            </a:p>
          </p:txBody>
        </p:sp>
        <p:sp>
          <p:nvSpPr>
            <p:cNvPr id="166" name="图形 66"/>
            <p:cNvSpPr/>
            <p:nvPr/>
          </p:nvSpPr>
          <p:spPr>
            <a:xfrm>
              <a:off x="5727701" y="6070600"/>
              <a:ext cx="234950" cy="308599"/>
            </a:xfrm>
            <a:custGeom>
              <a:avLst/>
              <a:gdLst>
                <a:gd name="connsiteX0" fmla="*/ 1290799 w 1329495"/>
                <a:gd name="connsiteY0" fmla="*/ 691021 h 1746249"/>
                <a:gd name="connsiteX1" fmla="*/ 1170744 w 1329495"/>
                <a:gd name="connsiteY1" fmla="*/ 636129 h 1746249"/>
                <a:gd name="connsiteX2" fmla="*/ 1169504 w 1329495"/>
                <a:gd name="connsiteY2" fmla="*/ 636129 h 1746249"/>
                <a:gd name="connsiteX3" fmla="*/ 657572 w 1329495"/>
                <a:gd name="connsiteY3" fmla="*/ 640259 h 1746249"/>
                <a:gd name="connsiteX4" fmla="*/ 657386 w 1329495"/>
                <a:gd name="connsiteY4" fmla="*/ 640259 h 1746249"/>
                <a:gd name="connsiteX5" fmla="*/ 640879 w 1329495"/>
                <a:gd name="connsiteY5" fmla="*/ 631279 h 1746249"/>
                <a:gd name="connsiteX6" fmla="*/ 639638 w 1329495"/>
                <a:gd name="connsiteY6" fmla="*/ 611981 h 1746249"/>
                <a:gd name="connsiteX7" fmla="*/ 695970 w 1329495"/>
                <a:gd name="connsiteY7" fmla="*/ 454645 h 1746249"/>
                <a:gd name="connsiteX8" fmla="*/ 720539 w 1329495"/>
                <a:gd name="connsiteY8" fmla="*/ 296143 h 1746249"/>
                <a:gd name="connsiteX9" fmla="*/ 636724 w 1329495"/>
                <a:gd name="connsiteY9" fmla="*/ 67109 h 1746249"/>
                <a:gd name="connsiteX10" fmla="*/ 488466 w 1329495"/>
                <a:gd name="connsiteY10" fmla="*/ 0 h 1746249"/>
                <a:gd name="connsiteX11" fmla="*/ 425847 w 1329495"/>
                <a:gd name="connsiteY11" fmla="*/ 17872 h 1746249"/>
                <a:gd name="connsiteX12" fmla="*/ 384659 w 1329495"/>
                <a:gd name="connsiteY12" fmla="*/ 103795 h 1746249"/>
                <a:gd name="connsiteX13" fmla="*/ 247055 w 1329495"/>
                <a:gd name="connsiteY13" fmla="*/ 485453 h 1746249"/>
                <a:gd name="connsiteX14" fmla="*/ 235893 w 1329495"/>
                <a:gd name="connsiteY14" fmla="*/ 497446 h 1746249"/>
                <a:gd name="connsiteX15" fmla="*/ 0 w 1329495"/>
                <a:gd name="connsiteY15" fmla="*/ 937233 h 1746249"/>
                <a:gd name="connsiteX16" fmla="*/ 0 w 1329495"/>
                <a:gd name="connsiteY16" fmla="*/ 1468438 h 1746249"/>
                <a:gd name="connsiteX17" fmla="*/ 277813 w 1329495"/>
                <a:gd name="connsiteY17" fmla="*/ 1746250 h 1746249"/>
                <a:gd name="connsiteX18" fmla="*/ 1048792 w 1329495"/>
                <a:gd name="connsiteY18" fmla="*/ 1746250 h 1746249"/>
                <a:gd name="connsiteX19" fmla="*/ 1205694 w 1329495"/>
                <a:gd name="connsiteY19" fmla="*/ 1611635 h 1746249"/>
                <a:gd name="connsiteX20" fmla="*/ 1327634 w 1329495"/>
                <a:gd name="connsiteY20" fmla="*/ 819014 h 1746249"/>
                <a:gd name="connsiteX21" fmla="*/ 1290799 w 1329495"/>
                <a:gd name="connsiteY21" fmla="*/ 691021 h 1746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29495" h="1746249">
                  <a:moveTo>
                    <a:pt x="1290799" y="691021"/>
                  </a:moveTo>
                  <a:cubicBezTo>
                    <a:pt x="1260670" y="656133"/>
                    <a:pt x="1216842" y="636093"/>
                    <a:pt x="1170744" y="636129"/>
                  </a:cubicBezTo>
                  <a:lnTo>
                    <a:pt x="1169504" y="636129"/>
                  </a:lnTo>
                  <a:lnTo>
                    <a:pt x="657572" y="640259"/>
                  </a:lnTo>
                  <a:lnTo>
                    <a:pt x="657386" y="640259"/>
                  </a:lnTo>
                  <a:cubicBezTo>
                    <a:pt x="650691" y="640362"/>
                    <a:pt x="644430" y="636956"/>
                    <a:pt x="640879" y="631279"/>
                  </a:cubicBezTo>
                  <a:cubicBezTo>
                    <a:pt x="637147" y="625497"/>
                    <a:pt x="636677" y="618194"/>
                    <a:pt x="639638" y="611981"/>
                  </a:cubicBezTo>
                  <a:cubicBezTo>
                    <a:pt x="661442" y="564852"/>
                    <a:pt x="681459" y="509042"/>
                    <a:pt x="695970" y="454645"/>
                  </a:cubicBezTo>
                  <a:cubicBezTo>
                    <a:pt x="707132" y="412700"/>
                    <a:pt x="720539" y="351148"/>
                    <a:pt x="720539" y="296143"/>
                  </a:cubicBezTo>
                  <a:cubicBezTo>
                    <a:pt x="720539" y="175840"/>
                    <a:pt x="674960" y="105147"/>
                    <a:pt x="636724" y="67109"/>
                  </a:cubicBezTo>
                  <a:cubicBezTo>
                    <a:pt x="586966" y="17624"/>
                    <a:pt x="527521" y="0"/>
                    <a:pt x="488466" y="0"/>
                  </a:cubicBezTo>
                  <a:cubicBezTo>
                    <a:pt x="471897" y="0"/>
                    <a:pt x="447539" y="3101"/>
                    <a:pt x="425847" y="17872"/>
                  </a:cubicBezTo>
                  <a:cubicBezTo>
                    <a:pt x="407057" y="30634"/>
                    <a:pt x="384659" y="55897"/>
                    <a:pt x="384659" y="103795"/>
                  </a:cubicBezTo>
                  <a:cubicBezTo>
                    <a:pt x="384659" y="236339"/>
                    <a:pt x="374526" y="348605"/>
                    <a:pt x="247055" y="485453"/>
                  </a:cubicBezTo>
                  <a:lnTo>
                    <a:pt x="235893" y="497446"/>
                  </a:lnTo>
                  <a:cubicBezTo>
                    <a:pt x="136327" y="603994"/>
                    <a:pt x="0" y="749995"/>
                    <a:pt x="0" y="937233"/>
                  </a:cubicBezTo>
                  <a:lnTo>
                    <a:pt x="0" y="1468438"/>
                  </a:lnTo>
                  <a:cubicBezTo>
                    <a:pt x="0" y="1621869"/>
                    <a:pt x="124381" y="1746250"/>
                    <a:pt x="277813" y="1746250"/>
                  </a:cubicBezTo>
                  <a:lnTo>
                    <a:pt x="1048792" y="1746250"/>
                  </a:lnTo>
                  <a:cubicBezTo>
                    <a:pt x="1127147" y="1746249"/>
                    <a:pt x="1193782" y="1689079"/>
                    <a:pt x="1205694" y="1611635"/>
                  </a:cubicBezTo>
                  <a:lnTo>
                    <a:pt x="1327634" y="819014"/>
                  </a:lnTo>
                  <a:cubicBezTo>
                    <a:pt x="1334746" y="773010"/>
                    <a:pt x="1321276" y="726207"/>
                    <a:pt x="1290799" y="691021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67" name="Rectangle 69++"/>
          <p:cNvSpPr/>
          <p:nvPr/>
        </p:nvSpPr>
        <p:spPr>
          <a:xfrm>
            <a:off x="7950200" y="1700213"/>
            <a:ext cx="3715544" cy="10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68" name="组合 167"/>
          <p:cNvGrpSpPr/>
          <p:nvPr/>
        </p:nvGrpSpPr>
        <p:grpSpPr>
          <a:xfrm>
            <a:off x="5679281" y="3312319"/>
            <a:ext cx="826294" cy="767272"/>
            <a:chOff x="119062" y="178593"/>
            <a:chExt cx="1666875" cy="1547812"/>
          </a:xfrm>
          <a:solidFill>
            <a:schemeClr val="bg1"/>
          </a:solidFill>
        </p:grpSpPr>
        <p:sp>
          <p:nvSpPr>
            <p:cNvPr id="169" name="任意多边形: 形状 168"/>
            <p:cNvSpPr/>
            <p:nvPr/>
          </p:nvSpPr>
          <p:spPr>
            <a:xfrm>
              <a:off x="255984" y="178593"/>
              <a:ext cx="1529953" cy="1547812"/>
            </a:xfrm>
            <a:custGeom>
              <a:avLst/>
              <a:gdLst>
                <a:gd name="connsiteX0" fmla="*/ 41672 w 1529953"/>
                <a:gd name="connsiteY0" fmla="*/ 1071563 h 1547812"/>
                <a:gd name="connsiteX1" fmla="*/ 756047 w 1529953"/>
                <a:gd name="connsiteY1" fmla="*/ 1547813 h 1547812"/>
                <a:gd name="connsiteX2" fmla="*/ 1529953 w 1529953"/>
                <a:gd name="connsiteY2" fmla="*/ 773906 h 1547812"/>
                <a:gd name="connsiteX3" fmla="*/ 756047 w 1529953"/>
                <a:gd name="connsiteY3" fmla="*/ 0 h 1547812"/>
                <a:gd name="connsiteX4" fmla="*/ 0 w 1529953"/>
                <a:gd name="connsiteY4" fmla="*/ 595313 h 1547812"/>
                <a:gd name="connsiteX5" fmla="*/ 59531 w 1529953"/>
                <a:gd name="connsiteY5" fmla="*/ 595313 h 1547812"/>
                <a:gd name="connsiteX6" fmla="*/ 750094 w 1529953"/>
                <a:gd name="connsiteY6" fmla="*/ 59531 h 1547812"/>
                <a:gd name="connsiteX7" fmla="*/ 1464469 w 1529953"/>
                <a:gd name="connsiteY7" fmla="*/ 773906 h 1547812"/>
                <a:gd name="connsiteX8" fmla="*/ 750094 w 1529953"/>
                <a:gd name="connsiteY8" fmla="*/ 1488281 h 1547812"/>
                <a:gd name="connsiteX9" fmla="*/ 101203 w 1529953"/>
                <a:gd name="connsiteY9" fmla="*/ 1071563 h 1547812"/>
                <a:gd name="connsiteX10" fmla="*/ 41672 w 1529953"/>
                <a:gd name="connsiteY10" fmla="*/ 1071563 h 1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9953" h="1547812">
                  <a:moveTo>
                    <a:pt x="41672" y="1071563"/>
                  </a:moveTo>
                  <a:cubicBezTo>
                    <a:pt x="160734" y="1351359"/>
                    <a:pt x="434578" y="1547813"/>
                    <a:pt x="756047" y="1547813"/>
                  </a:cubicBezTo>
                  <a:cubicBezTo>
                    <a:pt x="1184672" y="1547813"/>
                    <a:pt x="1529953" y="1202531"/>
                    <a:pt x="1529953" y="773906"/>
                  </a:cubicBezTo>
                  <a:cubicBezTo>
                    <a:pt x="1529953" y="345281"/>
                    <a:pt x="1184672" y="0"/>
                    <a:pt x="756047" y="0"/>
                  </a:cubicBezTo>
                  <a:cubicBezTo>
                    <a:pt x="392906" y="0"/>
                    <a:pt x="83344" y="255984"/>
                    <a:pt x="0" y="595313"/>
                  </a:cubicBezTo>
                  <a:lnTo>
                    <a:pt x="59531" y="595313"/>
                  </a:lnTo>
                  <a:cubicBezTo>
                    <a:pt x="136922" y="285750"/>
                    <a:pt x="416719" y="59531"/>
                    <a:pt x="750094" y="59531"/>
                  </a:cubicBezTo>
                  <a:cubicBezTo>
                    <a:pt x="1143000" y="59531"/>
                    <a:pt x="1464469" y="381000"/>
                    <a:pt x="1464469" y="773906"/>
                  </a:cubicBezTo>
                  <a:cubicBezTo>
                    <a:pt x="1464469" y="1166813"/>
                    <a:pt x="1143000" y="1488281"/>
                    <a:pt x="750094" y="1488281"/>
                  </a:cubicBezTo>
                  <a:cubicBezTo>
                    <a:pt x="464344" y="1488281"/>
                    <a:pt x="214313" y="1315641"/>
                    <a:pt x="101203" y="1071563"/>
                  </a:cubicBezTo>
                  <a:lnTo>
                    <a:pt x="41672" y="1071563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0" name="任意多边形: 形状 169"/>
            <p:cNvSpPr/>
            <p:nvPr/>
          </p:nvSpPr>
          <p:spPr>
            <a:xfrm>
              <a:off x="119062" y="631031"/>
              <a:ext cx="1309687" cy="797718"/>
            </a:xfrm>
            <a:custGeom>
              <a:avLst/>
              <a:gdLst>
                <a:gd name="connsiteX0" fmla="*/ 172641 w 1309687"/>
                <a:gd name="connsiteY0" fmla="*/ 422672 h 797718"/>
                <a:gd name="connsiteX1" fmla="*/ 0 w 1309687"/>
                <a:gd name="connsiteY1" fmla="*/ 410766 h 797718"/>
                <a:gd name="connsiteX2" fmla="*/ 11906 w 1309687"/>
                <a:gd name="connsiteY2" fmla="*/ 351234 h 797718"/>
                <a:gd name="connsiteX3" fmla="*/ 1119188 w 1309687"/>
                <a:gd name="connsiteY3" fmla="*/ 0 h 797718"/>
                <a:gd name="connsiteX4" fmla="*/ 1160859 w 1309687"/>
                <a:gd name="connsiteY4" fmla="*/ 41672 h 797718"/>
                <a:gd name="connsiteX5" fmla="*/ 172641 w 1309687"/>
                <a:gd name="connsiteY5" fmla="*/ 422672 h 797718"/>
                <a:gd name="connsiteX6" fmla="*/ 506016 w 1309687"/>
                <a:gd name="connsiteY6" fmla="*/ 797719 h 797718"/>
                <a:gd name="connsiteX7" fmla="*/ 416719 w 1309687"/>
                <a:gd name="connsiteY7" fmla="*/ 708422 h 797718"/>
                <a:gd name="connsiteX8" fmla="*/ 416719 w 1309687"/>
                <a:gd name="connsiteY8" fmla="*/ 589359 h 797718"/>
                <a:gd name="connsiteX9" fmla="*/ 506016 w 1309687"/>
                <a:gd name="connsiteY9" fmla="*/ 500062 h 797718"/>
                <a:gd name="connsiteX10" fmla="*/ 595313 w 1309687"/>
                <a:gd name="connsiteY10" fmla="*/ 589359 h 797718"/>
                <a:gd name="connsiteX11" fmla="*/ 595313 w 1309687"/>
                <a:gd name="connsiteY11" fmla="*/ 708422 h 797718"/>
                <a:gd name="connsiteX12" fmla="*/ 506016 w 1309687"/>
                <a:gd name="connsiteY12" fmla="*/ 797719 h 797718"/>
                <a:gd name="connsiteX13" fmla="*/ 506016 w 1309687"/>
                <a:gd name="connsiteY13" fmla="*/ 559594 h 797718"/>
                <a:gd name="connsiteX14" fmla="*/ 476250 w 1309687"/>
                <a:gd name="connsiteY14" fmla="*/ 589359 h 797718"/>
                <a:gd name="connsiteX15" fmla="*/ 476250 w 1309687"/>
                <a:gd name="connsiteY15" fmla="*/ 708422 h 797718"/>
                <a:gd name="connsiteX16" fmla="*/ 506016 w 1309687"/>
                <a:gd name="connsiteY16" fmla="*/ 738188 h 797718"/>
                <a:gd name="connsiteX17" fmla="*/ 535781 w 1309687"/>
                <a:gd name="connsiteY17" fmla="*/ 708422 h 797718"/>
                <a:gd name="connsiteX18" fmla="*/ 535781 w 1309687"/>
                <a:gd name="connsiteY18" fmla="*/ 589359 h 797718"/>
                <a:gd name="connsiteX19" fmla="*/ 506016 w 1309687"/>
                <a:gd name="connsiteY19" fmla="*/ 559594 h 797718"/>
                <a:gd name="connsiteX20" fmla="*/ 744141 w 1309687"/>
                <a:gd name="connsiteY20" fmla="*/ 797719 h 797718"/>
                <a:gd name="connsiteX21" fmla="*/ 654844 w 1309687"/>
                <a:gd name="connsiteY21" fmla="*/ 708422 h 797718"/>
                <a:gd name="connsiteX22" fmla="*/ 654844 w 1309687"/>
                <a:gd name="connsiteY22" fmla="*/ 529828 h 797718"/>
                <a:gd name="connsiteX23" fmla="*/ 744141 w 1309687"/>
                <a:gd name="connsiteY23" fmla="*/ 440531 h 797718"/>
                <a:gd name="connsiteX24" fmla="*/ 833438 w 1309687"/>
                <a:gd name="connsiteY24" fmla="*/ 529828 h 797718"/>
                <a:gd name="connsiteX25" fmla="*/ 833438 w 1309687"/>
                <a:gd name="connsiteY25" fmla="*/ 708422 h 797718"/>
                <a:gd name="connsiteX26" fmla="*/ 744141 w 1309687"/>
                <a:gd name="connsiteY26" fmla="*/ 797719 h 797718"/>
                <a:gd name="connsiteX27" fmla="*/ 744141 w 1309687"/>
                <a:gd name="connsiteY27" fmla="*/ 500062 h 797718"/>
                <a:gd name="connsiteX28" fmla="*/ 714375 w 1309687"/>
                <a:gd name="connsiteY28" fmla="*/ 529828 h 797718"/>
                <a:gd name="connsiteX29" fmla="*/ 714375 w 1309687"/>
                <a:gd name="connsiteY29" fmla="*/ 708422 h 797718"/>
                <a:gd name="connsiteX30" fmla="*/ 744141 w 1309687"/>
                <a:gd name="connsiteY30" fmla="*/ 738188 h 797718"/>
                <a:gd name="connsiteX31" fmla="*/ 773906 w 1309687"/>
                <a:gd name="connsiteY31" fmla="*/ 708422 h 797718"/>
                <a:gd name="connsiteX32" fmla="*/ 773906 w 1309687"/>
                <a:gd name="connsiteY32" fmla="*/ 529828 h 797718"/>
                <a:gd name="connsiteX33" fmla="*/ 744141 w 1309687"/>
                <a:gd name="connsiteY33" fmla="*/ 500062 h 797718"/>
                <a:gd name="connsiteX34" fmla="*/ 982266 w 1309687"/>
                <a:gd name="connsiteY34" fmla="*/ 797719 h 797718"/>
                <a:gd name="connsiteX35" fmla="*/ 892969 w 1309687"/>
                <a:gd name="connsiteY35" fmla="*/ 708422 h 797718"/>
                <a:gd name="connsiteX36" fmla="*/ 892969 w 1309687"/>
                <a:gd name="connsiteY36" fmla="*/ 410766 h 797718"/>
                <a:gd name="connsiteX37" fmla="*/ 982266 w 1309687"/>
                <a:gd name="connsiteY37" fmla="*/ 321469 h 797718"/>
                <a:gd name="connsiteX38" fmla="*/ 1071563 w 1309687"/>
                <a:gd name="connsiteY38" fmla="*/ 410766 h 797718"/>
                <a:gd name="connsiteX39" fmla="*/ 1071563 w 1309687"/>
                <a:gd name="connsiteY39" fmla="*/ 708422 h 797718"/>
                <a:gd name="connsiteX40" fmla="*/ 982266 w 1309687"/>
                <a:gd name="connsiteY40" fmla="*/ 797719 h 797718"/>
                <a:gd name="connsiteX41" fmla="*/ 982266 w 1309687"/>
                <a:gd name="connsiteY41" fmla="*/ 381000 h 797718"/>
                <a:gd name="connsiteX42" fmla="*/ 952500 w 1309687"/>
                <a:gd name="connsiteY42" fmla="*/ 410766 h 797718"/>
                <a:gd name="connsiteX43" fmla="*/ 952500 w 1309687"/>
                <a:gd name="connsiteY43" fmla="*/ 708422 h 797718"/>
                <a:gd name="connsiteX44" fmla="*/ 982266 w 1309687"/>
                <a:gd name="connsiteY44" fmla="*/ 738188 h 797718"/>
                <a:gd name="connsiteX45" fmla="*/ 1012031 w 1309687"/>
                <a:gd name="connsiteY45" fmla="*/ 708422 h 797718"/>
                <a:gd name="connsiteX46" fmla="*/ 1012031 w 1309687"/>
                <a:gd name="connsiteY46" fmla="*/ 410766 h 797718"/>
                <a:gd name="connsiteX47" fmla="*/ 982266 w 1309687"/>
                <a:gd name="connsiteY47" fmla="*/ 381000 h 797718"/>
                <a:gd name="connsiteX48" fmla="*/ 1220391 w 1309687"/>
                <a:gd name="connsiteY48" fmla="*/ 797719 h 797718"/>
                <a:gd name="connsiteX49" fmla="*/ 1131094 w 1309687"/>
                <a:gd name="connsiteY49" fmla="*/ 708422 h 797718"/>
                <a:gd name="connsiteX50" fmla="*/ 1131094 w 1309687"/>
                <a:gd name="connsiteY50" fmla="*/ 291703 h 797718"/>
                <a:gd name="connsiteX51" fmla="*/ 1220391 w 1309687"/>
                <a:gd name="connsiteY51" fmla="*/ 202406 h 797718"/>
                <a:gd name="connsiteX52" fmla="*/ 1309688 w 1309687"/>
                <a:gd name="connsiteY52" fmla="*/ 291703 h 797718"/>
                <a:gd name="connsiteX53" fmla="*/ 1309688 w 1309687"/>
                <a:gd name="connsiteY53" fmla="*/ 708422 h 797718"/>
                <a:gd name="connsiteX54" fmla="*/ 1220391 w 1309687"/>
                <a:gd name="connsiteY54" fmla="*/ 797719 h 797718"/>
                <a:gd name="connsiteX55" fmla="*/ 1220391 w 1309687"/>
                <a:gd name="connsiteY55" fmla="*/ 261937 h 797718"/>
                <a:gd name="connsiteX56" fmla="*/ 1190625 w 1309687"/>
                <a:gd name="connsiteY56" fmla="*/ 291703 h 797718"/>
                <a:gd name="connsiteX57" fmla="*/ 1190625 w 1309687"/>
                <a:gd name="connsiteY57" fmla="*/ 708422 h 797718"/>
                <a:gd name="connsiteX58" fmla="*/ 1220391 w 1309687"/>
                <a:gd name="connsiteY58" fmla="*/ 738188 h 797718"/>
                <a:gd name="connsiteX59" fmla="*/ 1250156 w 1309687"/>
                <a:gd name="connsiteY59" fmla="*/ 708422 h 797718"/>
                <a:gd name="connsiteX60" fmla="*/ 1250156 w 1309687"/>
                <a:gd name="connsiteY60" fmla="*/ 291703 h 797718"/>
                <a:gd name="connsiteX61" fmla="*/ 1220391 w 1309687"/>
                <a:gd name="connsiteY61" fmla="*/ 261937 h 79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309687" h="797718">
                  <a:moveTo>
                    <a:pt x="172641" y="422672"/>
                  </a:moveTo>
                  <a:cubicBezTo>
                    <a:pt x="65484" y="422672"/>
                    <a:pt x="0" y="410766"/>
                    <a:pt x="0" y="410766"/>
                  </a:cubicBezTo>
                  <a:lnTo>
                    <a:pt x="11906" y="351234"/>
                  </a:lnTo>
                  <a:cubicBezTo>
                    <a:pt x="17859" y="351234"/>
                    <a:pt x="601266" y="458391"/>
                    <a:pt x="1119188" y="0"/>
                  </a:cubicBezTo>
                  <a:lnTo>
                    <a:pt x="1160859" y="41672"/>
                  </a:lnTo>
                  <a:cubicBezTo>
                    <a:pt x="785813" y="369094"/>
                    <a:pt x="392906" y="422672"/>
                    <a:pt x="172641" y="422672"/>
                  </a:cubicBezTo>
                  <a:close/>
                  <a:moveTo>
                    <a:pt x="506016" y="797719"/>
                  </a:moveTo>
                  <a:cubicBezTo>
                    <a:pt x="458391" y="797719"/>
                    <a:pt x="416719" y="756047"/>
                    <a:pt x="416719" y="708422"/>
                  </a:cubicBezTo>
                  <a:lnTo>
                    <a:pt x="416719" y="589359"/>
                  </a:lnTo>
                  <a:cubicBezTo>
                    <a:pt x="416719" y="541734"/>
                    <a:pt x="458391" y="500062"/>
                    <a:pt x="506016" y="500062"/>
                  </a:cubicBezTo>
                  <a:cubicBezTo>
                    <a:pt x="553641" y="500062"/>
                    <a:pt x="595313" y="541734"/>
                    <a:pt x="595313" y="589359"/>
                  </a:cubicBezTo>
                  <a:lnTo>
                    <a:pt x="595313" y="708422"/>
                  </a:lnTo>
                  <a:cubicBezTo>
                    <a:pt x="595313" y="756047"/>
                    <a:pt x="553641" y="797719"/>
                    <a:pt x="506016" y="797719"/>
                  </a:cubicBezTo>
                  <a:close/>
                  <a:moveTo>
                    <a:pt x="506016" y="559594"/>
                  </a:moveTo>
                  <a:cubicBezTo>
                    <a:pt x="488156" y="559594"/>
                    <a:pt x="476250" y="571500"/>
                    <a:pt x="476250" y="589359"/>
                  </a:cubicBezTo>
                  <a:lnTo>
                    <a:pt x="476250" y="708422"/>
                  </a:lnTo>
                  <a:cubicBezTo>
                    <a:pt x="476250" y="726281"/>
                    <a:pt x="488156" y="738188"/>
                    <a:pt x="506016" y="738188"/>
                  </a:cubicBezTo>
                  <a:cubicBezTo>
                    <a:pt x="523875" y="738188"/>
                    <a:pt x="535781" y="726281"/>
                    <a:pt x="535781" y="708422"/>
                  </a:cubicBezTo>
                  <a:lnTo>
                    <a:pt x="535781" y="589359"/>
                  </a:lnTo>
                  <a:cubicBezTo>
                    <a:pt x="535781" y="571500"/>
                    <a:pt x="523875" y="559594"/>
                    <a:pt x="506016" y="559594"/>
                  </a:cubicBezTo>
                  <a:close/>
                  <a:moveTo>
                    <a:pt x="744141" y="797719"/>
                  </a:moveTo>
                  <a:cubicBezTo>
                    <a:pt x="696516" y="797719"/>
                    <a:pt x="654844" y="756047"/>
                    <a:pt x="654844" y="708422"/>
                  </a:cubicBezTo>
                  <a:lnTo>
                    <a:pt x="654844" y="529828"/>
                  </a:lnTo>
                  <a:cubicBezTo>
                    <a:pt x="654844" y="482203"/>
                    <a:pt x="696516" y="440531"/>
                    <a:pt x="744141" y="440531"/>
                  </a:cubicBezTo>
                  <a:cubicBezTo>
                    <a:pt x="791766" y="440531"/>
                    <a:pt x="833438" y="482203"/>
                    <a:pt x="833438" y="529828"/>
                  </a:cubicBezTo>
                  <a:lnTo>
                    <a:pt x="833438" y="708422"/>
                  </a:lnTo>
                  <a:cubicBezTo>
                    <a:pt x="833438" y="756047"/>
                    <a:pt x="791766" y="797719"/>
                    <a:pt x="744141" y="797719"/>
                  </a:cubicBezTo>
                  <a:close/>
                  <a:moveTo>
                    <a:pt x="744141" y="500062"/>
                  </a:moveTo>
                  <a:cubicBezTo>
                    <a:pt x="726281" y="500062"/>
                    <a:pt x="714375" y="511969"/>
                    <a:pt x="714375" y="529828"/>
                  </a:cubicBezTo>
                  <a:lnTo>
                    <a:pt x="714375" y="708422"/>
                  </a:lnTo>
                  <a:cubicBezTo>
                    <a:pt x="714375" y="726281"/>
                    <a:pt x="726281" y="738188"/>
                    <a:pt x="744141" y="738188"/>
                  </a:cubicBezTo>
                  <a:cubicBezTo>
                    <a:pt x="762000" y="738188"/>
                    <a:pt x="773906" y="726281"/>
                    <a:pt x="773906" y="708422"/>
                  </a:cubicBezTo>
                  <a:lnTo>
                    <a:pt x="773906" y="529828"/>
                  </a:lnTo>
                  <a:cubicBezTo>
                    <a:pt x="773906" y="511969"/>
                    <a:pt x="762000" y="500062"/>
                    <a:pt x="744141" y="500062"/>
                  </a:cubicBezTo>
                  <a:close/>
                  <a:moveTo>
                    <a:pt x="982266" y="797719"/>
                  </a:moveTo>
                  <a:cubicBezTo>
                    <a:pt x="934641" y="797719"/>
                    <a:pt x="892969" y="756047"/>
                    <a:pt x="892969" y="708422"/>
                  </a:cubicBezTo>
                  <a:lnTo>
                    <a:pt x="892969" y="410766"/>
                  </a:lnTo>
                  <a:cubicBezTo>
                    <a:pt x="892969" y="363141"/>
                    <a:pt x="934641" y="321469"/>
                    <a:pt x="982266" y="321469"/>
                  </a:cubicBezTo>
                  <a:cubicBezTo>
                    <a:pt x="1029891" y="321469"/>
                    <a:pt x="1071563" y="363141"/>
                    <a:pt x="1071563" y="410766"/>
                  </a:cubicBezTo>
                  <a:lnTo>
                    <a:pt x="1071563" y="708422"/>
                  </a:lnTo>
                  <a:cubicBezTo>
                    <a:pt x="1071563" y="756047"/>
                    <a:pt x="1029891" y="797719"/>
                    <a:pt x="982266" y="797719"/>
                  </a:cubicBezTo>
                  <a:close/>
                  <a:moveTo>
                    <a:pt x="982266" y="381000"/>
                  </a:moveTo>
                  <a:cubicBezTo>
                    <a:pt x="964406" y="381000"/>
                    <a:pt x="952500" y="392906"/>
                    <a:pt x="952500" y="410766"/>
                  </a:cubicBezTo>
                  <a:lnTo>
                    <a:pt x="952500" y="708422"/>
                  </a:lnTo>
                  <a:cubicBezTo>
                    <a:pt x="952500" y="726281"/>
                    <a:pt x="964406" y="738188"/>
                    <a:pt x="982266" y="738188"/>
                  </a:cubicBezTo>
                  <a:cubicBezTo>
                    <a:pt x="1000125" y="738188"/>
                    <a:pt x="1012031" y="726281"/>
                    <a:pt x="1012031" y="708422"/>
                  </a:cubicBezTo>
                  <a:lnTo>
                    <a:pt x="1012031" y="410766"/>
                  </a:lnTo>
                  <a:cubicBezTo>
                    <a:pt x="1012031" y="392906"/>
                    <a:pt x="1000125" y="381000"/>
                    <a:pt x="982266" y="381000"/>
                  </a:cubicBezTo>
                  <a:close/>
                  <a:moveTo>
                    <a:pt x="1220391" y="797719"/>
                  </a:moveTo>
                  <a:cubicBezTo>
                    <a:pt x="1172766" y="797719"/>
                    <a:pt x="1131094" y="756047"/>
                    <a:pt x="1131094" y="708422"/>
                  </a:cubicBezTo>
                  <a:lnTo>
                    <a:pt x="1131094" y="291703"/>
                  </a:lnTo>
                  <a:cubicBezTo>
                    <a:pt x="1131094" y="244078"/>
                    <a:pt x="1172766" y="202406"/>
                    <a:pt x="1220391" y="202406"/>
                  </a:cubicBezTo>
                  <a:cubicBezTo>
                    <a:pt x="1268016" y="202406"/>
                    <a:pt x="1309688" y="244078"/>
                    <a:pt x="1309688" y="291703"/>
                  </a:cubicBezTo>
                  <a:lnTo>
                    <a:pt x="1309688" y="708422"/>
                  </a:lnTo>
                  <a:cubicBezTo>
                    <a:pt x="1309688" y="756047"/>
                    <a:pt x="1268016" y="797719"/>
                    <a:pt x="1220391" y="797719"/>
                  </a:cubicBezTo>
                  <a:close/>
                  <a:moveTo>
                    <a:pt x="1220391" y="261937"/>
                  </a:moveTo>
                  <a:cubicBezTo>
                    <a:pt x="1202531" y="261937"/>
                    <a:pt x="1190625" y="273844"/>
                    <a:pt x="1190625" y="291703"/>
                  </a:cubicBezTo>
                  <a:lnTo>
                    <a:pt x="1190625" y="708422"/>
                  </a:lnTo>
                  <a:cubicBezTo>
                    <a:pt x="1190625" y="726281"/>
                    <a:pt x="1202531" y="738188"/>
                    <a:pt x="1220391" y="738188"/>
                  </a:cubicBezTo>
                  <a:cubicBezTo>
                    <a:pt x="1238250" y="738188"/>
                    <a:pt x="1250156" y="726281"/>
                    <a:pt x="1250156" y="708422"/>
                  </a:cubicBezTo>
                  <a:lnTo>
                    <a:pt x="1250156" y="291703"/>
                  </a:lnTo>
                  <a:cubicBezTo>
                    <a:pt x="1250156" y="273844"/>
                    <a:pt x="1238250" y="261937"/>
                    <a:pt x="1220391" y="261937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1" name="任意多边形: 形状 170"/>
            <p:cNvSpPr/>
            <p:nvPr/>
          </p:nvSpPr>
          <p:spPr>
            <a:xfrm>
              <a:off x="1071562" y="398859"/>
              <a:ext cx="380999" cy="392906"/>
            </a:xfrm>
            <a:custGeom>
              <a:avLst/>
              <a:gdLst>
                <a:gd name="connsiteX0" fmla="*/ 273844 w 380999"/>
                <a:gd name="connsiteY0" fmla="*/ 392906 h 392906"/>
                <a:gd name="connsiteX1" fmla="*/ 0 w 380999"/>
                <a:gd name="connsiteY1" fmla="*/ 148828 h 392906"/>
                <a:gd name="connsiteX2" fmla="*/ 381000 w 380999"/>
                <a:gd name="connsiteY2" fmla="*/ 0 h 392906"/>
                <a:gd name="connsiteX3" fmla="*/ 273844 w 380999"/>
                <a:gd name="connsiteY3" fmla="*/ 392906 h 392906"/>
                <a:gd name="connsiteX4" fmla="*/ 113109 w 380999"/>
                <a:gd name="connsiteY4" fmla="*/ 166688 h 392906"/>
                <a:gd name="connsiteX5" fmla="*/ 244078 w 380999"/>
                <a:gd name="connsiteY5" fmla="*/ 285750 h 392906"/>
                <a:gd name="connsiteX6" fmla="*/ 297656 w 380999"/>
                <a:gd name="connsiteY6" fmla="*/ 95250 h 392906"/>
                <a:gd name="connsiteX7" fmla="*/ 113109 w 380999"/>
                <a:gd name="connsiteY7" fmla="*/ 166688 h 39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0999" h="392906">
                  <a:moveTo>
                    <a:pt x="273844" y="392906"/>
                  </a:moveTo>
                  <a:lnTo>
                    <a:pt x="0" y="148828"/>
                  </a:lnTo>
                  <a:lnTo>
                    <a:pt x="381000" y="0"/>
                  </a:lnTo>
                  <a:lnTo>
                    <a:pt x="273844" y="392906"/>
                  </a:lnTo>
                  <a:close/>
                  <a:moveTo>
                    <a:pt x="113109" y="166688"/>
                  </a:moveTo>
                  <a:lnTo>
                    <a:pt x="244078" y="285750"/>
                  </a:lnTo>
                  <a:lnTo>
                    <a:pt x="297656" y="95250"/>
                  </a:lnTo>
                  <a:lnTo>
                    <a:pt x="113109" y="166688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72" name="Rectangle 69+++"/>
          <p:cNvSpPr/>
          <p:nvPr/>
        </p:nvSpPr>
        <p:spPr>
          <a:xfrm>
            <a:off x="7962900" y="2828925"/>
            <a:ext cx="3702844" cy="10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3" name="Rectangle 69++++"/>
          <p:cNvSpPr/>
          <p:nvPr/>
        </p:nvSpPr>
        <p:spPr>
          <a:xfrm>
            <a:off x="7950200" y="3957637"/>
            <a:ext cx="3715544" cy="10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4" name="Rectangle 69+++"/>
          <p:cNvSpPr/>
          <p:nvPr/>
        </p:nvSpPr>
        <p:spPr>
          <a:xfrm>
            <a:off x="7954963" y="1700213"/>
            <a:ext cx="503237" cy="10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8072954" y="1778548"/>
            <a:ext cx="276999" cy="923330"/>
          </a:xfrm>
          <a:prstGeom prst="rect">
            <a:avLst/>
          </a:prstGeom>
          <a:noFill/>
        </p:spPr>
        <p:txBody>
          <a:bodyPr vert="eaVert"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第一季度</a:t>
            </a:r>
          </a:p>
        </p:txBody>
      </p:sp>
      <p:sp>
        <p:nvSpPr>
          <p:cNvPr id="176" name="Rectangle 69++++"/>
          <p:cNvSpPr/>
          <p:nvPr/>
        </p:nvSpPr>
        <p:spPr>
          <a:xfrm>
            <a:off x="7954963" y="2828925"/>
            <a:ext cx="503237" cy="10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7" name="TextBox 86+"/>
          <p:cNvSpPr txBox="1"/>
          <p:nvPr/>
        </p:nvSpPr>
        <p:spPr>
          <a:xfrm>
            <a:off x="8072954" y="2907260"/>
            <a:ext cx="276999" cy="923330"/>
          </a:xfrm>
          <a:prstGeom prst="rect">
            <a:avLst/>
          </a:prstGeom>
          <a:noFill/>
        </p:spPr>
        <p:txBody>
          <a:bodyPr vert="eaVert"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第二季度</a:t>
            </a:r>
          </a:p>
        </p:txBody>
      </p:sp>
      <p:grpSp>
        <p:nvGrpSpPr>
          <p:cNvPr id="178" name="组合 177"/>
          <p:cNvGrpSpPr/>
          <p:nvPr/>
        </p:nvGrpSpPr>
        <p:grpSpPr>
          <a:xfrm>
            <a:off x="8545290" y="1938531"/>
            <a:ext cx="1040349" cy="2860788"/>
            <a:chOff x="8519890" y="1749619"/>
            <a:chExt cx="1040349" cy="2860788"/>
          </a:xfrm>
        </p:grpSpPr>
        <p:sp>
          <p:nvSpPr>
            <p:cNvPr id="179" name="文本框 178"/>
            <p:cNvSpPr txBox="1"/>
            <p:nvPr/>
          </p:nvSpPr>
          <p:spPr>
            <a:xfrm>
              <a:off x="8519890" y="2075984"/>
              <a:ext cx="1040349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¥ 1,750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  <p:sp>
          <p:nvSpPr>
            <p:cNvPr id="180" name="TextBox 37+"/>
            <p:cNvSpPr txBox="1"/>
            <p:nvPr/>
          </p:nvSpPr>
          <p:spPr>
            <a:xfrm>
              <a:off x="8519890" y="1749619"/>
              <a:ext cx="538609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</a:p>
          </p:txBody>
        </p:sp>
        <p:sp>
          <p:nvSpPr>
            <p:cNvPr id="181" name="文本框 180"/>
            <p:cNvSpPr txBox="1"/>
            <p:nvPr/>
          </p:nvSpPr>
          <p:spPr>
            <a:xfrm>
              <a:off x="8519890" y="3204696"/>
              <a:ext cx="1040349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¥ 2,150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  <p:sp>
          <p:nvSpPr>
            <p:cNvPr id="182" name="TextBox 37+"/>
            <p:cNvSpPr txBox="1"/>
            <p:nvPr/>
          </p:nvSpPr>
          <p:spPr>
            <a:xfrm>
              <a:off x="8519890" y="2878331"/>
              <a:ext cx="538609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</a:p>
          </p:txBody>
        </p:sp>
        <p:sp>
          <p:nvSpPr>
            <p:cNvPr id="183" name="文本框 182"/>
            <p:cNvSpPr txBox="1"/>
            <p:nvPr/>
          </p:nvSpPr>
          <p:spPr>
            <a:xfrm>
              <a:off x="8519890" y="4333408"/>
              <a:ext cx="1040349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¥ 2,450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  <p:sp>
          <p:nvSpPr>
            <p:cNvPr id="184" name="TextBox 37+"/>
            <p:cNvSpPr txBox="1"/>
            <p:nvPr/>
          </p:nvSpPr>
          <p:spPr>
            <a:xfrm>
              <a:off x="8519890" y="4007043"/>
              <a:ext cx="538609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</a:p>
          </p:txBody>
        </p:sp>
      </p:grpSp>
      <p:sp>
        <p:nvSpPr>
          <p:cNvPr id="185" name="Rectangle 69+++++"/>
          <p:cNvSpPr/>
          <p:nvPr/>
        </p:nvSpPr>
        <p:spPr>
          <a:xfrm>
            <a:off x="7954963" y="3957637"/>
            <a:ext cx="503237" cy="10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86" name="TextBox 86++"/>
          <p:cNvSpPr txBox="1"/>
          <p:nvPr/>
        </p:nvSpPr>
        <p:spPr>
          <a:xfrm>
            <a:off x="8072954" y="4035972"/>
            <a:ext cx="276999" cy="923330"/>
          </a:xfrm>
          <a:prstGeom prst="rect">
            <a:avLst/>
          </a:prstGeom>
          <a:noFill/>
        </p:spPr>
        <p:txBody>
          <a:bodyPr vert="eaVert"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第三季度</a:t>
            </a:r>
          </a:p>
        </p:txBody>
      </p:sp>
      <p:grpSp>
        <p:nvGrpSpPr>
          <p:cNvPr id="187" name="组合 186"/>
          <p:cNvGrpSpPr/>
          <p:nvPr/>
        </p:nvGrpSpPr>
        <p:grpSpPr>
          <a:xfrm>
            <a:off x="9613268" y="1854450"/>
            <a:ext cx="1131478" cy="3028949"/>
            <a:chOff x="9651368" y="1665538"/>
            <a:chExt cx="1131478" cy="3028949"/>
          </a:xfrm>
        </p:grpSpPr>
        <p:sp>
          <p:nvSpPr>
            <p:cNvPr id="188" name="TextBox 88+"/>
            <p:cNvSpPr txBox="1"/>
            <p:nvPr/>
          </p:nvSpPr>
          <p:spPr>
            <a:xfrm>
              <a:off x="9742497" y="2075984"/>
              <a:ext cx="1040349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¥ 1,620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  <p:sp>
          <p:nvSpPr>
            <p:cNvPr id="189" name="TextBox 37++"/>
            <p:cNvSpPr txBox="1"/>
            <p:nvPr/>
          </p:nvSpPr>
          <p:spPr>
            <a:xfrm>
              <a:off x="9742497" y="1749619"/>
              <a:ext cx="359073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目标</a:t>
              </a:r>
            </a:p>
          </p:txBody>
        </p:sp>
        <p:cxnSp>
          <p:nvCxnSpPr>
            <p:cNvPr id="190" name="直接连接符 189"/>
            <p:cNvCxnSpPr/>
            <p:nvPr/>
          </p:nvCxnSpPr>
          <p:spPr>
            <a:xfrm>
              <a:off x="9651368" y="1665538"/>
              <a:ext cx="0" cy="7715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TextBox 88+"/>
            <p:cNvSpPr txBox="1"/>
            <p:nvPr/>
          </p:nvSpPr>
          <p:spPr>
            <a:xfrm>
              <a:off x="9742497" y="3204696"/>
              <a:ext cx="1040349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¥ 1,870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  <p:sp>
          <p:nvSpPr>
            <p:cNvPr id="192" name="TextBox 37++"/>
            <p:cNvSpPr txBox="1"/>
            <p:nvPr/>
          </p:nvSpPr>
          <p:spPr>
            <a:xfrm>
              <a:off x="9742497" y="2878331"/>
              <a:ext cx="359073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目标</a:t>
              </a:r>
            </a:p>
          </p:txBody>
        </p:sp>
        <p:cxnSp>
          <p:nvCxnSpPr>
            <p:cNvPr id="193" name="Straight Connector 102+"/>
            <p:cNvCxnSpPr/>
            <p:nvPr/>
          </p:nvCxnSpPr>
          <p:spPr>
            <a:xfrm>
              <a:off x="9651368" y="2794251"/>
              <a:ext cx="0" cy="7715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TextBox 88+"/>
            <p:cNvSpPr txBox="1"/>
            <p:nvPr/>
          </p:nvSpPr>
          <p:spPr>
            <a:xfrm>
              <a:off x="9742497" y="4333408"/>
              <a:ext cx="1040349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¥ 2,000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  <p:sp>
          <p:nvSpPr>
            <p:cNvPr id="195" name="TextBox 37++"/>
            <p:cNvSpPr txBox="1"/>
            <p:nvPr/>
          </p:nvSpPr>
          <p:spPr>
            <a:xfrm>
              <a:off x="9742497" y="4007043"/>
              <a:ext cx="359073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目标</a:t>
              </a:r>
            </a:p>
          </p:txBody>
        </p:sp>
        <p:cxnSp>
          <p:nvCxnSpPr>
            <p:cNvPr id="196" name="Straight Connector 102++"/>
            <p:cNvCxnSpPr/>
            <p:nvPr/>
          </p:nvCxnSpPr>
          <p:spPr>
            <a:xfrm>
              <a:off x="9651368" y="3922962"/>
              <a:ext cx="0" cy="7715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5" name="TextBox 37+++"/>
          <p:cNvSpPr txBox="1"/>
          <p:nvPr/>
        </p:nvSpPr>
        <p:spPr>
          <a:xfrm>
            <a:off x="10876205" y="1938531"/>
            <a:ext cx="538609" cy="2411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</a:p>
        </p:txBody>
      </p:sp>
      <p:sp>
        <p:nvSpPr>
          <p:cNvPr id="206" name="TextBox 88++"/>
          <p:cNvSpPr txBox="1"/>
          <p:nvPr/>
        </p:nvSpPr>
        <p:spPr>
          <a:xfrm>
            <a:off x="10876205" y="2264896"/>
            <a:ext cx="63158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108%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207" name="Straight Connector 102+"/>
          <p:cNvCxnSpPr/>
          <p:nvPr/>
        </p:nvCxnSpPr>
        <p:spPr>
          <a:xfrm>
            <a:off x="10785075" y="1854450"/>
            <a:ext cx="0" cy="7715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37+++"/>
          <p:cNvSpPr txBox="1"/>
          <p:nvPr/>
        </p:nvSpPr>
        <p:spPr>
          <a:xfrm>
            <a:off x="10876205" y="3067243"/>
            <a:ext cx="538609" cy="2411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</a:p>
        </p:txBody>
      </p:sp>
      <p:sp>
        <p:nvSpPr>
          <p:cNvPr id="200" name="TextBox 88++"/>
          <p:cNvSpPr txBox="1"/>
          <p:nvPr/>
        </p:nvSpPr>
        <p:spPr>
          <a:xfrm>
            <a:off x="10876205" y="3393608"/>
            <a:ext cx="63158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115%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201" name="Straight Connector 102++"/>
          <p:cNvCxnSpPr/>
          <p:nvPr/>
        </p:nvCxnSpPr>
        <p:spPr>
          <a:xfrm>
            <a:off x="10785075" y="2983163"/>
            <a:ext cx="0" cy="7715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TextBox 37+++"/>
          <p:cNvSpPr txBox="1"/>
          <p:nvPr/>
        </p:nvSpPr>
        <p:spPr>
          <a:xfrm>
            <a:off x="10876205" y="4195955"/>
            <a:ext cx="538609" cy="2411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</a:p>
        </p:txBody>
      </p:sp>
      <p:sp>
        <p:nvSpPr>
          <p:cNvPr id="203" name="TextBox 88++"/>
          <p:cNvSpPr txBox="1"/>
          <p:nvPr/>
        </p:nvSpPr>
        <p:spPr>
          <a:xfrm>
            <a:off x="10876205" y="4522320"/>
            <a:ext cx="63158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122%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204" name="Straight Connector 102+++"/>
          <p:cNvCxnSpPr/>
          <p:nvPr/>
        </p:nvCxnSpPr>
        <p:spPr>
          <a:xfrm>
            <a:off x="10785075" y="4111874"/>
            <a:ext cx="0" cy="7715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Rectangle 69++++++"/>
          <p:cNvSpPr/>
          <p:nvPr/>
        </p:nvSpPr>
        <p:spPr>
          <a:xfrm>
            <a:off x="7970838" y="5200650"/>
            <a:ext cx="3697288" cy="11906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8159524" y="5304457"/>
            <a:ext cx="1846659" cy="3091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spcAft>
                <a:spcPts val="750"/>
              </a:spcAft>
              <a:buNone/>
              <a:defRPr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第四季度策略建议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8195310" y="5657850"/>
            <a:ext cx="3359150" cy="0"/>
            <a:chOff x="12906" y="8844"/>
            <a:chExt cx="5290" cy="0"/>
          </a:xfrm>
        </p:grpSpPr>
        <p:cxnSp>
          <p:nvCxnSpPr>
            <p:cNvPr id="211" name="直接连接符 210"/>
            <p:cNvCxnSpPr/>
            <p:nvPr/>
          </p:nvCxnSpPr>
          <p:spPr>
            <a:xfrm>
              <a:off x="12906" y="8844"/>
              <a:ext cx="529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1"/>
            <p:cNvCxnSpPr/>
            <p:nvPr/>
          </p:nvCxnSpPr>
          <p:spPr>
            <a:xfrm>
              <a:off x="12906" y="8844"/>
              <a:ext cx="2833" cy="0"/>
            </a:xfrm>
            <a:prstGeom prst="line">
              <a:avLst/>
            </a:prstGeom>
            <a:ln w="381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3" name="文本框 212"/>
          <p:cNvSpPr txBox="1"/>
          <p:nvPr/>
        </p:nvSpPr>
        <p:spPr>
          <a:xfrm>
            <a:off x="8182169" y="5765481"/>
            <a:ext cx="2203450" cy="1536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Char char="ü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针对完成率较低的门店提供专项支持</a:t>
            </a:r>
          </a:p>
        </p:txBody>
      </p:sp>
      <p:sp>
        <p:nvSpPr>
          <p:cNvPr id="214" name="文本框 213"/>
          <p:cNvSpPr txBox="1"/>
          <p:nvPr/>
        </p:nvSpPr>
        <p:spPr>
          <a:xfrm>
            <a:off x="8182169" y="5971456"/>
            <a:ext cx="248144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Char char="ü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开展年终促销活动，重点推广高毛利产品</a:t>
            </a:r>
          </a:p>
        </p:txBody>
      </p:sp>
      <p:sp>
        <p:nvSpPr>
          <p:cNvPr id="215" name="文本框 214"/>
          <p:cNvSpPr txBox="1"/>
          <p:nvPr/>
        </p:nvSpPr>
        <p:spPr>
          <a:xfrm>
            <a:off x="8182169" y="6177431"/>
            <a:ext cx="196848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Char char="ü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优化会员体系，提升客户复购率</a:t>
            </a:r>
          </a:p>
        </p:txBody>
      </p:sp>
      <p:grpSp>
        <p:nvGrpSpPr>
          <p:cNvPr id="216" name="组合 215"/>
          <p:cNvGrpSpPr/>
          <p:nvPr/>
        </p:nvGrpSpPr>
        <p:grpSpPr>
          <a:xfrm flipV="1">
            <a:off x="11244263" y="5327418"/>
            <a:ext cx="230280" cy="274006"/>
            <a:chOff x="322584" y="186965"/>
            <a:chExt cx="1272666" cy="1514326"/>
          </a:xfrm>
          <a:solidFill>
            <a:schemeClr val="accent1"/>
          </a:solidFill>
        </p:grpSpPr>
        <p:sp>
          <p:nvSpPr>
            <p:cNvPr id="217" name="任意多边形: 形状 216"/>
            <p:cNvSpPr/>
            <p:nvPr/>
          </p:nvSpPr>
          <p:spPr>
            <a:xfrm>
              <a:off x="322584" y="186965"/>
              <a:ext cx="1272666" cy="1514326"/>
            </a:xfrm>
            <a:custGeom>
              <a:avLst/>
              <a:gdLst>
                <a:gd name="connsiteX0" fmla="*/ 1039937 w 1272666"/>
                <a:gd name="connsiteY0" fmla="*/ 1514326 h 1514326"/>
                <a:gd name="connsiteX1" fmla="*/ 232544 w 1272666"/>
                <a:gd name="connsiteY1" fmla="*/ 1514326 h 1514326"/>
                <a:gd name="connsiteX2" fmla="*/ 0 w 1272666"/>
                <a:gd name="connsiteY2" fmla="*/ 1281782 h 1514326"/>
                <a:gd name="connsiteX3" fmla="*/ 0 w 1272666"/>
                <a:gd name="connsiteY3" fmla="*/ 232544 h 1514326"/>
                <a:gd name="connsiteX4" fmla="*/ 232544 w 1272666"/>
                <a:gd name="connsiteY4" fmla="*/ 0 h 1514326"/>
                <a:gd name="connsiteX5" fmla="*/ 1040123 w 1272666"/>
                <a:gd name="connsiteY5" fmla="*/ 0 h 1514326"/>
                <a:gd name="connsiteX6" fmla="*/ 1272667 w 1272666"/>
                <a:gd name="connsiteY6" fmla="*/ 232544 h 1514326"/>
                <a:gd name="connsiteX7" fmla="*/ 1272667 w 1272666"/>
                <a:gd name="connsiteY7" fmla="*/ 1281968 h 1514326"/>
                <a:gd name="connsiteX8" fmla="*/ 1039937 w 1272666"/>
                <a:gd name="connsiteY8" fmla="*/ 1514326 h 1514326"/>
                <a:gd name="connsiteX9" fmla="*/ 232544 w 1272666"/>
                <a:gd name="connsiteY9" fmla="*/ 93018 h 1514326"/>
                <a:gd name="connsiteX10" fmla="*/ 93018 w 1272666"/>
                <a:gd name="connsiteY10" fmla="*/ 232544 h 1514326"/>
                <a:gd name="connsiteX11" fmla="*/ 93018 w 1272666"/>
                <a:gd name="connsiteY11" fmla="*/ 1281968 h 1514326"/>
                <a:gd name="connsiteX12" fmla="*/ 232544 w 1272666"/>
                <a:gd name="connsiteY12" fmla="*/ 1421495 h 1514326"/>
                <a:gd name="connsiteX13" fmla="*/ 1040123 w 1272666"/>
                <a:gd name="connsiteY13" fmla="*/ 1421495 h 1514326"/>
                <a:gd name="connsiteX14" fmla="*/ 1179649 w 1272666"/>
                <a:gd name="connsiteY14" fmla="*/ 1281968 h 1514326"/>
                <a:gd name="connsiteX15" fmla="*/ 1179649 w 1272666"/>
                <a:gd name="connsiteY15" fmla="*/ 232544 h 1514326"/>
                <a:gd name="connsiteX16" fmla="*/ 1040123 w 1272666"/>
                <a:gd name="connsiteY16" fmla="*/ 93018 h 1514326"/>
                <a:gd name="connsiteX17" fmla="*/ 232544 w 1272666"/>
                <a:gd name="connsiteY17" fmla="*/ 93018 h 15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2666" h="1514326">
                  <a:moveTo>
                    <a:pt x="1039937" y="1514326"/>
                  </a:moveTo>
                  <a:lnTo>
                    <a:pt x="232544" y="1514326"/>
                  </a:lnTo>
                  <a:cubicBezTo>
                    <a:pt x="104366" y="1514326"/>
                    <a:pt x="0" y="1409961"/>
                    <a:pt x="0" y="1281782"/>
                  </a:cubicBezTo>
                  <a:lnTo>
                    <a:pt x="0" y="232544"/>
                  </a:lnTo>
                  <a:cubicBezTo>
                    <a:pt x="0" y="104366"/>
                    <a:pt x="104366" y="0"/>
                    <a:pt x="232544" y="0"/>
                  </a:cubicBezTo>
                  <a:lnTo>
                    <a:pt x="1040123" y="0"/>
                  </a:lnTo>
                  <a:cubicBezTo>
                    <a:pt x="1168301" y="0"/>
                    <a:pt x="1272667" y="104366"/>
                    <a:pt x="1272667" y="232544"/>
                  </a:cubicBezTo>
                  <a:lnTo>
                    <a:pt x="1272667" y="1281968"/>
                  </a:lnTo>
                  <a:cubicBezTo>
                    <a:pt x="1272481" y="1409961"/>
                    <a:pt x="1168115" y="1514326"/>
                    <a:pt x="1039937" y="1514326"/>
                  </a:cubicBezTo>
                  <a:close/>
                  <a:moveTo>
                    <a:pt x="232544" y="93018"/>
                  </a:moveTo>
                  <a:cubicBezTo>
                    <a:pt x="155711" y="93018"/>
                    <a:pt x="93018" y="155525"/>
                    <a:pt x="93018" y="232544"/>
                  </a:cubicBezTo>
                  <a:lnTo>
                    <a:pt x="93018" y="1281968"/>
                  </a:lnTo>
                  <a:cubicBezTo>
                    <a:pt x="93018" y="1358801"/>
                    <a:pt x="155525" y="1421495"/>
                    <a:pt x="232544" y="1421495"/>
                  </a:cubicBezTo>
                  <a:lnTo>
                    <a:pt x="1040123" y="1421495"/>
                  </a:lnTo>
                  <a:cubicBezTo>
                    <a:pt x="1116955" y="1421495"/>
                    <a:pt x="1179649" y="1358987"/>
                    <a:pt x="1179649" y="1281968"/>
                  </a:cubicBezTo>
                  <a:lnTo>
                    <a:pt x="1179649" y="232544"/>
                  </a:lnTo>
                  <a:cubicBezTo>
                    <a:pt x="1179649" y="155711"/>
                    <a:pt x="1117141" y="93018"/>
                    <a:pt x="1040123" y="93018"/>
                  </a:cubicBezTo>
                  <a:lnTo>
                    <a:pt x="232544" y="93018"/>
                  </a:ln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18" name="任意多边形: 形状 217"/>
            <p:cNvSpPr/>
            <p:nvPr/>
          </p:nvSpPr>
          <p:spPr>
            <a:xfrm>
              <a:off x="544710" y="551780"/>
              <a:ext cx="873835" cy="908223"/>
            </a:xfrm>
            <a:custGeom>
              <a:avLst/>
              <a:gdLst>
                <a:gd name="connsiteX0" fmla="*/ 814648 w 873835"/>
                <a:gd name="connsiteY0" fmla="*/ 74414 h 908223"/>
                <a:gd name="connsiteX1" fmla="*/ 37207 w 873835"/>
                <a:gd name="connsiteY1" fmla="*/ 74414 h 908223"/>
                <a:gd name="connsiteX2" fmla="*/ 0 w 873835"/>
                <a:gd name="connsiteY2" fmla="*/ 37207 h 908223"/>
                <a:gd name="connsiteX3" fmla="*/ 37207 w 873835"/>
                <a:gd name="connsiteY3" fmla="*/ 0 h 908223"/>
                <a:gd name="connsiteX4" fmla="*/ 814648 w 873835"/>
                <a:gd name="connsiteY4" fmla="*/ 0 h 908223"/>
                <a:gd name="connsiteX5" fmla="*/ 851855 w 873835"/>
                <a:gd name="connsiteY5" fmla="*/ 37207 h 908223"/>
                <a:gd name="connsiteX6" fmla="*/ 814648 w 873835"/>
                <a:gd name="connsiteY6" fmla="*/ 74414 h 908223"/>
                <a:gd name="connsiteX7" fmla="*/ 631403 w 873835"/>
                <a:gd name="connsiteY7" fmla="*/ 223614 h 908223"/>
                <a:gd name="connsiteX8" fmla="*/ 37207 w 873835"/>
                <a:gd name="connsiteY8" fmla="*/ 223614 h 908223"/>
                <a:gd name="connsiteX9" fmla="*/ 0 w 873835"/>
                <a:gd name="connsiteY9" fmla="*/ 186407 h 908223"/>
                <a:gd name="connsiteX10" fmla="*/ 37207 w 873835"/>
                <a:gd name="connsiteY10" fmla="*/ 149200 h 908223"/>
                <a:gd name="connsiteX11" fmla="*/ 631217 w 873835"/>
                <a:gd name="connsiteY11" fmla="*/ 149200 h 908223"/>
                <a:gd name="connsiteX12" fmla="*/ 668424 w 873835"/>
                <a:gd name="connsiteY12" fmla="*/ 186407 h 908223"/>
                <a:gd name="connsiteX13" fmla="*/ 631403 w 873835"/>
                <a:gd name="connsiteY13" fmla="*/ 223614 h 908223"/>
                <a:gd name="connsiteX14" fmla="*/ 447973 w 873835"/>
                <a:gd name="connsiteY14" fmla="*/ 373001 h 908223"/>
                <a:gd name="connsiteX15" fmla="*/ 37207 w 873835"/>
                <a:gd name="connsiteY15" fmla="*/ 373001 h 908223"/>
                <a:gd name="connsiteX16" fmla="*/ 0 w 873835"/>
                <a:gd name="connsiteY16" fmla="*/ 335793 h 908223"/>
                <a:gd name="connsiteX17" fmla="*/ 37207 w 873835"/>
                <a:gd name="connsiteY17" fmla="*/ 298586 h 908223"/>
                <a:gd name="connsiteX18" fmla="*/ 447973 w 873835"/>
                <a:gd name="connsiteY18" fmla="*/ 298586 h 908223"/>
                <a:gd name="connsiteX19" fmla="*/ 485180 w 873835"/>
                <a:gd name="connsiteY19" fmla="*/ 335793 h 908223"/>
                <a:gd name="connsiteX20" fmla="*/ 447973 w 873835"/>
                <a:gd name="connsiteY20" fmla="*/ 373001 h 908223"/>
                <a:gd name="connsiteX21" fmla="*/ 361838 w 873835"/>
                <a:gd name="connsiteY21" fmla="*/ 908224 h 908223"/>
                <a:gd name="connsiteX22" fmla="*/ 309749 w 873835"/>
                <a:gd name="connsiteY22" fmla="*/ 887202 h 908223"/>
                <a:gd name="connsiteX23" fmla="*/ 287796 w 873835"/>
                <a:gd name="connsiteY23" fmla="*/ 818183 h 908223"/>
                <a:gd name="connsiteX24" fmla="*/ 303609 w 873835"/>
                <a:gd name="connsiteY24" fmla="*/ 736885 h 908223"/>
                <a:gd name="connsiteX25" fmla="*/ 323143 w 873835"/>
                <a:gd name="connsiteY25" fmla="*/ 698934 h 908223"/>
                <a:gd name="connsiteX26" fmla="*/ 678470 w 873835"/>
                <a:gd name="connsiteY26" fmla="*/ 327236 h 908223"/>
                <a:gd name="connsiteX27" fmla="*/ 731490 w 873835"/>
                <a:gd name="connsiteY27" fmla="*/ 303795 h 908223"/>
                <a:gd name="connsiteX28" fmla="*/ 785440 w 873835"/>
                <a:gd name="connsiteY28" fmla="*/ 324817 h 908223"/>
                <a:gd name="connsiteX29" fmla="*/ 850367 w 873835"/>
                <a:gd name="connsiteY29" fmla="*/ 386767 h 908223"/>
                <a:gd name="connsiteX30" fmla="*/ 873807 w 873835"/>
                <a:gd name="connsiteY30" fmla="*/ 439787 h 908223"/>
                <a:gd name="connsiteX31" fmla="*/ 852785 w 873835"/>
                <a:gd name="connsiteY31" fmla="*/ 493737 h 908223"/>
                <a:gd name="connsiteX32" fmla="*/ 497458 w 873835"/>
                <a:gd name="connsiteY32" fmla="*/ 865436 h 908223"/>
                <a:gd name="connsiteX33" fmla="*/ 460437 w 873835"/>
                <a:gd name="connsiteY33" fmla="*/ 886644 h 908223"/>
                <a:gd name="connsiteX34" fmla="*/ 379884 w 873835"/>
                <a:gd name="connsiteY34" fmla="*/ 905991 h 908223"/>
                <a:gd name="connsiteX35" fmla="*/ 361838 w 873835"/>
                <a:gd name="connsiteY35" fmla="*/ 908224 h 908223"/>
                <a:gd name="connsiteX36" fmla="*/ 732979 w 873835"/>
                <a:gd name="connsiteY36" fmla="*/ 378209 h 908223"/>
                <a:gd name="connsiteX37" fmla="*/ 732048 w 873835"/>
                <a:gd name="connsiteY37" fmla="*/ 378582 h 908223"/>
                <a:gd name="connsiteX38" fmla="*/ 376721 w 873835"/>
                <a:gd name="connsiteY38" fmla="*/ 750280 h 908223"/>
                <a:gd name="connsiteX39" fmla="*/ 376349 w 873835"/>
                <a:gd name="connsiteY39" fmla="*/ 750838 h 908223"/>
                <a:gd name="connsiteX40" fmla="*/ 360536 w 873835"/>
                <a:gd name="connsiteY40" fmla="*/ 832135 h 908223"/>
                <a:gd name="connsiteX41" fmla="*/ 360908 w 873835"/>
                <a:gd name="connsiteY41" fmla="*/ 833251 h 908223"/>
                <a:gd name="connsiteX42" fmla="*/ 362024 w 873835"/>
                <a:gd name="connsiteY42" fmla="*/ 833624 h 908223"/>
                <a:gd name="connsiteX43" fmla="*/ 442578 w 873835"/>
                <a:gd name="connsiteY43" fmla="*/ 814276 h 908223"/>
                <a:gd name="connsiteX44" fmla="*/ 443136 w 873835"/>
                <a:gd name="connsiteY44" fmla="*/ 813904 h 908223"/>
                <a:gd name="connsiteX45" fmla="*/ 798463 w 873835"/>
                <a:gd name="connsiteY45" fmla="*/ 442206 h 908223"/>
                <a:gd name="connsiteX46" fmla="*/ 798463 w 873835"/>
                <a:gd name="connsiteY46" fmla="*/ 440531 h 908223"/>
                <a:gd name="connsiteX47" fmla="*/ 733537 w 873835"/>
                <a:gd name="connsiteY47" fmla="*/ 378582 h 908223"/>
                <a:gd name="connsiteX48" fmla="*/ 732979 w 873835"/>
                <a:gd name="connsiteY48" fmla="*/ 378209 h 90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873835" h="908223">
                  <a:moveTo>
                    <a:pt x="814648" y="74414"/>
                  </a:moveTo>
                  <a:lnTo>
                    <a:pt x="37207" y="74414"/>
                  </a:lnTo>
                  <a:cubicBezTo>
                    <a:pt x="16743" y="74414"/>
                    <a:pt x="0" y="57671"/>
                    <a:pt x="0" y="37207"/>
                  </a:cubicBezTo>
                  <a:cubicBezTo>
                    <a:pt x="0" y="16743"/>
                    <a:pt x="16743" y="0"/>
                    <a:pt x="37207" y="0"/>
                  </a:cubicBezTo>
                  <a:lnTo>
                    <a:pt x="814648" y="0"/>
                  </a:lnTo>
                  <a:cubicBezTo>
                    <a:pt x="835112" y="0"/>
                    <a:pt x="851855" y="16743"/>
                    <a:pt x="851855" y="37207"/>
                  </a:cubicBezTo>
                  <a:cubicBezTo>
                    <a:pt x="851855" y="57671"/>
                    <a:pt x="835298" y="74414"/>
                    <a:pt x="814648" y="74414"/>
                  </a:cubicBezTo>
                  <a:close/>
                  <a:moveTo>
                    <a:pt x="631403" y="223614"/>
                  </a:moveTo>
                  <a:lnTo>
                    <a:pt x="37207" y="223614"/>
                  </a:lnTo>
                  <a:cubicBezTo>
                    <a:pt x="16743" y="223614"/>
                    <a:pt x="0" y="206871"/>
                    <a:pt x="0" y="186407"/>
                  </a:cubicBezTo>
                  <a:cubicBezTo>
                    <a:pt x="0" y="165943"/>
                    <a:pt x="16743" y="149200"/>
                    <a:pt x="37207" y="149200"/>
                  </a:cubicBezTo>
                  <a:lnTo>
                    <a:pt x="631217" y="149200"/>
                  </a:lnTo>
                  <a:cubicBezTo>
                    <a:pt x="651681" y="149200"/>
                    <a:pt x="668424" y="165943"/>
                    <a:pt x="668424" y="186407"/>
                  </a:cubicBezTo>
                  <a:cubicBezTo>
                    <a:pt x="668424" y="206871"/>
                    <a:pt x="651867" y="223614"/>
                    <a:pt x="631403" y="223614"/>
                  </a:cubicBezTo>
                  <a:close/>
                  <a:moveTo>
                    <a:pt x="447973" y="373001"/>
                  </a:moveTo>
                  <a:lnTo>
                    <a:pt x="37207" y="373001"/>
                  </a:lnTo>
                  <a:cubicBezTo>
                    <a:pt x="16743" y="373001"/>
                    <a:pt x="0" y="356257"/>
                    <a:pt x="0" y="335793"/>
                  </a:cubicBezTo>
                  <a:cubicBezTo>
                    <a:pt x="0" y="315330"/>
                    <a:pt x="16743" y="298586"/>
                    <a:pt x="37207" y="298586"/>
                  </a:cubicBezTo>
                  <a:lnTo>
                    <a:pt x="447973" y="298586"/>
                  </a:lnTo>
                  <a:cubicBezTo>
                    <a:pt x="468437" y="298586"/>
                    <a:pt x="485180" y="315330"/>
                    <a:pt x="485180" y="335793"/>
                  </a:cubicBezTo>
                  <a:cubicBezTo>
                    <a:pt x="485180" y="356257"/>
                    <a:pt x="468623" y="373001"/>
                    <a:pt x="447973" y="373001"/>
                  </a:cubicBezTo>
                  <a:close/>
                  <a:moveTo>
                    <a:pt x="361838" y="908224"/>
                  </a:moveTo>
                  <a:cubicBezTo>
                    <a:pt x="342677" y="908224"/>
                    <a:pt x="323887" y="900968"/>
                    <a:pt x="309749" y="887202"/>
                  </a:cubicBezTo>
                  <a:cubicBezTo>
                    <a:pt x="291145" y="869342"/>
                    <a:pt x="282773" y="843483"/>
                    <a:pt x="287796" y="818183"/>
                  </a:cubicBezTo>
                  <a:lnTo>
                    <a:pt x="303609" y="736885"/>
                  </a:lnTo>
                  <a:cubicBezTo>
                    <a:pt x="306400" y="722561"/>
                    <a:pt x="313097" y="709538"/>
                    <a:pt x="323143" y="698934"/>
                  </a:cubicBezTo>
                  <a:lnTo>
                    <a:pt x="678470" y="327236"/>
                  </a:lnTo>
                  <a:cubicBezTo>
                    <a:pt x="692423" y="312539"/>
                    <a:pt x="711212" y="304354"/>
                    <a:pt x="731490" y="303795"/>
                  </a:cubicBezTo>
                  <a:cubicBezTo>
                    <a:pt x="751768" y="303423"/>
                    <a:pt x="770930" y="310865"/>
                    <a:pt x="785440" y="324817"/>
                  </a:cubicBezTo>
                  <a:lnTo>
                    <a:pt x="850367" y="386767"/>
                  </a:lnTo>
                  <a:cubicBezTo>
                    <a:pt x="865064" y="400720"/>
                    <a:pt x="873249" y="419509"/>
                    <a:pt x="873807" y="439787"/>
                  </a:cubicBezTo>
                  <a:cubicBezTo>
                    <a:pt x="874365" y="460065"/>
                    <a:pt x="866738" y="479227"/>
                    <a:pt x="852785" y="493737"/>
                  </a:cubicBezTo>
                  <a:lnTo>
                    <a:pt x="497458" y="865436"/>
                  </a:lnTo>
                  <a:cubicBezTo>
                    <a:pt x="487412" y="876040"/>
                    <a:pt x="474576" y="883295"/>
                    <a:pt x="460437" y="886644"/>
                  </a:cubicBezTo>
                  <a:lnTo>
                    <a:pt x="379884" y="905991"/>
                  </a:lnTo>
                  <a:cubicBezTo>
                    <a:pt x="373745" y="907666"/>
                    <a:pt x="367792" y="908224"/>
                    <a:pt x="361838" y="908224"/>
                  </a:cubicBezTo>
                  <a:close/>
                  <a:moveTo>
                    <a:pt x="732979" y="378209"/>
                  </a:moveTo>
                  <a:cubicBezTo>
                    <a:pt x="732420" y="378209"/>
                    <a:pt x="732234" y="378396"/>
                    <a:pt x="732048" y="378582"/>
                  </a:cubicBezTo>
                  <a:lnTo>
                    <a:pt x="376721" y="750280"/>
                  </a:lnTo>
                  <a:cubicBezTo>
                    <a:pt x="376535" y="750466"/>
                    <a:pt x="376535" y="750652"/>
                    <a:pt x="376349" y="750838"/>
                  </a:cubicBezTo>
                  <a:lnTo>
                    <a:pt x="360536" y="832135"/>
                  </a:lnTo>
                  <a:cubicBezTo>
                    <a:pt x="360536" y="832507"/>
                    <a:pt x="360350" y="832879"/>
                    <a:pt x="360908" y="833251"/>
                  </a:cubicBezTo>
                  <a:cubicBezTo>
                    <a:pt x="361466" y="833810"/>
                    <a:pt x="361652" y="833624"/>
                    <a:pt x="362024" y="833624"/>
                  </a:cubicBezTo>
                  <a:lnTo>
                    <a:pt x="442578" y="814276"/>
                  </a:lnTo>
                  <a:cubicBezTo>
                    <a:pt x="442764" y="814276"/>
                    <a:pt x="442950" y="814090"/>
                    <a:pt x="443136" y="813904"/>
                  </a:cubicBezTo>
                  <a:lnTo>
                    <a:pt x="798463" y="442206"/>
                  </a:lnTo>
                  <a:cubicBezTo>
                    <a:pt x="799021" y="441647"/>
                    <a:pt x="798835" y="440903"/>
                    <a:pt x="798463" y="440531"/>
                  </a:cubicBezTo>
                  <a:lnTo>
                    <a:pt x="733537" y="378582"/>
                  </a:lnTo>
                  <a:cubicBezTo>
                    <a:pt x="733723" y="378582"/>
                    <a:pt x="733537" y="378209"/>
                    <a:pt x="732979" y="378209"/>
                  </a:cubicBez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19" name="任意多边形: 形状 218"/>
          <p:cNvSpPr/>
          <p:nvPr/>
        </p:nvSpPr>
        <p:spPr>
          <a:xfrm>
            <a:off x="442913" y="873126"/>
            <a:ext cx="3889375" cy="489382"/>
          </a:xfrm>
          <a:custGeom>
            <a:avLst/>
            <a:gdLst>
              <a:gd name="connsiteX0" fmla="*/ 0 w 4244721"/>
              <a:gd name="connsiteY0" fmla="*/ 0 h 489382"/>
              <a:gd name="connsiteX1" fmla="*/ 4244721 w 4244721"/>
              <a:gd name="connsiteY1" fmla="*/ 0 h 489382"/>
              <a:gd name="connsiteX2" fmla="*/ 4239393 w 4244721"/>
              <a:gd name="connsiteY2" fmla="*/ 1934 h 489382"/>
              <a:gd name="connsiteX3" fmla="*/ 3853335 w 4244721"/>
              <a:gd name="connsiteY3" fmla="*/ 315444 h 489382"/>
              <a:gd name="connsiteX4" fmla="*/ 3795711 w 4244721"/>
              <a:gd name="connsiteY4" fmla="*/ 439582 h 489382"/>
              <a:gd name="connsiteX5" fmla="*/ 3797021 w 4244721"/>
              <a:gd name="connsiteY5" fmla="*/ 436174 h 489382"/>
              <a:gd name="connsiteX6" fmla="*/ 3771461 w 4244721"/>
              <a:gd name="connsiteY6" fmla="*/ 465255 h 489382"/>
              <a:gd name="connsiteX7" fmla="*/ 3730588 w 4244721"/>
              <a:gd name="connsiteY7" fmla="*/ 486394 h 489382"/>
              <a:gd name="connsiteX8" fmla="*/ 3711296 w 4244721"/>
              <a:gd name="connsiteY8" fmla="*/ 489382 h 489382"/>
              <a:gd name="connsiteX9" fmla="*/ 532393 w 4244721"/>
              <a:gd name="connsiteY9" fmla="*/ 489382 h 489382"/>
              <a:gd name="connsiteX10" fmla="*/ 513100 w 4244721"/>
              <a:gd name="connsiteY10" fmla="*/ 486394 h 489382"/>
              <a:gd name="connsiteX11" fmla="*/ 472227 w 4244721"/>
              <a:gd name="connsiteY11" fmla="*/ 465255 h 489382"/>
              <a:gd name="connsiteX12" fmla="*/ 448281 w 4244721"/>
              <a:gd name="connsiteY12" fmla="*/ 438010 h 489382"/>
              <a:gd name="connsiteX13" fmla="*/ 391386 w 4244721"/>
              <a:gd name="connsiteY13" fmla="*/ 315444 h 489382"/>
              <a:gd name="connsiteX14" fmla="*/ 5327 w 4244721"/>
              <a:gd name="connsiteY14" fmla="*/ 1934 h 489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244721" h="489382">
                <a:moveTo>
                  <a:pt x="0" y="0"/>
                </a:moveTo>
                <a:lnTo>
                  <a:pt x="4244721" y="0"/>
                </a:lnTo>
                <a:lnTo>
                  <a:pt x="4239393" y="1934"/>
                </a:lnTo>
                <a:cubicBezTo>
                  <a:pt x="4069329" y="78766"/>
                  <a:pt x="3934215" y="187568"/>
                  <a:pt x="3853335" y="315444"/>
                </a:cubicBezTo>
                <a:lnTo>
                  <a:pt x="3795711" y="439582"/>
                </a:lnTo>
                <a:lnTo>
                  <a:pt x="3797021" y="436174"/>
                </a:lnTo>
                <a:lnTo>
                  <a:pt x="3771461" y="465255"/>
                </a:lnTo>
                <a:cubicBezTo>
                  <a:pt x="3759826" y="474180"/>
                  <a:pt x="3745972" y="481403"/>
                  <a:pt x="3730588" y="486394"/>
                </a:cubicBezTo>
                <a:lnTo>
                  <a:pt x="3711296" y="489382"/>
                </a:lnTo>
                <a:lnTo>
                  <a:pt x="532393" y="489382"/>
                </a:lnTo>
                <a:lnTo>
                  <a:pt x="513100" y="486394"/>
                </a:lnTo>
                <a:cubicBezTo>
                  <a:pt x="497716" y="481403"/>
                  <a:pt x="483862" y="474180"/>
                  <a:pt x="472227" y="465255"/>
                </a:cubicBezTo>
                <a:lnTo>
                  <a:pt x="448281" y="438010"/>
                </a:lnTo>
                <a:lnTo>
                  <a:pt x="391386" y="315444"/>
                </a:lnTo>
                <a:cubicBezTo>
                  <a:pt x="310506" y="187568"/>
                  <a:pt x="175392" y="78766"/>
                  <a:pt x="5327" y="19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0" name="文本框 219"/>
          <p:cNvSpPr txBox="1"/>
          <p:nvPr/>
        </p:nvSpPr>
        <p:spPr>
          <a:xfrm>
            <a:off x="1579687" y="979317"/>
            <a:ext cx="161582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各门店销售排名</a:t>
            </a:r>
          </a:p>
        </p:txBody>
      </p:sp>
      <p:sp>
        <p:nvSpPr>
          <p:cNvPr id="221" name="TextBox 54+"/>
          <p:cNvSpPr txBox="1"/>
          <p:nvPr/>
        </p:nvSpPr>
        <p:spPr>
          <a:xfrm>
            <a:off x="9111904" y="979317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季度销售情况</a:t>
            </a: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7+"/>
          <p:cNvSpPr/>
          <p:nvPr/>
        </p:nvSpPr>
        <p:spPr>
          <a:xfrm>
            <a:off x="8766629" y="4989443"/>
            <a:ext cx="2982459" cy="153518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002970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销售业绩总结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27302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数据看板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1907795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/>
          <p:cNvSpPr/>
          <p:nvPr/>
        </p:nvSpPr>
        <p:spPr>
          <a:xfrm>
            <a:off x="442912" y="873124"/>
            <a:ext cx="709931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13" name="图表 12"/>
          <p:cNvGraphicFramePr/>
          <p:nvPr/>
        </p:nvGraphicFramePr>
        <p:xfrm>
          <a:off x="442913" y="975581"/>
          <a:ext cx="1802296" cy="1201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任意多边形: 形状 13"/>
          <p:cNvSpPr/>
          <p:nvPr/>
        </p:nvSpPr>
        <p:spPr>
          <a:xfrm>
            <a:off x="442913" y="873124"/>
            <a:ext cx="825840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15" name="图表 14"/>
          <p:cNvGraphicFramePr/>
          <p:nvPr/>
        </p:nvGraphicFramePr>
        <p:xfrm>
          <a:off x="129074" y="836204"/>
          <a:ext cx="2163276" cy="1442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903288" y="1365092"/>
            <a:ext cx="6251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82.5%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302326" y="1104900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线下门店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8" name="图形 52"/>
          <p:cNvSpPr/>
          <p:nvPr/>
        </p:nvSpPr>
        <p:spPr>
          <a:xfrm>
            <a:off x="2007052" y="1108076"/>
            <a:ext cx="238124" cy="238124"/>
          </a:xfrm>
          <a:custGeom>
            <a:avLst/>
            <a:gdLst>
              <a:gd name="connsiteX0" fmla="*/ 1542574 w 1746249"/>
              <a:gd name="connsiteY0" fmla="*/ 793750 h 1746249"/>
              <a:gd name="connsiteX1" fmla="*/ 1309688 w 1746249"/>
              <a:gd name="connsiteY1" fmla="*/ 635000 h 1746249"/>
              <a:gd name="connsiteX2" fmla="*/ 1076881 w 1746249"/>
              <a:gd name="connsiteY2" fmla="*/ 793750 h 1746249"/>
              <a:gd name="connsiteX3" fmla="*/ 873125 w 1746249"/>
              <a:gd name="connsiteY3" fmla="*/ 635000 h 1746249"/>
              <a:gd name="connsiteX4" fmla="*/ 669449 w 1746249"/>
              <a:gd name="connsiteY4" fmla="*/ 793750 h 1746249"/>
              <a:gd name="connsiteX5" fmla="*/ 436563 w 1746249"/>
              <a:gd name="connsiteY5" fmla="*/ 635000 h 1746249"/>
              <a:gd name="connsiteX6" fmla="*/ 232886 w 1746249"/>
              <a:gd name="connsiteY6" fmla="*/ 793750 h 1746249"/>
              <a:gd name="connsiteX7" fmla="*/ 79375 w 1746249"/>
              <a:gd name="connsiteY7" fmla="*/ 755968 h 1746249"/>
              <a:gd name="connsiteX8" fmla="*/ 79375 w 1746249"/>
              <a:gd name="connsiteY8" fmla="*/ 1666319 h 1746249"/>
              <a:gd name="connsiteX9" fmla="*/ 158031 w 1746249"/>
              <a:gd name="connsiteY9" fmla="*/ 1746249 h 1746249"/>
              <a:gd name="connsiteX10" fmla="*/ 158115 w 1746249"/>
              <a:gd name="connsiteY10" fmla="*/ 1746250 h 1746249"/>
              <a:gd name="connsiteX11" fmla="*/ 952500 w 1746249"/>
              <a:gd name="connsiteY11" fmla="*/ 1746250 h 1746249"/>
              <a:gd name="connsiteX12" fmla="*/ 952500 w 1746249"/>
              <a:gd name="connsiteY12" fmla="*/ 1270238 h 1746249"/>
              <a:gd name="connsiteX13" fmla="*/ 1031637 w 1746249"/>
              <a:gd name="connsiteY13" fmla="*/ 1190625 h 1746249"/>
              <a:gd name="connsiteX14" fmla="*/ 1031875 w 1746249"/>
              <a:gd name="connsiteY14" fmla="*/ 1190625 h 1746249"/>
              <a:gd name="connsiteX15" fmla="*/ 1270000 w 1746249"/>
              <a:gd name="connsiteY15" fmla="*/ 1190625 h 1746249"/>
              <a:gd name="connsiteX16" fmla="*/ 1349375 w 1746249"/>
              <a:gd name="connsiteY16" fmla="*/ 1270238 h 1746249"/>
              <a:gd name="connsiteX17" fmla="*/ 1349375 w 1746249"/>
              <a:gd name="connsiteY17" fmla="*/ 1746250 h 1746249"/>
              <a:gd name="connsiteX18" fmla="*/ 1588214 w 1746249"/>
              <a:gd name="connsiteY18" fmla="*/ 1746250 h 1746249"/>
              <a:gd name="connsiteX19" fmla="*/ 1666796 w 1746249"/>
              <a:gd name="connsiteY19" fmla="*/ 1666319 h 1746249"/>
              <a:gd name="connsiteX20" fmla="*/ 1666796 w 1746249"/>
              <a:gd name="connsiteY20" fmla="*/ 759063 h 1746249"/>
              <a:gd name="connsiteX21" fmla="*/ 1542574 w 1746249"/>
              <a:gd name="connsiteY21" fmla="*/ 793750 h 1746249"/>
              <a:gd name="connsiteX22" fmla="*/ 1484313 w 1746249"/>
              <a:gd name="connsiteY22" fmla="*/ 59531 h 1746249"/>
              <a:gd name="connsiteX23" fmla="*/ 1367869 w 1746249"/>
              <a:gd name="connsiteY23" fmla="*/ 0 h 1746249"/>
              <a:gd name="connsiteX24" fmla="*/ 378301 w 1746249"/>
              <a:gd name="connsiteY24" fmla="*/ 0 h 1746249"/>
              <a:gd name="connsiteX25" fmla="*/ 261937 w 1746249"/>
              <a:gd name="connsiteY25" fmla="*/ 59531 h 1746249"/>
              <a:gd name="connsiteX26" fmla="*/ 0 w 1746249"/>
              <a:gd name="connsiteY26" fmla="*/ 476250 h 1746249"/>
              <a:gd name="connsiteX27" fmla="*/ 232807 w 1746249"/>
              <a:gd name="connsiteY27" fmla="*/ 635000 h 1746249"/>
              <a:gd name="connsiteX28" fmla="*/ 436563 w 1746249"/>
              <a:gd name="connsiteY28" fmla="*/ 476250 h 1746249"/>
              <a:gd name="connsiteX29" fmla="*/ 669369 w 1746249"/>
              <a:gd name="connsiteY29" fmla="*/ 635000 h 1746249"/>
              <a:gd name="connsiteX30" fmla="*/ 873125 w 1746249"/>
              <a:gd name="connsiteY30" fmla="*/ 476250 h 1746249"/>
              <a:gd name="connsiteX31" fmla="*/ 1076801 w 1746249"/>
              <a:gd name="connsiteY31" fmla="*/ 635000 h 1746249"/>
              <a:gd name="connsiteX32" fmla="*/ 1309688 w 1746249"/>
              <a:gd name="connsiteY32" fmla="*/ 476250 h 1746249"/>
              <a:gd name="connsiteX33" fmla="*/ 1542494 w 1746249"/>
              <a:gd name="connsiteY33" fmla="*/ 635000 h 1746249"/>
              <a:gd name="connsiteX34" fmla="*/ 1746250 w 1746249"/>
              <a:gd name="connsiteY34" fmla="*/ 476250 h 1746249"/>
              <a:gd name="connsiteX35" fmla="*/ 1484313 w 1746249"/>
              <a:gd name="connsiteY35" fmla="*/ 59531 h 1746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46249" h="1746249">
                <a:moveTo>
                  <a:pt x="1542574" y="793750"/>
                </a:moveTo>
                <a:cubicBezTo>
                  <a:pt x="1407478" y="793750"/>
                  <a:pt x="1309688" y="722709"/>
                  <a:pt x="1309688" y="635000"/>
                </a:cubicBezTo>
                <a:cubicBezTo>
                  <a:pt x="1309688" y="722709"/>
                  <a:pt x="1211739" y="793750"/>
                  <a:pt x="1076881" y="793750"/>
                </a:cubicBezTo>
                <a:cubicBezTo>
                  <a:pt x="970915" y="793750"/>
                  <a:pt x="873125" y="722709"/>
                  <a:pt x="873125" y="635000"/>
                </a:cubicBezTo>
                <a:cubicBezTo>
                  <a:pt x="873125" y="722789"/>
                  <a:pt x="775176" y="793750"/>
                  <a:pt x="669449" y="793750"/>
                </a:cubicBezTo>
                <a:cubicBezTo>
                  <a:pt x="534353" y="793750"/>
                  <a:pt x="436563" y="722709"/>
                  <a:pt x="436563" y="635000"/>
                </a:cubicBezTo>
                <a:cubicBezTo>
                  <a:pt x="436563" y="722630"/>
                  <a:pt x="338614" y="793750"/>
                  <a:pt x="232886" y="793750"/>
                </a:cubicBezTo>
                <a:cubicBezTo>
                  <a:pt x="172403" y="793750"/>
                  <a:pt x="119380" y="779542"/>
                  <a:pt x="79375" y="755968"/>
                </a:cubicBezTo>
                <a:lnTo>
                  <a:pt x="79375" y="1666319"/>
                </a:lnTo>
                <a:cubicBezTo>
                  <a:pt x="79023" y="1710112"/>
                  <a:pt x="114239" y="1745898"/>
                  <a:pt x="158031" y="1746249"/>
                </a:cubicBezTo>
                <a:cubicBezTo>
                  <a:pt x="158059" y="1746250"/>
                  <a:pt x="158087" y="1746250"/>
                  <a:pt x="158115" y="1746250"/>
                </a:cubicBezTo>
                <a:lnTo>
                  <a:pt x="952500" y="1746250"/>
                </a:lnTo>
                <a:lnTo>
                  <a:pt x="952500" y="1270238"/>
                </a:lnTo>
                <a:cubicBezTo>
                  <a:pt x="952369" y="1226401"/>
                  <a:pt x="987799" y="1190757"/>
                  <a:pt x="1031637" y="1190625"/>
                </a:cubicBezTo>
                <a:cubicBezTo>
                  <a:pt x="1031716" y="1190625"/>
                  <a:pt x="1031796" y="1190625"/>
                  <a:pt x="1031875" y="1190625"/>
                </a:cubicBezTo>
                <a:lnTo>
                  <a:pt x="1270000" y="1190625"/>
                </a:lnTo>
                <a:cubicBezTo>
                  <a:pt x="1313894" y="1190625"/>
                  <a:pt x="1349375" y="1225391"/>
                  <a:pt x="1349375" y="1270238"/>
                </a:cubicBezTo>
                <a:lnTo>
                  <a:pt x="1349375" y="1746250"/>
                </a:lnTo>
                <a:lnTo>
                  <a:pt x="1588214" y="1746250"/>
                </a:lnTo>
                <a:cubicBezTo>
                  <a:pt x="1630759" y="1746250"/>
                  <a:pt x="1666796" y="1710452"/>
                  <a:pt x="1666796" y="1666319"/>
                </a:cubicBezTo>
                <a:lnTo>
                  <a:pt x="1666796" y="759063"/>
                </a:lnTo>
                <a:cubicBezTo>
                  <a:pt x="1629322" y="781727"/>
                  <a:pt x="1586368" y="793721"/>
                  <a:pt x="1542574" y="793750"/>
                </a:cubicBezTo>
                <a:moveTo>
                  <a:pt x="1484313" y="59531"/>
                </a:moveTo>
                <a:cubicBezTo>
                  <a:pt x="1473835" y="30242"/>
                  <a:pt x="1419463" y="0"/>
                  <a:pt x="1367869" y="0"/>
                </a:cubicBezTo>
                <a:lnTo>
                  <a:pt x="378301" y="0"/>
                </a:lnTo>
                <a:cubicBezTo>
                  <a:pt x="326311" y="0"/>
                  <a:pt x="272177" y="30242"/>
                  <a:pt x="261937" y="59531"/>
                </a:cubicBezTo>
                <a:lnTo>
                  <a:pt x="0" y="476250"/>
                </a:lnTo>
                <a:cubicBezTo>
                  <a:pt x="0" y="564039"/>
                  <a:pt x="97711" y="635000"/>
                  <a:pt x="232807" y="635000"/>
                </a:cubicBezTo>
                <a:cubicBezTo>
                  <a:pt x="338534" y="635000"/>
                  <a:pt x="436563" y="563880"/>
                  <a:pt x="436563" y="476250"/>
                </a:cubicBezTo>
                <a:cubicBezTo>
                  <a:pt x="436563" y="563959"/>
                  <a:pt x="534273" y="635000"/>
                  <a:pt x="669369" y="635000"/>
                </a:cubicBezTo>
                <a:cubicBezTo>
                  <a:pt x="775097" y="635000"/>
                  <a:pt x="873125" y="564039"/>
                  <a:pt x="873125" y="476250"/>
                </a:cubicBezTo>
                <a:cubicBezTo>
                  <a:pt x="873125" y="563959"/>
                  <a:pt x="970836" y="635000"/>
                  <a:pt x="1076801" y="635000"/>
                </a:cubicBezTo>
                <a:cubicBezTo>
                  <a:pt x="1211739" y="635000"/>
                  <a:pt x="1309688" y="563959"/>
                  <a:pt x="1309688" y="476250"/>
                </a:cubicBezTo>
                <a:cubicBezTo>
                  <a:pt x="1309688" y="563959"/>
                  <a:pt x="1407398" y="635000"/>
                  <a:pt x="1542494" y="635000"/>
                </a:cubicBezTo>
                <a:cubicBezTo>
                  <a:pt x="1648222" y="635000"/>
                  <a:pt x="1746250" y="563880"/>
                  <a:pt x="1746250" y="476250"/>
                </a:cubicBezTo>
                <a:lnTo>
                  <a:pt x="1484313" y="59531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022926" y="1453356"/>
            <a:ext cx="8511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3,245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万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997526" y="1801813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本年度销售额</a:t>
            </a:r>
          </a:p>
        </p:txBody>
      </p:sp>
      <p:sp>
        <p:nvSpPr>
          <p:cNvPr id="21" name="TextBox 55+"/>
          <p:cNvSpPr txBox="1"/>
          <p:nvPr/>
        </p:nvSpPr>
        <p:spPr>
          <a:xfrm>
            <a:off x="985041" y="1592491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</a:p>
        </p:txBody>
      </p:sp>
      <p:sp>
        <p:nvSpPr>
          <p:cNvPr id="22" name="Freeform 46+"/>
          <p:cNvSpPr/>
          <p:nvPr/>
        </p:nvSpPr>
        <p:spPr>
          <a:xfrm>
            <a:off x="442913" y="2298896"/>
            <a:ext cx="825840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" name="Freeform 46++"/>
          <p:cNvSpPr/>
          <p:nvPr/>
        </p:nvSpPr>
        <p:spPr>
          <a:xfrm>
            <a:off x="442913" y="3724668"/>
            <a:ext cx="825840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" name="Freeform 46+++"/>
          <p:cNvSpPr/>
          <p:nvPr/>
        </p:nvSpPr>
        <p:spPr>
          <a:xfrm>
            <a:off x="442913" y="5150441"/>
            <a:ext cx="825840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25" name="Chart 47+"/>
          <p:cNvGraphicFramePr/>
          <p:nvPr/>
        </p:nvGraphicFramePr>
        <p:xfrm>
          <a:off x="129074" y="2264896"/>
          <a:ext cx="2163276" cy="1442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6" name="TextBox 49+"/>
          <p:cNvSpPr txBox="1"/>
          <p:nvPr/>
        </p:nvSpPr>
        <p:spPr>
          <a:xfrm>
            <a:off x="903288" y="2802006"/>
            <a:ext cx="6251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78.9%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7" name="TextBox 55++"/>
          <p:cNvSpPr txBox="1"/>
          <p:nvPr/>
        </p:nvSpPr>
        <p:spPr>
          <a:xfrm>
            <a:off x="985041" y="3029405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</a:p>
        </p:txBody>
      </p:sp>
      <p:sp>
        <p:nvSpPr>
          <p:cNvPr id="28" name="TextBox 50+"/>
          <p:cNvSpPr txBox="1"/>
          <p:nvPr/>
        </p:nvSpPr>
        <p:spPr>
          <a:xfrm>
            <a:off x="2302326" y="2516643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电商平台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9" name="TextBox 54+"/>
          <p:cNvSpPr txBox="1"/>
          <p:nvPr/>
        </p:nvSpPr>
        <p:spPr>
          <a:xfrm>
            <a:off x="2022926" y="2865100"/>
            <a:ext cx="8511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2,856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万</a:t>
            </a:r>
          </a:p>
        </p:txBody>
      </p:sp>
      <p:sp>
        <p:nvSpPr>
          <p:cNvPr id="30" name="TextBox 55+"/>
          <p:cNvSpPr txBox="1"/>
          <p:nvPr/>
        </p:nvSpPr>
        <p:spPr>
          <a:xfrm>
            <a:off x="1997526" y="3213556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本年度销售额</a:t>
            </a:r>
          </a:p>
        </p:txBody>
      </p:sp>
      <p:sp>
        <p:nvSpPr>
          <p:cNvPr id="31" name="图形 68"/>
          <p:cNvSpPr>
            <a:spLocks noChangeAspect="1"/>
          </p:cNvSpPr>
          <p:nvPr/>
        </p:nvSpPr>
        <p:spPr>
          <a:xfrm>
            <a:off x="2000114" y="2531834"/>
            <a:ext cx="252000" cy="234024"/>
          </a:xfrm>
          <a:custGeom>
            <a:avLst/>
            <a:gdLst>
              <a:gd name="connsiteX0" fmla="*/ 298452 w 1709438"/>
              <a:gd name="connsiteY0" fmla="*/ 0 h 1587500"/>
              <a:gd name="connsiteX1" fmla="*/ 1410972 w 1709438"/>
              <a:gd name="connsiteY1" fmla="*/ 0 h 1587500"/>
              <a:gd name="connsiteX2" fmla="*/ 1568770 w 1709438"/>
              <a:gd name="connsiteY2" fmla="*/ 141367 h 1587500"/>
              <a:gd name="connsiteX3" fmla="*/ 1708470 w 1709438"/>
              <a:gd name="connsiteY3" fmla="*/ 1411367 h 1587500"/>
              <a:gd name="connsiteX4" fmla="*/ 1568057 w 1709438"/>
              <a:gd name="connsiteY4" fmla="*/ 1586545 h 1587500"/>
              <a:gd name="connsiteX5" fmla="*/ 1550672 w 1709438"/>
              <a:gd name="connsiteY5" fmla="*/ 1587500 h 1587500"/>
              <a:gd name="connsiteX6" fmla="*/ 158752 w 1709438"/>
              <a:gd name="connsiteY6" fmla="*/ 1587500 h 1587500"/>
              <a:gd name="connsiteX7" fmla="*/ 0 w 1709438"/>
              <a:gd name="connsiteY7" fmla="*/ 1428752 h 1587500"/>
              <a:gd name="connsiteX8" fmla="*/ 955 w 1709438"/>
              <a:gd name="connsiteY8" fmla="*/ 1411367 h 1587500"/>
              <a:gd name="connsiteX9" fmla="*/ 140655 w 1709438"/>
              <a:gd name="connsiteY9" fmla="*/ 141367 h 1587500"/>
              <a:gd name="connsiteX10" fmla="*/ 298452 w 1709438"/>
              <a:gd name="connsiteY10" fmla="*/ 0 h 1587500"/>
              <a:gd name="connsiteX11" fmla="*/ 457837 w 1709438"/>
              <a:gd name="connsiteY11" fmla="*/ 476250 h 1587500"/>
              <a:gd name="connsiteX12" fmla="*/ 854712 w 1709438"/>
              <a:gd name="connsiteY12" fmla="*/ 873125 h 1587500"/>
              <a:gd name="connsiteX13" fmla="*/ 1251587 w 1709438"/>
              <a:gd name="connsiteY13" fmla="*/ 476250 h 1587500"/>
              <a:gd name="connsiteX14" fmla="*/ 1172200 w 1709438"/>
              <a:gd name="connsiteY14" fmla="*/ 396887 h 1587500"/>
              <a:gd name="connsiteX15" fmla="*/ 1092837 w 1709438"/>
              <a:gd name="connsiteY15" fmla="*/ 476250 h 1587500"/>
              <a:gd name="connsiteX16" fmla="*/ 854712 w 1709438"/>
              <a:gd name="connsiteY16" fmla="*/ 714375 h 1587500"/>
              <a:gd name="connsiteX17" fmla="*/ 616587 w 1709438"/>
              <a:gd name="connsiteY17" fmla="*/ 476250 h 1587500"/>
              <a:gd name="connsiteX18" fmla="*/ 537224 w 1709438"/>
              <a:gd name="connsiteY18" fmla="*/ 396863 h 1587500"/>
              <a:gd name="connsiteX19" fmla="*/ 457837 w 1709438"/>
              <a:gd name="connsiteY19" fmla="*/ 476226 h 1587500"/>
              <a:gd name="connsiteX20" fmla="*/ 457837 w 1709438"/>
              <a:gd name="connsiteY20" fmla="*/ 476250 h 158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709438" h="1587500">
                <a:moveTo>
                  <a:pt x="298452" y="0"/>
                </a:moveTo>
                <a:lnTo>
                  <a:pt x="1410972" y="0"/>
                </a:lnTo>
                <a:cubicBezTo>
                  <a:pt x="1491921" y="-1"/>
                  <a:pt x="1559906" y="60905"/>
                  <a:pt x="1568770" y="141367"/>
                </a:cubicBezTo>
                <a:lnTo>
                  <a:pt x="1708470" y="1411367"/>
                </a:lnTo>
                <a:cubicBezTo>
                  <a:pt x="1718070" y="1498515"/>
                  <a:pt x="1655205" y="1576945"/>
                  <a:pt x="1568057" y="1586545"/>
                </a:cubicBezTo>
                <a:cubicBezTo>
                  <a:pt x="1562284" y="1587181"/>
                  <a:pt x="1556480" y="1587500"/>
                  <a:pt x="1550672" y="1587500"/>
                </a:cubicBezTo>
                <a:lnTo>
                  <a:pt x="158752" y="1587500"/>
                </a:lnTo>
                <a:cubicBezTo>
                  <a:pt x="71077" y="1587501"/>
                  <a:pt x="1" y="1516427"/>
                  <a:pt x="0" y="1428752"/>
                </a:cubicBezTo>
                <a:cubicBezTo>
                  <a:pt x="0" y="1422944"/>
                  <a:pt x="319" y="1417140"/>
                  <a:pt x="955" y="1411367"/>
                </a:cubicBezTo>
                <a:lnTo>
                  <a:pt x="140655" y="141367"/>
                </a:lnTo>
                <a:cubicBezTo>
                  <a:pt x="149518" y="60905"/>
                  <a:pt x="217504" y="-1"/>
                  <a:pt x="298452" y="0"/>
                </a:cubicBezTo>
                <a:close/>
                <a:moveTo>
                  <a:pt x="457837" y="476250"/>
                </a:moveTo>
                <a:cubicBezTo>
                  <a:pt x="457837" y="695438"/>
                  <a:pt x="635524" y="873125"/>
                  <a:pt x="854712" y="873125"/>
                </a:cubicBezTo>
                <a:cubicBezTo>
                  <a:pt x="1073900" y="873125"/>
                  <a:pt x="1251587" y="695438"/>
                  <a:pt x="1251587" y="476250"/>
                </a:cubicBezTo>
                <a:cubicBezTo>
                  <a:pt x="1251580" y="432412"/>
                  <a:pt x="1216038" y="396881"/>
                  <a:pt x="1172200" y="396887"/>
                </a:cubicBezTo>
                <a:cubicBezTo>
                  <a:pt x="1128372" y="396894"/>
                  <a:pt x="1092844" y="432422"/>
                  <a:pt x="1092837" y="476250"/>
                </a:cubicBezTo>
                <a:cubicBezTo>
                  <a:pt x="1092837" y="607763"/>
                  <a:pt x="986225" y="714375"/>
                  <a:pt x="854712" y="714375"/>
                </a:cubicBezTo>
                <a:cubicBezTo>
                  <a:pt x="723199" y="714375"/>
                  <a:pt x="616587" y="607763"/>
                  <a:pt x="616587" y="476250"/>
                </a:cubicBezTo>
                <a:cubicBezTo>
                  <a:pt x="616594" y="432412"/>
                  <a:pt x="581062" y="396870"/>
                  <a:pt x="537224" y="396863"/>
                </a:cubicBezTo>
                <a:cubicBezTo>
                  <a:pt x="493387" y="396856"/>
                  <a:pt x="457844" y="432388"/>
                  <a:pt x="457837" y="476226"/>
                </a:cubicBezTo>
                <a:cubicBezTo>
                  <a:pt x="457837" y="476234"/>
                  <a:pt x="457837" y="476242"/>
                  <a:pt x="457837" y="476250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32" name="Chart 47++"/>
          <p:cNvGraphicFramePr/>
          <p:nvPr/>
        </p:nvGraphicFramePr>
        <p:xfrm>
          <a:off x="129074" y="3690668"/>
          <a:ext cx="2163276" cy="1442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3" name="TextBox 49++"/>
          <p:cNvSpPr txBox="1"/>
          <p:nvPr/>
        </p:nvSpPr>
        <p:spPr>
          <a:xfrm>
            <a:off x="903288" y="4224406"/>
            <a:ext cx="6251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56.2%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4" name="TextBox 55+++"/>
          <p:cNvSpPr txBox="1"/>
          <p:nvPr/>
        </p:nvSpPr>
        <p:spPr>
          <a:xfrm>
            <a:off x="985041" y="4451805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</a:p>
        </p:txBody>
      </p:sp>
      <p:sp>
        <p:nvSpPr>
          <p:cNvPr id="35" name="TextBox 50++"/>
          <p:cNvSpPr txBox="1"/>
          <p:nvPr/>
        </p:nvSpPr>
        <p:spPr>
          <a:xfrm>
            <a:off x="2302326" y="3968071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直销团队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6" name="TextBox 54++"/>
          <p:cNvSpPr txBox="1"/>
          <p:nvPr/>
        </p:nvSpPr>
        <p:spPr>
          <a:xfrm>
            <a:off x="2022926" y="4316528"/>
            <a:ext cx="8511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1,542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万</a:t>
            </a:r>
          </a:p>
        </p:txBody>
      </p:sp>
      <p:sp>
        <p:nvSpPr>
          <p:cNvPr id="37" name="TextBox 55++"/>
          <p:cNvSpPr txBox="1"/>
          <p:nvPr/>
        </p:nvSpPr>
        <p:spPr>
          <a:xfrm>
            <a:off x="1997526" y="4664984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本年度销售额</a:t>
            </a:r>
          </a:p>
        </p:txBody>
      </p:sp>
      <p:sp>
        <p:nvSpPr>
          <p:cNvPr id="38" name="图形 77"/>
          <p:cNvSpPr>
            <a:spLocks noChangeAspect="1"/>
          </p:cNvSpPr>
          <p:nvPr/>
        </p:nvSpPr>
        <p:spPr>
          <a:xfrm>
            <a:off x="2023380" y="3936319"/>
            <a:ext cx="252000" cy="280729"/>
          </a:xfrm>
          <a:custGeom>
            <a:avLst/>
            <a:gdLst>
              <a:gd name="connsiteX0" fmla="*/ 1134815 w 1501303"/>
              <a:gd name="connsiteY0" fmla="*/ 939478 h 1672456"/>
              <a:gd name="connsiteX1" fmla="*/ 1501304 w 1501303"/>
              <a:gd name="connsiteY1" fmla="*/ 1305967 h 1672456"/>
              <a:gd name="connsiteX2" fmla="*/ 1134815 w 1501303"/>
              <a:gd name="connsiteY2" fmla="*/ 1672456 h 1672456"/>
              <a:gd name="connsiteX3" fmla="*/ 768325 w 1501303"/>
              <a:gd name="connsiteY3" fmla="*/ 1305967 h 1672456"/>
              <a:gd name="connsiteX4" fmla="*/ 1134815 w 1501303"/>
              <a:gd name="connsiteY4" fmla="*/ 939478 h 1672456"/>
              <a:gd name="connsiteX5" fmla="*/ 740978 w 1501303"/>
              <a:gd name="connsiteY5" fmla="*/ 997148 h 1672456"/>
              <a:gd name="connsiteX6" fmla="*/ 634380 w 1501303"/>
              <a:gd name="connsiteY6" fmla="*/ 1305967 h 1672456"/>
              <a:gd name="connsiteX7" fmla="*/ 788231 w 1501303"/>
              <a:gd name="connsiteY7" fmla="*/ 1666875 h 1672456"/>
              <a:gd name="connsiteX8" fmla="*/ 148828 w 1501303"/>
              <a:gd name="connsiteY8" fmla="*/ 1666875 h 1672456"/>
              <a:gd name="connsiteX9" fmla="*/ 0 w 1501303"/>
              <a:gd name="connsiteY9" fmla="*/ 1518047 h 1672456"/>
              <a:gd name="connsiteX10" fmla="*/ 0 w 1501303"/>
              <a:gd name="connsiteY10" fmla="*/ 1313408 h 1672456"/>
              <a:gd name="connsiteX11" fmla="*/ 316260 w 1501303"/>
              <a:gd name="connsiteY11" fmla="*/ 997148 h 1672456"/>
              <a:gd name="connsiteX12" fmla="*/ 740978 w 1501303"/>
              <a:gd name="connsiteY12" fmla="*/ 997148 h 1672456"/>
              <a:gd name="connsiteX13" fmla="*/ 1019473 w 1501303"/>
              <a:gd name="connsiteY13" fmla="*/ 1137605 h 1672456"/>
              <a:gd name="connsiteX14" fmla="*/ 1000683 w 1501303"/>
              <a:gd name="connsiteY14" fmla="*/ 1135559 h 1672456"/>
              <a:gd name="connsiteX15" fmla="*/ 977615 w 1501303"/>
              <a:gd name="connsiteY15" fmla="*/ 1170347 h 1672456"/>
              <a:gd name="connsiteX16" fmla="*/ 977801 w 1501303"/>
              <a:gd name="connsiteY16" fmla="*/ 1170905 h 1672456"/>
              <a:gd name="connsiteX17" fmla="*/ 1000869 w 1501303"/>
              <a:gd name="connsiteY17" fmla="*/ 1279922 h 1672456"/>
              <a:gd name="connsiteX18" fmla="*/ 1195834 w 1501303"/>
              <a:gd name="connsiteY18" fmla="*/ 1309688 h 1672456"/>
              <a:gd name="connsiteX19" fmla="*/ 1000869 w 1501303"/>
              <a:gd name="connsiteY19" fmla="*/ 1339639 h 1672456"/>
              <a:gd name="connsiteX20" fmla="*/ 977801 w 1501303"/>
              <a:gd name="connsiteY20" fmla="*/ 1448656 h 1672456"/>
              <a:gd name="connsiteX21" fmla="*/ 979847 w 1501303"/>
              <a:gd name="connsiteY21" fmla="*/ 1467445 h 1672456"/>
              <a:gd name="connsiteX22" fmla="*/ 1018915 w 1501303"/>
              <a:gd name="connsiteY22" fmla="*/ 1482142 h 1672456"/>
              <a:gd name="connsiteX23" fmla="*/ 1019473 w 1501303"/>
              <a:gd name="connsiteY23" fmla="*/ 1481956 h 1672456"/>
              <a:gd name="connsiteX24" fmla="*/ 1331454 w 1501303"/>
              <a:gd name="connsiteY24" fmla="*/ 1336849 h 1672456"/>
              <a:gd name="connsiteX25" fmla="*/ 1345964 w 1501303"/>
              <a:gd name="connsiteY25" fmla="*/ 1322338 h 1672456"/>
              <a:gd name="connsiteX26" fmla="*/ 1332012 w 1501303"/>
              <a:gd name="connsiteY26" fmla="*/ 1283085 h 1672456"/>
              <a:gd name="connsiteX27" fmla="*/ 1331454 w 1501303"/>
              <a:gd name="connsiteY27" fmla="*/ 1282898 h 1672456"/>
              <a:gd name="connsiteX28" fmla="*/ 1019473 w 1501303"/>
              <a:gd name="connsiteY28" fmla="*/ 1137605 h 1672456"/>
              <a:gd name="connsiteX29" fmla="*/ 677168 w 1501303"/>
              <a:gd name="connsiteY29" fmla="*/ 0 h 1672456"/>
              <a:gd name="connsiteX30" fmla="*/ 1114351 w 1501303"/>
              <a:gd name="connsiteY30" fmla="*/ 437183 h 1672456"/>
              <a:gd name="connsiteX31" fmla="*/ 684423 w 1501303"/>
              <a:gd name="connsiteY31" fmla="*/ 874365 h 1672456"/>
              <a:gd name="connsiteX32" fmla="*/ 677168 w 1501303"/>
              <a:gd name="connsiteY32" fmla="*/ 874365 h 1672456"/>
              <a:gd name="connsiteX33" fmla="*/ 239985 w 1501303"/>
              <a:gd name="connsiteY33" fmla="*/ 437183 h 1672456"/>
              <a:gd name="connsiteX34" fmla="*/ 669913 w 1501303"/>
              <a:gd name="connsiteY34" fmla="*/ 0 h 1672456"/>
              <a:gd name="connsiteX35" fmla="*/ 677168 w 1501303"/>
              <a:gd name="connsiteY35" fmla="*/ 0 h 167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501303" h="1672456">
                <a:moveTo>
                  <a:pt x="1134815" y="939478"/>
                </a:moveTo>
                <a:cubicBezTo>
                  <a:pt x="1337221" y="939478"/>
                  <a:pt x="1501304" y="1103561"/>
                  <a:pt x="1501304" y="1305967"/>
                </a:cubicBezTo>
                <a:cubicBezTo>
                  <a:pt x="1501304" y="1508373"/>
                  <a:pt x="1337221" y="1672456"/>
                  <a:pt x="1134815" y="1672456"/>
                </a:cubicBezTo>
                <a:cubicBezTo>
                  <a:pt x="932408" y="1672456"/>
                  <a:pt x="768325" y="1508373"/>
                  <a:pt x="768325" y="1305967"/>
                </a:cubicBezTo>
                <a:cubicBezTo>
                  <a:pt x="768325" y="1103561"/>
                  <a:pt x="932408" y="939478"/>
                  <a:pt x="1134815" y="939478"/>
                </a:cubicBezTo>
                <a:close/>
                <a:moveTo>
                  <a:pt x="740978" y="997148"/>
                </a:moveTo>
                <a:cubicBezTo>
                  <a:pt x="674191" y="1082167"/>
                  <a:pt x="634380" y="1189509"/>
                  <a:pt x="634380" y="1305967"/>
                </a:cubicBezTo>
                <a:cubicBezTo>
                  <a:pt x="634380" y="1447726"/>
                  <a:pt x="693353" y="1575904"/>
                  <a:pt x="788231" y="1666875"/>
                </a:cubicBezTo>
                <a:lnTo>
                  <a:pt x="148828" y="1666875"/>
                </a:lnTo>
                <a:cubicBezTo>
                  <a:pt x="66601" y="1666875"/>
                  <a:pt x="0" y="1600274"/>
                  <a:pt x="0" y="1518047"/>
                </a:cubicBezTo>
                <a:lnTo>
                  <a:pt x="0" y="1313408"/>
                </a:lnTo>
                <a:cubicBezTo>
                  <a:pt x="0" y="1138721"/>
                  <a:pt x="141573" y="997148"/>
                  <a:pt x="316260" y="997148"/>
                </a:cubicBezTo>
                <a:lnTo>
                  <a:pt x="740978" y="997148"/>
                </a:lnTo>
                <a:close/>
                <a:moveTo>
                  <a:pt x="1019473" y="1137605"/>
                </a:moveTo>
                <a:cubicBezTo>
                  <a:pt x="1013706" y="1134815"/>
                  <a:pt x="1007008" y="1134070"/>
                  <a:pt x="1000683" y="1135559"/>
                </a:cubicBezTo>
                <a:cubicBezTo>
                  <a:pt x="984870" y="1138907"/>
                  <a:pt x="974638" y="1154348"/>
                  <a:pt x="977615" y="1170347"/>
                </a:cubicBezTo>
                <a:lnTo>
                  <a:pt x="977801" y="1170905"/>
                </a:lnTo>
                <a:lnTo>
                  <a:pt x="1000869" y="1279922"/>
                </a:lnTo>
                <a:lnTo>
                  <a:pt x="1195834" y="1309688"/>
                </a:lnTo>
                <a:lnTo>
                  <a:pt x="1000869" y="1339639"/>
                </a:lnTo>
                <a:lnTo>
                  <a:pt x="977801" y="1448656"/>
                </a:lnTo>
                <a:cubicBezTo>
                  <a:pt x="976499" y="1454981"/>
                  <a:pt x="977243" y="1461492"/>
                  <a:pt x="979847" y="1467445"/>
                </a:cubicBezTo>
                <a:cubicBezTo>
                  <a:pt x="986731" y="1482142"/>
                  <a:pt x="1004032" y="1488653"/>
                  <a:pt x="1018915" y="1482142"/>
                </a:cubicBezTo>
                <a:lnTo>
                  <a:pt x="1019473" y="1481956"/>
                </a:lnTo>
                <a:lnTo>
                  <a:pt x="1331454" y="1336849"/>
                </a:lnTo>
                <a:cubicBezTo>
                  <a:pt x="1337779" y="1333872"/>
                  <a:pt x="1342988" y="1328849"/>
                  <a:pt x="1345964" y="1322338"/>
                </a:cubicBezTo>
                <a:cubicBezTo>
                  <a:pt x="1352848" y="1307641"/>
                  <a:pt x="1346523" y="1290154"/>
                  <a:pt x="1332012" y="1283085"/>
                </a:cubicBezTo>
                <a:lnTo>
                  <a:pt x="1331454" y="1282898"/>
                </a:lnTo>
                <a:lnTo>
                  <a:pt x="1019473" y="1137605"/>
                </a:lnTo>
                <a:close/>
                <a:moveTo>
                  <a:pt x="677168" y="0"/>
                </a:moveTo>
                <a:cubicBezTo>
                  <a:pt x="918642" y="0"/>
                  <a:pt x="1114351" y="195709"/>
                  <a:pt x="1114351" y="437183"/>
                </a:cubicBezTo>
                <a:cubicBezTo>
                  <a:pt x="1114351" y="676238"/>
                  <a:pt x="922548" y="870459"/>
                  <a:pt x="684423" y="874365"/>
                </a:cubicBezTo>
                <a:lnTo>
                  <a:pt x="677168" y="874365"/>
                </a:lnTo>
                <a:cubicBezTo>
                  <a:pt x="435694" y="874365"/>
                  <a:pt x="239985" y="678656"/>
                  <a:pt x="239985" y="437183"/>
                </a:cubicBezTo>
                <a:cubicBezTo>
                  <a:pt x="239985" y="198127"/>
                  <a:pt x="431788" y="3907"/>
                  <a:pt x="669913" y="0"/>
                </a:cubicBezTo>
                <a:lnTo>
                  <a:pt x="677168" y="0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39" name="Chart 47+++"/>
          <p:cNvGraphicFramePr/>
          <p:nvPr/>
        </p:nvGraphicFramePr>
        <p:xfrm>
          <a:off x="129074" y="5116441"/>
          <a:ext cx="2163276" cy="1442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0" name="TextBox 49+++"/>
          <p:cNvSpPr txBox="1"/>
          <p:nvPr/>
        </p:nvSpPr>
        <p:spPr>
          <a:xfrm>
            <a:off x="903288" y="5654063"/>
            <a:ext cx="6251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71.8%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1" name="TextBox 55++++"/>
          <p:cNvSpPr txBox="1"/>
          <p:nvPr/>
        </p:nvSpPr>
        <p:spPr>
          <a:xfrm>
            <a:off x="985041" y="5881462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</a:p>
        </p:txBody>
      </p:sp>
      <p:sp>
        <p:nvSpPr>
          <p:cNvPr id="42" name="TextBox 50+++"/>
          <p:cNvSpPr txBox="1"/>
          <p:nvPr/>
        </p:nvSpPr>
        <p:spPr>
          <a:xfrm>
            <a:off x="2302326" y="5426757"/>
            <a:ext cx="69249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经销商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3" name="TextBox 54+++"/>
          <p:cNvSpPr txBox="1"/>
          <p:nvPr/>
        </p:nvSpPr>
        <p:spPr>
          <a:xfrm>
            <a:off x="2022926" y="5775214"/>
            <a:ext cx="8511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1,619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万</a:t>
            </a:r>
          </a:p>
        </p:txBody>
      </p:sp>
      <p:sp>
        <p:nvSpPr>
          <p:cNvPr id="44" name="TextBox 55+++"/>
          <p:cNvSpPr txBox="1"/>
          <p:nvPr/>
        </p:nvSpPr>
        <p:spPr>
          <a:xfrm>
            <a:off x="1997526" y="6123670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本年度销售额</a:t>
            </a:r>
          </a:p>
        </p:txBody>
      </p:sp>
      <p:grpSp>
        <p:nvGrpSpPr>
          <p:cNvPr id="45" name="组合 44"/>
          <p:cNvGrpSpPr>
            <a:grpSpLocks noChangeAspect="1"/>
          </p:cNvGrpSpPr>
          <p:nvPr/>
        </p:nvGrpSpPr>
        <p:grpSpPr>
          <a:xfrm>
            <a:off x="2053770" y="5442858"/>
            <a:ext cx="216000" cy="215176"/>
            <a:chOff x="0" y="0"/>
            <a:chExt cx="1905465" cy="1898196"/>
          </a:xfrm>
          <a:solidFill>
            <a:schemeClr val="accent1"/>
          </a:solidFill>
        </p:grpSpPr>
        <p:sp>
          <p:nvSpPr>
            <p:cNvPr id="46" name="任意多边形: 形状 45"/>
            <p:cNvSpPr/>
            <p:nvPr/>
          </p:nvSpPr>
          <p:spPr>
            <a:xfrm>
              <a:off x="0" y="0"/>
              <a:ext cx="1548190" cy="1768928"/>
            </a:xfrm>
            <a:custGeom>
              <a:avLst/>
              <a:gdLst>
                <a:gd name="connsiteX0" fmla="*/ 1024188 w 1548190"/>
                <a:gd name="connsiteY0" fmla="*/ 663348 h 1768928"/>
                <a:gd name="connsiteX1" fmla="*/ 952733 w 1548190"/>
                <a:gd name="connsiteY1" fmla="*/ 884464 h 1768928"/>
                <a:gd name="connsiteX2" fmla="*/ 1024188 w 1548190"/>
                <a:gd name="connsiteY2" fmla="*/ 1105580 h 1768928"/>
                <a:gd name="connsiteX3" fmla="*/ 96821 w 1548190"/>
                <a:gd name="connsiteY3" fmla="*/ 1105580 h 1768928"/>
                <a:gd name="connsiteX4" fmla="*/ 0 w 1548190"/>
                <a:gd name="connsiteY4" fmla="*/ 994954 h 1768928"/>
                <a:gd name="connsiteX5" fmla="*/ 0 w 1548190"/>
                <a:gd name="connsiteY5" fmla="*/ 773974 h 1768928"/>
                <a:gd name="connsiteX6" fmla="*/ 96821 w 1548190"/>
                <a:gd name="connsiteY6" fmla="*/ 663484 h 1768928"/>
                <a:gd name="connsiteX7" fmla="*/ 1024188 w 1548190"/>
                <a:gd name="connsiteY7" fmla="*/ 663484 h 1768928"/>
                <a:gd name="connsiteX8" fmla="*/ 1479475 w 1548190"/>
                <a:gd name="connsiteY8" fmla="*/ 1101770 h 1768928"/>
                <a:gd name="connsiteX9" fmla="*/ 1548190 w 1548190"/>
                <a:gd name="connsiteY9" fmla="*/ 884464 h 1768928"/>
                <a:gd name="connsiteX10" fmla="*/ 1479475 w 1548190"/>
                <a:gd name="connsiteY10" fmla="*/ 667158 h 1768928"/>
                <a:gd name="connsiteX11" fmla="*/ 1548190 w 1548190"/>
                <a:gd name="connsiteY11" fmla="*/ 773974 h 1768928"/>
                <a:gd name="connsiteX12" fmla="*/ 1548190 w 1548190"/>
                <a:gd name="connsiteY12" fmla="*/ 995090 h 1768928"/>
                <a:gd name="connsiteX13" fmla="*/ 1479475 w 1548190"/>
                <a:gd name="connsiteY13" fmla="*/ 1101770 h 1768928"/>
                <a:gd name="connsiteX14" fmla="*/ 815420 w 1548190"/>
                <a:gd name="connsiteY14" fmla="*/ 1326697 h 1768928"/>
                <a:gd name="connsiteX15" fmla="*/ 714549 w 1548190"/>
                <a:gd name="connsiteY15" fmla="*/ 1661024 h 1768928"/>
                <a:gd name="connsiteX16" fmla="*/ 764806 w 1548190"/>
                <a:gd name="connsiteY16" fmla="*/ 1768929 h 1768928"/>
                <a:gd name="connsiteX17" fmla="*/ 96702 w 1548190"/>
                <a:gd name="connsiteY17" fmla="*/ 1768929 h 1768928"/>
                <a:gd name="connsiteX18" fmla="*/ 0 w 1548190"/>
                <a:gd name="connsiteY18" fmla="*/ 1658303 h 1768928"/>
                <a:gd name="connsiteX19" fmla="*/ 0 w 1548190"/>
                <a:gd name="connsiteY19" fmla="*/ 1437323 h 1768928"/>
                <a:gd name="connsiteX20" fmla="*/ 96821 w 1548190"/>
                <a:gd name="connsiteY20" fmla="*/ 1326697 h 1768928"/>
                <a:gd name="connsiteX21" fmla="*/ 815420 w 1548190"/>
                <a:gd name="connsiteY21" fmla="*/ 1326697 h 1768928"/>
                <a:gd name="connsiteX22" fmla="*/ 1451369 w 1548190"/>
                <a:gd name="connsiteY22" fmla="*/ 0 h 1768928"/>
                <a:gd name="connsiteX23" fmla="*/ 1548190 w 1548190"/>
                <a:gd name="connsiteY23" fmla="*/ 110626 h 1768928"/>
                <a:gd name="connsiteX24" fmla="*/ 1548190 w 1548190"/>
                <a:gd name="connsiteY24" fmla="*/ 331742 h 1768928"/>
                <a:gd name="connsiteX25" fmla="*/ 1451369 w 1548190"/>
                <a:gd name="connsiteY25" fmla="*/ 442232 h 1768928"/>
                <a:gd name="connsiteX26" fmla="*/ 96821 w 1548190"/>
                <a:gd name="connsiteY26" fmla="*/ 442232 h 1768928"/>
                <a:gd name="connsiteX27" fmla="*/ 0 w 1548190"/>
                <a:gd name="connsiteY27" fmla="*/ 331742 h 1768928"/>
                <a:gd name="connsiteX28" fmla="*/ 0 w 1548190"/>
                <a:gd name="connsiteY28" fmla="*/ 110626 h 1768928"/>
                <a:gd name="connsiteX29" fmla="*/ 96821 w 1548190"/>
                <a:gd name="connsiteY29" fmla="*/ 0 h 1768928"/>
                <a:gd name="connsiteX30" fmla="*/ 1451369 w 1548190"/>
                <a:gd name="connsiteY30" fmla="*/ 0 h 1768928"/>
                <a:gd name="connsiteX31" fmla="*/ 1354667 w 1548190"/>
                <a:gd name="connsiteY31" fmla="*/ 331742 h 1768928"/>
                <a:gd name="connsiteX32" fmla="*/ 1354667 w 1548190"/>
                <a:gd name="connsiteY32" fmla="*/ 221116 h 1768928"/>
                <a:gd name="connsiteX33" fmla="*/ 1064441 w 1548190"/>
                <a:gd name="connsiteY33" fmla="*/ 221116 h 1768928"/>
                <a:gd name="connsiteX34" fmla="*/ 1064441 w 1548190"/>
                <a:gd name="connsiteY34" fmla="*/ 331742 h 1768928"/>
                <a:gd name="connsiteX35" fmla="*/ 1354667 w 1548190"/>
                <a:gd name="connsiteY35" fmla="*/ 331742 h 176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548190" h="1768928">
                  <a:moveTo>
                    <a:pt x="1024188" y="663348"/>
                  </a:moveTo>
                  <a:cubicBezTo>
                    <a:pt x="977975" y="724907"/>
                    <a:pt x="952622" y="803363"/>
                    <a:pt x="952733" y="884464"/>
                  </a:cubicBezTo>
                  <a:cubicBezTo>
                    <a:pt x="952733" y="968829"/>
                    <a:pt x="979647" y="1046117"/>
                    <a:pt x="1024188" y="1105580"/>
                  </a:cubicBezTo>
                  <a:lnTo>
                    <a:pt x="96821" y="1105580"/>
                  </a:lnTo>
                  <a:cubicBezTo>
                    <a:pt x="38705" y="1105580"/>
                    <a:pt x="0" y="1061357"/>
                    <a:pt x="0" y="994954"/>
                  </a:cubicBezTo>
                  <a:lnTo>
                    <a:pt x="0" y="773974"/>
                  </a:lnTo>
                  <a:cubicBezTo>
                    <a:pt x="0" y="707708"/>
                    <a:pt x="38705" y="663484"/>
                    <a:pt x="96821" y="663484"/>
                  </a:cubicBezTo>
                  <a:lnTo>
                    <a:pt x="1024188" y="663484"/>
                  </a:lnTo>
                  <a:close/>
                  <a:moveTo>
                    <a:pt x="1479475" y="1101770"/>
                  </a:moveTo>
                  <a:cubicBezTo>
                    <a:pt x="1522348" y="1042851"/>
                    <a:pt x="1548190" y="967060"/>
                    <a:pt x="1548190" y="884464"/>
                  </a:cubicBezTo>
                  <a:cubicBezTo>
                    <a:pt x="1548277" y="805067"/>
                    <a:pt x="1523957" y="728157"/>
                    <a:pt x="1479475" y="667158"/>
                  </a:cubicBezTo>
                  <a:cubicBezTo>
                    <a:pt x="1521633" y="679133"/>
                    <a:pt x="1548190" y="718865"/>
                    <a:pt x="1548190" y="773974"/>
                  </a:cubicBezTo>
                  <a:lnTo>
                    <a:pt x="1548190" y="995090"/>
                  </a:lnTo>
                  <a:cubicBezTo>
                    <a:pt x="1548190" y="1049927"/>
                    <a:pt x="1521633" y="1089796"/>
                    <a:pt x="1479475" y="1101770"/>
                  </a:cubicBezTo>
                  <a:close/>
                  <a:moveTo>
                    <a:pt x="815420" y="1326697"/>
                  </a:moveTo>
                  <a:cubicBezTo>
                    <a:pt x="750221" y="1422239"/>
                    <a:pt x="714730" y="1539872"/>
                    <a:pt x="714549" y="1661024"/>
                  </a:cubicBezTo>
                  <a:cubicBezTo>
                    <a:pt x="714549" y="1702390"/>
                    <a:pt x="732890" y="1738449"/>
                    <a:pt x="764806" y="1768929"/>
                  </a:cubicBezTo>
                  <a:lnTo>
                    <a:pt x="96702" y="1768929"/>
                  </a:lnTo>
                  <a:cubicBezTo>
                    <a:pt x="38824" y="1768929"/>
                    <a:pt x="0" y="1724705"/>
                    <a:pt x="0" y="1658303"/>
                  </a:cubicBezTo>
                  <a:lnTo>
                    <a:pt x="0" y="1437323"/>
                  </a:lnTo>
                  <a:cubicBezTo>
                    <a:pt x="0" y="1370920"/>
                    <a:pt x="38705" y="1326697"/>
                    <a:pt x="96821" y="1326697"/>
                  </a:cubicBezTo>
                  <a:lnTo>
                    <a:pt x="815420" y="1326697"/>
                  </a:lnTo>
                  <a:close/>
                  <a:moveTo>
                    <a:pt x="1451369" y="0"/>
                  </a:moveTo>
                  <a:cubicBezTo>
                    <a:pt x="1509486" y="0"/>
                    <a:pt x="1548190" y="44223"/>
                    <a:pt x="1548190" y="110626"/>
                  </a:cubicBezTo>
                  <a:lnTo>
                    <a:pt x="1548190" y="331742"/>
                  </a:lnTo>
                  <a:cubicBezTo>
                    <a:pt x="1548190" y="398009"/>
                    <a:pt x="1509486" y="442232"/>
                    <a:pt x="1451369" y="442232"/>
                  </a:cubicBezTo>
                  <a:lnTo>
                    <a:pt x="96821" y="442232"/>
                  </a:lnTo>
                  <a:cubicBezTo>
                    <a:pt x="38705" y="442232"/>
                    <a:pt x="0" y="398009"/>
                    <a:pt x="0" y="331742"/>
                  </a:cubicBezTo>
                  <a:lnTo>
                    <a:pt x="0" y="110626"/>
                  </a:lnTo>
                  <a:cubicBezTo>
                    <a:pt x="0" y="44223"/>
                    <a:pt x="38705" y="0"/>
                    <a:pt x="96821" y="0"/>
                  </a:cubicBezTo>
                  <a:lnTo>
                    <a:pt x="1451369" y="0"/>
                  </a:lnTo>
                  <a:close/>
                  <a:moveTo>
                    <a:pt x="1354667" y="331742"/>
                  </a:moveTo>
                  <a:lnTo>
                    <a:pt x="1354667" y="221116"/>
                  </a:lnTo>
                  <a:lnTo>
                    <a:pt x="1064441" y="221116"/>
                  </a:lnTo>
                  <a:lnTo>
                    <a:pt x="1064441" y="331742"/>
                  </a:lnTo>
                  <a:lnTo>
                    <a:pt x="1354667" y="331742"/>
                  </a:lnTo>
                  <a:close/>
                </a:path>
              </a:pathLst>
            </a:custGeom>
            <a:grpFill/>
            <a:ln w="16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833641" y="544269"/>
              <a:ext cx="1071824" cy="1353927"/>
            </a:xfrm>
            <a:custGeom>
              <a:avLst/>
              <a:gdLst>
                <a:gd name="connsiteX0" fmla="*/ 331432 w 1071824"/>
                <a:gd name="connsiteY0" fmla="*/ 587437 h 1353927"/>
                <a:gd name="connsiteX1" fmla="*/ 319509 w 1071824"/>
                <a:gd name="connsiteY1" fmla="*/ 106545 h 1353927"/>
                <a:gd name="connsiteX2" fmla="*/ 740392 w 1071824"/>
                <a:gd name="connsiteY2" fmla="*/ 92922 h 1353927"/>
                <a:gd name="connsiteX3" fmla="*/ 752315 w 1071824"/>
                <a:gd name="connsiteY3" fmla="*/ 573814 h 1353927"/>
                <a:gd name="connsiteX4" fmla="*/ 740392 w 1071824"/>
                <a:gd name="connsiteY4" fmla="*/ 587437 h 1353927"/>
                <a:gd name="connsiteX5" fmla="*/ 1071824 w 1071824"/>
                <a:gd name="connsiteY5" fmla="*/ 1116755 h 1353927"/>
                <a:gd name="connsiteX6" fmla="*/ 0 w 1071824"/>
                <a:gd name="connsiteY6" fmla="*/ 1116755 h 1353927"/>
                <a:gd name="connsiteX7" fmla="*/ 331432 w 1071824"/>
                <a:gd name="connsiteY7" fmla="*/ 587437 h 1353927"/>
                <a:gd name="connsiteX8" fmla="*/ 531863 w 1071824"/>
                <a:gd name="connsiteY8" fmla="*/ 680374 h 1353927"/>
                <a:gd name="connsiteX9" fmla="*/ 357275 w 1071824"/>
                <a:gd name="connsiteY9" fmla="*/ 957143 h 1353927"/>
                <a:gd name="connsiteX10" fmla="*/ 531863 w 1071824"/>
                <a:gd name="connsiteY10" fmla="*/ 1166013 h 1353927"/>
                <a:gd name="connsiteX11" fmla="*/ 714549 w 1071824"/>
                <a:gd name="connsiteY11" fmla="*/ 957143 h 1353927"/>
                <a:gd name="connsiteX12" fmla="*/ 531863 w 1071824"/>
                <a:gd name="connsiteY12" fmla="*/ 680374 h 1353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71824" h="1353927">
                  <a:moveTo>
                    <a:pt x="331432" y="587437"/>
                  </a:moveTo>
                  <a:cubicBezTo>
                    <a:pt x="211916" y="458404"/>
                    <a:pt x="206578" y="243101"/>
                    <a:pt x="319509" y="106545"/>
                  </a:cubicBezTo>
                  <a:cubicBezTo>
                    <a:pt x="432440" y="-30012"/>
                    <a:pt x="620876" y="-36111"/>
                    <a:pt x="740392" y="92922"/>
                  </a:cubicBezTo>
                  <a:cubicBezTo>
                    <a:pt x="859909" y="221955"/>
                    <a:pt x="865247" y="437257"/>
                    <a:pt x="752315" y="573814"/>
                  </a:cubicBezTo>
                  <a:cubicBezTo>
                    <a:pt x="748454" y="578483"/>
                    <a:pt x="744478" y="583026"/>
                    <a:pt x="740392" y="587437"/>
                  </a:cubicBezTo>
                  <a:cubicBezTo>
                    <a:pt x="934988" y="673298"/>
                    <a:pt x="1071824" y="877950"/>
                    <a:pt x="1071824" y="1116755"/>
                  </a:cubicBezTo>
                  <a:cubicBezTo>
                    <a:pt x="1071824" y="1432985"/>
                    <a:pt x="0" y="1432985"/>
                    <a:pt x="0" y="1116755"/>
                  </a:cubicBezTo>
                  <a:cubicBezTo>
                    <a:pt x="0" y="877950"/>
                    <a:pt x="136955" y="673298"/>
                    <a:pt x="331432" y="587437"/>
                  </a:cubicBezTo>
                  <a:close/>
                  <a:moveTo>
                    <a:pt x="531863" y="680374"/>
                  </a:moveTo>
                  <a:lnTo>
                    <a:pt x="357275" y="957143"/>
                  </a:lnTo>
                  <a:lnTo>
                    <a:pt x="531863" y="1166013"/>
                  </a:lnTo>
                  <a:lnTo>
                    <a:pt x="714549" y="957143"/>
                  </a:lnTo>
                  <a:lnTo>
                    <a:pt x="531863" y="680374"/>
                  </a:lnTo>
                  <a:close/>
                </a:path>
              </a:pathLst>
            </a:custGeom>
            <a:grpFill/>
            <a:ln w="16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aphicFrame>
        <p:nvGraphicFramePr>
          <p:cNvPr id="48" name="图表 47"/>
          <p:cNvGraphicFramePr/>
          <p:nvPr/>
        </p:nvGraphicFramePr>
        <p:xfrm>
          <a:off x="3359147" y="943429"/>
          <a:ext cx="5087257" cy="1390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49" name="Chart 93+"/>
          <p:cNvGraphicFramePr/>
          <p:nvPr/>
        </p:nvGraphicFramePr>
        <p:xfrm>
          <a:off x="3359147" y="2402114"/>
          <a:ext cx="5087257" cy="13226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50" name="Chart 93++"/>
          <p:cNvGraphicFramePr/>
          <p:nvPr/>
        </p:nvGraphicFramePr>
        <p:xfrm>
          <a:off x="3359147" y="3817257"/>
          <a:ext cx="5087257" cy="13443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51" name="Chart 93+++"/>
          <p:cNvGraphicFramePr/>
          <p:nvPr/>
        </p:nvGraphicFramePr>
        <p:xfrm>
          <a:off x="3359147" y="5341257"/>
          <a:ext cx="5087257" cy="1257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52" name="矩形 51"/>
          <p:cNvSpPr/>
          <p:nvPr/>
        </p:nvSpPr>
        <p:spPr>
          <a:xfrm>
            <a:off x="8766629" y="873125"/>
            <a:ext cx="2982459" cy="4032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3" name="Freeform 101+"/>
          <p:cNvSpPr/>
          <p:nvPr/>
        </p:nvSpPr>
        <p:spPr>
          <a:xfrm flipV="1">
            <a:off x="8977085" y="3833813"/>
            <a:ext cx="631371" cy="970416"/>
          </a:xfrm>
          <a:custGeom>
            <a:avLst/>
            <a:gdLst>
              <a:gd name="connsiteX0" fmla="*/ 0 w 573314"/>
              <a:gd name="connsiteY0" fmla="*/ 0 h 1502229"/>
              <a:gd name="connsiteX1" fmla="*/ 0 w 573314"/>
              <a:gd name="connsiteY1" fmla="*/ 1219200 h 1502229"/>
              <a:gd name="connsiteX2" fmla="*/ 573314 w 573314"/>
              <a:gd name="connsiteY2" fmla="*/ 1502229 h 1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314" h="1502229">
                <a:moveTo>
                  <a:pt x="0" y="0"/>
                </a:moveTo>
                <a:lnTo>
                  <a:pt x="0" y="1219200"/>
                </a:lnTo>
                <a:lnTo>
                  <a:pt x="573314" y="1502229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4" name="Freeform 101++"/>
          <p:cNvSpPr/>
          <p:nvPr/>
        </p:nvSpPr>
        <p:spPr>
          <a:xfrm flipH="1" flipV="1">
            <a:off x="10856685" y="3833813"/>
            <a:ext cx="631371" cy="970416"/>
          </a:xfrm>
          <a:custGeom>
            <a:avLst/>
            <a:gdLst>
              <a:gd name="connsiteX0" fmla="*/ 0 w 573314"/>
              <a:gd name="connsiteY0" fmla="*/ 0 h 1502229"/>
              <a:gd name="connsiteX1" fmla="*/ 0 w 573314"/>
              <a:gd name="connsiteY1" fmla="*/ 1219200 h 1502229"/>
              <a:gd name="connsiteX2" fmla="*/ 573314 w 573314"/>
              <a:gd name="connsiteY2" fmla="*/ 1502229 h 1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314" h="1502229">
                <a:moveTo>
                  <a:pt x="0" y="0"/>
                </a:moveTo>
                <a:lnTo>
                  <a:pt x="0" y="1219200"/>
                </a:lnTo>
                <a:lnTo>
                  <a:pt x="573314" y="1502229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5" name="TextBox 104+"/>
          <p:cNvSpPr txBox="1"/>
          <p:nvPr/>
        </p:nvSpPr>
        <p:spPr>
          <a:xfrm>
            <a:off x="9165928" y="4495349"/>
            <a:ext cx="71814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直销团队</a:t>
            </a:r>
          </a:p>
        </p:txBody>
      </p:sp>
      <p:sp>
        <p:nvSpPr>
          <p:cNvPr id="56" name="Rounded Rectangle 102+"/>
          <p:cNvSpPr/>
          <p:nvPr/>
        </p:nvSpPr>
        <p:spPr>
          <a:xfrm>
            <a:off x="9020629" y="4421642"/>
            <a:ext cx="1008742" cy="3628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7" name="TextBox 104++"/>
          <p:cNvSpPr txBox="1"/>
          <p:nvPr/>
        </p:nvSpPr>
        <p:spPr>
          <a:xfrm>
            <a:off x="10559300" y="4495349"/>
            <a:ext cx="71814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电商平台</a:t>
            </a:r>
          </a:p>
        </p:txBody>
      </p:sp>
      <p:sp>
        <p:nvSpPr>
          <p:cNvPr id="58" name="Rounded Rectangle 102++"/>
          <p:cNvSpPr/>
          <p:nvPr/>
        </p:nvSpPr>
        <p:spPr>
          <a:xfrm>
            <a:off x="10414001" y="4421642"/>
            <a:ext cx="1008742" cy="3628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9" name="任意多边形: 形状 58"/>
          <p:cNvSpPr/>
          <p:nvPr/>
        </p:nvSpPr>
        <p:spPr>
          <a:xfrm>
            <a:off x="8969828" y="1627643"/>
            <a:ext cx="631371" cy="970416"/>
          </a:xfrm>
          <a:custGeom>
            <a:avLst/>
            <a:gdLst>
              <a:gd name="connsiteX0" fmla="*/ 0 w 573314"/>
              <a:gd name="connsiteY0" fmla="*/ 0 h 1502229"/>
              <a:gd name="connsiteX1" fmla="*/ 0 w 573314"/>
              <a:gd name="connsiteY1" fmla="*/ 1219200 h 1502229"/>
              <a:gd name="connsiteX2" fmla="*/ 573314 w 573314"/>
              <a:gd name="connsiteY2" fmla="*/ 1502229 h 1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314" h="1502229">
                <a:moveTo>
                  <a:pt x="0" y="0"/>
                </a:moveTo>
                <a:lnTo>
                  <a:pt x="0" y="1219200"/>
                </a:lnTo>
                <a:lnTo>
                  <a:pt x="573314" y="1502229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9020629" y="1627643"/>
            <a:ext cx="1008742" cy="3628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9255696" y="1701350"/>
            <a:ext cx="53860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经销商</a:t>
            </a:r>
          </a:p>
        </p:txBody>
      </p:sp>
      <p:sp>
        <p:nvSpPr>
          <p:cNvPr id="62" name="TextBox 104+"/>
          <p:cNvSpPr txBox="1"/>
          <p:nvPr/>
        </p:nvSpPr>
        <p:spPr>
          <a:xfrm>
            <a:off x="9306366" y="1994812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17%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3" name="Freeform 101+"/>
          <p:cNvSpPr/>
          <p:nvPr/>
        </p:nvSpPr>
        <p:spPr>
          <a:xfrm flipH="1">
            <a:off x="10849428" y="1627643"/>
            <a:ext cx="631371" cy="970416"/>
          </a:xfrm>
          <a:custGeom>
            <a:avLst/>
            <a:gdLst>
              <a:gd name="connsiteX0" fmla="*/ 0 w 573314"/>
              <a:gd name="connsiteY0" fmla="*/ 0 h 1502229"/>
              <a:gd name="connsiteX1" fmla="*/ 0 w 573314"/>
              <a:gd name="connsiteY1" fmla="*/ 1219200 h 1502229"/>
              <a:gd name="connsiteX2" fmla="*/ 573314 w 573314"/>
              <a:gd name="connsiteY2" fmla="*/ 1502229 h 1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314" h="1502229">
                <a:moveTo>
                  <a:pt x="0" y="0"/>
                </a:moveTo>
                <a:lnTo>
                  <a:pt x="0" y="1219200"/>
                </a:lnTo>
                <a:lnTo>
                  <a:pt x="573314" y="1502229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4" name="TextBox 104+"/>
          <p:cNvSpPr txBox="1"/>
          <p:nvPr/>
        </p:nvSpPr>
        <p:spPr>
          <a:xfrm>
            <a:off x="10579469" y="1701350"/>
            <a:ext cx="71814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线下门店</a:t>
            </a:r>
          </a:p>
        </p:txBody>
      </p:sp>
      <p:sp>
        <p:nvSpPr>
          <p:cNvPr id="65" name="Rounded Rectangle 102+"/>
          <p:cNvSpPr/>
          <p:nvPr/>
        </p:nvSpPr>
        <p:spPr>
          <a:xfrm>
            <a:off x="10434170" y="1627643"/>
            <a:ext cx="1008742" cy="3628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6" name="TextBox 104++"/>
          <p:cNvSpPr txBox="1"/>
          <p:nvPr/>
        </p:nvSpPr>
        <p:spPr>
          <a:xfrm>
            <a:off x="10719907" y="1994812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35%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7" name="TextBox 104+++"/>
          <p:cNvSpPr txBox="1"/>
          <p:nvPr/>
        </p:nvSpPr>
        <p:spPr>
          <a:xfrm>
            <a:off x="10719907" y="4142924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31%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8" name="TextBox 104++"/>
          <p:cNvSpPr txBox="1"/>
          <p:nvPr/>
        </p:nvSpPr>
        <p:spPr>
          <a:xfrm>
            <a:off x="9306366" y="4142924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17%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aphicFrame>
        <p:nvGraphicFramePr>
          <p:cNvPr id="69" name="图表 68"/>
          <p:cNvGraphicFramePr/>
          <p:nvPr/>
        </p:nvGraphicFramePr>
        <p:xfrm>
          <a:off x="8715829" y="2018697"/>
          <a:ext cx="3164114" cy="2386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0" name="任意多边形: 形状 69"/>
          <p:cNvSpPr/>
          <p:nvPr/>
        </p:nvSpPr>
        <p:spPr>
          <a:xfrm>
            <a:off x="9055357" y="873125"/>
            <a:ext cx="2405005" cy="558109"/>
          </a:xfrm>
          <a:custGeom>
            <a:avLst/>
            <a:gdLst>
              <a:gd name="connsiteX0" fmla="*/ 0 w 2405005"/>
              <a:gd name="connsiteY0" fmla="*/ 0 h 646113"/>
              <a:gd name="connsiteX1" fmla="*/ 2405005 w 2405005"/>
              <a:gd name="connsiteY1" fmla="*/ 0 h 646113"/>
              <a:gd name="connsiteX2" fmla="*/ 2405005 w 2405005"/>
              <a:gd name="connsiteY2" fmla="*/ 1885 h 646113"/>
              <a:gd name="connsiteX3" fmla="*/ 2404451 w 2405005"/>
              <a:gd name="connsiteY3" fmla="*/ 1852 h 646113"/>
              <a:gd name="connsiteX4" fmla="*/ 2318385 w 2405005"/>
              <a:gd name="connsiteY4" fmla="*/ 78164 h 646113"/>
              <a:gd name="connsiteX5" fmla="*/ 2196366 w 2405005"/>
              <a:gd name="connsiteY5" fmla="*/ 536763 h 646113"/>
              <a:gd name="connsiteX6" fmla="*/ 2188970 w 2405005"/>
              <a:gd name="connsiteY6" fmla="*/ 573395 h 646113"/>
              <a:gd name="connsiteX7" fmla="*/ 2079264 w 2405005"/>
              <a:gd name="connsiteY7" fmla="*/ 646113 h 646113"/>
              <a:gd name="connsiteX8" fmla="*/ 319390 w 2405005"/>
              <a:gd name="connsiteY8" fmla="*/ 646112 h 646113"/>
              <a:gd name="connsiteX9" fmla="*/ 209684 w 2405005"/>
              <a:gd name="connsiteY9" fmla="*/ 573394 h 646113"/>
              <a:gd name="connsiteX10" fmla="*/ 204107 w 2405005"/>
              <a:gd name="connsiteY10" fmla="*/ 545772 h 646113"/>
              <a:gd name="connsiteX11" fmla="*/ 202977 w 2405005"/>
              <a:gd name="connsiteY11" fmla="*/ 545772 h 646113"/>
              <a:gd name="connsiteX12" fmla="*/ 78561 w 2405005"/>
              <a:gd name="connsiteY12" fmla="*/ 78164 h 646113"/>
              <a:gd name="connsiteX13" fmla="*/ 30191 w 2405005"/>
              <a:gd name="connsiteY13" fmla="*/ 14897 h 646113"/>
              <a:gd name="connsiteX14" fmla="*/ 0 w 2405005"/>
              <a:gd name="connsiteY14" fmla="*/ 4449 h 646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05005" h="646113">
                <a:moveTo>
                  <a:pt x="0" y="0"/>
                </a:moveTo>
                <a:lnTo>
                  <a:pt x="2405005" y="0"/>
                </a:lnTo>
                <a:lnTo>
                  <a:pt x="2405005" y="1885"/>
                </a:lnTo>
                <a:lnTo>
                  <a:pt x="2404451" y="1852"/>
                </a:lnTo>
                <a:cubicBezTo>
                  <a:pt x="2364299" y="7514"/>
                  <a:pt x="2329467" y="36513"/>
                  <a:pt x="2318385" y="78164"/>
                </a:cubicBezTo>
                <a:lnTo>
                  <a:pt x="2196366" y="536763"/>
                </a:lnTo>
                <a:lnTo>
                  <a:pt x="2188970" y="573395"/>
                </a:lnTo>
                <a:cubicBezTo>
                  <a:pt x="2170896" y="616128"/>
                  <a:pt x="2128582" y="646113"/>
                  <a:pt x="2079264" y="646113"/>
                </a:cubicBezTo>
                <a:lnTo>
                  <a:pt x="319390" y="646112"/>
                </a:lnTo>
                <a:cubicBezTo>
                  <a:pt x="270072" y="646112"/>
                  <a:pt x="227758" y="616127"/>
                  <a:pt x="209684" y="573394"/>
                </a:cubicBezTo>
                <a:lnTo>
                  <a:pt x="204107" y="545772"/>
                </a:lnTo>
                <a:lnTo>
                  <a:pt x="202977" y="545772"/>
                </a:lnTo>
                <a:lnTo>
                  <a:pt x="78561" y="78164"/>
                </a:lnTo>
                <a:cubicBezTo>
                  <a:pt x="71173" y="50396"/>
                  <a:pt x="53229" y="28252"/>
                  <a:pt x="30191" y="14897"/>
                </a:cubicBezTo>
                <a:lnTo>
                  <a:pt x="0" y="444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1" name="TextBox 50+"/>
          <p:cNvSpPr txBox="1"/>
          <p:nvPr/>
        </p:nvSpPr>
        <p:spPr>
          <a:xfrm>
            <a:off x="9449946" y="1013680"/>
            <a:ext cx="16158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各渠道销售占比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8924597" y="5637809"/>
            <a:ext cx="257762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线下渠道：拓展二线城市门店，新增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家门店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8924597" y="5842279"/>
            <a:ext cx="256801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电商渠道：加强社交媒体，提升复购率至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35%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8924597" y="6046749"/>
            <a:ext cx="2564805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直销团队：加强大客户开发，提升平均订单额</a:t>
            </a:r>
          </a:p>
        </p:txBody>
      </p:sp>
      <p:sp>
        <p:nvSpPr>
          <p:cNvPr id="75" name="文本框 74"/>
          <p:cNvSpPr txBox="1"/>
          <p:nvPr/>
        </p:nvSpPr>
        <p:spPr>
          <a:xfrm>
            <a:off x="8924597" y="6251220"/>
            <a:ext cx="2564805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经销商：优化激励政策，建立数字化管理系统</a:t>
            </a:r>
          </a:p>
        </p:txBody>
      </p:sp>
      <p:sp>
        <p:nvSpPr>
          <p:cNvPr id="76" name="Freeform 129+"/>
          <p:cNvSpPr/>
          <p:nvPr/>
        </p:nvSpPr>
        <p:spPr>
          <a:xfrm>
            <a:off x="9055357" y="4989662"/>
            <a:ext cx="2405005" cy="558109"/>
          </a:xfrm>
          <a:custGeom>
            <a:avLst/>
            <a:gdLst>
              <a:gd name="connsiteX0" fmla="*/ 0 w 2405005"/>
              <a:gd name="connsiteY0" fmla="*/ 0 h 646113"/>
              <a:gd name="connsiteX1" fmla="*/ 2405005 w 2405005"/>
              <a:gd name="connsiteY1" fmla="*/ 0 h 646113"/>
              <a:gd name="connsiteX2" fmla="*/ 2405005 w 2405005"/>
              <a:gd name="connsiteY2" fmla="*/ 1885 h 646113"/>
              <a:gd name="connsiteX3" fmla="*/ 2404451 w 2405005"/>
              <a:gd name="connsiteY3" fmla="*/ 1852 h 646113"/>
              <a:gd name="connsiteX4" fmla="*/ 2318385 w 2405005"/>
              <a:gd name="connsiteY4" fmla="*/ 78164 h 646113"/>
              <a:gd name="connsiteX5" fmla="*/ 2196366 w 2405005"/>
              <a:gd name="connsiteY5" fmla="*/ 536763 h 646113"/>
              <a:gd name="connsiteX6" fmla="*/ 2188970 w 2405005"/>
              <a:gd name="connsiteY6" fmla="*/ 573395 h 646113"/>
              <a:gd name="connsiteX7" fmla="*/ 2079264 w 2405005"/>
              <a:gd name="connsiteY7" fmla="*/ 646113 h 646113"/>
              <a:gd name="connsiteX8" fmla="*/ 319390 w 2405005"/>
              <a:gd name="connsiteY8" fmla="*/ 646112 h 646113"/>
              <a:gd name="connsiteX9" fmla="*/ 209684 w 2405005"/>
              <a:gd name="connsiteY9" fmla="*/ 573394 h 646113"/>
              <a:gd name="connsiteX10" fmla="*/ 204107 w 2405005"/>
              <a:gd name="connsiteY10" fmla="*/ 545772 h 646113"/>
              <a:gd name="connsiteX11" fmla="*/ 202977 w 2405005"/>
              <a:gd name="connsiteY11" fmla="*/ 545772 h 646113"/>
              <a:gd name="connsiteX12" fmla="*/ 78561 w 2405005"/>
              <a:gd name="connsiteY12" fmla="*/ 78164 h 646113"/>
              <a:gd name="connsiteX13" fmla="*/ 30191 w 2405005"/>
              <a:gd name="connsiteY13" fmla="*/ 14897 h 646113"/>
              <a:gd name="connsiteX14" fmla="*/ 0 w 2405005"/>
              <a:gd name="connsiteY14" fmla="*/ 4449 h 646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05005" h="646113">
                <a:moveTo>
                  <a:pt x="0" y="0"/>
                </a:moveTo>
                <a:lnTo>
                  <a:pt x="2405005" y="0"/>
                </a:lnTo>
                <a:lnTo>
                  <a:pt x="2405005" y="1885"/>
                </a:lnTo>
                <a:lnTo>
                  <a:pt x="2404451" y="1852"/>
                </a:lnTo>
                <a:cubicBezTo>
                  <a:pt x="2364299" y="7514"/>
                  <a:pt x="2329467" y="36513"/>
                  <a:pt x="2318385" y="78164"/>
                </a:cubicBezTo>
                <a:lnTo>
                  <a:pt x="2196366" y="536763"/>
                </a:lnTo>
                <a:lnTo>
                  <a:pt x="2188970" y="573395"/>
                </a:lnTo>
                <a:cubicBezTo>
                  <a:pt x="2170896" y="616128"/>
                  <a:pt x="2128582" y="646113"/>
                  <a:pt x="2079264" y="646113"/>
                </a:cubicBezTo>
                <a:lnTo>
                  <a:pt x="319390" y="646112"/>
                </a:lnTo>
                <a:cubicBezTo>
                  <a:pt x="270072" y="646112"/>
                  <a:pt x="227758" y="616127"/>
                  <a:pt x="209684" y="573394"/>
                </a:cubicBezTo>
                <a:lnTo>
                  <a:pt x="204107" y="545772"/>
                </a:lnTo>
                <a:lnTo>
                  <a:pt x="202977" y="545772"/>
                </a:lnTo>
                <a:lnTo>
                  <a:pt x="78561" y="78164"/>
                </a:lnTo>
                <a:cubicBezTo>
                  <a:pt x="71173" y="50396"/>
                  <a:pt x="53229" y="28252"/>
                  <a:pt x="30191" y="14897"/>
                </a:cubicBezTo>
                <a:lnTo>
                  <a:pt x="0" y="444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7" name="TextBox 50++"/>
          <p:cNvSpPr txBox="1"/>
          <p:nvPr/>
        </p:nvSpPr>
        <p:spPr>
          <a:xfrm>
            <a:off x="9334530" y="5130217"/>
            <a:ext cx="184665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第四季度重点策略</a:t>
            </a:r>
          </a:p>
        </p:txBody>
      </p:sp>
      <p:grpSp>
        <p:nvGrpSpPr>
          <p:cNvPr id="78" name="组合 77"/>
          <p:cNvGrpSpPr/>
          <p:nvPr/>
        </p:nvGrpSpPr>
        <p:grpSpPr>
          <a:xfrm>
            <a:off x="9989308" y="2915479"/>
            <a:ext cx="625682" cy="627515"/>
            <a:chOff x="3795" y="0"/>
            <a:chExt cx="1899435" cy="1905000"/>
          </a:xfrm>
          <a:solidFill>
            <a:schemeClr val="accent1"/>
          </a:solidFill>
        </p:grpSpPr>
        <p:sp>
          <p:nvSpPr>
            <p:cNvPr id="79" name="任意多边形: 形状 78"/>
            <p:cNvSpPr/>
            <p:nvPr/>
          </p:nvSpPr>
          <p:spPr>
            <a:xfrm>
              <a:off x="495257" y="899213"/>
              <a:ext cx="688806" cy="651810"/>
            </a:xfrm>
            <a:custGeom>
              <a:avLst/>
              <a:gdLst>
                <a:gd name="connsiteX0" fmla="*/ 635675 w 688806"/>
                <a:gd name="connsiteY0" fmla="*/ 155102 h 651810"/>
                <a:gd name="connsiteX1" fmla="*/ 582544 w 688806"/>
                <a:gd name="connsiteY1" fmla="*/ 208389 h 651810"/>
                <a:gd name="connsiteX2" fmla="*/ 582544 w 688806"/>
                <a:gd name="connsiteY2" fmla="*/ 597572 h 651810"/>
                <a:gd name="connsiteX3" fmla="*/ 635675 w 688806"/>
                <a:gd name="connsiteY3" fmla="*/ 650859 h 651810"/>
                <a:gd name="connsiteX4" fmla="*/ 688806 w 688806"/>
                <a:gd name="connsiteY4" fmla="*/ 597572 h 651810"/>
                <a:gd name="connsiteX5" fmla="*/ 688806 w 688806"/>
                <a:gd name="connsiteY5" fmla="*/ 208389 h 651810"/>
                <a:gd name="connsiteX6" fmla="*/ 635675 w 688806"/>
                <a:gd name="connsiteY6" fmla="*/ 155102 h 651810"/>
                <a:gd name="connsiteX7" fmla="*/ 53131 w 688806"/>
                <a:gd name="connsiteY7" fmla="*/ 233129 h 651810"/>
                <a:gd name="connsiteX8" fmla="*/ 0 w 688806"/>
                <a:gd name="connsiteY8" fmla="*/ 286416 h 651810"/>
                <a:gd name="connsiteX9" fmla="*/ 0 w 688806"/>
                <a:gd name="connsiteY9" fmla="*/ 597572 h 651810"/>
                <a:gd name="connsiteX10" fmla="*/ 53131 w 688806"/>
                <a:gd name="connsiteY10" fmla="*/ 650859 h 651810"/>
                <a:gd name="connsiteX11" fmla="*/ 106262 w 688806"/>
                <a:gd name="connsiteY11" fmla="*/ 597572 h 651810"/>
                <a:gd name="connsiteX12" fmla="*/ 106262 w 688806"/>
                <a:gd name="connsiteY12" fmla="*/ 286416 h 651810"/>
                <a:gd name="connsiteX13" fmla="*/ 53131 w 688806"/>
                <a:gd name="connsiteY13" fmla="*/ 233129 h 651810"/>
                <a:gd name="connsiteX14" fmla="*/ 344403 w 688806"/>
                <a:gd name="connsiteY14" fmla="*/ 0 h 651810"/>
                <a:gd name="connsiteX15" fmla="*/ 291272 w 688806"/>
                <a:gd name="connsiteY15" fmla="*/ 53287 h 651810"/>
                <a:gd name="connsiteX16" fmla="*/ 291272 w 688806"/>
                <a:gd name="connsiteY16" fmla="*/ 598524 h 651810"/>
                <a:gd name="connsiteX17" fmla="*/ 344403 w 688806"/>
                <a:gd name="connsiteY17" fmla="*/ 651811 h 651810"/>
                <a:gd name="connsiteX18" fmla="*/ 397534 w 688806"/>
                <a:gd name="connsiteY18" fmla="*/ 598524 h 651810"/>
                <a:gd name="connsiteX19" fmla="*/ 397534 w 688806"/>
                <a:gd name="connsiteY19" fmla="*/ 53287 h 651810"/>
                <a:gd name="connsiteX20" fmla="*/ 344403 w 688806"/>
                <a:gd name="connsiteY20" fmla="*/ 0 h 651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88806" h="651810">
                  <a:moveTo>
                    <a:pt x="635675" y="155102"/>
                  </a:moveTo>
                  <a:cubicBezTo>
                    <a:pt x="608161" y="155102"/>
                    <a:pt x="582544" y="180794"/>
                    <a:pt x="582544" y="208389"/>
                  </a:cubicBezTo>
                  <a:lnTo>
                    <a:pt x="582544" y="597572"/>
                  </a:lnTo>
                  <a:cubicBezTo>
                    <a:pt x="582544" y="625167"/>
                    <a:pt x="608161" y="650859"/>
                    <a:pt x="635675" y="650859"/>
                  </a:cubicBezTo>
                  <a:cubicBezTo>
                    <a:pt x="663189" y="650859"/>
                    <a:pt x="688806" y="625167"/>
                    <a:pt x="688806" y="597572"/>
                  </a:cubicBezTo>
                  <a:lnTo>
                    <a:pt x="688806" y="208389"/>
                  </a:lnTo>
                  <a:cubicBezTo>
                    <a:pt x="688806" y="181746"/>
                    <a:pt x="662241" y="155102"/>
                    <a:pt x="635675" y="155102"/>
                  </a:cubicBezTo>
                  <a:close/>
                  <a:moveTo>
                    <a:pt x="53131" y="233129"/>
                  </a:moveTo>
                  <a:cubicBezTo>
                    <a:pt x="25617" y="233129"/>
                    <a:pt x="0" y="258821"/>
                    <a:pt x="0" y="286416"/>
                  </a:cubicBezTo>
                  <a:lnTo>
                    <a:pt x="0" y="597572"/>
                  </a:lnTo>
                  <a:cubicBezTo>
                    <a:pt x="0" y="625167"/>
                    <a:pt x="25617" y="650859"/>
                    <a:pt x="53131" y="650859"/>
                  </a:cubicBezTo>
                  <a:cubicBezTo>
                    <a:pt x="80645" y="650859"/>
                    <a:pt x="106262" y="625167"/>
                    <a:pt x="106262" y="597572"/>
                  </a:cubicBezTo>
                  <a:lnTo>
                    <a:pt x="106262" y="286416"/>
                  </a:lnTo>
                  <a:cubicBezTo>
                    <a:pt x="106262" y="258821"/>
                    <a:pt x="80645" y="233129"/>
                    <a:pt x="53131" y="233129"/>
                  </a:cubicBezTo>
                  <a:close/>
                  <a:moveTo>
                    <a:pt x="344403" y="0"/>
                  </a:moveTo>
                  <a:cubicBezTo>
                    <a:pt x="316889" y="0"/>
                    <a:pt x="291272" y="25692"/>
                    <a:pt x="291272" y="53287"/>
                  </a:cubicBezTo>
                  <a:lnTo>
                    <a:pt x="291272" y="598524"/>
                  </a:lnTo>
                  <a:cubicBezTo>
                    <a:pt x="291272" y="626119"/>
                    <a:pt x="316889" y="651811"/>
                    <a:pt x="344403" y="651811"/>
                  </a:cubicBezTo>
                  <a:cubicBezTo>
                    <a:pt x="371917" y="651811"/>
                    <a:pt x="397534" y="626119"/>
                    <a:pt x="397534" y="598524"/>
                  </a:cubicBezTo>
                  <a:lnTo>
                    <a:pt x="397534" y="53287"/>
                  </a:lnTo>
                  <a:cubicBezTo>
                    <a:pt x="397534" y="25692"/>
                    <a:pt x="371917" y="0"/>
                    <a:pt x="344403" y="0"/>
                  </a:cubicBezTo>
                  <a:close/>
                </a:path>
              </a:pathLst>
            </a:custGeom>
            <a:grpFill/>
            <a:ln w="1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355885" y="355992"/>
              <a:ext cx="1189714" cy="1195031"/>
            </a:xfrm>
            <a:custGeom>
              <a:avLst/>
              <a:gdLst>
                <a:gd name="connsiteX0" fmla="*/ 1158350 w 1189714"/>
                <a:gd name="connsiteY0" fmla="*/ 7499 h 1195031"/>
                <a:gd name="connsiteX1" fmla="*/ 1121348 w 1189714"/>
                <a:gd name="connsiteY1" fmla="*/ 4644 h 1195031"/>
                <a:gd name="connsiteX2" fmla="*/ 918311 w 1189714"/>
                <a:gd name="connsiteY2" fmla="*/ 4644 h 1195031"/>
                <a:gd name="connsiteX3" fmla="*/ 865180 w 1189714"/>
                <a:gd name="connsiteY3" fmla="*/ 57931 h 1195031"/>
                <a:gd name="connsiteX4" fmla="*/ 918311 w 1189714"/>
                <a:gd name="connsiteY4" fmla="*/ 111217 h 1195031"/>
                <a:gd name="connsiteX5" fmla="*/ 1008444 w 1189714"/>
                <a:gd name="connsiteY5" fmla="*/ 111217 h 1195031"/>
                <a:gd name="connsiteX6" fmla="*/ 697248 w 1189714"/>
                <a:gd name="connsiteY6" fmla="*/ 445211 h 1195031"/>
                <a:gd name="connsiteX7" fmla="*/ 442978 w 1189714"/>
                <a:gd name="connsiteY7" fmla="*/ 176874 h 1195031"/>
                <a:gd name="connsiteX8" fmla="*/ 389847 w 1189714"/>
                <a:gd name="connsiteY8" fmla="*/ 166407 h 1195031"/>
                <a:gd name="connsiteX9" fmla="*/ 369923 w 1189714"/>
                <a:gd name="connsiteY9" fmla="*/ 176874 h 1195031"/>
                <a:gd name="connsiteX10" fmla="*/ 14135 w 1189714"/>
                <a:gd name="connsiteY10" fmla="*/ 559397 h 1195031"/>
                <a:gd name="connsiteX11" fmla="*/ 12237 w 1189714"/>
                <a:gd name="connsiteY11" fmla="*/ 635521 h 1195031"/>
                <a:gd name="connsiteX12" fmla="*/ 14135 w 1189714"/>
                <a:gd name="connsiteY12" fmla="*/ 637424 h 1195031"/>
                <a:gd name="connsiteX13" fmla="*/ 50188 w 1189714"/>
                <a:gd name="connsiteY13" fmla="*/ 651697 h 1195031"/>
                <a:gd name="connsiteX14" fmla="*/ 86241 w 1189714"/>
                <a:gd name="connsiteY14" fmla="*/ 637424 h 1195031"/>
                <a:gd name="connsiteX15" fmla="*/ 412618 w 1189714"/>
                <a:gd name="connsiteY15" fmla="*/ 286302 h 1195031"/>
                <a:gd name="connsiteX16" fmla="*/ 666888 w 1189714"/>
                <a:gd name="connsiteY16" fmla="*/ 561300 h 1195031"/>
                <a:gd name="connsiteX17" fmla="*/ 702941 w 1189714"/>
                <a:gd name="connsiteY17" fmla="*/ 575573 h 1195031"/>
                <a:gd name="connsiteX18" fmla="*/ 738994 w 1189714"/>
                <a:gd name="connsiteY18" fmla="*/ 561300 h 1195031"/>
                <a:gd name="connsiteX19" fmla="*/ 1083397 w 1189714"/>
                <a:gd name="connsiteY19" fmla="*/ 192099 h 1195031"/>
                <a:gd name="connsiteX20" fmla="*/ 1083397 w 1189714"/>
                <a:gd name="connsiteY20" fmla="*/ 298672 h 1195031"/>
                <a:gd name="connsiteX21" fmla="*/ 1136528 w 1189714"/>
                <a:gd name="connsiteY21" fmla="*/ 351959 h 1195031"/>
                <a:gd name="connsiteX22" fmla="*/ 1189659 w 1189714"/>
                <a:gd name="connsiteY22" fmla="*/ 298672 h 1195031"/>
                <a:gd name="connsiteX23" fmla="*/ 1189659 w 1189714"/>
                <a:gd name="connsiteY23" fmla="*/ 64592 h 1195031"/>
                <a:gd name="connsiteX24" fmla="*/ 1158350 w 1189714"/>
                <a:gd name="connsiteY24" fmla="*/ 7499 h 1195031"/>
                <a:gd name="connsiteX25" fmla="*/ 1066319 w 1189714"/>
                <a:gd name="connsiteY25" fmla="*/ 543220 h 1195031"/>
                <a:gd name="connsiteX26" fmla="*/ 1013188 w 1189714"/>
                <a:gd name="connsiteY26" fmla="*/ 596507 h 1195031"/>
                <a:gd name="connsiteX27" fmla="*/ 1013188 w 1189714"/>
                <a:gd name="connsiteY27" fmla="*/ 1141745 h 1195031"/>
                <a:gd name="connsiteX28" fmla="*/ 1066319 w 1189714"/>
                <a:gd name="connsiteY28" fmla="*/ 1195031 h 1195031"/>
                <a:gd name="connsiteX29" fmla="*/ 1119450 w 1189714"/>
                <a:gd name="connsiteY29" fmla="*/ 1141745 h 1195031"/>
                <a:gd name="connsiteX30" fmla="*/ 1119450 w 1189714"/>
                <a:gd name="connsiteY30" fmla="*/ 596507 h 1195031"/>
                <a:gd name="connsiteX31" fmla="*/ 1066319 w 1189714"/>
                <a:gd name="connsiteY31" fmla="*/ 543220 h 1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89714" h="1195031">
                  <a:moveTo>
                    <a:pt x="1158350" y="7499"/>
                  </a:moveTo>
                  <a:cubicBezTo>
                    <a:pt x="1146016" y="-3920"/>
                    <a:pt x="1131784" y="-114"/>
                    <a:pt x="1121348" y="4644"/>
                  </a:cubicBezTo>
                  <a:lnTo>
                    <a:pt x="918311" y="4644"/>
                  </a:lnTo>
                  <a:cubicBezTo>
                    <a:pt x="890797" y="4644"/>
                    <a:pt x="865180" y="30336"/>
                    <a:pt x="865180" y="57931"/>
                  </a:cubicBezTo>
                  <a:cubicBezTo>
                    <a:pt x="865180" y="85526"/>
                    <a:pt x="890797" y="111217"/>
                    <a:pt x="918311" y="111217"/>
                  </a:cubicBezTo>
                  <a:lnTo>
                    <a:pt x="1008444" y="111217"/>
                  </a:lnTo>
                  <a:lnTo>
                    <a:pt x="697248" y="445211"/>
                  </a:lnTo>
                  <a:lnTo>
                    <a:pt x="442978" y="176874"/>
                  </a:lnTo>
                  <a:cubicBezTo>
                    <a:pt x="426849" y="160698"/>
                    <a:pt x="409771" y="157843"/>
                    <a:pt x="389847" y="166407"/>
                  </a:cubicBezTo>
                  <a:cubicBezTo>
                    <a:pt x="379411" y="168310"/>
                    <a:pt x="371820" y="174971"/>
                    <a:pt x="369923" y="176874"/>
                  </a:cubicBezTo>
                  <a:lnTo>
                    <a:pt x="14135" y="559397"/>
                  </a:lnTo>
                  <a:cubicBezTo>
                    <a:pt x="-3892" y="577476"/>
                    <a:pt x="-4841" y="610780"/>
                    <a:pt x="12237" y="635521"/>
                  </a:cubicBezTo>
                  <a:lnTo>
                    <a:pt x="14135" y="637424"/>
                  </a:lnTo>
                  <a:cubicBezTo>
                    <a:pt x="22674" y="645988"/>
                    <a:pt x="35956" y="651697"/>
                    <a:pt x="50188" y="651697"/>
                  </a:cubicBezTo>
                  <a:cubicBezTo>
                    <a:pt x="64419" y="651697"/>
                    <a:pt x="77702" y="646939"/>
                    <a:pt x="86241" y="637424"/>
                  </a:cubicBezTo>
                  <a:lnTo>
                    <a:pt x="412618" y="286302"/>
                  </a:lnTo>
                  <a:lnTo>
                    <a:pt x="666888" y="561300"/>
                  </a:lnTo>
                  <a:cubicBezTo>
                    <a:pt x="675427" y="569864"/>
                    <a:pt x="688709" y="575573"/>
                    <a:pt x="702941" y="575573"/>
                  </a:cubicBezTo>
                  <a:cubicBezTo>
                    <a:pt x="717172" y="575573"/>
                    <a:pt x="730455" y="570815"/>
                    <a:pt x="738994" y="561300"/>
                  </a:cubicBezTo>
                  <a:lnTo>
                    <a:pt x="1083397" y="192099"/>
                  </a:lnTo>
                  <a:lnTo>
                    <a:pt x="1083397" y="298672"/>
                  </a:lnTo>
                  <a:cubicBezTo>
                    <a:pt x="1083397" y="326267"/>
                    <a:pt x="1109014" y="351959"/>
                    <a:pt x="1136528" y="351959"/>
                  </a:cubicBezTo>
                  <a:cubicBezTo>
                    <a:pt x="1164042" y="351959"/>
                    <a:pt x="1189659" y="326267"/>
                    <a:pt x="1189659" y="298672"/>
                  </a:cubicBezTo>
                  <a:lnTo>
                    <a:pt x="1189659" y="64592"/>
                  </a:lnTo>
                  <a:cubicBezTo>
                    <a:pt x="1190608" y="38900"/>
                    <a:pt x="1179223" y="18917"/>
                    <a:pt x="1158350" y="7499"/>
                  </a:cubicBezTo>
                  <a:close/>
                  <a:moveTo>
                    <a:pt x="1066319" y="543220"/>
                  </a:moveTo>
                  <a:cubicBezTo>
                    <a:pt x="1038805" y="543220"/>
                    <a:pt x="1013188" y="568912"/>
                    <a:pt x="1013188" y="596507"/>
                  </a:cubicBezTo>
                  <a:lnTo>
                    <a:pt x="1013188" y="1141745"/>
                  </a:lnTo>
                  <a:cubicBezTo>
                    <a:pt x="1013188" y="1169339"/>
                    <a:pt x="1038805" y="1195031"/>
                    <a:pt x="1066319" y="1195031"/>
                  </a:cubicBezTo>
                  <a:cubicBezTo>
                    <a:pt x="1093834" y="1195031"/>
                    <a:pt x="1119450" y="1169339"/>
                    <a:pt x="1119450" y="1141745"/>
                  </a:cubicBezTo>
                  <a:lnTo>
                    <a:pt x="1119450" y="596507"/>
                  </a:lnTo>
                  <a:cubicBezTo>
                    <a:pt x="1119450" y="568912"/>
                    <a:pt x="1093834" y="543220"/>
                    <a:pt x="1066319" y="543220"/>
                  </a:cubicBezTo>
                  <a:close/>
                </a:path>
              </a:pathLst>
            </a:custGeom>
            <a:grpFill/>
            <a:ln w="1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3795" y="0"/>
              <a:ext cx="1899435" cy="1905000"/>
            </a:xfrm>
            <a:custGeom>
              <a:avLst/>
              <a:gdLst>
                <a:gd name="connsiteX0" fmla="*/ 949718 w 1899435"/>
                <a:gd name="connsiteY0" fmla="*/ 1905000 h 1905000"/>
                <a:gd name="connsiteX1" fmla="*/ 0 w 1899435"/>
                <a:gd name="connsiteY1" fmla="*/ 952500 h 1905000"/>
                <a:gd name="connsiteX2" fmla="*/ 949718 w 1899435"/>
                <a:gd name="connsiteY2" fmla="*/ 0 h 1905000"/>
                <a:gd name="connsiteX3" fmla="*/ 1899435 w 1899435"/>
                <a:gd name="connsiteY3" fmla="*/ 952500 h 1905000"/>
                <a:gd name="connsiteX4" fmla="*/ 949718 w 1899435"/>
                <a:gd name="connsiteY4" fmla="*/ 1905000 h 1905000"/>
                <a:gd name="connsiteX5" fmla="*/ 949718 w 1899435"/>
                <a:gd name="connsiteY5" fmla="*/ 105622 h 1905000"/>
                <a:gd name="connsiteX6" fmla="*/ 105313 w 1899435"/>
                <a:gd name="connsiteY6" fmla="*/ 952500 h 1905000"/>
                <a:gd name="connsiteX7" fmla="*/ 949718 w 1899435"/>
                <a:gd name="connsiteY7" fmla="*/ 1799378 h 1905000"/>
                <a:gd name="connsiteX8" fmla="*/ 1794122 w 1899435"/>
                <a:gd name="connsiteY8" fmla="*/ 952500 h 1905000"/>
                <a:gd name="connsiteX9" fmla="*/ 949718 w 1899435"/>
                <a:gd name="connsiteY9" fmla="*/ 105622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99435" h="1905000">
                  <a:moveTo>
                    <a:pt x="949718" y="1905000"/>
                  </a:moveTo>
                  <a:cubicBezTo>
                    <a:pt x="425997" y="1905000"/>
                    <a:pt x="0" y="1477755"/>
                    <a:pt x="0" y="952500"/>
                  </a:cubicBezTo>
                  <a:cubicBezTo>
                    <a:pt x="0" y="427245"/>
                    <a:pt x="425997" y="0"/>
                    <a:pt x="949718" y="0"/>
                  </a:cubicBezTo>
                  <a:cubicBezTo>
                    <a:pt x="1473438" y="0"/>
                    <a:pt x="1899435" y="427245"/>
                    <a:pt x="1899435" y="952500"/>
                  </a:cubicBezTo>
                  <a:cubicBezTo>
                    <a:pt x="1899435" y="1477755"/>
                    <a:pt x="1473438" y="1905000"/>
                    <a:pt x="949718" y="1905000"/>
                  </a:cubicBezTo>
                  <a:close/>
                  <a:moveTo>
                    <a:pt x="949718" y="105622"/>
                  </a:moveTo>
                  <a:cubicBezTo>
                    <a:pt x="483872" y="105622"/>
                    <a:pt x="105313" y="485290"/>
                    <a:pt x="105313" y="952500"/>
                  </a:cubicBezTo>
                  <a:cubicBezTo>
                    <a:pt x="105313" y="1419710"/>
                    <a:pt x="483872" y="1799378"/>
                    <a:pt x="949718" y="1799378"/>
                  </a:cubicBezTo>
                  <a:cubicBezTo>
                    <a:pt x="1415563" y="1799378"/>
                    <a:pt x="1794122" y="1419710"/>
                    <a:pt x="1794122" y="952500"/>
                  </a:cubicBezTo>
                  <a:cubicBezTo>
                    <a:pt x="1794122" y="485290"/>
                    <a:pt x="1415563" y="105622"/>
                    <a:pt x="949718" y="105622"/>
                  </a:cubicBezTo>
                  <a:close/>
                </a:path>
              </a:pathLst>
            </a:custGeom>
            <a:grpFill/>
            <a:ln w="1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+"/>
          <p:cNvSpPr/>
          <p:nvPr/>
        </p:nvSpPr>
        <p:spPr>
          <a:xfrm>
            <a:off x="2687272" y="3915686"/>
            <a:ext cx="4071790" cy="2605767"/>
          </a:xfrm>
          <a:prstGeom prst="rect">
            <a:avLst/>
          </a:prstGeom>
          <a:solidFill>
            <a:schemeClr val="bg1">
              <a:lumMod val="9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45962" y="657560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013295" y="196738"/>
            <a:ext cx="3231654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财务营收与利润分析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37627" y="196738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数据看板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1918120" y="193107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42913" y="873125"/>
            <a:ext cx="2016125" cy="12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" name="Rectangle 10+"/>
          <p:cNvSpPr/>
          <p:nvPr/>
        </p:nvSpPr>
        <p:spPr>
          <a:xfrm>
            <a:off x="442913" y="2325316"/>
            <a:ext cx="2016125" cy="12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" name="Rectangle 10++"/>
          <p:cNvSpPr/>
          <p:nvPr/>
        </p:nvSpPr>
        <p:spPr>
          <a:xfrm>
            <a:off x="442913" y="5268199"/>
            <a:ext cx="2016125" cy="126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" name="Rectangle 10+++"/>
          <p:cNvSpPr/>
          <p:nvPr/>
        </p:nvSpPr>
        <p:spPr>
          <a:xfrm>
            <a:off x="442913" y="3777507"/>
            <a:ext cx="2016125" cy="12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" name="文本框 16"/>
          <p:cNvSpPr txBox="1"/>
          <p:nvPr/>
        </p:nvSpPr>
        <p:spPr>
          <a:xfrm>
            <a:off x="798017" y="1270291"/>
            <a:ext cx="963405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¥8.76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6" name="文本框 17"/>
          <p:cNvSpPr txBox="1"/>
          <p:nvPr/>
        </p:nvSpPr>
        <p:spPr>
          <a:xfrm>
            <a:off x="1884468" y="1425623"/>
            <a:ext cx="17953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亿</a:t>
            </a:r>
          </a:p>
        </p:txBody>
      </p:sp>
      <p:sp>
        <p:nvSpPr>
          <p:cNvPr id="17" name="文本框 19"/>
          <p:cNvSpPr txBox="1"/>
          <p:nvPr/>
        </p:nvSpPr>
        <p:spPr>
          <a:xfrm>
            <a:off x="785478" y="1046992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年度总营收</a:t>
            </a:r>
          </a:p>
        </p:txBody>
      </p:sp>
      <p:sp>
        <p:nvSpPr>
          <p:cNvPr id="18" name="文本框 22"/>
          <p:cNvSpPr txBox="1"/>
          <p:nvPr/>
        </p:nvSpPr>
        <p:spPr>
          <a:xfrm>
            <a:off x="785478" y="1709034"/>
            <a:ext cx="51296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12.5%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9" name="文本框 23"/>
          <p:cNvSpPr txBox="1"/>
          <p:nvPr/>
        </p:nvSpPr>
        <p:spPr>
          <a:xfrm>
            <a:off x="1396392" y="1709034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</a:t>
            </a:r>
          </a:p>
        </p:txBody>
      </p:sp>
      <p:sp>
        <p:nvSpPr>
          <p:cNvPr id="20" name="等腰三角形 19"/>
          <p:cNvSpPr>
            <a:spLocks noChangeAspect="1"/>
          </p:cNvSpPr>
          <p:nvPr/>
        </p:nvSpPr>
        <p:spPr>
          <a:xfrm>
            <a:off x="1875190" y="1718187"/>
            <a:ext cx="188814" cy="176800"/>
          </a:xfrm>
          <a:prstGeom prst="triangle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" name="文本框 28"/>
          <p:cNvSpPr txBox="1"/>
          <p:nvPr/>
        </p:nvSpPr>
        <p:spPr>
          <a:xfrm>
            <a:off x="798017" y="2760386"/>
            <a:ext cx="963405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¥2.34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2" name="文本框 29"/>
          <p:cNvSpPr txBox="1"/>
          <p:nvPr/>
        </p:nvSpPr>
        <p:spPr>
          <a:xfrm>
            <a:off x="1879829" y="2915718"/>
            <a:ext cx="17953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亿</a:t>
            </a:r>
          </a:p>
        </p:txBody>
      </p:sp>
      <p:sp>
        <p:nvSpPr>
          <p:cNvPr id="23" name="文本框 30"/>
          <p:cNvSpPr txBox="1"/>
          <p:nvPr/>
        </p:nvSpPr>
        <p:spPr>
          <a:xfrm>
            <a:off x="785478" y="2537087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年度总利润</a:t>
            </a:r>
          </a:p>
        </p:txBody>
      </p:sp>
      <p:sp>
        <p:nvSpPr>
          <p:cNvPr id="24" name="文本框 31"/>
          <p:cNvSpPr txBox="1"/>
          <p:nvPr/>
        </p:nvSpPr>
        <p:spPr>
          <a:xfrm>
            <a:off x="785478" y="3199129"/>
            <a:ext cx="41357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8.7%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" name="文本框 32"/>
          <p:cNvSpPr txBox="1"/>
          <p:nvPr/>
        </p:nvSpPr>
        <p:spPr>
          <a:xfrm>
            <a:off x="1360128" y="3199129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</a:t>
            </a:r>
          </a:p>
        </p:txBody>
      </p:sp>
      <p:sp>
        <p:nvSpPr>
          <p:cNvPr id="26" name="等腰三角形 25"/>
          <p:cNvSpPr>
            <a:spLocks noChangeAspect="1"/>
          </p:cNvSpPr>
          <p:nvPr/>
        </p:nvSpPr>
        <p:spPr>
          <a:xfrm>
            <a:off x="1875190" y="3208282"/>
            <a:ext cx="188814" cy="176800"/>
          </a:xfrm>
          <a:prstGeom prst="triangle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7" name="文本框 35"/>
          <p:cNvSpPr txBox="1"/>
          <p:nvPr/>
        </p:nvSpPr>
        <p:spPr>
          <a:xfrm>
            <a:off x="798017" y="4227802"/>
            <a:ext cx="1096454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26.7%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8" name="文本框 37"/>
          <p:cNvSpPr txBox="1"/>
          <p:nvPr/>
        </p:nvSpPr>
        <p:spPr>
          <a:xfrm>
            <a:off x="785478" y="4004503"/>
            <a:ext cx="53860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利润率</a:t>
            </a:r>
          </a:p>
        </p:txBody>
      </p:sp>
      <p:sp>
        <p:nvSpPr>
          <p:cNvPr id="29" name="文本框 38"/>
          <p:cNvSpPr txBox="1"/>
          <p:nvPr/>
        </p:nvSpPr>
        <p:spPr>
          <a:xfrm>
            <a:off x="785478" y="4666545"/>
            <a:ext cx="41357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0.8%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0" name="文本框 39"/>
          <p:cNvSpPr txBox="1"/>
          <p:nvPr/>
        </p:nvSpPr>
        <p:spPr>
          <a:xfrm>
            <a:off x="1360128" y="4666545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</a:t>
            </a:r>
          </a:p>
        </p:txBody>
      </p:sp>
      <p:sp>
        <p:nvSpPr>
          <p:cNvPr id="31" name="等腰三角形 30"/>
          <p:cNvSpPr>
            <a:spLocks noChangeAspect="1"/>
          </p:cNvSpPr>
          <p:nvPr/>
        </p:nvSpPr>
        <p:spPr>
          <a:xfrm flipV="1">
            <a:off x="1875190" y="4675698"/>
            <a:ext cx="188814" cy="176800"/>
          </a:xfrm>
          <a:prstGeom prst="triangle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2" name="文本框 42"/>
          <p:cNvSpPr txBox="1"/>
          <p:nvPr/>
        </p:nvSpPr>
        <p:spPr>
          <a:xfrm>
            <a:off x="798017" y="5738079"/>
            <a:ext cx="884858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4.2%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3" name="文本框 44"/>
          <p:cNvSpPr txBox="1"/>
          <p:nvPr/>
        </p:nvSpPr>
        <p:spPr>
          <a:xfrm>
            <a:off x="785478" y="5514780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季度增长率</a:t>
            </a:r>
          </a:p>
        </p:txBody>
      </p:sp>
      <p:sp>
        <p:nvSpPr>
          <p:cNvPr id="34" name="文本框 45"/>
          <p:cNvSpPr txBox="1"/>
          <p:nvPr/>
        </p:nvSpPr>
        <p:spPr>
          <a:xfrm>
            <a:off x="785478" y="6176822"/>
            <a:ext cx="41357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1.1%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5" name="文本框 46"/>
          <p:cNvSpPr txBox="1"/>
          <p:nvPr/>
        </p:nvSpPr>
        <p:spPr>
          <a:xfrm>
            <a:off x="1337902" y="6176822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环比</a:t>
            </a:r>
          </a:p>
        </p:txBody>
      </p:sp>
      <p:sp>
        <p:nvSpPr>
          <p:cNvPr id="36" name="等腰三角形 35"/>
          <p:cNvSpPr>
            <a:spLocks noChangeAspect="1"/>
          </p:cNvSpPr>
          <p:nvPr/>
        </p:nvSpPr>
        <p:spPr>
          <a:xfrm>
            <a:off x="1875190" y="6185975"/>
            <a:ext cx="188814" cy="176800"/>
          </a:xfrm>
          <a:prstGeom prst="triangle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38" name="组合 37"/>
          <p:cNvGrpSpPr>
            <a:grpSpLocks noChangeAspect="1"/>
          </p:cNvGrpSpPr>
          <p:nvPr/>
        </p:nvGrpSpPr>
        <p:grpSpPr>
          <a:xfrm>
            <a:off x="1866239" y="2527118"/>
            <a:ext cx="216001" cy="235384"/>
            <a:chOff x="5224327" y="1510380"/>
            <a:chExt cx="1456771" cy="1587499"/>
          </a:xfrm>
          <a:solidFill>
            <a:schemeClr val="bg1"/>
          </a:solidFill>
        </p:grpSpPr>
        <p:sp>
          <p:nvSpPr>
            <p:cNvPr id="44" name="任意多边形: 形状 43"/>
            <p:cNvSpPr/>
            <p:nvPr/>
          </p:nvSpPr>
          <p:spPr>
            <a:xfrm>
              <a:off x="5480232" y="1510380"/>
              <a:ext cx="945435" cy="454566"/>
            </a:xfrm>
            <a:custGeom>
              <a:avLst/>
              <a:gdLst>
                <a:gd name="connsiteX0" fmla="*/ 74374 w 945435"/>
                <a:gd name="connsiteY0" fmla="*/ 315198 h 454566"/>
                <a:gd name="connsiteX1" fmla="*/ 111919 w 945435"/>
                <a:gd name="connsiteY1" fmla="*/ 364807 h 454566"/>
                <a:gd name="connsiteX2" fmla="*/ 831929 w 945435"/>
                <a:gd name="connsiteY2" fmla="*/ 380921 h 454566"/>
                <a:gd name="connsiteX3" fmla="*/ 831532 w 945435"/>
                <a:gd name="connsiteY3" fmla="*/ 376079 h 454566"/>
                <a:gd name="connsiteX4" fmla="*/ 870982 w 945435"/>
                <a:gd name="connsiteY4" fmla="*/ 315436 h 454566"/>
                <a:gd name="connsiteX5" fmla="*/ 945436 w 945435"/>
                <a:gd name="connsiteY5" fmla="*/ 211296 h 454566"/>
                <a:gd name="connsiteX6" fmla="*/ 776367 w 945435"/>
                <a:gd name="connsiteY6" fmla="*/ 83741 h 454566"/>
                <a:gd name="connsiteX7" fmla="*/ 719455 w 945435"/>
                <a:gd name="connsiteY7" fmla="*/ 93662 h 454566"/>
                <a:gd name="connsiteX8" fmla="*/ 701754 w 945435"/>
                <a:gd name="connsiteY8" fmla="*/ 101124 h 454566"/>
                <a:gd name="connsiteX9" fmla="*/ 661670 w 945435"/>
                <a:gd name="connsiteY9" fmla="*/ 111760 h 454566"/>
                <a:gd name="connsiteX10" fmla="*/ 593169 w 945435"/>
                <a:gd name="connsiteY10" fmla="*/ 80645 h 454566"/>
                <a:gd name="connsiteX11" fmla="*/ 555069 w 945435"/>
                <a:gd name="connsiteY11" fmla="*/ 38894 h 454566"/>
                <a:gd name="connsiteX12" fmla="*/ 470773 w 945435"/>
                <a:gd name="connsiteY12" fmla="*/ 0 h 454566"/>
                <a:gd name="connsiteX13" fmla="*/ 390604 w 945435"/>
                <a:gd name="connsiteY13" fmla="*/ 38735 h 454566"/>
                <a:gd name="connsiteX14" fmla="*/ 357267 w 945435"/>
                <a:gd name="connsiteY14" fmla="*/ 74057 h 454566"/>
                <a:gd name="connsiteX15" fmla="*/ 283924 w 945435"/>
                <a:gd name="connsiteY15" fmla="*/ 111760 h 454566"/>
                <a:gd name="connsiteX16" fmla="*/ 249873 w 945435"/>
                <a:gd name="connsiteY16" fmla="*/ 104140 h 454566"/>
                <a:gd name="connsiteX17" fmla="*/ 228838 w 945435"/>
                <a:gd name="connsiteY17" fmla="*/ 94536 h 454566"/>
                <a:gd name="connsiteX18" fmla="*/ 168989 w 945435"/>
                <a:gd name="connsiteY18" fmla="*/ 83503 h 454566"/>
                <a:gd name="connsiteX19" fmla="*/ 0 w 945435"/>
                <a:gd name="connsiteY19" fmla="*/ 210979 h 454566"/>
                <a:gd name="connsiteX20" fmla="*/ 74374 w 945435"/>
                <a:gd name="connsiteY20" fmla="*/ 315198 h 454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5435" h="454566">
                  <a:moveTo>
                    <a:pt x="74374" y="315198"/>
                  </a:moveTo>
                  <a:cubicBezTo>
                    <a:pt x="93795" y="325149"/>
                    <a:pt x="107618" y="343414"/>
                    <a:pt x="111919" y="364807"/>
                  </a:cubicBezTo>
                  <a:cubicBezTo>
                    <a:pt x="333772" y="478711"/>
                    <a:pt x="581819" y="484346"/>
                    <a:pt x="831929" y="380921"/>
                  </a:cubicBezTo>
                  <a:cubicBezTo>
                    <a:pt x="831929" y="379254"/>
                    <a:pt x="831453" y="377825"/>
                    <a:pt x="831532" y="376079"/>
                  </a:cubicBezTo>
                  <a:cubicBezTo>
                    <a:pt x="832882" y="350261"/>
                    <a:pt x="847927" y="327134"/>
                    <a:pt x="870982" y="315436"/>
                  </a:cubicBezTo>
                  <a:cubicBezTo>
                    <a:pt x="917654" y="291862"/>
                    <a:pt x="945436" y="252968"/>
                    <a:pt x="945436" y="211296"/>
                  </a:cubicBezTo>
                  <a:cubicBezTo>
                    <a:pt x="945436" y="140970"/>
                    <a:pt x="869553" y="83741"/>
                    <a:pt x="776367" y="83741"/>
                  </a:cubicBezTo>
                  <a:cubicBezTo>
                    <a:pt x="755729" y="83741"/>
                    <a:pt x="736679" y="86995"/>
                    <a:pt x="719455" y="93662"/>
                  </a:cubicBezTo>
                  <a:cubicBezTo>
                    <a:pt x="713319" y="95549"/>
                    <a:pt x="707389" y="98048"/>
                    <a:pt x="701754" y="101124"/>
                  </a:cubicBezTo>
                  <a:cubicBezTo>
                    <a:pt x="689453" y="107866"/>
                    <a:pt x="675696" y="111517"/>
                    <a:pt x="661670" y="111760"/>
                  </a:cubicBezTo>
                  <a:cubicBezTo>
                    <a:pt x="635635" y="111760"/>
                    <a:pt x="609441" y="99933"/>
                    <a:pt x="593169" y="80645"/>
                  </a:cubicBezTo>
                  <a:cubicBezTo>
                    <a:pt x="582357" y="65116"/>
                    <a:pt x="569547" y="51078"/>
                    <a:pt x="555069" y="38894"/>
                  </a:cubicBezTo>
                  <a:cubicBezTo>
                    <a:pt x="528955" y="16431"/>
                    <a:pt x="500539" y="3334"/>
                    <a:pt x="470773" y="0"/>
                  </a:cubicBezTo>
                  <a:cubicBezTo>
                    <a:pt x="445135" y="3413"/>
                    <a:pt x="416798" y="16431"/>
                    <a:pt x="390604" y="38735"/>
                  </a:cubicBezTo>
                  <a:cubicBezTo>
                    <a:pt x="378097" y="49109"/>
                    <a:pt x="366902" y="60971"/>
                    <a:pt x="357267" y="74057"/>
                  </a:cubicBezTo>
                  <a:cubicBezTo>
                    <a:pt x="335994" y="99774"/>
                    <a:pt x="309801" y="111760"/>
                    <a:pt x="283924" y="111760"/>
                  </a:cubicBezTo>
                  <a:cubicBezTo>
                    <a:pt x="272144" y="111823"/>
                    <a:pt x="260502" y="109218"/>
                    <a:pt x="249873" y="104140"/>
                  </a:cubicBezTo>
                  <a:cubicBezTo>
                    <a:pt x="243189" y="100264"/>
                    <a:pt x="236145" y="97047"/>
                    <a:pt x="228838" y="94536"/>
                  </a:cubicBezTo>
                  <a:cubicBezTo>
                    <a:pt x="209735" y="87216"/>
                    <a:pt x="189447" y="83476"/>
                    <a:pt x="168989" y="83503"/>
                  </a:cubicBezTo>
                  <a:cubicBezTo>
                    <a:pt x="75962" y="83503"/>
                    <a:pt x="0" y="140732"/>
                    <a:pt x="0" y="210979"/>
                  </a:cubicBezTo>
                  <a:cubicBezTo>
                    <a:pt x="0" y="252730"/>
                    <a:pt x="27781" y="291624"/>
                    <a:pt x="74374" y="315198"/>
                  </a:cubicBezTo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5224327" y="1959404"/>
              <a:ext cx="1456771" cy="1138475"/>
            </a:xfrm>
            <a:custGeom>
              <a:avLst/>
              <a:gdLst>
                <a:gd name="connsiteX0" fmla="*/ 1269683 w 1456771"/>
                <a:gd name="connsiteY0" fmla="*/ 117316 h 1138475"/>
                <a:gd name="connsiteX1" fmla="*/ 1146334 w 1456771"/>
                <a:gd name="connsiteY1" fmla="*/ 10081 h 1138475"/>
                <a:gd name="connsiteX2" fmla="*/ 1141968 w 1456771"/>
                <a:gd name="connsiteY2" fmla="*/ 13097 h 1138475"/>
                <a:gd name="connsiteX3" fmla="*/ 734854 w 1456771"/>
                <a:gd name="connsiteY3" fmla="*/ 101759 h 1138475"/>
                <a:gd name="connsiteX4" fmla="*/ 323612 w 1456771"/>
                <a:gd name="connsiteY4" fmla="*/ 0 h 1138475"/>
                <a:gd name="connsiteX5" fmla="*/ 187563 w 1456771"/>
                <a:gd name="connsiteY5" fmla="*/ 117158 h 1138475"/>
                <a:gd name="connsiteX6" fmla="*/ 0 w 1456771"/>
                <a:gd name="connsiteY6" fmla="*/ 519668 h 1138475"/>
                <a:gd name="connsiteX7" fmla="*/ 56118 w 1456771"/>
                <a:gd name="connsiteY7" fmla="*/ 794623 h 1138475"/>
                <a:gd name="connsiteX8" fmla="*/ 206534 w 1456771"/>
                <a:gd name="connsiteY8" fmla="*/ 984250 h 1138475"/>
                <a:gd name="connsiteX9" fmla="*/ 434419 w 1456771"/>
                <a:gd name="connsiteY9" fmla="*/ 1099344 h 1138475"/>
                <a:gd name="connsiteX10" fmla="*/ 720408 w 1456771"/>
                <a:gd name="connsiteY10" fmla="*/ 1138476 h 1138475"/>
                <a:gd name="connsiteX11" fmla="*/ 736283 w 1456771"/>
                <a:gd name="connsiteY11" fmla="*/ 1138476 h 1138475"/>
                <a:gd name="connsiteX12" fmla="*/ 1022350 w 1456771"/>
                <a:gd name="connsiteY12" fmla="*/ 1099344 h 1138475"/>
                <a:gd name="connsiteX13" fmla="*/ 1250156 w 1456771"/>
                <a:gd name="connsiteY13" fmla="*/ 984250 h 1138475"/>
                <a:gd name="connsiteX14" fmla="*/ 1400731 w 1456771"/>
                <a:gd name="connsiteY14" fmla="*/ 794623 h 1138475"/>
                <a:gd name="connsiteX15" fmla="*/ 1456769 w 1456771"/>
                <a:gd name="connsiteY15" fmla="*/ 519668 h 1138475"/>
                <a:gd name="connsiteX16" fmla="*/ 1269683 w 1456771"/>
                <a:gd name="connsiteY16" fmla="*/ 117316 h 1138475"/>
                <a:gd name="connsiteX17" fmla="*/ 955119 w 1456771"/>
                <a:gd name="connsiteY17" fmla="*/ 343059 h 1138475"/>
                <a:gd name="connsiteX18" fmla="*/ 929958 w 1456771"/>
                <a:gd name="connsiteY18" fmla="*/ 378778 h 1138475"/>
                <a:gd name="connsiteX19" fmla="*/ 884238 w 1456771"/>
                <a:gd name="connsiteY19" fmla="*/ 439261 h 1138475"/>
                <a:gd name="connsiteX20" fmla="*/ 840105 w 1456771"/>
                <a:gd name="connsiteY20" fmla="*/ 499904 h 1138475"/>
                <a:gd name="connsiteX21" fmla="*/ 817880 w 1456771"/>
                <a:gd name="connsiteY21" fmla="*/ 532924 h 1138475"/>
                <a:gd name="connsiteX22" fmla="*/ 823754 w 1456771"/>
                <a:gd name="connsiteY22" fmla="*/ 547370 h 1138475"/>
                <a:gd name="connsiteX23" fmla="*/ 848122 w 1456771"/>
                <a:gd name="connsiteY23" fmla="*/ 549751 h 1138475"/>
                <a:gd name="connsiteX24" fmla="*/ 927338 w 1456771"/>
                <a:gd name="connsiteY24" fmla="*/ 549751 h 1138475"/>
                <a:gd name="connsiteX25" fmla="*/ 947023 w 1456771"/>
                <a:gd name="connsiteY25" fmla="*/ 559197 h 1138475"/>
                <a:gd name="connsiteX26" fmla="*/ 955199 w 1456771"/>
                <a:gd name="connsiteY26" fmla="*/ 577850 h 1138475"/>
                <a:gd name="connsiteX27" fmla="*/ 955199 w 1456771"/>
                <a:gd name="connsiteY27" fmla="*/ 634921 h 1138475"/>
                <a:gd name="connsiteX28" fmla="*/ 932180 w 1456771"/>
                <a:gd name="connsiteY28" fmla="*/ 651351 h 1138475"/>
                <a:gd name="connsiteX29" fmla="*/ 794861 w 1456771"/>
                <a:gd name="connsiteY29" fmla="*/ 651351 h 1138475"/>
                <a:gd name="connsiteX30" fmla="*/ 777240 w 1456771"/>
                <a:gd name="connsiteY30" fmla="*/ 656273 h 1138475"/>
                <a:gd name="connsiteX31" fmla="*/ 769303 w 1456771"/>
                <a:gd name="connsiteY31" fmla="*/ 670322 h 1138475"/>
                <a:gd name="connsiteX32" fmla="*/ 770255 w 1456771"/>
                <a:gd name="connsiteY32" fmla="*/ 690324 h 1138475"/>
                <a:gd name="connsiteX33" fmla="*/ 771446 w 1456771"/>
                <a:gd name="connsiteY33" fmla="*/ 708104 h 1138475"/>
                <a:gd name="connsiteX34" fmla="*/ 794861 w 1456771"/>
                <a:gd name="connsiteY34" fmla="*/ 717629 h 1138475"/>
                <a:gd name="connsiteX35" fmla="*/ 930037 w 1456771"/>
                <a:gd name="connsiteY35" fmla="*/ 717629 h 1138475"/>
                <a:gd name="connsiteX36" fmla="*/ 953214 w 1456771"/>
                <a:gd name="connsiteY36" fmla="*/ 739061 h 1138475"/>
                <a:gd name="connsiteX37" fmla="*/ 953214 w 1456771"/>
                <a:gd name="connsiteY37" fmla="*/ 791289 h 1138475"/>
                <a:gd name="connsiteX38" fmla="*/ 920274 w 1456771"/>
                <a:gd name="connsiteY38" fmla="*/ 814943 h 1138475"/>
                <a:gd name="connsiteX39" fmla="*/ 890032 w 1456771"/>
                <a:gd name="connsiteY39" fmla="*/ 814943 h 1138475"/>
                <a:gd name="connsiteX40" fmla="*/ 851773 w 1456771"/>
                <a:gd name="connsiteY40" fmla="*/ 815896 h 1138475"/>
                <a:gd name="connsiteX41" fmla="*/ 815816 w 1456771"/>
                <a:gd name="connsiteY41" fmla="*/ 817483 h 1138475"/>
                <a:gd name="connsiteX42" fmla="*/ 794861 w 1456771"/>
                <a:gd name="connsiteY42" fmla="*/ 817483 h 1138475"/>
                <a:gd name="connsiteX43" fmla="*/ 774224 w 1456771"/>
                <a:gd name="connsiteY43" fmla="*/ 841375 h 1138475"/>
                <a:gd name="connsiteX44" fmla="*/ 774224 w 1456771"/>
                <a:gd name="connsiteY44" fmla="*/ 936228 h 1138475"/>
                <a:gd name="connsiteX45" fmla="*/ 755333 w 1456771"/>
                <a:gd name="connsiteY45" fmla="*/ 948134 h 1138475"/>
                <a:gd name="connsiteX46" fmla="*/ 680641 w 1456771"/>
                <a:gd name="connsiteY46" fmla="*/ 948134 h 1138475"/>
                <a:gd name="connsiteX47" fmla="*/ 650558 w 1456771"/>
                <a:gd name="connsiteY47" fmla="*/ 922099 h 1138475"/>
                <a:gd name="connsiteX48" fmla="*/ 651748 w 1456771"/>
                <a:gd name="connsiteY48" fmla="*/ 881301 h 1138475"/>
                <a:gd name="connsiteX49" fmla="*/ 650637 w 1456771"/>
                <a:gd name="connsiteY49" fmla="*/ 838914 h 1138475"/>
                <a:gd name="connsiteX50" fmla="*/ 648335 w 1456771"/>
                <a:gd name="connsiteY50" fmla="*/ 823516 h 1138475"/>
                <a:gd name="connsiteX51" fmla="*/ 634444 w 1456771"/>
                <a:gd name="connsiteY51" fmla="*/ 820102 h 1138475"/>
                <a:gd name="connsiteX52" fmla="*/ 494744 w 1456771"/>
                <a:gd name="connsiteY52" fmla="*/ 820102 h 1138475"/>
                <a:gd name="connsiteX53" fmla="*/ 464264 w 1456771"/>
                <a:gd name="connsiteY53" fmla="*/ 789226 h 1138475"/>
                <a:gd name="connsiteX54" fmla="*/ 462201 w 1456771"/>
                <a:gd name="connsiteY54" fmla="*/ 771208 h 1138475"/>
                <a:gd name="connsiteX55" fmla="*/ 462201 w 1456771"/>
                <a:gd name="connsiteY55" fmla="*/ 748665 h 1138475"/>
                <a:gd name="connsiteX56" fmla="*/ 469265 w 1456771"/>
                <a:gd name="connsiteY56" fmla="*/ 727154 h 1138475"/>
                <a:gd name="connsiteX57" fmla="*/ 487839 w 1456771"/>
                <a:gd name="connsiteY57" fmla="*/ 720249 h 1138475"/>
                <a:gd name="connsiteX58" fmla="*/ 643573 w 1456771"/>
                <a:gd name="connsiteY58" fmla="*/ 720249 h 1138475"/>
                <a:gd name="connsiteX59" fmla="*/ 648176 w 1456771"/>
                <a:gd name="connsiteY59" fmla="*/ 708184 h 1138475"/>
                <a:gd name="connsiteX60" fmla="*/ 648176 w 1456771"/>
                <a:gd name="connsiteY60" fmla="*/ 663257 h 1138475"/>
                <a:gd name="connsiteX61" fmla="*/ 620474 w 1456771"/>
                <a:gd name="connsiteY61" fmla="*/ 651431 h 1138475"/>
                <a:gd name="connsiteX62" fmla="*/ 485537 w 1456771"/>
                <a:gd name="connsiteY62" fmla="*/ 651431 h 1138475"/>
                <a:gd name="connsiteX63" fmla="*/ 469186 w 1456771"/>
                <a:gd name="connsiteY63" fmla="*/ 650637 h 1138475"/>
                <a:gd name="connsiteX64" fmla="*/ 462121 w 1456771"/>
                <a:gd name="connsiteY64" fmla="*/ 637461 h 1138475"/>
                <a:gd name="connsiteX65" fmla="*/ 462121 w 1456771"/>
                <a:gd name="connsiteY65" fmla="*/ 608806 h 1138475"/>
                <a:gd name="connsiteX66" fmla="*/ 460058 w 1456771"/>
                <a:gd name="connsiteY66" fmla="*/ 580390 h 1138475"/>
                <a:gd name="connsiteX67" fmla="*/ 466725 w 1456771"/>
                <a:gd name="connsiteY67" fmla="*/ 556657 h 1138475"/>
                <a:gd name="connsiteX68" fmla="*/ 496967 w 1456771"/>
                <a:gd name="connsiteY68" fmla="*/ 547449 h 1138475"/>
                <a:gd name="connsiteX69" fmla="*/ 538083 w 1456771"/>
                <a:gd name="connsiteY69" fmla="*/ 548561 h 1138475"/>
                <a:gd name="connsiteX70" fmla="*/ 571818 w 1456771"/>
                <a:gd name="connsiteY70" fmla="*/ 547449 h 1138475"/>
                <a:gd name="connsiteX71" fmla="*/ 599202 w 1456771"/>
                <a:gd name="connsiteY71" fmla="*/ 547449 h 1138475"/>
                <a:gd name="connsiteX72" fmla="*/ 608648 w 1456771"/>
                <a:gd name="connsiteY72" fmla="*/ 537924 h 1138475"/>
                <a:gd name="connsiteX73" fmla="*/ 581104 w 1456771"/>
                <a:gd name="connsiteY73" fmla="*/ 502444 h 1138475"/>
                <a:gd name="connsiteX74" fmla="*/ 532051 w 1456771"/>
                <a:gd name="connsiteY74" fmla="*/ 438229 h 1138475"/>
                <a:gd name="connsiteX75" fmla="*/ 462201 w 1456771"/>
                <a:gd name="connsiteY75" fmla="*/ 350599 h 1138475"/>
                <a:gd name="connsiteX76" fmla="*/ 469265 w 1456771"/>
                <a:gd name="connsiteY76" fmla="*/ 307896 h 1138475"/>
                <a:gd name="connsiteX77" fmla="*/ 493474 w 1456771"/>
                <a:gd name="connsiteY77" fmla="*/ 289639 h 1138475"/>
                <a:gd name="connsiteX78" fmla="*/ 522923 w 1456771"/>
                <a:gd name="connsiteY78" fmla="*/ 269954 h 1138475"/>
                <a:gd name="connsiteX79" fmla="*/ 566817 w 1456771"/>
                <a:gd name="connsiteY79" fmla="*/ 295672 h 1138475"/>
                <a:gd name="connsiteX80" fmla="*/ 593804 w 1456771"/>
                <a:gd name="connsiteY80" fmla="*/ 330359 h 1138475"/>
                <a:gd name="connsiteX81" fmla="*/ 634444 w 1456771"/>
                <a:gd name="connsiteY81" fmla="*/ 383619 h 1138475"/>
                <a:gd name="connsiteX82" fmla="*/ 673973 w 1456771"/>
                <a:gd name="connsiteY82" fmla="*/ 434419 h 1138475"/>
                <a:gd name="connsiteX83" fmla="*/ 695246 w 1456771"/>
                <a:gd name="connsiteY83" fmla="*/ 462201 h 1138475"/>
                <a:gd name="connsiteX84" fmla="*/ 712311 w 1456771"/>
                <a:gd name="connsiteY84" fmla="*/ 473869 h 1138475"/>
                <a:gd name="connsiteX85" fmla="*/ 729933 w 1456771"/>
                <a:gd name="connsiteY85" fmla="*/ 466725 h 1138475"/>
                <a:gd name="connsiteX86" fmla="*/ 749697 w 1456771"/>
                <a:gd name="connsiteY86" fmla="*/ 436880 h 1138475"/>
                <a:gd name="connsiteX87" fmla="*/ 787956 w 1456771"/>
                <a:gd name="connsiteY87" fmla="*/ 381238 h 1138475"/>
                <a:gd name="connsiteX88" fmla="*/ 827484 w 1456771"/>
                <a:gd name="connsiteY88" fmla="*/ 323056 h 1138475"/>
                <a:gd name="connsiteX89" fmla="*/ 850900 w 1456771"/>
                <a:gd name="connsiteY89" fmla="*/ 289004 h 1138475"/>
                <a:gd name="connsiteX90" fmla="*/ 870426 w 1456771"/>
                <a:gd name="connsiteY90" fmla="*/ 267573 h 1138475"/>
                <a:gd name="connsiteX91" fmla="*/ 897414 w 1456771"/>
                <a:gd name="connsiteY91" fmla="*/ 269954 h 1138475"/>
                <a:gd name="connsiteX92" fmla="*/ 922655 w 1456771"/>
                <a:gd name="connsiteY92" fmla="*/ 283766 h 1138475"/>
                <a:gd name="connsiteX93" fmla="*/ 941308 w 1456771"/>
                <a:gd name="connsiteY93" fmla="*/ 298609 h 1138475"/>
                <a:gd name="connsiteX94" fmla="*/ 955119 w 1456771"/>
                <a:gd name="connsiteY94" fmla="*/ 343059 h 113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456771" h="1138475">
                  <a:moveTo>
                    <a:pt x="1269683" y="117316"/>
                  </a:moveTo>
                  <a:cubicBezTo>
                    <a:pt x="1231672" y="78148"/>
                    <a:pt x="1190408" y="42274"/>
                    <a:pt x="1146334" y="10081"/>
                  </a:cubicBezTo>
                  <a:cubicBezTo>
                    <a:pt x="1144746" y="10954"/>
                    <a:pt x="1143714" y="12303"/>
                    <a:pt x="1141968" y="13097"/>
                  </a:cubicBezTo>
                  <a:cubicBezTo>
                    <a:pt x="1004967" y="72311"/>
                    <a:pt x="868204" y="101759"/>
                    <a:pt x="734854" y="101759"/>
                  </a:cubicBezTo>
                  <a:cubicBezTo>
                    <a:pt x="592534" y="101759"/>
                    <a:pt x="454263" y="67151"/>
                    <a:pt x="323612" y="0"/>
                  </a:cubicBezTo>
                  <a:cubicBezTo>
                    <a:pt x="274801" y="34843"/>
                    <a:pt x="229264" y="74058"/>
                    <a:pt x="187563" y="117158"/>
                  </a:cubicBezTo>
                  <a:cubicBezTo>
                    <a:pt x="63103" y="244554"/>
                    <a:pt x="0" y="380048"/>
                    <a:pt x="0" y="519668"/>
                  </a:cubicBezTo>
                  <a:cubicBezTo>
                    <a:pt x="0" y="622221"/>
                    <a:pt x="18812" y="714772"/>
                    <a:pt x="56118" y="794623"/>
                  </a:cubicBezTo>
                  <a:cubicBezTo>
                    <a:pt x="90830" y="868668"/>
                    <a:pt x="142333" y="933597"/>
                    <a:pt x="206534" y="984250"/>
                  </a:cubicBezTo>
                  <a:cubicBezTo>
                    <a:pt x="270113" y="1034653"/>
                    <a:pt x="346710" y="1073309"/>
                    <a:pt x="434419" y="1099344"/>
                  </a:cubicBezTo>
                  <a:cubicBezTo>
                    <a:pt x="521573" y="1125220"/>
                    <a:pt x="617776" y="1138476"/>
                    <a:pt x="720408" y="1138476"/>
                  </a:cubicBezTo>
                  <a:lnTo>
                    <a:pt x="736283" y="1138476"/>
                  </a:lnTo>
                  <a:cubicBezTo>
                    <a:pt x="838756" y="1138476"/>
                    <a:pt x="935038" y="1125220"/>
                    <a:pt x="1022350" y="1099344"/>
                  </a:cubicBezTo>
                  <a:cubicBezTo>
                    <a:pt x="1110139" y="1073309"/>
                    <a:pt x="1186815" y="1034653"/>
                    <a:pt x="1250156" y="984250"/>
                  </a:cubicBezTo>
                  <a:cubicBezTo>
                    <a:pt x="1314409" y="933608"/>
                    <a:pt x="1365966" y="868680"/>
                    <a:pt x="1400731" y="794623"/>
                  </a:cubicBezTo>
                  <a:cubicBezTo>
                    <a:pt x="1437958" y="714772"/>
                    <a:pt x="1456769" y="622221"/>
                    <a:pt x="1456769" y="519668"/>
                  </a:cubicBezTo>
                  <a:cubicBezTo>
                    <a:pt x="1457166" y="380206"/>
                    <a:pt x="1394222" y="244872"/>
                    <a:pt x="1269683" y="117316"/>
                  </a:cubicBezTo>
                  <a:moveTo>
                    <a:pt x="955119" y="343059"/>
                  </a:moveTo>
                  <a:cubicBezTo>
                    <a:pt x="947017" y="355163"/>
                    <a:pt x="938627" y="367072"/>
                    <a:pt x="929958" y="378778"/>
                  </a:cubicBezTo>
                  <a:cubicBezTo>
                    <a:pt x="915352" y="397748"/>
                    <a:pt x="900668" y="417751"/>
                    <a:pt x="884238" y="439261"/>
                  </a:cubicBezTo>
                  <a:cubicBezTo>
                    <a:pt x="867807" y="460454"/>
                    <a:pt x="853519" y="480536"/>
                    <a:pt x="840105" y="499904"/>
                  </a:cubicBezTo>
                  <a:cubicBezTo>
                    <a:pt x="827008" y="518636"/>
                    <a:pt x="819785" y="530066"/>
                    <a:pt x="817880" y="532924"/>
                  </a:cubicBezTo>
                  <a:cubicBezTo>
                    <a:pt x="813594" y="540703"/>
                    <a:pt x="815261" y="545465"/>
                    <a:pt x="823754" y="547370"/>
                  </a:cubicBezTo>
                  <a:cubicBezTo>
                    <a:pt x="832247" y="549037"/>
                    <a:pt x="840661" y="549751"/>
                    <a:pt x="848122" y="549751"/>
                  </a:cubicBezTo>
                  <a:lnTo>
                    <a:pt x="927338" y="549751"/>
                  </a:lnTo>
                  <a:cubicBezTo>
                    <a:pt x="934958" y="549751"/>
                    <a:pt x="941546" y="552609"/>
                    <a:pt x="947023" y="559197"/>
                  </a:cubicBezTo>
                  <a:cubicBezTo>
                    <a:pt x="952038" y="564137"/>
                    <a:pt x="954965" y="570814"/>
                    <a:pt x="955199" y="577850"/>
                  </a:cubicBezTo>
                  <a:lnTo>
                    <a:pt x="955199" y="634921"/>
                  </a:lnTo>
                  <a:cubicBezTo>
                    <a:pt x="955199" y="646033"/>
                    <a:pt x="947182" y="651351"/>
                    <a:pt x="932180" y="651351"/>
                  </a:cubicBezTo>
                  <a:lnTo>
                    <a:pt x="794861" y="651351"/>
                  </a:lnTo>
                  <a:cubicBezTo>
                    <a:pt x="788655" y="651401"/>
                    <a:pt x="782574" y="653099"/>
                    <a:pt x="777240" y="656273"/>
                  </a:cubicBezTo>
                  <a:cubicBezTo>
                    <a:pt x="772115" y="659042"/>
                    <a:pt x="769029" y="664503"/>
                    <a:pt x="769303" y="670322"/>
                  </a:cubicBezTo>
                  <a:cubicBezTo>
                    <a:pt x="769303" y="676989"/>
                    <a:pt x="769461" y="683181"/>
                    <a:pt x="770255" y="690324"/>
                  </a:cubicBezTo>
                  <a:cubicBezTo>
                    <a:pt x="771128" y="697548"/>
                    <a:pt x="771446" y="703659"/>
                    <a:pt x="771446" y="708104"/>
                  </a:cubicBezTo>
                  <a:cubicBezTo>
                    <a:pt x="771446" y="717629"/>
                    <a:pt x="779542" y="720884"/>
                    <a:pt x="794861" y="717629"/>
                  </a:cubicBezTo>
                  <a:lnTo>
                    <a:pt x="930037" y="717629"/>
                  </a:lnTo>
                  <a:cubicBezTo>
                    <a:pt x="945515" y="717629"/>
                    <a:pt x="953214" y="724694"/>
                    <a:pt x="953214" y="739061"/>
                  </a:cubicBezTo>
                  <a:lnTo>
                    <a:pt x="953214" y="791289"/>
                  </a:lnTo>
                  <a:cubicBezTo>
                    <a:pt x="953214" y="807006"/>
                    <a:pt x="941705" y="814943"/>
                    <a:pt x="920274" y="814943"/>
                  </a:cubicBezTo>
                  <a:lnTo>
                    <a:pt x="890032" y="814943"/>
                  </a:lnTo>
                  <a:cubicBezTo>
                    <a:pt x="877967" y="814943"/>
                    <a:pt x="865267" y="815340"/>
                    <a:pt x="851773" y="815896"/>
                  </a:cubicBezTo>
                  <a:cubicBezTo>
                    <a:pt x="839821" y="817016"/>
                    <a:pt x="827821" y="817545"/>
                    <a:pt x="815816" y="817483"/>
                  </a:cubicBezTo>
                  <a:lnTo>
                    <a:pt x="794861" y="817483"/>
                  </a:lnTo>
                  <a:cubicBezTo>
                    <a:pt x="781209" y="817483"/>
                    <a:pt x="774224" y="825341"/>
                    <a:pt x="774224" y="841375"/>
                  </a:cubicBezTo>
                  <a:lnTo>
                    <a:pt x="774224" y="936228"/>
                  </a:lnTo>
                  <a:cubicBezTo>
                    <a:pt x="774224" y="944404"/>
                    <a:pt x="767715" y="948134"/>
                    <a:pt x="755333" y="948134"/>
                  </a:cubicBezTo>
                  <a:lnTo>
                    <a:pt x="680641" y="948134"/>
                  </a:lnTo>
                  <a:cubicBezTo>
                    <a:pt x="660638" y="948134"/>
                    <a:pt x="650558" y="939562"/>
                    <a:pt x="650558" y="922099"/>
                  </a:cubicBezTo>
                  <a:cubicBezTo>
                    <a:pt x="650558" y="915670"/>
                    <a:pt x="651113" y="902335"/>
                    <a:pt x="651748" y="881301"/>
                  </a:cubicBezTo>
                  <a:cubicBezTo>
                    <a:pt x="652939" y="860981"/>
                    <a:pt x="652463" y="846772"/>
                    <a:pt x="650637" y="838914"/>
                  </a:cubicBezTo>
                  <a:cubicBezTo>
                    <a:pt x="650637" y="830977"/>
                    <a:pt x="649764" y="825897"/>
                    <a:pt x="648335" y="823516"/>
                  </a:cubicBezTo>
                  <a:cubicBezTo>
                    <a:pt x="646906" y="821372"/>
                    <a:pt x="642541" y="820102"/>
                    <a:pt x="634444" y="820102"/>
                  </a:cubicBezTo>
                  <a:lnTo>
                    <a:pt x="494744" y="820102"/>
                  </a:lnTo>
                  <a:cubicBezTo>
                    <a:pt x="474504" y="820102"/>
                    <a:pt x="464264" y="809784"/>
                    <a:pt x="464264" y="789226"/>
                  </a:cubicBezTo>
                  <a:cubicBezTo>
                    <a:pt x="464306" y="783158"/>
                    <a:pt x="463613" y="777108"/>
                    <a:pt x="462201" y="771208"/>
                  </a:cubicBezTo>
                  <a:cubicBezTo>
                    <a:pt x="460691" y="763769"/>
                    <a:pt x="460691" y="756103"/>
                    <a:pt x="462201" y="748665"/>
                  </a:cubicBezTo>
                  <a:cubicBezTo>
                    <a:pt x="463947" y="740966"/>
                    <a:pt x="466328" y="733981"/>
                    <a:pt x="469265" y="727154"/>
                  </a:cubicBezTo>
                  <a:cubicBezTo>
                    <a:pt x="472361" y="721043"/>
                    <a:pt x="478552" y="718741"/>
                    <a:pt x="487839" y="720249"/>
                  </a:cubicBezTo>
                  <a:lnTo>
                    <a:pt x="643573" y="720249"/>
                  </a:lnTo>
                  <a:cubicBezTo>
                    <a:pt x="646589" y="720249"/>
                    <a:pt x="648176" y="716280"/>
                    <a:pt x="648176" y="708184"/>
                  </a:cubicBezTo>
                  <a:lnTo>
                    <a:pt x="648176" y="663257"/>
                  </a:lnTo>
                  <a:cubicBezTo>
                    <a:pt x="648176" y="655399"/>
                    <a:pt x="638889" y="651431"/>
                    <a:pt x="620474" y="651431"/>
                  </a:cubicBezTo>
                  <a:lnTo>
                    <a:pt x="485537" y="651431"/>
                  </a:lnTo>
                  <a:cubicBezTo>
                    <a:pt x="479187" y="651431"/>
                    <a:pt x="473948" y="651272"/>
                    <a:pt x="469186" y="650637"/>
                  </a:cubicBezTo>
                  <a:cubicBezTo>
                    <a:pt x="464264" y="649684"/>
                    <a:pt x="462121" y="645239"/>
                    <a:pt x="462121" y="637461"/>
                  </a:cubicBezTo>
                  <a:lnTo>
                    <a:pt x="462121" y="608806"/>
                  </a:lnTo>
                  <a:cubicBezTo>
                    <a:pt x="462121" y="596265"/>
                    <a:pt x="461248" y="586819"/>
                    <a:pt x="460058" y="580390"/>
                  </a:cubicBezTo>
                  <a:cubicBezTo>
                    <a:pt x="456562" y="571887"/>
                    <a:pt x="459312" y="562096"/>
                    <a:pt x="466725" y="556657"/>
                  </a:cubicBezTo>
                  <a:cubicBezTo>
                    <a:pt x="475390" y="550089"/>
                    <a:pt x="486112" y="546825"/>
                    <a:pt x="496967" y="547449"/>
                  </a:cubicBezTo>
                  <a:cubicBezTo>
                    <a:pt x="509349" y="549116"/>
                    <a:pt x="523161" y="549354"/>
                    <a:pt x="538083" y="548561"/>
                  </a:cubicBezTo>
                  <a:cubicBezTo>
                    <a:pt x="549315" y="547860"/>
                    <a:pt x="560564" y="547489"/>
                    <a:pt x="571818" y="547449"/>
                  </a:cubicBezTo>
                  <a:lnTo>
                    <a:pt x="599202" y="547449"/>
                  </a:lnTo>
                  <a:cubicBezTo>
                    <a:pt x="608648" y="547449"/>
                    <a:pt x="611981" y="544116"/>
                    <a:pt x="608648" y="537924"/>
                  </a:cubicBezTo>
                  <a:cubicBezTo>
                    <a:pt x="605869" y="534432"/>
                    <a:pt x="596424" y="522684"/>
                    <a:pt x="581104" y="502444"/>
                  </a:cubicBezTo>
                  <a:cubicBezTo>
                    <a:pt x="565309" y="481330"/>
                    <a:pt x="549116" y="460375"/>
                    <a:pt x="532051" y="438229"/>
                  </a:cubicBezTo>
                  <a:cubicBezTo>
                    <a:pt x="512048" y="411242"/>
                    <a:pt x="488315" y="381953"/>
                    <a:pt x="462201" y="350599"/>
                  </a:cubicBezTo>
                  <a:cubicBezTo>
                    <a:pt x="451406" y="333137"/>
                    <a:pt x="453946" y="318770"/>
                    <a:pt x="469265" y="307896"/>
                  </a:cubicBezTo>
                  <a:cubicBezTo>
                    <a:pt x="477809" y="302466"/>
                    <a:pt x="485905" y="296361"/>
                    <a:pt x="493474" y="289639"/>
                  </a:cubicBezTo>
                  <a:cubicBezTo>
                    <a:pt x="502126" y="282813"/>
                    <a:pt x="512048" y="275987"/>
                    <a:pt x="522923" y="269954"/>
                  </a:cubicBezTo>
                  <a:cubicBezTo>
                    <a:pt x="538163" y="260271"/>
                    <a:pt x="552847" y="268843"/>
                    <a:pt x="566817" y="295672"/>
                  </a:cubicBezTo>
                  <a:cubicBezTo>
                    <a:pt x="571818" y="302260"/>
                    <a:pt x="580628" y="313452"/>
                    <a:pt x="593804" y="330359"/>
                  </a:cubicBezTo>
                  <a:cubicBezTo>
                    <a:pt x="607139" y="347266"/>
                    <a:pt x="620792" y="364331"/>
                    <a:pt x="634444" y="383619"/>
                  </a:cubicBezTo>
                  <a:cubicBezTo>
                    <a:pt x="648256" y="402749"/>
                    <a:pt x="661591" y="419735"/>
                    <a:pt x="673973" y="434419"/>
                  </a:cubicBezTo>
                  <a:cubicBezTo>
                    <a:pt x="686514" y="449580"/>
                    <a:pt x="693341" y="459026"/>
                    <a:pt x="695246" y="462201"/>
                  </a:cubicBezTo>
                  <a:cubicBezTo>
                    <a:pt x="698183" y="468313"/>
                    <a:pt x="703739" y="472202"/>
                    <a:pt x="712311" y="473869"/>
                  </a:cubicBezTo>
                  <a:cubicBezTo>
                    <a:pt x="720884" y="475536"/>
                    <a:pt x="726996" y="472837"/>
                    <a:pt x="729933" y="466725"/>
                  </a:cubicBezTo>
                  <a:cubicBezTo>
                    <a:pt x="731441" y="463471"/>
                    <a:pt x="737711" y="453787"/>
                    <a:pt x="749697" y="436880"/>
                  </a:cubicBezTo>
                  <a:cubicBezTo>
                    <a:pt x="761206" y="420687"/>
                    <a:pt x="774382" y="402034"/>
                    <a:pt x="787956" y="381238"/>
                  </a:cubicBezTo>
                  <a:cubicBezTo>
                    <a:pt x="802084" y="360759"/>
                    <a:pt x="815102" y="341630"/>
                    <a:pt x="827484" y="323056"/>
                  </a:cubicBezTo>
                  <a:cubicBezTo>
                    <a:pt x="840105" y="304959"/>
                    <a:pt x="847804" y="293449"/>
                    <a:pt x="850900" y="289004"/>
                  </a:cubicBezTo>
                  <a:cubicBezTo>
                    <a:pt x="855974" y="280674"/>
                    <a:pt x="862603" y="273398"/>
                    <a:pt x="870426" y="267573"/>
                  </a:cubicBezTo>
                  <a:cubicBezTo>
                    <a:pt x="875903" y="264319"/>
                    <a:pt x="884714" y="265351"/>
                    <a:pt x="897414" y="269954"/>
                  </a:cubicBezTo>
                  <a:cubicBezTo>
                    <a:pt x="905193" y="272891"/>
                    <a:pt x="913844" y="277654"/>
                    <a:pt x="922655" y="283766"/>
                  </a:cubicBezTo>
                  <a:cubicBezTo>
                    <a:pt x="932259" y="290274"/>
                    <a:pt x="938451" y="295275"/>
                    <a:pt x="941308" y="298609"/>
                  </a:cubicBezTo>
                  <a:cubicBezTo>
                    <a:pt x="958294" y="315674"/>
                    <a:pt x="963057" y="330518"/>
                    <a:pt x="955119" y="343059"/>
                  </a:cubicBezTo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861597" y="3994847"/>
            <a:ext cx="216000" cy="234757"/>
            <a:chOff x="5395572" y="1689507"/>
            <a:chExt cx="1400855" cy="1522503"/>
          </a:xfrm>
          <a:solidFill>
            <a:schemeClr val="bg1"/>
          </a:solidFill>
        </p:grpSpPr>
        <p:sp>
          <p:nvSpPr>
            <p:cNvPr id="41" name="任意多边形: 形状 40"/>
            <p:cNvSpPr/>
            <p:nvPr/>
          </p:nvSpPr>
          <p:spPr>
            <a:xfrm>
              <a:off x="5395572" y="1689507"/>
              <a:ext cx="1400855" cy="1522503"/>
            </a:xfrm>
            <a:custGeom>
              <a:avLst/>
              <a:gdLst>
                <a:gd name="connsiteX0" fmla="*/ 669063 w 1400855"/>
                <a:gd name="connsiteY0" fmla="*/ 666342 h 1522503"/>
                <a:gd name="connsiteX1" fmla="*/ 710701 w 1400855"/>
                <a:gd name="connsiteY1" fmla="*/ 664301 h 1522503"/>
                <a:gd name="connsiteX2" fmla="*/ 1059044 w 1400855"/>
                <a:gd name="connsiteY2" fmla="*/ 571092 h 1522503"/>
                <a:gd name="connsiteX3" fmla="*/ 1149259 w 1400855"/>
                <a:gd name="connsiteY3" fmla="*/ 578848 h 1522503"/>
                <a:gd name="connsiteX4" fmla="*/ 1337854 w 1400855"/>
                <a:gd name="connsiteY4" fmla="*/ 380728 h 1522503"/>
                <a:gd name="connsiteX5" fmla="*/ 1337854 w 1400855"/>
                <a:gd name="connsiteY5" fmla="*/ 285478 h 1522503"/>
                <a:gd name="connsiteX6" fmla="*/ 669063 w 1400855"/>
                <a:gd name="connsiteY6" fmla="*/ 0 h 1522503"/>
                <a:gd name="connsiteX7" fmla="*/ 272 w 1400855"/>
                <a:gd name="connsiteY7" fmla="*/ 285478 h 1522503"/>
                <a:gd name="connsiteX8" fmla="*/ 272 w 1400855"/>
                <a:gd name="connsiteY8" fmla="*/ 380728 h 1522503"/>
                <a:gd name="connsiteX9" fmla="*/ 669063 w 1400855"/>
                <a:gd name="connsiteY9" fmla="*/ 666478 h 1522503"/>
                <a:gd name="connsiteX10" fmla="*/ 771117 w 1400855"/>
                <a:gd name="connsiteY10" fmla="*/ 812755 h 1522503"/>
                <a:gd name="connsiteX11" fmla="*/ 899500 w 1400855"/>
                <a:gd name="connsiteY11" fmla="*/ 941410 h 1522503"/>
                <a:gd name="connsiteX12" fmla="*/ 1028156 w 1400855"/>
                <a:gd name="connsiteY12" fmla="*/ 813027 h 1522503"/>
                <a:gd name="connsiteX13" fmla="*/ 899772 w 1400855"/>
                <a:gd name="connsiteY13" fmla="*/ 684371 h 1522503"/>
                <a:gd name="connsiteX14" fmla="*/ 771117 w 1400855"/>
                <a:gd name="connsiteY14" fmla="*/ 812755 h 1522503"/>
                <a:gd name="connsiteX15" fmla="*/ 942022 w 1400855"/>
                <a:gd name="connsiteY15" fmla="*/ 812755 h 1522503"/>
                <a:gd name="connsiteX16" fmla="*/ 897374 w 1400855"/>
                <a:gd name="connsiteY16" fmla="*/ 852606 h 1522503"/>
                <a:gd name="connsiteX17" fmla="*/ 857522 w 1400855"/>
                <a:gd name="connsiteY17" fmla="*/ 812755 h 1522503"/>
                <a:gd name="connsiteX18" fmla="*/ 903095 w 1400855"/>
                <a:gd name="connsiteY18" fmla="*/ 773963 h 1522503"/>
                <a:gd name="connsiteX19" fmla="*/ 941886 w 1400855"/>
                <a:gd name="connsiteY19" fmla="*/ 812755 h 1522503"/>
                <a:gd name="connsiteX20" fmla="*/ 1017678 w 1400855"/>
                <a:gd name="connsiteY20" fmla="*/ 1337446 h 1522503"/>
                <a:gd name="connsiteX21" fmla="*/ 1146062 w 1400855"/>
                <a:gd name="connsiteY21" fmla="*/ 1465966 h 1522503"/>
                <a:gd name="connsiteX22" fmla="*/ 1274581 w 1400855"/>
                <a:gd name="connsiteY22" fmla="*/ 1337582 h 1522503"/>
                <a:gd name="connsiteX23" fmla="*/ 1146198 w 1400855"/>
                <a:gd name="connsiteY23" fmla="*/ 1209063 h 1522503"/>
                <a:gd name="connsiteX24" fmla="*/ 1017678 w 1400855"/>
                <a:gd name="connsiteY24" fmla="*/ 1337446 h 1522503"/>
                <a:gd name="connsiteX25" fmla="*/ 1188448 w 1400855"/>
                <a:gd name="connsiteY25" fmla="*/ 1337446 h 1522503"/>
                <a:gd name="connsiteX26" fmla="*/ 1142875 w 1400855"/>
                <a:gd name="connsiteY26" fmla="*/ 1376237 h 1522503"/>
                <a:gd name="connsiteX27" fmla="*/ 1104084 w 1400855"/>
                <a:gd name="connsiteY27" fmla="*/ 1337446 h 1522503"/>
                <a:gd name="connsiteX28" fmla="*/ 1149657 w 1400855"/>
                <a:gd name="connsiteY28" fmla="*/ 1298655 h 1522503"/>
                <a:gd name="connsiteX29" fmla="*/ 1188448 w 1400855"/>
                <a:gd name="connsiteY29" fmla="*/ 1337446 h 1522503"/>
                <a:gd name="connsiteX30" fmla="*/ 530134 w 1400855"/>
                <a:gd name="connsiteY30" fmla="*/ 1355135 h 1522503"/>
                <a:gd name="connsiteX31" fmla="*/ 511493 w 1400855"/>
                <a:gd name="connsiteY31" fmla="*/ 1325472 h 1522503"/>
                <a:gd name="connsiteX32" fmla="*/ 0 w 1400855"/>
                <a:gd name="connsiteY32" fmla="*/ 1076597 h 1522503"/>
                <a:gd name="connsiteX33" fmla="*/ 0 w 1400855"/>
                <a:gd name="connsiteY33" fmla="*/ 1237162 h 1522503"/>
                <a:gd name="connsiteX34" fmla="*/ 59599 w 1400855"/>
                <a:gd name="connsiteY34" fmla="*/ 1354863 h 1522503"/>
                <a:gd name="connsiteX35" fmla="*/ 669063 w 1400855"/>
                <a:gd name="connsiteY35" fmla="*/ 1522503 h 1522503"/>
                <a:gd name="connsiteX36" fmla="*/ 705803 w 1400855"/>
                <a:gd name="connsiteY36" fmla="*/ 1520870 h 1522503"/>
                <a:gd name="connsiteX37" fmla="*/ 530134 w 1400855"/>
                <a:gd name="connsiteY37" fmla="*/ 1355135 h 1522503"/>
                <a:gd name="connsiteX38" fmla="*/ 700904 w 1400855"/>
                <a:gd name="connsiteY38" fmla="*/ 1317988 h 1522503"/>
                <a:gd name="connsiteX39" fmla="*/ 1306150 w 1400855"/>
                <a:gd name="connsiteY39" fmla="*/ 712742 h 1522503"/>
                <a:gd name="connsiteX40" fmla="*/ 1400855 w 1400855"/>
                <a:gd name="connsiteY40" fmla="*/ 807448 h 1522503"/>
                <a:gd name="connsiteX41" fmla="*/ 795610 w 1400855"/>
                <a:gd name="connsiteY41" fmla="*/ 1412694 h 1522503"/>
                <a:gd name="connsiteX42" fmla="*/ 700904 w 1400855"/>
                <a:gd name="connsiteY42" fmla="*/ 1317988 h 1522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00855" h="1522503">
                  <a:moveTo>
                    <a:pt x="669063" y="666342"/>
                  </a:moveTo>
                  <a:cubicBezTo>
                    <a:pt x="683351" y="666342"/>
                    <a:pt x="696822" y="664709"/>
                    <a:pt x="710701" y="664301"/>
                  </a:cubicBezTo>
                  <a:cubicBezTo>
                    <a:pt x="816378" y="602609"/>
                    <a:pt x="936679" y="570419"/>
                    <a:pt x="1059044" y="571092"/>
                  </a:cubicBezTo>
                  <a:cubicBezTo>
                    <a:pt x="1090068" y="571092"/>
                    <a:pt x="1119596" y="575174"/>
                    <a:pt x="1149259" y="578848"/>
                  </a:cubicBezTo>
                  <a:cubicBezTo>
                    <a:pt x="1265464" y="527549"/>
                    <a:pt x="1337854" y="457744"/>
                    <a:pt x="1337854" y="380728"/>
                  </a:cubicBezTo>
                  <a:lnTo>
                    <a:pt x="1337854" y="285478"/>
                  </a:lnTo>
                  <a:cubicBezTo>
                    <a:pt x="1337854" y="127907"/>
                    <a:pt x="1038361" y="0"/>
                    <a:pt x="669063" y="0"/>
                  </a:cubicBezTo>
                  <a:cubicBezTo>
                    <a:pt x="299629" y="0"/>
                    <a:pt x="272" y="127907"/>
                    <a:pt x="272" y="285478"/>
                  </a:cubicBezTo>
                  <a:lnTo>
                    <a:pt x="272" y="380728"/>
                  </a:lnTo>
                  <a:cubicBezTo>
                    <a:pt x="272" y="538571"/>
                    <a:pt x="299765" y="666478"/>
                    <a:pt x="669063" y="666478"/>
                  </a:cubicBezTo>
                  <a:close/>
                  <a:moveTo>
                    <a:pt x="771117" y="812755"/>
                  </a:moveTo>
                  <a:cubicBezTo>
                    <a:pt x="771042" y="883734"/>
                    <a:pt x="828521" y="941335"/>
                    <a:pt x="899500" y="941410"/>
                  </a:cubicBezTo>
                  <a:cubicBezTo>
                    <a:pt x="970479" y="941485"/>
                    <a:pt x="1028080" y="884006"/>
                    <a:pt x="1028156" y="813027"/>
                  </a:cubicBezTo>
                  <a:cubicBezTo>
                    <a:pt x="1028231" y="742048"/>
                    <a:pt x="970752" y="684446"/>
                    <a:pt x="899772" y="684371"/>
                  </a:cubicBezTo>
                  <a:cubicBezTo>
                    <a:pt x="828793" y="684296"/>
                    <a:pt x="771192" y="741775"/>
                    <a:pt x="771117" y="812755"/>
                  </a:cubicBezTo>
                  <a:close/>
                  <a:moveTo>
                    <a:pt x="942022" y="812755"/>
                  </a:moveTo>
                  <a:cubicBezTo>
                    <a:pt x="940698" y="836089"/>
                    <a:pt x="920708" y="853931"/>
                    <a:pt x="897374" y="852606"/>
                  </a:cubicBezTo>
                  <a:cubicBezTo>
                    <a:pt x="875890" y="851387"/>
                    <a:pt x="858742" y="834239"/>
                    <a:pt x="857522" y="812755"/>
                  </a:cubicBezTo>
                  <a:cubicBezTo>
                    <a:pt x="859395" y="789458"/>
                    <a:pt x="879799" y="772091"/>
                    <a:pt x="903095" y="773963"/>
                  </a:cubicBezTo>
                  <a:cubicBezTo>
                    <a:pt x="923791" y="775627"/>
                    <a:pt x="940223" y="792059"/>
                    <a:pt x="941886" y="812755"/>
                  </a:cubicBezTo>
                  <a:close/>
                  <a:moveTo>
                    <a:pt x="1017678" y="1337446"/>
                  </a:moveTo>
                  <a:cubicBezTo>
                    <a:pt x="1017641" y="1408388"/>
                    <a:pt x="1075120" y="1465928"/>
                    <a:pt x="1146062" y="1465966"/>
                  </a:cubicBezTo>
                  <a:cubicBezTo>
                    <a:pt x="1217003" y="1466003"/>
                    <a:pt x="1274544" y="1408524"/>
                    <a:pt x="1274581" y="1337582"/>
                  </a:cubicBezTo>
                  <a:cubicBezTo>
                    <a:pt x="1274619" y="1266640"/>
                    <a:pt x="1217140" y="1209100"/>
                    <a:pt x="1146198" y="1209063"/>
                  </a:cubicBezTo>
                  <a:cubicBezTo>
                    <a:pt x="1075256" y="1209025"/>
                    <a:pt x="1017716" y="1266504"/>
                    <a:pt x="1017678" y="1337446"/>
                  </a:cubicBezTo>
                  <a:close/>
                  <a:moveTo>
                    <a:pt x="1188448" y="1337446"/>
                  </a:moveTo>
                  <a:cubicBezTo>
                    <a:pt x="1186575" y="1360743"/>
                    <a:pt x="1166171" y="1378110"/>
                    <a:pt x="1142875" y="1376237"/>
                  </a:cubicBezTo>
                  <a:cubicBezTo>
                    <a:pt x="1122179" y="1374574"/>
                    <a:pt x="1105747" y="1358142"/>
                    <a:pt x="1104084" y="1337446"/>
                  </a:cubicBezTo>
                  <a:cubicBezTo>
                    <a:pt x="1105956" y="1314150"/>
                    <a:pt x="1126360" y="1296782"/>
                    <a:pt x="1149657" y="1298655"/>
                  </a:cubicBezTo>
                  <a:cubicBezTo>
                    <a:pt x="1170352" y="1300319"/>
                    <a:pt x="1186784" y="1316750"/>
                    <a:pt x="1188448" y="1337446"/>
                  </a:cubicBezTo>
                  <a:close/>
                  <a:moveTo>
                    <a:pt x="530134" y="1355135"/>
                  </a:moveTo>
                  <a:cubicBezTo>
                    <a:pt x="523636" y="1345429"/>
                    <a:pt x="517420" y="1335537"/>
                    <a:pt x="511493" y="1325472"/>
                  </a:cubicBezTo>
                  <a:cubicBezTo>
                    <a:pt x="218531" y="1301523"/>
                    <a:pt x="0" y="1211172"/>
                    <a:pt x="0" y="1076597"/>
                  </a:cubicBezTo>
                  <a:lnTo>
                    <a:pt x="0" y="1237162"/>
                  </a:lnTo>
                  <a:cubicBezTo>
                    <a:pt x="0" y="1279208"/>
                    <a:pt x="21227" y="1319076"/>
                    <a:pt x="59599" y="1354863"/>
                  </a:cubicBezTo>
                  <a:cubicBezTo>
                    <a:pt x="164646" y="1453651"/>
                    <a:pt x="398009" y="1522503"/>
                    <a:pt x="669063" y="1522503"/>
                  </a:cubicBezTo>
                  <a:cubicBezTo>
                    <a:pt x="681718" y="1522503"/>
                    <a:pt x="693420" y="1521143"/>
                    <a:pt x="705803" y="1520870"/>
                  </a:cubicBezTo>
                  <a:cubicBezTo>
                    <a:pt x="635898" y="1479048"/>
                    <a:pt x="575951" y="1422490"/>
                    <a:pt x="530134" y="1355135"/>
                  </a:cubicBezTo>
                  <a:close/>
                  <a:moveTo>
                    <a:pt x="700904" y="1317988"/>
                  </a:moveTo>
                  <a:lnTo>
                    <a:pt x="1306150" y="712742"/>
                  </a:lnTo>
                  <a:lnTo>
                    <a:pt x="1400855" y="807448"/>
                  </a:lnTo>
                  <a:lnTo>
                    <a:pt x="795610" y="1412694"/>
                  </a:lnTo>
                  <a:lnTo>
                    <a:pt x="700904" y="1317988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5395980" y="2480355"/>
              <a:ext cx="466452" cy="431482"/>
            </a:xfrm>
            <a:custGeom>
              <a:avLst/>
              <a:gdLst>
                <a:gd name="connsiteX0" fmla="*/ 466453 w 466452"/>
                <a:gd name="connsiteY0" fmla="*/ 431482 h 431482"/>
                <a:gd name="connsiteX1" fmla="*/ 445906 w 466452"/>
                <a:gd name="connsiteY1" fmla="*/ 303575 h 431482"/>
                <a:gd name="connsiteX2" fmla="*/ 453118 w 466452"/>
                <a:gd name="connsiteY2" fmla="*/ 242751 h 431482"/>
                <a:gd name="connsiteX3" fmla="*/ 0 w 466452"/>
                <a:gd name="connsiteY3" fmla="*/ 0 h 431482"/>
                <a:gd name="connsiteX4" fmla="*/ 0 w 466452"/>
                <a:gd name="connsiteY4" fmla="*/ 160564 h 431482"/>
                <a:gd name="connsiteX5" fmla="*/ 466453 w 466452"/>
                <a:gd name="connsiteY5" fmla="*/ 431346 h 431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452" h="431482">
                  <a:moveTo>
                    <a:pt x="466453" y="431482"/>
                  </a:moveTo>
                  <a:cubicBezTo>
                    <a:pt x="453401" y="390077"/>
                    <a:pt x="446478" y="346985"/>
                    <a:pt x="445906" y="303575"/>
                  </a:cubicBezTo>
                  <a:cubicBezTo>
                    <a:pt x="445906" y="282620"/>
                    <a:pt x="450260" y="262890"/>
                    <a:pt x="453118" y="242751"/>
                  </a:cubicBezTo>
                  <a:cubicBezTo>
                    <a:pt x="190092" y="211999"/>
                    <a:pt x="0" y="125458"/>
                    <a:pt x="0" y="0"/>
                  </a:cubicBezTo>
                  <a:lnTo>
                    <a:pt x="0" y="160564"/>
                  </a:lnTo>
                  <a:cubicBezTo>
                    <a:pt x="0" y="288063"/>
                    <a:pt x="196623" y="394607"/>
                    <a:pt x="466453" y="431346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5395844" y="2195149"/>
              <a:ext cx="592182" cy="432707"/>
            </a:xfrm>
            <a:custGeom>
              <a:avLst/>
              <a:gdLst>
                <a:gd name="connsiteX0" fmla="*/ 476930 w 592182"/>
                <a:gd name="connsiteY0" fmla="*/ 432707 h 432707"/>
                <a:gd name="connsiteX1" fmla="*/ 592183 w 592182"/>
                <a:gd name="connsiteY1" fmla="*/ 253093 h 432707"/>
                <a:gd name="connsiteX2" fmla="*/ 0 w 592182"/>
                <a:gd name="connsiteY2" fmla="*/ 0 h 432707"/>
                <a:gd name="connsiteX3" fmla="*/ 0 w 592182"/>
                <a:gd name="connsiteY3" fmla="*/ 160564 h 432707"/>
                <a:gd name="connsiteX4" fmla="*/ 476930 w 592182"/>
                <a:gd name="connsiteY4" fmla="*/ 432707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2182" h="432707">
                  <a:moveTo>
                    <a:pt x="476930" y="432707"/>
                  </a:moveTo>
                  <a:cubicBezTo>
                    <a:pt x="501423" y="365896"/>
                    <a:pt x="540612" y="305480"/>
                    <a:pt x="592183" y="253093"/>
                  </a:cubicBezTo>
                  <a:cubicBezTo>
                    <a:pt x="259352" y="240302"/>
                    <a:pt x="0" y="146413"/>
                    <a:pt x="0" y="0"/>
                  </a:cubicBezTo>
                  <a:lnTo>
                    <a:pt x="0" y="160564"/>
                  </a:lnTo>
                  <a:cubicBezTo>
                    <a:pt x="0" y="289424"/>
                    <a:pt x="201658" y="397192"/>
                    <a:pt x="476930" y="432707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pic>
        <p:nvPicPr>
          <p:cNvPr id="40" name="图形 6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43597" y="1007172"/>
            <a:ext cx="252000" cy="252000"/>
          </a:xfrm>
          <a:prstGeom prst="rect">
            <a:avLst/>
          </a:prstGeom>
        </p:spPr>
      </p:pic>
      <p:sp>
        <p:nvSpPr>
          <p:cNvPr id="46" name="矩形 45"/>
          <p:cNvSpPr/>
          <p:nvPr/>
        </p:nvSpPr>
        <p:spPr>
          <a:xfrm>
            <a:off x="2694392" y="873125"/>
            <a:ext cx="4071790" cy="2813549"/>
          </a:xfrm>
          <a:prstGeom prst="rect">
            <a:avLst/>
          </a:prstGeom>
          <a:solidFill>
            <a:schemeClr val="bg1">
              <a:lumMod val="9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9" name="Rectangle 75+"/>
          <p:cNvSpPr/>
          <p:nvPr/>
        </p:nvSpPr>
        <p:spPr>
          <a:xfrm>
            <a:off x="2694392" y="873125"/>
            <a:ext cx="4071790" cy="4841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0" name="文本框 94"/>
          <p:cNvSpPr txBox="1"/>
          <p:nvPr/>
        </p:nvSpPr>
        <p:spPr>
          <a:xfrm>
            <a:off x="4037790" y="976687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营收来源构成</a:t>
            </a:r>
          </a:p>
        </p:txBody>
      </p:sp>
      <p:graphicFrame>
        <p:nvGraphicFramePr>
          <p:cNvPr id="51" name="图表 50"/>
          <p:cNvGraphicFramePr/>
          <p:nvPr/>
        </p:nvGraphicFramePr>
        <p:xfrm>
          <a:off x="3736804" y="1609384"/>
          <a:ext cx="1937867" cy="19030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2" name="任意多边形: 形状 51"/>
          <p:cNvSpPr/>
          <p:nvPr/>
        </p:nvSpPr>
        <p:spPr>
          <a:xfrm>
            <a:off x="5395272" y="1930677"/>
            <a:ext cx="1071563" cy="242887"/>
          </a:xfrm>
          <a:custGeom>
            <a:avLst/>
            <a:gdLst>
              <a:gd name="connsiteX0" fmla="*/ 0 w 1071563"/>
              <a:gd name="connsiteY0" fmla="*/ 0 h 242887"/>
              <a:gd name="connsiteX1" fmla="*/ 352425 w 1071563"/>
              <a:gd name="connsiteY1" fmla="*/ 242887 h 242887"/>
              <a:gd name="connsiteX2" fmla="*/ 1071563 w 1071563"/>
              <a:gd name="connsiteY2" fmla="*/ 238125 h 24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1563" h="242887">
                <a:moveTo>
                  <a:pt x="0" y="0"/>
                </a:moveTo>
                <a:lnTo>
                  <a:pt x="352425" y="242887"/>
                </a:lnTo>
                <a:lnTo>
                  <a:pt x="1071563" y="238125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3" name="Freeform 76+"/>
          <p:cNvSpPr/>
          <p:nvPr/>
        </p:nvSpPr>
        <p:spPr>
          <a:xfrm>
            <a:off x="5444371" y="3115803"/>
            <a:ext cx="1071563" cy="242887"/>
          </a:xfrm>
          <a:custGeom>
            <a:avLst/>
            <a:gdLst>
              <a:gd name="connsiteX0" fmla="*/ 0 w 1071563"/>
              <a:gd name="connsiteY0" fmla="*/ 0 h 242887"/>
              <a:gd name="connsiteX1" fmla="*/ 352425 w 1071563"/>
              <a:gd name="connsiteY1" fmla="*/ 242887 h 242887"/>
              <a:gd name="connsiteX2" fmla="*/ 1071563 w 1071563"/>
              <a:gd name="connsiteY2" fmla="*/ 238125 h 24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1563" h="242887">
                <a:moveTo>
                  <a:pt x="0" y="0"/>
                </a:moveTo>
                <a:lnTo>
                  <a:pt x="352425" y="242887"/>
                </a:lnTo>
                <a:lnTo>
                  <a:pt x="1071563" y="238125"/>
                </a:ln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4" name="Freeform 76+"/>
          <p:cNvSpPr/>
          <p:nvPr/>
        </p:nvSpPr>
        <p:spPr>
          <a:xfrm flipH="1">
            <a:off x="2975450" y="1930677"/>
            <a:ext cx="1071563" cy="242887"/>
          </a:xfrm>
          <a:custGeom>
            <a:avLst/>
            <a:gdLst>
              <a:gd name="connsiteX0" fmla="*/ 0 w 1071563"/>
              <a:gd name="connsiteY0" fmla="*/ 0 h 242887"/>
              <a:gd name="connsiteX1" fmla="*/ 352425 w 1071563"/>
              <a:gd name="connsiteY1" fmla="*/ 242887 h 242887"/>
              <a:gd name="connsiteX2" fmla="*/ 1071563 w 1071563"/>
              <a:gd name="connsiteY2" fmla="*/ 238125 h 24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1563" h="242887">
                <a:moveTo>
                  <a:pt x="0" y="0"/>
                </a:moveTo>
                <a:lnTo>
                  <a:pt x="352425" y="242887"/>
                </a:lnTo>
                <a:lnTo>
                  <a:pt x="1071563" y="238125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5" name="Freeform 76++"/>
          <p:cNvSpPr/>
          <p:nvPr/>
        </p:nvSpPr>
        <p:spPr>
          <a:xfrm flipH="1">
            <a:off x="2944640" y="3115803"/>
            <a:ext cx="1071563" cy="242887"/>
          </a:xfrm>
          <a:custGeom>
            <a:avLst/>
            <a:gdLst>
              <a:gd name="connsiteX0" fmla="*/ 0 w 1071563"/>
              <a:gd name="connsiteY0" fmla="*/ 0 h 242887"/>
              <a:gd name="connsiteX1" fmla="*/ 352425 w 1071563"/>
              <a:gd name="connsiteY1" fmla="*/ 242887 h 242887"/>
              <a:gd name="connsiteX2" fmla="*/ 1071563 w 1071563"/>
              <a:gd name="connsiteY2" fmla="*/ 238125 h 24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1563" h="242887">
                <a:moveTo>
                  <a:pt x="0" y="0"/>
                </a:moveTo>
                <a:lnTo>
                  <a:pt x="352425" y="242887"/>
                </a:lnTo>
                <a:lnTo>
                  <a:pt x="1071563" y="238125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5836714" y="2866797"/>
            <a:ext cx="495328" cy="503816"/>
            <a:chOff x="5751632" y="2903033"/>
            <a:chExt cx="495328" cy="503816"/>
          </a:xfrm>
        </p:grpSpPr>
        <p:sp>
          <p:nvSpPr>
            <p:cNvPr id="64" name="文本框 80"/>
            <p:cNvSpPr txBox="1"/>
            <p:nvPr/>
          </p:nvSpPr>
          <p:spPr>
            <a:xfrm>
              <a:off x="5751632" y="2903033"/>
              <a:ext cx="468077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产品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A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5" name="TextBox 80+"/>
            <p:cNvSpPr txBox="1"/>
            <p:nvPr/>
          </p:nvSpPr>
          <p:spPr>
            <a:xfrm>
              <a:off x="5751632" y="3129850"/>
              <a:ext cx="495328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37%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57" name="文本框 84"/>
          <p:cNvSpPr txBox="1"/>
          <p:nvPr/>
        </p:nvSpPr>
        <p:spPr>
          <a:xfrm>
            <a:off x="5836714" y="1651048"/>
            <a:ext cx="35907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其他</a:t>
            </a:r>
          </a:p>
        </p:txBody>
      </p:sp>
      <p:sp>
        <p:nvSpPr>
          <p:cNvPr id="58" name="TextBox 80+"/>
          <p:cNvSpPr txBox="1"/>
          <p:nvPr/>
        </p:nvSpPr>
        <p:spPr>
          <a:xfrm>
            <a:off x="5836714" y="1877865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16%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9" name="文本框 89"/>
          <p:cNvSpPr txBox="1"/>
          <p:nvPr/>
        </p:nvSpPr>
        <p:spPr>
          <a:xfrm>
            <a:off x="3182897" y="1651048"/>
            <a:ext cx="47288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产品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C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0" name="TextBox 80+"/>
          <p:cNvSpPr txBox="1"/>
          <p:nvPr/>
        </p:nvSpPr>
        <p:spPr>
          <a:xfrm>
            <a:off x="3160455" y="1877865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21%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1" name="TextBox 89+"/>
          <p:cNvSpPr txBox="1"/>
          <p:nvPr/>
        </p:nvSpPr>
        <p:spPr>
          <a:xfrm>
            <a:off x="3182897" y="2818344"/>
            <a:ext cx="47769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产品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B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2" name="TextBox 80++"/>
          <p:cNvSpPr txBox="1"/>
          <p:nvPr/>
        </p:nvSpPr>
        <p:spPr>
          <a:xfrm>
            <a:off x="3160455" y="3045161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26%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3" name="图形 96"/>
          <p:cNvSpPr>
            <a:spLocks noChangeAspect="1"/>
          </p:cNvSpPr>
          <p:nvPr/>
        </p:nvSpPr>
        <p:spPr>
          <a:xfrm>
            <a:off x="4531387" y="2385351"/>
            <a:ext cx="396000" cy="396000"/>
          </a:xfrm>
          <a:custGeom>
            <a:avLst/>
            <a:gdLst>
              <a:gd name="connsiteX0" fmla="*/ 1238250 w 1619250"/>
              <a:gd name="connsiteY0" fmla="*/ 1619250 h 1619250"/>
              <a:gd name="connsiteX1" fmla="*/ 857250 w 1619250"/>
              <a:gd name="connsiteY1" fmla="*/ 1238250 h 1619250"/>
              <a:gd name="connsiteX2" fmla="*/ 1238250 w 1619250"/>
              <a:gd name="connsiteY2" fmla="*/ 857250 h 1619250"/>
              <a:gd name="connsiteX3" fmla="*/ 1619250 w 1619250"/>
              <a:gd name="connsiteY3" fmla="*/ 1238250 h 1619250"/>
              <a:gd name="connsiteX4" fmla="*/ 1238250 w 1619250"/>
              <a:gd name="connsiteY4" fmla="*/ 1619250 h 1619250"/>
              <a:gd name="connsiteX5" fmla="*/ 1428756 w 1619250"/>
              <a:gd name="connsiteY5" fmla="*/ 1260505 h 1619250"/>
              <a:gd name="connsiteX6" fmla="*/ 1392536 w 1619250"/>
              <a:gd name="connsiteY6" fmla="*/ 1237817 h 1619250"/>
              <a:gd name="connsiteX7" fmla="*/ 1282856 w 1619250"/>
              <a:gd name="connsiteY7" fmla="*/ 1237817 h 1619250"/>
              <a:gd name="connsiteX8" fmla="*/ 1416492 w 1619250"/>
              <a:gd name="connsiteY8" fmla="*/ 1112568 h 1619250"/>
              <a:gd name="connsiteX9" fmla="*/ 1416379 w 1619250"/>
              <a:gd name="connsiteY9" fmla="*/ 1058133 h 1619250"/>
              <a:gd name="connsiteX10" fmla="*/ 1358228 w 1619250"/>
              <a:gd name="connsiteY10" fmla="*/ 1058029 h 1619250"/>
              <a:gd name="connsiteX11" fmla="*/ 1237822 w 1619250"/>
              <a:gd name="connsiteY11" fmla="*/ 1170881 h 1619250"/>
              <a:gd name="connsiteX12" fmla="*/ 1117416 w 1619250"/>
              <a:gd name="connsiteY12" fmla="*/ 1058029 h 1619250"/>
              <a:gd name="connsiteX13" fmla="*/ 1059262 w 1619250"/>
              <a:gd name="connsiteY13" fmla="*/ 1058133 h 1619250"/>
              <a:gd name="connsiteX14" fmla="*/ 1059152 w 1619250"/>
              <a:gd name="connsiteY14" fmla="*/ 1112568 h 1619250"/>
              <a:gd name="connsiteX15" fmla="*/ 1192789 w 1619250"/>
              <a:gd name="connsiteY15" fmla="*/ 1237817 h 1619250"/>
              <a:gd name="connsiteX16" fmla="*/ 1083971 w 1619250"/>
              <a:gd name="connsiteY16" fmla="*/ 1237817 h 1619250"/>
              <a:gd name="connsiteX17" fmla="*/ 1047752 w 1619250"/>
              <a:gd name="connsiteY17" fmla="*/ 1260505 h 1619250"/>
              <a:gd name="connsiteX18" fmla="*/ 1047752 w 1619250"/>
              <a:gd name="connsiteY18" fmla="*/ 1262872 h 1619250"/>
              <a:gd name="connsiteX19" fmla="*/ 1083971 w 1619250"/>
              <a:gd name="connsiteY19" fmla="*/ 1285561 h 1619250"/>
              <a:gd name="connsiteX20" fmla="*/ 1190737 w 1619250"/>
              <a:gd name="connsiteY20" fmla="*/ 1285561 h 1619250"/>
              <a:gd name="connsiteX21" fmla="*/ 1190627 w 1619250"/>
              <a:gd name="connsiteY21" fmla="*/ 1285875 h 1619250"/>
              <a:gd name="connsiteX22" fmla="*/ 1190860 w 1619250"/>
              <a:gd name="connsiteY22" fmla="*/ 1333500 h 1619250"/>
              <a:gd name="connsiteX23" fmla="*/ 1119188 w 1619250"/>
              <a:gd name="connsiteY23" fmla="*/ 1333500 h 1619250"/>
              <a:gd name="connsiteX24" fmla="*/ 1095375 w 1619250"/>
              <a:gd name="connsiteY24" fmla="*/ 1357313 h 1619250"/>
              <a:gd name="connsiteX25" fmla="*/ 1119188 w 1619250"/>
              <a:gd name="connsiteY25" fmla="*/ 1381125 h 1619250"/>
              <a:gd name="connsiteX26" fmla="*/ 1191092 w 1619250"/>
              <a:gd name="connsiteY26" fmla="*/ 1381125 h 1619250"/>
              <a:gd name="connsiteX27" fmla="*/ 1191358 w 1619250"/>
              <a:gd name="connsiteY27" fmla="*/ 1435393 h 1619250"/>
              <a:gd name="connsiteX28" fmla="*/ 1238250 w 1619250"/>
              <a:gd name="connsiteY28" fmla="*/ 1476375 h 1619250"/>
              <a:gd name="connsiteX29" fmla="*/ 1285142 w 1619250"/>
              <a:gd name="connsiteY29" fmla="*/ 1435393 h 1619250"/>
              <a:gd name="connsiteX30" fmla="*/ 1285408 w 1619250"/>
              <a:gd name="connsiteY30" fmla="*/ 1381125 h 1619250"/>
              <a:gd name="connsiteX31" fmla="*/ 1357313 w 1619250"/>
              <a:gd name="connsiteY31" fmla="*/ 1381125 h 1619250"/>
              <a:gd name="connsiteX32" fmla="*/ 1381125 w 1619250"/>
              <a:gd name="connsiteY32" fmla="*/ 1357313 h 1619250"/>
              <a:gd name="connsiteX33" fmla="*/ 1357313 w 1619250"/>
              <a:gd name="connsiteY33" fmla="*/ 1333500 h 1619250"/>
              <a:gd name="connsiteX34" fmla="*/ 1285643 w 1619250"/>
              <a:gd name="connsiteY34" fmla="*/ 1333500 h 1619250"/>
              <a:gd name="connsiteX35" fmla="*/ 1285875 w 1619250"/>
              <a:gd name="connsiteY35" fmla="*/ 1285875 h 1619250"/>
              <a:gd name="connsiteX36" fmla="*/ 1285765 w 1619250"/>
              <a:gd name="connsiteY36" fmla="*/ 1285561 h 1619250"/>
              <a:gd name="connsiteX37" fmla="*/ 1392536 w 1619250"/>
              <a:gd name="connsiteY37" fmla="*/ 1285561 h 1619250"/>
              <a:gd name="connsiteX38" fmla="*/ 1428756 w 1619250"/>
              <a:gd name="connsiteY38" fmla="*/ 1262872 h 1619250"/>
              <a:gd name="connsiteX39" fmla="*/ 1428756 w 1619250"/>
              <a:gd name="connsiteY39" fmla="*/ 1260505 h 1619250"/>
              <a:gd name="connsiteX40" fmla="*/ 762000 w 1619250"/>
              <a:gd name="connsiteY40" fmla="*/ 1238250 h 1619250"/>
              <a:gd name="connsiteX41" fmla="*/ 771562 w 1619250"/>
              <a:gd name="connsiteY41" fmla="*/ 1333500 h 1619250"/>
              <a:gd name="connsiteX42" fmla="*/ 190500 w 1619250"/>
              <a:gd name="connsiteY42" fmla="*/ 1333500 h 1619250"/>
              <a:gd name="connsiteX43" fmla="*/ 0 w 1619250"/>
              <a:gd name="connsiteY43" fmla="*/ 1143000 h 1619250"/>
              <a:gd name="connsiteX44" fmla="*/ 0 w 1619250"/>
              <a:gd name="connsiteY44" fmla="*/ 190500 h 1619250"/>
              <a:gd name="connsiteX45" fmla="*/ 190500 w 1619250"/>
              <a:gd name="connsiteY45" fmla="*/ 0 h 1619250"/>
              <a:gd name="connsiteX46" fmla="*/ 1143000 w 1619250"/>
              <a:gd name="connsiteY46" fmla="*/ 0 h 1619250"/>
              <a:gd name="connsiteX47" fmla="*/ 1333500 w 1619250"/>
              <a:gd name="connsiteY47" fmla="*/ 190500 h 1619250"/>
              <a:gd name="connsiteX48" fmla="*/ 1333500 w 1619250"/>
              <a:gd name="connsiteY48" fmla="*/ 771562 h 1619250"/>
              <a:gd name="connsiteX49" fmla="*/ 1238250 w 1619250"/>
              <a:gd name="connsiteY49" fmla="*/ 762000 h 1619250"/>
              <a:gd name="connsiteX50" fmla="*/ 762000 w 1619250"/>
              <a:gd name="connsiteY50" fmla="*/ 1238250 h 1619250"/>
              <a:gd name="connsiteX51" fmla="*/ 1007235 w 1619250"/>
              <a:gd name="connsiteY51" fmla="*/ 267952 h 1619250"/>
              <a:gd name="connsiteX52" fmla="*/ 906203 w 1619250"/>
              <a:gd name="connsiteY52" fmla="*/ 267952 h 1619250"/>
              <a:gd name="connsiteX53" fmla="*/ 518932 w 1619250"/>
              <a:gd name="connsiteY53" fmla="*/ 655220 h 1619250"/>
              <a:gd name="connsiteX54" fmla="*/ 367390 w 1619250"/>
              <a:gd name="connsiteY54" fmla="*/ 503681 h 1619250"/>
              <a:gd name="connsiteX55" fmla="*/ 266363 w 1619250"/>
              <a:gd name="connsiteY55" fmla="*/ 503681 h 1619250"/>
              <a:gd name="connsiteX56" fmla="*/ 266363 w 1619250"/>
              <a:gd name="connsiteY56" fmla="*/ 604707 h 1619250"/>
              <a:gd name="connsiteX57" fmla="*/ 468418 w 1619250"/>
              <a:gd name="connsiteY57" fmla="*/ 806766 h 1619250"/>
              <a:gd name="connsiteX58" fmla="*/ 569450 w 1619250"/>
              <a:gd name="connsiteY58" fmla="*/ 806766 h 1619250"/>
              <a:gd name="connsiteX59" fmla="*/ 1007237 w 1619250"/>
              <a:gd name="connsiteY59" fmla="*/ 368978 h 1619250"/>
              <a:gd name="connsiteX60" fmla="*/ 1007235 w 1619250"/>
              <a:gd name="connsiteY60" fmla="*/ 267952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619250" h="1619250">
                <a:moveTo>
                  <a:pt x="1238250" y="1619250"/>
                </a:moveTo>
                <a:cubicBezTo>
                  <a:pt x="1027828" y="1619250"/>
                  <a:pt x="857250" y="1448671"/>
                  <a:pt x="857250" y="1238250"/>
                </a:cubicBezTo>
                <a:cubicBezTo>
                  <a:pt x="857250" y="1027829"/>
                  <a:pt x="1027829" y="857250"/>
                  <a:pt x="1238250" y="857250"/>
                </a:cubicBezTo>
                <a:cubicBezTo>
                  <a:pt x="1448671" y="857250"/>
                  <a:pt x="1619250" y="1027829"/>
                  <a:pt x="1619250" y="1238250"/>
                </a:cubicBezTo>
                <a:cubicBezTo>
                  <a:pt x="1619250" y="1448671"/>
                  <a:pt x="1448671" y="1619250"/>
                  <a:pt x="1238250" y="1619250"/>
                </a:cubicBezTo>
                <a:close/>
                <a:moveTo>
                  <a:pt x="1428756" y="1260505"/>
                </a:moveTo>
                <a:cubicBezTo>
                  <a:pt x="1428756" y="1247976"/>
                  <a:pt x="1412535" y="1237817"/>
                  <a:pt x="1392536" y="1237817"/>
                </a:cubicBezTo>
                <a:lnTo>
                  <a:pt x="1282856" y="1237817"/>
                </a:lnTo>
                <a:lnTo>
                  <a:pt x="1416492" y="1112568"/>
                </a:lnTo>
                <a:cubicBezTo>
                  <a:pt x="1432517" y="1097567"/>
                  <a:pt x="1432471" y="1073192"/>
                  <a:pt x="1416379" y="1058133"/>
                </a:cubicBezTo>
                <a:cubicBezTo>
                  <a:pt x="1400290" y="1043073"/>
                  <a:pt x="1374255" y="1043027"/>
                  <a:pt x="1358228" y="1058029"/>
                </a:cubicBezTo>
                <a:lnTo>
                  <a:pt x="1237822" y="1170881"/>
                </a:lnTo>
                <a:lnTo>
                  <a:pt x="1117416" y="1058029"/>
                </a:lnTo>
                <a:cubicBezTo>
                  <a:pt x="1101386" y="1043027"/>
                  <a:pt x="1075354" y="1043075"/>
                  <a:pt x="1059262" y="1058133"/>
                </a:cubicBezTo>
                <a:cubicBezTo>
                  <a:pt x="1043174" y="1073192"/>
                  <a:pt x="1043122" y="1097567"/>
                  <a:pt x="1059152" y="1112568"/>
                </a:cubicBezTo>
                <a:lnTo>
                  <a:pt x="1192789" y="1237817"/>
                </a:lnTo>
                <a:lnTo>
                  <a:pt x="1083971" y="1237817"/>
                </a:lnTo>
                <a:cubicBezTo>
                  <a:pt x="1063963" y="1237817"/>
                  <a:pt x="1047752" y="1247974"/>
                  <a:pt x="1047752" y="1260505"/>
                </a:cubicBezTo>
                <a:lnTo>
                  <a:pt x="1047752" y="1262872"/>
                </a:lnTo>
                <a:cubicBezTo>
                  <a:pt x="1047752" y="1275407"/>
                  <a:pt x="1063963" y="1285561"/>
                  <a:pt x="1083971" y="1285561"/>
                </a:cubicBezTo>
                <a:lnTo>
                  <a:pt x="1190737" y="1285561"/>
                </a:lnTo>
                <a:cubicBezTo>
                  <a:pt x="1190737" y="1285689"/>
                  <a:pt x="1190627" y="1285747"/>
                  <a:pt x="1190627" y="1285875"/>
                </a:cubicBezTo>
                <a:lnTo>
                  <a:pt x="1190860" y="1333500"/>
                </a:lnTo>
                <a:lnTo>
                  <a:pt x="1119188" y="1333500"/>
                </a:lnTo>
                <a:cubicBezTo>
                  <a:pt x="1106033" y="1333500"/>
                  <a:pt x="1095375" y="1344158"/>
                  <a:pt x="1095375" y="1357313"/>
                </a:cubicBezTo>
                <a:cubicBezTo>
                  <a:pt x="1095375" y="1370467"/>
                  <a:pt x="1106033" y="1381125"/>
                  <a:pt x="1119188" y="1381125"/>
                </a:cubicBezTo>
                <a:lnTo>
                  <a:pt x="1191092" y="1381125"/>
                </a:lnTo>
                <a:lnTo>
                  <a:pt x="1191358" y="1435393"/>
                </a:lnTo>
                <a:cubicBezTo>
                  <a:pt x="1191358" y="1458025"/>
                  <a:pt x="1212350" y="1476375"/>
                  <a:pt x="1238250" y="1476375"/>
                </a:cubicBezTo>
                <a:cubicBezTo>
                  <a:pt x="1264148" y="1476375"/>
                  <a:pt x="1285142" y="1458025"/>
                  <a:pt x="1285142" y="1435393"/>
                </a:cubicBezTo>
                <a:lnTo>
                  <a:pt x="1285408" y="1381125"/>
                </a:lnTo>
                <a:lnTo>
                  <a:pt x="1357313" y="1381125"/>
                </a:lnTo>
                <a:cubicBezTo>
                  <a:pt x="1370462" y="1381125"/>
                  <a:pt x="1381125" y="1370467"/>
                  <a:pt x="1381125" y="1357313"/>
                </a:cubicBezTo>
                <a:cubicBezTo>
                  <a:pt x="1381125" y="1344158"/>
                  <a:pt x="1370462" y="1333500"/>
                  <a:pt x="1357313" y="1333500"/>
                </a:cubicBezTo>
                <a:lnTo>
                  <a:pt x="1285643" y="1333500"/>
                </a:lnTo>
                <a:lnTo>
                  <a:pt x="1285875" y="1285875"/>
                </a:lnTo>
                <a:cubicBezTo>
                  <a:pt x="1285875" y="1285747"/>
                  <a:pt x="1285765" y="1285689"/>
                  <a:pt x="1285765" y="1285561"/>
                </a:cubicBezTo>
                <a:lnTo>
                  <a:pt x="1392536" y="1285561"/>
                </a:lnTo>
                <a:cubicBezTo>
                  <a:pt x="1412533" y="1285561"/>
                  <a:pt x="1428756" y="1275407"/>
                  <a:pt x="1428756" y="1262872"/>
                </a:cubicBezTo>
                <a:lnTo>
                  <a:pt x="1428756" y="1260505"/>
                </a:lnTo>
                <a:close/>
                <a:moveTo>
                  <a:pt x="762000" y="1238250"/>
                </a:moveTo>
                <a:cubicBezTo>
                  <a:pt x="762000" y="1270873"/>
                  <a:pt x="765315" y="1302721"/>
                  <a:pt x="771562" y="1333500"/>
                </a:cubicBezTo>
                <a:lnTo>
                  <a:pt x="190500" y="1333500"/>
                </a:lnTo>
                <a:cubicBezTo>
                  <a:pt x="85286" y="1333500"/>
                  <a:pt x="0" y="1248214"/>
                  <a:pt x="0" y="1143000"/>
                </a:cubicBezTo>
                <a:lnTo>
                  <a:pt x="0" y="190500"/>
                </a:lnTo>
                <a:cubicBezTo>
                  <a:pt x="0" y="85292"/>
                  <a:pt x="85286" y="0"/>
                  <a:pt x="190500" y="0"/>
                </a:cubicBezTo>
                <a:lnTo>
                  <a:pt x="1143000" y="0"/>
                </a:lnTo>
                <a:cubicBezTo>
                  <a:pt x="1248209" y="0"/>
                  <a:pt x="1333500" y="85292"/>
                  <a:pt x="1333500" y="190500"/>
                </a:cubicBezTo>
                <a:lnTo>
                  <a:pt x="1333500" y="771562"/>
                </a:lnTo>
                <a:cubicBezTo>
                  <a:pt x="1302150" y="765198"/>
                  <a:pt x="1270240" y="761994"/>
                  <a:pt x="1238250" y="762000"/>
                </a:cubicBezTo>
                <a:cubicBezTo>
                  <a:pt x="975222" y="762000"/>
                  <a:pt x="762000" y="975222"/>
                  <a:pt x="762000" y="1238250"/>
                </a:cubicBezTo>
                <a:close/>
                <a:moveTo>
                  <a:pt x="1007235" y="267952"/>
                </a:moveTo>
                <a:cubicBezTo>
                  <a:pt x="979336" y="240054"/>
                  <a:pt x="934103" y="240054"/>
                  <a:pt x="906203" y="267952"/>
                </a:cubicBezTo>
                <a:lnTo>
                  <a:pt x="518932" y="655220"/>
                </a:lnTo>
                <a:lnTo>
                  <a:pt x="367390" y="503681"/>
                </a:lnTo>
                <a:cubicBezTo>
                  <a:pt x="339492" y="475783"/>
                  <a:pt x="294261" y="475783"/>
                  <a:pt x="266363" y="503681"/>
                </a:cubicBezTo>
                <a:cubicBezTo>
                  <a:pt x="238465" y="531579"/>
                  <a:pt x="238465" y="576809"/>
                  <a:pt x="266363" y="604707"/>
                </a:cubicBezTo>
                <a:lnTo>
                  <a:pt x="468418" y="806766"/>
                </a:lnTo>
                <a:cubicBezTo>
                  <a:pt x="496316" y="834665"/>
                  <a:pt x="541550" y="834665"/>
                  <a:pt x="569450" y="806766"/>
                </a:cubicBezTo>
                <a:lnTo>
                  <a:pt x="1007237" y="368978"/>
                </a:lnTo>
                <a:cubicBezTo>
                  <a:pt x="1035129" y="341081"/>
                  <a:pt x="1035129" y="295846"/>
                  <a:pt x="1007235" y="267952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6" name="Rectangle 75+"/>
          <p:cNvSpPr/>
          <p:nvPr/>
        </p:nvSpPr>
        <p:spPr>
          <a:xfrm>
            <a:off x="7001536" y="873125"/>
            <a:ext cx="4755587" cy="2813549"/>
          </a:xfrm>
          <a:prstGeom prst="rect">
            <a:avLst/>
          </a:prstGeom>
          <a:solidFill>
            <a:schemeClr val="bg1">
              <a:lumMod val="9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7" name="Rectangle 75++"/>
          <p:cNvSpPr/>
          <p:nvPr/>
        </p:nvSpPr>
        <p:spPr>
          <a:xfrm>
            <a:off x="7001536" y="873125"/>
            <a:ext cx="4755587" cy="4841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8" name="TextBox 94+"/>
          <p:cNvSpPr txBox="1"/>
          <p:nvPr/>
        </p:nvSpPr>
        <p:spPr>
          <a:xfrm>
            <a:off x="7994335" y="976687"/>
            <a:ext cx="276998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各季度不同产品的利润占比</a:t>
            </a:r>
          </a:p>
        </p:txBody>
      </p:sp>
      <p:graphicFrame>
        <p:nvGraphicFramePr>
          <p:cNvPr id="69" name="图表 68"/>
          <p:cNvGraphicFramePr/>
          <p:nvPr/>
        </p:nvGraphicFramePr>
        <p:xfrm>
          <a:off x="7117152" y="1460810"/>
          <a:ext cx="4524354" cy="2265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0" name="Rectangle 75++"/>
          <p:cNvSpPr/>
          <p:nvPr/>
        </p:nvSpPr>
        <p:spPr>
          <a:xfrm>
            <a:off x="6987297" y="3915686"/>
            <a:ext cx="4761791" cy="2605767"/>
          </a:xfrm>
          <a:prstGeom prst="rect">
            <a:avLst/>
          </a:prstGeom>
          <a:solidFill>
            <a:schemeClr val="bg1">
              <a:lumMod val="9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1" name="Rectangle 75+++"/>
          <p:cNvSpPr/>
          <p:nvPr/>
        </p:nvSpPr>
        <p:spPr>
          <a:xfrm>
            <a:off x="6987297" y="3915686"/>
            <a:ext cx="4761791" cy="4841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2" name="TextBox 94++"/>
          <p:cNvSpPr txBox="1"/>
          <p:nvPr/>
        </p:nvSpPr>
        <p:spPr>
          <a:xfrm>
            <a:off x="8675695" y="4019248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月度营收波动</a:t>
            </a:r>
          </a:p>
        </p:txBody>
      </p:sp>
      <p:graphicFrame>
        <p:nvGraphicFramePr>
          <p:cNvPr id="73" name="图表 72"/>
          <p:cNvGraphicFramePr/>
          <p:nvPr/>
        </p:nvGraphicFramePr>
        <p:xfrm>
          <a:off x="7117926" y="4521499"/>
          <a:ext cx="4515546" cy="1973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74" name="Rectangle 75++"/>
          <p:cNvSpPr/>
          <p:nvPr/>
        </p:nvSpPr>
        <p:spPr>
          <a:xfrm>
            <a:off x="2687272" y="3913419"/>
            <a:ext cx="4071790" cy="4841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5" name="TextBox 94+"/>
          <p:cNvSpPr txBox="1"/>
          <p:nvPr/>
        </p:nvSpPr>
        <p:spPr>
          <a:xfrm>
            <a:off x="4030670" y="4016981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季度利润波动</a:t>
            </a:r>
          </a:p>
        </p:txBody>
      </p:sp>
      <p:graphicFrame>
        <p:nvGraphicFramePr>
          <p:cNvPr id="77" name="图表 76"/>
          <p:cNvGraphicFramePr/>
          <p:nvPr/>
        </p:nvGraphicFramePr>
        <p:xfrm>
          <a:off x="2592345" y="4509544"/>
          <a:ext cx="4435248" cy="1926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82" name="图形 49"/>
          <p:cNvSpPr>
            <a:spLocks noChangeAspect="1"/>
          </p:cNvSpPr>
          <p:nvPr/>
        </p:nvSpPr>
        <p:spPr>
          <a:xfrm>
            <a:off x="1861597" y="5554627"/>
            <a:ext cx="216000" cy="215979"/>
          </a:xfrm>
          <a:custGeom>
            <a:avLst/>
            <a:gdLst>
              <a:gd name="connsiteX0" fmla="*/ 836895 w 1855479"/>
              <a:gd name="connsiteY0" fmla="*/ 362912 h 1855308"/>
              <a:gd name="connsiteX1" fmla="*/ 1025957 w 1855479"/>
              <a:gd name="connsiteY1" fmla="*/ 543468 h 1855308"/>
              <a:gd name="connsiteX2" fmla="*/ 1025490 w 1855479"/>
              <a:gd name="connsiteY2" fmla="*/ 543858 h 1855308"/>
              <a:gd name="connsiteX3" fmla="*/ 1081507 w 1855479"/>
              <a:gd name="connsiteY3" fmla="*/ 597294 h 1855308"/>
              <a:gd name="connsiteX4" fmla="*/ 1081897 w 1855479"/>
              <a:gd name="connsiteY4" fmla="*/ 596979 h 1855308"/>
              <a:gd name="connsiteX5" fmla="*/ 1083526 w 1855479"/>
              <a:gd name="connsiteY5" fmla="*/ 598532 h 1855308"/>
              <a:gd name="connsiteX6" fmla="*/ 1103976 w 1855479"/>
              <a:gd name="connsiteY6" fmla="*/ 577348 h 1855308"/>
              <a:gd name="connsiteX7" fmla="*/ 1661893 w 1855479"/>
              <a:gd name="connsiteY7" fmla="*/ 186709 h 1855308"/>
              <a:gd name="connsiteX8" fmla="*/ 1661893 w 1855479"/>
              <a:gd name="connsiteY8" fmla="*/ 366017 h 1855308"/>
              <a:gd name="connsiteX9" fmla="*/ 1739379 w 1855479"/>
              <a:gd name="connsiteY9" fmla="*/ 366017 h 1855308"/>
              <a:gd name="connsiteX10" fmla="*/ 1739379 w 1855479"/>
              <a:gd name="connsiteY10" fmla="*/ 65370 h 1855308"/>
              <a:gd name="connsiteX11" fmla="*/ 1737598 w 1855479"/>
              <a:gd name="connsiteY11" fmla="*/ 65370 h 1855308"/>
              <a:gd name="connsiteX12" fmla="*/ 1737598 w 1855479"/>
              <a:gd name="connsiteY12" fmla="*/ 53921 h 1855308"/>
              <a:gd name="connsiteX13" fmla="*/ 1431550 w 1855479"/>
              <a:gd name="connsiteY13" fmla="*/ 53921 h 1855308"/>
              <a:gd name="connsiteX14" fmla="*/ 1431550 w 1855479"/>
              <a:gd name="connsiteY14" fmla="*/ 131245 h 1855308"/>
              <a:gd name="connsiteX15" fmla="*/ 1608134 w 1855479"/>
              <a:gd name="connsiteY15" fmla="*/ 131245 h 1855308"/>
              <a:gd name="connsiteX16" fmla="*/ 1083764 w 1855479"/>
              <a:gd name="connsiteY16" fmla="*/ 491728 h 1855308"/>
              <a:gd name="connsiteX17" fmla="*/ 853707 w 1855479"/>
              <a:gd name="connsiteY17" fmla="*/ 271901 h 1855308"/>
              <a:gd name="connsiteX18" fmla="*/ 839067 w 1855479"/>
              <a:gd name="connsiteY18" fmla="*/ 255975 h 1855308"/>
              <a:gd name="connsiteX19" fmla="*/ 256184 w 1855479"/>
              <a:gd name="connsiteY19" fmla="*/ 693001 h 1855308"/>
              <a:gd name="connsiteX20" fmla="*/ 308562 w 1855479"/>
              <a:gd name="connsiteY20" fmla="*/ 749913 h 1855308"/>
              <a:gd name="connsiteX21" fmla="*/ 836895 w 1855479"/>
              <a:gd name="connsiteY21" fmla="*/ 362912 h 1855308"/>
              <a:gd name="connsiteX22" fmla="*/ 1783090 w 1855479"/>
              <a:gd name="connsiteY22" fmla="*/ 1705994 h 1855308"/>
              <a:gd name="connsiteX23" fmla="*/ 1782004 w 1855479"/>
              <a:gd name="connsiteY23" fmla="*/ 1706147 h 1855308"/>
              <a:gd name="connsiteX24" fmla="*/ 1782004 w 1855479"/>
              <a:gd name="connsiteY24" fmla="*/ 1699422 h 1855308"/>
              <a:gd name="connsiteX25" fmla="*/ 154962 w 1855479"/>
              <a:gd name="connsiteY25" fmla="*/ 1699422 h 1855308"/>
              <a:gd name="connsiteX26" fmla="*/ 154962 w 1855479"/>
              <a:gd name="connsiteY26" fmla="*/ 86763 h 1855308"/>
              <a:gd name="connsiteX27" fmla="*/ 156200 w 1855479"/>
              <a:gd name="connsiteY27" fmla="*/ 74619 h 1855308"/>
              <a:gd name="connsiteX28" fmla="*/ 81439 w 1855479"/>
              <a:gd name="connsiteY28" fmla="*/ 0 h 1855308"/>
              <a:gd name="connsiteX29" fmla="*/ 6658 w 1855479"/>
              <a:gd name="connsiteY29" fmla="*/ 74609 h 1855308"/>
              <a:gd name="connsiteX30" fmla="*/ 6658 w 1855479"/>
              <a:gd name="connsiteY30" fmla="*/ 74619 h 1855308"/>
              <a:gd name="connsiteX31" fmla="*/ 6734 w 1855479"/>
              <a:gd name="connsiteY31" fmla="*/ 75705 h 1855308"/>
              <a:gd name="connsiteX32" fmla="*/ 0 w 1855479"/>
              <a:gd name="connsiteY32" fmla="*/ 75705 h 1855308"/>
              <a:gd name="connsiteX33" fmla="*/ 0 w 1855479"/>
              <a:gd name="connsiteY33" fmla="*/ 1784014 h 1855308"/>
              <a:gd name="connsiteX34" fmla="*/ 1391 w 1855479"/>
              <a:gd name="connsiteY34" fmla="*/ 1784014 h 1855308"/>
              <a:gd name="connsiteX35" fmla="*/ 75543 w 1855479"/>
              <a:gd name="connsiteY35" fmla="*/ 1855308 h 1855308"/>
              <a:gd name="connsiteX36" fmla="*/ 87706 w 1855479"/>
              <a:gd name="connsiteY36" fmla="*/ 1854070 h 1855308"/>
              <a:gd name="connsiteX37" fmla="*/ 1770840 w 1855479"/>
              <a:gd name="connsiteY37" fmla="*/ 1854070 h 1855308"/>
              <a:gd name="connsiteX38" fmla="*/ 1783004 w 1855479"/>
              <a:gd name="connsiteY38" fmla="*/ 1855308 h 1855308"/>
              <a:gd name="connsiteX39" fmla="*/ 1855441 w 1855479"/>
              <a:gd name="connsiteY39" fmla="*/ 1778289 h 1855308"/>
              <a:gd name="connsiteX40" fmla="*/ 1783090 w 1855479"/>
              <a:gd name="connsiteY40" fmla="*/ 1705994 h 1855308"/>
              <a:gd name="connsiteX41" fmla="*/ 1720901 w 1855479"/>
              <a:gd name="connsiteY41" fmla="*/ 616763 h 1855308"/>
              <a:gd name="connsiteX42" fmla="*/ 1328738 w 1855479"/>
              <a:gd name="connsiteY42" fmla="*/ 616763 h 1855308"/>
              <a:gd name="connsiteX43" fmla="*/ 1308611 w 1855479"/>
              <a:gd name="connsiteY43" fmla="*/ 636822 h 1855308"/>
              <a:gd name="connsiteX44" fmla="*/ 1308611 w 1855479"/>
              <a:gd name="connsiteY44" fmla="*/ 1579521 h 1855308"/>
              <a:gd name="connsiteX45" fmla="*/ 1328737 w 1855479"/>
              <a:gd name="connsiteY45" fmla="*/ 1599581 h 1855308"/>
              <a:gd name="connsiteX46" fmla="*/ 1720901 w 1855479"/>
              <a:gd name="connsiteY46" fmla="*/ 1599581 h 1855308"/>
              <a:gd name="connsiteX47" fmla="*/ 1741027 w 1855479"/>
              <a:gd name="connsiteY47" fmla="*/ 1579521 h 1855308"/>
              <a:gd name="connsiteX48" fmla="*/ 1741027 w 1855479"/>
              <a:gd name="connsiteY48" fmla="*/ 636822 h 1855308"/>
              <a:gd name="connsiteX49" fmla="*/ 1720901 w 1855479"/>
              <a:gd name="connsiteY49" fmla="*/ 616763 h 1855308"/>
              <a:gd name="connsiteX50" fmla="*/ 800233 w 1855479"/>
              <a:gd name="connsiteY50" fmla="*/ 867480 h 1855308"/>
              <a:gd name="connsiteX51" fmla="*/ 780107 w 1855479"/>
              <a:gd name="connsiteY51" fmla="*/ 887540 h 1855308"/>
              <a:gd name="connsiteX52" fmla="*/ 780107 w 1855479"/>
              <a:gd name="connsiteY52" fmla="*/ 1579521 h 1855308"/>
              <a:gd name="connsiteX53" fmla="*/ 800233 w 1855479"/>
              <a:gd name="connsiteY53" fmla="*/ 1599581 h 1855308"/>
              <a:gd name="connsiteX54" fmla="*/ 1192397 w 1855479"/>
              <a:gd name="connsiteY54" fmla="*/ 1599581 h 1855308"/>
              <a:gd name="connsiteX55" fmla="*/ 1212523 w 1855479"/>
              <a:gd name="connsiteY55" fmla="*/ 1579521 h 1855308"/>
              <a:gd name="connsiteX56" fmla="*/ 1212523 w 1855479"/>
              <a:gd name="connsiteY56" fmla="*/ 887540 h 1855308"/>
              <a:gd name="connsiteX57" fmla="*/ 1192397 w 1855479"/>
              <a:gd name="connsiteY57" fmla="*/ 867480 h 1855308"/>
              <a:gd name="connsiteX58" fmla="*/ 800233 w 1855479"/>
              <a:gd name="connsiteY58" fmla="*/ 867480 h 1855308"/>
              <a:gd name="connsiteX59" fmla="*/ 271720 w 1855479"/>
              <a:gd name="connsiteY59" fmla="*/ 1599571 h 1855308"/>
              <a:gd name="connsiteX60" fmla="*/ 663883 w 1855479"/>
              <a:gd name="connsiteY60" fmla="*/ 1599571 h 1855308"/>
              <a:gd name="connsiteX61" fmla="*/ 684009 w 1855479"/>
              <a:gd name="connsiteY61" fmla="*/ 1579512 h 1855308"/>
              <a:gd name="connsiteX62" fmla="*/ 684009 w 1855479"/>
              <a:gd name="connsiteY62" fmla="*/ 1138247 h 1855308"/>
              <a:gd name="connsiteX63" fmla="*/ 663883 w 1855479"/>
              <a:gd name="connsiteY63" fmla="*/ 1118187 h 1855308"/>
              <a:gd name="connsiteX64" fmla="*/ 271720 w 1855479"/>
              <a:gd name="connsiteY64" fmla="*/ 1118187 h 1855308"/>
              <a:gd name="connsiteX65" fmla="*/ 251593 w 1855479"/>
              <a:gd name="connsiteY65" fmla="*/ 1138247 h 1855308"/>
              <a:gd name="connsiteX66" fmla="*/ 251593 w 1855479"/>
              <a:gd name="connsiteY66" fmla="*/ 1579512 h 1855308"/>
              <a:gd name="connsiteX67" fmla="*/ 271720 w 1855479"/>
              <a:gd name="connsiteY67" fmla="*/ 1599571 h 1855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855479" h="1855308">
                <a:moveTo>
                  <a:pt x="836895" y="362912"/>
                </a:moveTo>
                <a:lnTo>
                  <a:pt x="1025957" y="543468"/>
                </a:lnTo>
                <a:lnTo>
                  <a:pt x="1025490" y="543858"/>
                </a:lnTo>
                <a:lnTo>
                  <a:pt x="1081507" y="597294"/>
                </a:lnTo>
                <a:lnTo>
                  <a:pt x="1081897" y="596979"/>
                </a:lnTo>
                <a:lnTo>
                  <a:pt x="1083526" y="598532"/>
                </a:lnTo>
                <a:lnTo>
                  <a:pt x="1103976" y="577348"/>
                </a:lnTo>
                <a:lnTo>
                  <a:pt x="1661893" y="186709"/>
                </a:lnTo>
                <a:lnTo>
                  <a:pt x="1661893" y="366017"/>
                </a:lnTo>
                <a:lnTo>
                  <a:pt x="1739379" y="366017"/>
                </a:lnTo>
                <a:lnTo>
                  <a:pt x="1739379" y="65370"/>
                </a:lnTo>
                <a:lnTo>
                  <a:pt x="1737598" y="65370"/>
                </a:lnTo>
                <a:lnTo>
                  <a:pt x="1737598" y="53921"/>
                </a:lnTo>
                <a:lnTo>
                  <a:pt x="1431550" y="53921"/>
                </a:lnTo>
                <a:lnTo>
                  <a:pt x="1431550" y="131245"/>
                </a:lnTo>
                <a:lnTo>
                  <a:pt x="1608134" y="131245"/>
                </a:lnTo>
                <a:lnTo>
                  <a:pt x="1083764" y="491728"/>
                </a:lnTo>
                <a:lnTo>
                  <a:pt x="853707" y="271901"/>
                </a:lnTo>
                <a:lnTo>
                  <a:pt x="839067" y="255975"/>
                </a:lnTo>
                <a:lnTo>
                  <a:pt x="256184" y="693001"/>
                </a:lnTo>
                <a:lnTo>
                  <a:pt x="308562" y="749913"/>
                </a:lnTo>
                <a:lnTo>
                  <a:pt x="836895" y="362912"/>
                </a:lnTo>
                <a:close/>
                <a:moveTo>
                  <a:pt x="1783090" y="1705994"/>
                </a:moveTo>
                <a:lnTo>
                  <a:pt x="1782004" y="1706147"/>
                </a:lnTo>
                <a:lnTo>
                  <a:pt x="1782004" y="1699422"/>
                </a:lnTo>
                <a:lnTo>
                  <a:pt x="154962" y="1699422"/>
                </a:lnTo>
                <a:lnTo>
                  <a:pt x="154962" y="86763"/>
                </a:lnTo>
                <a:cubicBezTo>
                  <a:pt x="155696" y="82753"/>
                  <a:pt x="156115" y="78696"/>
                  <a:pt x="156200" y="74619"/>
                </a:cubicBezTo>
                <a:cubicBezTo>
                  <a:pt x="156200" y="33414"/>
                  <a:pt x="122730" y="0"/>
                  <a:pt x="81439" y="0"/>
                </a:cubicBezTo>
                <a:cubicBezTo>
                  <a:pt x="40148" y="0"/>
                  <a:pt x="6668" y="33395"/>
                  <a:pt x="6658" y="74609"/>
                </a:cubicBezTo>
                <a:lnTo>
                  <a:pt x="6658" y="74619"/>
                </a:lnTo>
                <a:lnTo>
                  <a:pt x="6734" y="75705"/>
                </a:lnTo>
                <a:lnTo>
                  <a:pt x="0" y="75705"/>
                </a:lnTo>
                <a:lnTo>
                  <a:pt x="0" y="1784014"/>
                </a:lnTo>
                <a:lnTo>
                  <a:pt x="1391" y="1784014"/>
                </a:lnTo>
                <a:cubicBezTo>
                  <a:pt x="2972" y="1823771"/>
                  <a:pt x="35671" y="1855213"/>
                  <a:pt x="75543" y="1855308"/>
                </a:cubicBezTo>
                <a:cubicBezTo>
                  <a:pt x="79629" y="1855251"/>
                  <a:pt x="83696" y="1854832"/>
                  <a:pt x="87706" y="1854070"/>
                </a:cubicBezTo>
                <a:lnTo>
                  <a:pt x="1770840" y="1854070"/>
                </a:lnTo>
                <a:cubicBezTo>
                  <a:pt x="1774850" y="1854832"/>
                  <a:pt x="1778927" y="1855251"/>
                  <a:pt x="1783004" y="1855308"/>
                </a:cubicBezTo>
                <a:cubicBezTo>
                  <a:pt x="1824323" y="1854003"/>
                  <a:pt x="1856756" y="1819523"/>
                  <a:pt x="1855441" y="1778289"/>
                </a:cubicBezTo>
                <a:cubicBezTo>
                  <a:pt x="1854203" y="1738922"/>
                  <a:pt x="1822533" y="1707280"/>
                  <a:pt x="1783090" y="1705994"/>
                </a:cubicBezTo>
                <a:close/>
                <a:moveTo>
                  <a:pt x="1720901" y="616763"/>
                </a:moveTo>
                <a:lnTo>
                  <a:pt x="1328738" y="616763"/>
                </a:lnTo>
                <a:cubicBezTo>
                  <a:pt x="1317642" y="616747"/>
                  <a:pt x="1308632" y="625726"/>
                  <a:pt x="1308611" y="636822"/>
                </a:cubicBezTo>
                <a:lnTo>
                  <a:pt x="1308611" y="1579521"/>
                </a:lnTo>
                <a:cubicBezTo>
                  <a:pt x="1308632" y="1590617"/>
                  <a:pt x="1317642" y="1599597"/>
                  <a:pt x="1328737" y="1599581"/>
                </a:cubicBezTo>
                <a:lnTo>
                  <a:pt x="1720901" y="1599581"/>
                </a:lnTo>
                <a:cubicBezTo>
                  <a:pt x="1731997" y="1599597"/>
                  <a:pt x="1741006" y="1590617"/>
                  <a:pt x="1741027" y="1579521"/>
                </a:cubicBezTo>
                <a:lnTo>
                  <a:pt x="1741027" y="636822"/>
                </a:lnTo>
                <a:cubicBezTo>
                  <a:pt x="1741006" y="625726"/>
                  <a:pt x="1731997" y="616747"/>
                  <a:pt x="1720901" y="616763"/>
                </a:cubicBezTo>
                <a:close/>
                <a:moveTo>
                  <a:pt x="800233" y="867480"/>
                </a:moveTo>
                <a:cubicBezTo>
                  <a:pt x="789137" y="867464"/>
                  <a:pt x="780128" y="876444"/>
                  <a:pt x="780107" y="887540"/>
                </a:cubicBezTo>
                <a:lnTo>
                  <a:pt x="780107" y="1579521"/>
                </a:lnTo>
                <a:cubicBezTo>
                  <a:pt x="780128" y="1590617"/>
                  <a:pt x="789137" y="1599597"/>
                  <a:pt x="800233" y="1599581"/>
                </a:cubicBezTo>
                <a:lnTo>
                  <a:pt x="1192397" y="1599581"/>
                </a:lnTo>
                <a:cubicBezTo>
                  <a:pt x="1203493" y="1599597"/>
                  <a:pt x="1212502" y="1590617"/>
                  <a:pt x="1212523" y="1579521"/>
                </a:cubicBezTo>
                <a:lnTo>
                  <a:pt x="1212523" y="887540"/>
                </a:lnTo>
                <a:cubicBezTo>
                  <a:pt x="1212502" y="876444"/>
                  <a:pt x="1203493" y="867464"/>
                  <a:pt x="1192397" y="867480"/>
                </a:cubicBezTo>
                <a:lnTo>
                  <a:pt x="800233" y="867480"/>
                </a:lnTo>
                <a:close/>
                <a:moveTo>
                  <a:pt x="271720" y="1599571"/>
                </a:moveTo>
                <a:lnTo>
                  <a:pt x="663883" y="1599571"/>
                </a:lnTo>
                <a:cubicBezTo>
                  <a:pt x="674979" y="1599587"/>
                  <a:pt x="683988" y="1590608"/>
                  <a:pt x="684009" y="1579512"/>
                </a:cubicBezTo>
                <a:lnTo>
                  <a:pt x="684009" y="1138247"/>
                </a:lnTo>
                <a:cubicBezTo>
                  <a:pt x="683988" y="1127151"/>
                  <a:pt x="674979" y="1118172"/>
                  <a:pt x="663883" y="1118187"/>
                </a:cubicBezTo>
                <a:lnTo>
                  <a:pt x="271720" y="1118187"/>
                </a:lnTo>
                <a:cubicBezTo>
                  <a:pt x="260624" y="1118172"/>
                  <a:pt x="251614" y="1127151"/>
                  <a:pt x="251593" y="1138247"/>
                </a:cubicBezTo>
                <a:lnTo>
                  <a:pt x="251593" y="1579512"/>
                </a:lnTo>
                <a:cubicBezTo>
                  <a:pt x="251593" y="1590599"/>
                  <a:pt x="260604" y="1599571"/>
                  <a:pt x="271720" y="159957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4+"/>
          <p:cNvSpPr/>
          <p:nvPr/>
        </p:nvSpPr>
        <p:spPr>
          <a:xfrm>
            <a:off x="445963" y="2634345"/>
            <a:ext cx="6728074" cy="38603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373257" y="2634346"/>
            <a:ext cx="4372781" cy="3890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45962" y="657560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998786" y="196738"/>
            <a:ext cx="287258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财务成本费用分析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23118" y="196738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数据看板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1903611" y="193107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445962" y="3178628"/>
          <a:ext cx="6734400" cy="334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8250"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成本项目</a:t>
                      </a: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金额</a:t>
                      </a:r>
                      <a:r>
                        <a:rPr lang="en-US" altLang="zh-CN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(</a:t>
                      </a:r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万元</a:t>
                      </a:r>
                      <a:r>
                        <a:rPr lang="en-US" altLang="zh-CN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)</a:t>
                      </a:r>
                      <a:endParaRPr lang="zh-CN" altLang="en-US" b="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占比</a:t>
                      </a: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同比变化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预算差异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人工成本</a:t>
                      </a:r>
                      <a:endParaRPr lang="en-US" altLang="zh-CN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1,856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35.4%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+5.2%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-3.1%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原材料成本</a:t>
                      </a: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1,432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27.3%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+8.7%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-5.4%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营销费用</a:t>
                      </a: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785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15.0%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-2.3%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+1.2%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研发费用</a:t>
                      </a: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623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11.9%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+12.5%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+4.3%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管理费用</a:t>
                      </a: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387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7.4%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+3.1%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-2.1%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财务费用</a:t>
                      </a: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154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2.9%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-1.8%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+0.7%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合计</a:t>
                      </a: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5,237</a:t>
                      </a:r>
                      <a:endParaRPr lang="zh-CN" altLang="en-US" sz="160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100%</a:t>
                      </a:r>
                      <a:endParaRPr lang="zh-CN" altLang="en-US" sz="160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+10.3%</a:t>
                      </a:r>
                      <a:endParaRPr lang="zh-CN" altLang="en-US" sz="160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-3.5%</a:t>
                      </a:r>
                      <a:endParaRPr lang="zh-CN" altLang="en-US" sz="160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4" name="图表 13"/>
          <p:cNvGraphicFramePr/>
          <p:nvPr/>
        </p:nvGraphicFramePr>
        <p:xfrm>
          <a:off x="7264402" y="3178628"/>
          <a:ext cx="4680856" cy="33460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2" name="组合 21"/>
          <p:cNvGrpSpPr/>
          <p:nvPr/>
        </p:nvGrpSpPr>
        <p:grpSpPr>
          <a:xfrm>
            <a:off x="8528957" y="2634345"/>
            <a:ext cx="2061381" cy="394314"/>
            <a:chOff x="8528957" y="3291113"/>
            <a:chExt cx="2061381" cy="394314"/>
          </a:xfrm>
        </p:grpSpPr>
        <p:sp>
          <p:nvSpPr>
            <p:cNvPr id="19" name="任意多边形: 形状 18"/>
            <p:cNvSpPr/>
            <p:nvPr/>
          </p:nvSpPr>
          <p:spPr>
            <a:xfrm>
              <a:off x="8528957" y="3291113"/>
              <a:ext cx="2061381" cy="394314"/>
            </a:xfrm>
            <a:custGeom>
              <a:avLst/>
              <a:gdLst>
                <a:gd name="connsiteX0" fmla="*/ 559152 w 2061381"/>
                <a:gd name="connsiteY0" fmla="*/ 0 h 384631"/>
                <a:gd name="connsiteX1" fmla="*/ 1727552 w 2061381"/>
                <a:gd name="connsiteY1" fmla="*/ 0 h 384631"/>
                <a:gd name="connsiteX2" fmla="*/ 1727552 w 2061381"/>
                <a:gd name="connsiteY2" fmla="*/ 3 h 384631"/>
                <a:gd name="connsiteX3" fmla="*/ 1869067 w 2061381"/>
                <a:gd name="connsiteY3" fmla="*/ 3 h 384631"/>
                <a:gd name="connsiteX4" fmla="*/ 2061381 w 2061381"/>
                <a:gd name="connsiteY4" fmla="*/ 192317 h 384631"/>
                <a:gd name="connsiteX5" fmla="*/ 1869067 w 2061381"/>
                <a:gd name="connsiteY5" fmla="*/ 384631 h 384631"/>
                <a:gd name="connsiteX6" fmla="*/ 1727552 w 2061381"/>
                <a:gd name="connsiteY6" fmla="*/ 384631 h 384631"/>
                <a:gd name="connsiteX7" fmla="*/ 1444524 w 2061381"/>
                <a:gd name="connsiteY7" fmla="*/ 384631 h 384631"/>
                <a:gd name="connsiteX8" fmla="*/ 616857 w 2061381"/>
                <a:gd name="connsiteY8" fmla="*/ 384631 h 384631"/>
                <a:gd name="connsiteX9" fmla="*/ 559152 w 2061381"/>
                <a:gd name="connsiteY9" fmla="*/ 384631 h 384631"/>
                <a:gd name="connsiteX10" fmla="*/ 192314 w 2061381"/>
                <a:gd name="connsiteY10" fmla="*/ 384631 h 384631"/>
                <a:gd name="connsiteX11" fmla="*/ 0 w 2061381"/>
                <a:gd name="connsiteY11" fmla="*/ 192317 h 384631"/>
                <a:gd name="connsiteX12" fmla="*/ 192314 w 2061381"/>
                <a:gd name="connsiteY12" fmla="*/ 3 h 384631"/>
                <a:gd name="connsiteX13" fmla="*/ 559152 w 2061381"/>
                <a:gd name="connsiteY13" fmla="*/ 3 h 38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61381" h="384631">
                  <a:moveTo>
                    <a:pt x="559152" y="0"/>
                  </a:moveTo>
                  <a:lnTo>
                    <a:pt x="1727552" y="0"/>
                  </a:lnTo>
                  <a:lnTo>
                    <a:pt x="1727552" y="3"/>
                  </a:lnTo>
                  <a:lnTo>
                    <a:pt x="1869067" y="3"/>
                  </a:lnTo>
                  <a:lnTo>
                    <a:pt x="2061381" y="192317"/>
                  </a:lnTo>
                  <a:lnTo>
                    <a:pt x="1869067" y="384631"/>
                  </a:lnTo>
                  <a:lnTo>
                    <a:pt x="1727552" y="384631"/>
                  </a:lnTo>
                  <a:lnTo>
                    <a:pt x="1444524" y="384631"/>
                  </a:lnTo>
                  <a:lnTo>
                    <a:pt x="616857" y="384631"/>
                  </a:lnTo>
                  <a:lnTo>
                    <a:pt x="559152" y="384631"/>
                  </a:lnTo>
                  <a:lnTo>
                    <a:pt x="192314" y="384631"/>
                  </a:lnTo>
                  <a:lnTo>
                    <a:pt x="0" y="192317"/>
                  </a:lnTo>
                  <a:lnTo>
                    <a:pt x="192314" y="3"/>
                  </a:lnTo>
                  <a:lnTo>
                    <a:pt x="559152" y="3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8867150" y="3349771"/>
              <a:ext cx="138499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部门成本分析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2583455" y="2634345"/>
            <a:ext cx="2453090" cy="394314"/>
            <a:chOff x="2387601" y="2634345"/>
            <a:chExt cx="2453090" cy="394314"/>
          </a:xfrm>
        </p:grpSpPr>
        <p:sp>
          <p:nvSpPr>
            <p:cNvPr id="24" name="任意多边形: 形状 23"/>
            <p:cNvSpPr/>
            <p:nvPr/>
          </p:nvSpPr>
          <p:spPr>
            <a:xfrm>
              <a:off x="2387601" y="2634345"/>
              <a:ext cx="2453090" cy="394314"/>
            </a:xfrm>
            <a:custGeom>
              <a:avLst/>
              <a:gdLst>
                <a:gd name="connsiteX0" fmla="*/ 559152 w 2061381"/>
                <a:gd name="connsiteY0" fmla="*/ 0 h 384631"/>
                <a:gd name="connsiteX1" fmla="*/ 1727552 w 2061381"/>
                <a:gd name="connsiteY1" fmla="*/ 0 h 384631"/>
                <a:gd name="connsiteX2" fmla="*/ 1727552 w 2061381"/>
                <a:gd name="connsiteY2" fmla="*/ 3 h 384631"/>
                <a:gd name="connsiteX3" fmla="*/ 1869067 w 2061381"/>
                <a:gd name="connsiteY3" fmla="*/ 3 h 384631"/>
                <a:gd name="connsiteX4" fmla="*/ 2061381 w 2061381"/>
                <a:gd name="connsiteY4" fmla="*/ 192317 h 384631"/>
                <a:gd name="connsiteX5" fmla="*/ 1869067 w 2061381"/>
                <a:gd name="connsiteY5" fmla="*/ 384631 h 384631"/>
                <a:gd name="connsiteX6" fmla="*/ 1727552 w 2061381"/>
                <a:gd name="connsiteY6" fmla="*/ 384631 h 384631"/>
                <a:gd name="connsiteX7" fmla="*/ 1444524 w 2061381"/>
                <a:gd name="connsiteY7" fmla="*/ 384631 h 384631"/>
                <a:gd name="connsiteX8" fmla="*/ 616857 w 2061381"/>
                <a:gd name="connsiteY8" fmla="*/ 384631 h 384631"/>
                <a:gd name="connsiteX9" fmla="*/ 559152 w 2061381"/>
                <a:gd name="connsiteY9" fmla="*/ 384631 h 384631"/>
                <a:gd name="connsiteX10" fmla="*/ 192314 w 2061381"/>
                <a:gd name="connsiteY10" fmla="*/ 384631 h 384631"/>
                <a:gd name="connsiteX11" fmla="*/ 0 w 2061381"/>
                <a:gd name="connsiteY11" fmla="*/ 192317 h 384631"/>
                <a:gd name="connsiteX12" fmla="*/ 192314 w 2061381"/>
                <a:gd name="connsiteY12" fmla="*/ 3 h 384631"/>
                <a:gd name="connsiteX13" fmla="*/ 559152 w 2061381"/>
                <a:gd name="connsiteY13" fmla="*/ 3 h 38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61381" h="384631">
                  <a:moveTo>
                    <a:pt x="559152" y="0"/>
                  </a:moveTo>
                  <a:lnTo>
                    <a:pt x="1727552" y="0"/>
                  </a:lnTo>
                  <a:lnTo>
                    <a:pt x="1727552" y="3"/>
                  </a:lnTo>
                  <a:lnTo>
                    <a:pt x="1869067" y="3"/>
                  </a:lnTo>
                  <a:lnTo>
                    <a:pt x="2061381" y="192317"/>
                  </a:lnTo>
                  <a:lnTo>
                    <a:pt x="1869067" y="384631"/>
                  </a:lnTo>
                  <a:lnTo>
                    <a:pt x="1727552" y="384631"/>
                  </a:lnTo>
                  <a:lnTo>
                    <a:pt x="1444524" y="384631"/>
                  </a:lnTo>
                  <a:lnTo>
                    <a:pt x="616857" y="384631"/>
                  </a:lnTo>
                  <a:lnTo>
                    <a:pt x="559152" y="384631"/>
                  </a:lnTo>
                  <a:lnTo>
                    <a:pt x="192314" y="384631"/>
                  </a:lnTo>
                  <a:lnTo>
                    <a:pt x="0" y="192317"/>
                  </a:lnTo>
                  <a:lnTo>
                    <a:pt x="192314" y="3"/>
                  </a:lnTo>
                  <a:lnTo>
                    <a:pt x="559152" y="3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2806233" y="2693003"/>
              <a:ext cx="161582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成本费用明细表</a:t>
              </a: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442913" y="875592"/>
            <a:ext cx="2016125" cy="1523084"/>
            <a:chOff x="442913" y="908050"/>
            <a:chExt cx="2016125" cy="1523084"/>
          </a:xfrm>
        </p:grpSpPr>
        <p:sp>
          <p:nvSpPr>
            <p:cNvPr id="27" name="矩形 26"/>
            <p:cNvSpPr/>
            <p:nvPr/>
          </p:nvSpPr>
          <p:spPr>
            <a:xfrm>
              <a:off x="442913" y="908050"/>
              <a:ext cx="2016125" cy="15230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8" name="矩形: 圆顶角 27"/>
            <p:cNvSpPr/>
            <p:nvPr/>
          </p:nvSpPr>
          <p:spPr>
            <a:xfrm flipH="1" flipV="1">
              <a:off x="442913" y="908050"/>
              <a:ext cx="2016125" cy="107949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090834" y="1182984"/>
              <a:ext cx="53860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总收入</a:t>
              </a:r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758334" y="1523672"/>
              <a:ext cx="1385283" cy="430887"/>
              <a:chOff x="863474" y="1462839"/>
              <a:chExt cx="1385283" cy="430887"/>
            </a:xfrm>
          </p:grpSpPr>
          <p:sp>
            <p:nvSpPr>
              <p:cNvPr id="32" name="文本框 31"/>
              <p:cNvSpPr txBox="1"/>
              <p:nvPr/>
            </p:nvSpPr>
            <p:spPr>
              <a:xfrm>
                <a:off x="863474" y="1462839"/>
                <a:ext cx="1175002" cy="430887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¥8,562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2069221" y="1615844"/>
                <a:ext cx="179536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万</a:t>
                </a:r>
              </a:p>
            </p:txBody>
          </p:sp>
        </p:grpSp>
        <p:sp>
          <p:nvSpPr>
            <p:cNvPr id="35" name="TextBox 28+"/>
            <p:cNvSpPr txBox="1"/>
            <p:nvPr/>
          </p:nvSpPr>
          <p:spPr>
            <a:xfrm>
              <a:off x="750825" y="2030527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</a:p>
          </p:txBody>
        </p:sp>
        <p:sp>
          <p:nvSpPr>
            <p:cNvPr id="36" name="TextBox 28++"/>
            <p:cNvSpPr txBox="1"/>
            <p:nvPr/>
          </p:nvSpPr>
          <p:spPr>
            <a:xfrm>
              <a:off x="1250661" y="2030527"/>
              <a:ext cx="512961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12.5%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38" name="直接箭头连接符 37"/>
            <p:cNvCxnSpPr/>
            <p:nvPr/>
          </p:nvCxnSpPr>
          <p:spPr>
            <a:xfrm flipV="1">
              <a:off x="1933336" y="1977267"/>
              <a:ext cx="0" cy="26870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组合 43"/>
            <p:cNvGrpSpPr>
              <a:grpSpLocks noChangeAspect="1"/>
            </p:cNvGrpSpPr>
            <p:nvPr/>
          </p:nvGrpSpPr>
          <p:grpSpPr>
            <a:xfrm>
              <a:off x="758334" y="1168396"/>
              <a:ext cx="252000" cy="280291"/>
              <a:chOff x="4233320" y="483918"/>
              <a:chExt cx="1705616" cy="1897103"/>
            </a:xfrm>
            <a:solidFill>
              <a:schemeClr val="accent1"/>
            </a:solidFill>
          </p:grpSpPr>
          <p:sp>
            <p:nvSpPr>
              <p:cNvPr id="42" name="任意多边形: 形状 41"/>
              <p:cNvSpPr/>
              <p:nvPr/>
            </p:nvSpPr>
            <p:spPr>
              <a:xfrm>
                <a:off x="4233320" y="483918"/>
                <a:ext cx="1705616" cy="1897103"/>
              </a:xfrm>
              <a:custGeom>
                <a:avLst/>
                <a:gdLst>
                  <a:gd name="connsiteX0" fmla="*/ 1484518 w 1705616"/>
                  <a:gd name="connsiteY0" fmla="*/ 657373 h 1897103"/>
                  <a:gd name="connsiteX1" fmla="*/ 1350280 w 1705616"/>
                  <a:gd name="connsiteY1" fmla="*/ 531031 h 1897103"/>
                  <a:gd name="connsiteX2" fmla="*/ 1484518 w 1705616"/>
                  <a:gd name="connsiteY2" fmla="*/ 325725 h 1897103"/>
                  <a:gd name="connsiteX3" fmla="*/ 1208145 w 1705616"/>
                  <a:gd name="connsiteY3" fmla="*/ 88834 h 1897103"/>
                  <a:gd name="connsiteX4" fmla="*/ 1113389 w 1705616"/>
                  <a:gd name="connsiteY4" fmla="*/ 104627 h 1897103"/>
                  <a:gd name="connsiteX5" fmla="*/ 1089700 w 1705616"/>
                  <a:gd name="connsiteY5" fmla="*/ 112523 h 1897103"/>
                  <a:gd name="connsiteX6" fmla="*/ 1042321 w 1705616"/>
                  <a:gd name="connsiteY6" fmla="*/ 65145 h 1897103"/>
                  <a:gd name="connsiteX7" fmla="*/ 702777 w 1705616"/>
                  <a:gd name="connsiteY7" fmla="*/ 65145 h 1897103"/>
                  <a:gd name="connsiteX8" fmla="*/ 655399 w 1705616"/>
                  <a:gd name="connsiteY8" fmla="*/ 128316 h 1897103"/>
                  <a:gd name="connsiteX9" fmla="*/ 631710 w 1705616"/>
                  <a:gd name="connsiteY9" fmla="*/ 120420 h 1897103"/>
                  <a:gd name="connsiteX10" fmla="*/ 536953 w 1705616"/>
                  <a:gd name="connsiteY10" fmla="*/ 96731 h 1897103"/>
                  <a:gd name="connsiteX11" fmla="*/ 260580 w 1705616"/>
                  <a:gd name="connsiteY11" fmla="*/ 333622 h 1897103"/>
                  <a:gd name="connsiteX12" fmla="*/ 363233 w 1705616"/>
                  <a:gd name="connsiteY12" fmla="*/ 515238 h 1897103"/>
                  <a:gd name="connsiteX13" fmla="*/ 221098 w 1705616"/>
                  <a:gd name="connsiteY13" fmla="*/ 641580 h 1897103"/>
                  <a:gd name="connsiteX14" fmla="*/ 0 w 1705616"/>
                  <a:gd name="connsiteY14" fmla="*/ 1139052 h 1897103"/>
                  <a:gd name="connsiteX15" fmla="*/ 844912 w 1705616"/>
                  <a:gd name="connsiteY15" fmla="*/ 1897104 h 1897103"/>
                  <a:gd name="connsiteX16" fmla="*/ 1373969 w 1705616"/>
                  <a:gd name="connsiteY16" fmla="*/ 1770762 h 1897103"/>
                  <a:gd name="connsiteX17" fmla="*/ 1705617 w 1705616"/>
                  <a:gd name="connsiteY17" fmla="*/ 1139052 h 1897103"/>
                  <a:gd name="connsiteX18" fmla="*/ 1484518 w 1705616"/>
                  <a:gd name="connsiteY18" fmla="*/ 657373 h 1897103"/>
                  <a:gd name="connsiteX19" fmla="*/ 465886 w 1705616"/>
                  <a:gd name="connsiteY19" fmla="*/ 641580 h 1897103"/>
                  <a:gd name="connsiteX20" fmla="*/ 505368 w 1705616"/>
                  <a:gd name="connsiteY20" fmla="*/ 609995 h 1897103"/>
                  <a:gd name="connsiteX21" fmla="*/ 521161 w 1705616"/>
                  <a:gd name="connsiteY21" fmla="*/ 602098 h 1897103"/>
                  <a:gd name="connsiteX22" fmla="*/ 576435 w 1705616"/>
                  <a:gd name="connsiteY22" fmla="*/ 507342 h 1897103"/>
                  <a:gd name="connsiteX23" fmla="*/ 529057 w 1705616"/>
                  <a:gd name="connsiteY23" fmla="*/ 428378 h 1897103"/>
                  <a:gd name="connsiteX24" fmla="*/ 497472 w 1705616"/>
                  <a:gd name="connsiteY24" fmla="*/ 404689 h 1897103"/>
                  <a:gd name="connsiteX25" fmla="*/ 426404 w 1705616"/>
                  <a:gd name="connsiteY25" fmla="*/ 333622 h 1897103"/>
                  <a:gd name="connsiteX26" fmla="*/ 544850 w 1705616"/>
                  <a:gd name="connsiteY26" fmla="*/ 254658 h 1897103"/>
                  <a:gd name="connsiteX27" fmla="*/ 584332 w 1705616"/>
                  <a:gd name="connsiteY27" fmla="*/ 262554 h 1897103"/>
                  <a:gd name="connsiteX28" fmla="*/ 592228 w 1705616"/>
                  <a:gd name="connsiteY28" fmla="*/ 270451 h 1897103"/>
                  <a:gd name="connsiteX29" fmla="*/ 600124 w 1705616"/>
                  <a:gd name="connsiteY29" fmla="*/ 278347 h 1897103"/>
                  <a:gd name="connsiteX30" fmla="*/ 781741 w 1705616"/>
                  <a:gd name="connsiteY30" fmla="*/ 238865 h 1897103"/>
                  <a:gd name="connsiteX31" fmla="*/ 789637 w 1705616"/>
                  <a:gd name="connsiteY31" fmla="*/ 230969 h 1897103"/>
                  <a:gd name="connsiteX32" fmla="*/ 813326 w 1705616"/>
                  <a:gd name="connsiteY32" fmla="*/ 199383 h 1897103"/>
                  <a:gd name="connsiteX33" fmla="*/ 939668 w 1705616"/>
                  <a:gd name="connsiteY33" fmla="*/ 199383 h 1897103"/>
                  <a:gd name="connsiteX34" fmla="*/ 963358 w 1705616"/>
                  <a:gd name="connsiteY34" fmla="*/ 230969 h 1897103"/>
                  <a:gd name="connsiteX35" fmla="*/ 971254 w 1705616"/>
                  <a:gd name="connsiteY35" fmla="*/ 238865 h 1897103"/>
                  <a:gd name="connsiteX36" fmla="*/ 1152871 w 1705616"/>
                  <a:gd name="connsiteY36" fmla="*/ 270451 h 1897103"/>
                  <a:gd name="connsiteX37" fmla="*/ 1160767 w 1705616"/>
                  <a:gd name="connsiteY37" fmla="*/ 262554 h 1897103"/>
                  <a:gd name="connsiteX38" fmla="*/ 1168663 w 1705616"/>
                  <a:gd name="connsiteY38" fmla="*/ 254658 h 1897103"/>
                  <a:gd name="connsiteX39" fmla="*/ 1208145 w 1705616"/>
                  <a:gd name="connsiteY39" fmla="*/ 246762 h 1897103"/>
                  <a:gd name="connsiteX40" fmla="*/ 1326591 w 1705616"/>
                  <a:gd name="connsiteY40" fmla="*/ 325725 h 1897103"/>
                  <a:gd name="connsiteX41" fmla="*/ 1255523 w 1705616"/>
                  <a:gd name="connsiteY41" fmla="*/ 396793 h 1897103"/>
                  <a:gd name="connsiteX42" fmla="*/ 1247627 w 1705616"/>
                  <a:gd name="connsiteY42" fmla="*/ 396793 h 1897103"/>
                  <a:gd name="connsiteX43" fmla="*/ 1223938 w 1705616"/>
                  <a:gd name="connsiteY43" fmla="*/ 404689 h 1897103"/>
                  <a:gd name="connsiteX44" fmla="*/ 1137078 w 1705616"/>
                  <a:gd name="connsiteY44" fmla="*/ 491549 h 1897103"/>
                  <a:gd name="connsiteX45" fmla="*/ 1184456 w 1705616"/>
                  <a:gd name="connsiteY45" fmla="*/ 594202 h 1897103"/>
                  <a:gd name="connsiteX46" fmla="*/ 1200249 w 1705616"/>
                  <a:gd name="connsiteY46" fmla="*/ 602098 h 1897103"/>
                  <a:gd name="connsiteX47" fmla="*/ 1239731 w 1705616"/>
                  <a:gd name="connsiteY47" fmla="*/ 633684 h 1897103"/>
                  <a:gd name="connsiteX48" fmla="*/ 1366073 w 1705616"/>
                  <a:gd name="connsiteY48" fmla="*/ 752130 h 1897103"/>
                  <a:gd name="connsiteX49" fmla="*/ 1547689 w 1705616"/>
                  <a:gd name="connsiteY49" fmla="*/ 1131155 h 1897103"/>
                  <a:gd name="connsiteX50" fmla="*/ 844912 w 1705616"/>
                  <a:gd name="connsiteY50" fmla="*/ 1731280 h 1897103"/>
                  <a:gd name="connsiteX51" fmla="*/ 157927 w 1705616"/>
                  <a:gd name="connsiteY51" fmla="*/ 1131155 h 1897103"/>
                  <a:gd name="connsiteX52" fmla="*/ 339544 w 1705616"/>
                  <a:gd name="connsiteY52" fmla="*/ 736337 h 1897103"/>
                  <a:gd name="connsiteX53" fmla="*/ 465886 w 1705616"/>
                  <a:gd name="connsiteY53" fmla="*/ 641580 h 1897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1705616" h="1897103">
                    <a:moveTo>
                      <a:pt x="1484518" y="657373"/>
                    </a:moveTo>
                    <a:cubicBezTo>
                      <a:pt x="1445036" y="617891"/>
                      <a:pt x="1397658" y="570513"/>
                      <a:pt x="1350280" y="531031"/>
                    </a:cubicBezTo>
                    <a:cubicBezTo>
                      <a:pt x="1429244" y="491549"/>
                      <a:pt x="1484518" y="412586"/>
                      <a:pt x="1484518" y="325725"/>
                    </a:cubicBezTo>
                    <a:cubicBezTo>
                      <a:pt x="1484518" y="199383"/>
                      <a:pt x="1358176" y="88834"/>
                      <a:pt x="1208145" y="88834"/>
                    </a:cubicBezTo>
                    <a:cubicBezTo>
                      <a:pt x="1176560" y="88834"/>
                      <a:pt x="1144974" y="96731"/>
                      <a:pt x="1113389" y="104627"/>
                    </a:cubicBezTo>
                    <a:cubicBezTo>
                      <a:pt x="1105492" y="104627"/>
                      <a:pt x="1097596" y="112523"/>
                      <a:pt x="1089700" y="112523"/>
                    </a:cubicBezTo>
                    <a:lnTo>
                      <a:pt x="1042321" y="65145"/>
                    </a:lnTo>
                    <a:cubicBezTo>
                      <a:pt x="939668" y="-21715"/>
                      <a:pt x="805430" y="-21715"/>
                      <a:pt x="702777" y="65145"/>
                    </a:cubicBezTo>
                    <a:cubicBezTo>
                      <a:pt x="686985" y="88834"/>
                      <a:pt x="671192" y="112523"/>
                      <a:pt x="655399" y="128316"/>
                    </a:cubicBezTo>
                    <a:cubicBezTo>
                      <a:pt x="647503" y="128316"/>
                      <a:pt x="639606" y="120420"/>
                      <a:pt x="631710" y="120420"/>
                    </a:cubicBezTo>
                    <a:cubicBezTo>
                      <a:pt x="600124" y="104627"/>
                      <a:pt x="568539" y="96731"/>
                      <a:pt x="536953" y="96731"/>
                    </a:cubicBezTo>
                    <a:cubicBezTo>
                      <a:pt x="386922" y="96731"/>
                      <a:pt x="260580" y="199383"/>
                      <a:pt x="260580" y="333622"/>
                    </a:cubicBezTo>
                    <a:cubicBezTo>
                      <a:pt x="268477" y="404689"/>
                      <a:pt x="300062" y="475756"/>
                      <a:pt x="363233" y="515238"/>
                    </a:cubicBezTo>
                    <a:cubicBezTo>
                      <a:pt x="315855" y="554720"/>
                      <a:pt x="268477" y="602098"/>
                      <a:pt x="221098" y="641580"/>
                    </a:cubicBezTo>
                    <a:cubicBezTo>
                      <a:pt x="71067" y="799508"/>
                      <a:pt x="0" y="965332"/>
                      <a:pt x="0" y="1139052"/>
                    </a:cubicBezTo>
                    <a:cubicBezTo>
                      <a:pt x="0" y="1597041"/>
                      <a:pt x="331648" y="1897104"/>
                      <a:pt x="844912" y="1897104"/>
                    </a:cubicBezTo>
                    <a:cubicBezTo>
                      <a:pt x="1050218" y="1897104"/>
                      <a:pt x="1231834" y="1849725"/>
                      <a:pt x="1373969" y="1770762"/>
                    </a:cubicBezTo>
                    <a:cubicBezTo>
                      <a:pt x="1595067" y="1644420"/>
                      <a:pt x="1705617" y="1431218"/>
                      <a:pt x="1705617" y="1139052"/>
                    </a:cubicBezTo>
                    <a:cubicBezTo>
                      <a:pt x="1705617" y="981124"/>
                      <a:pt x="1626653" y="815301"/>
                      <a:pt x="1484518" y="657373"/>
                    </a:cubicBezTo>
                    <a:close/>
                    <a:moveTo>
                      <a:pt x="465886" y="641580"/>
                    </a:moveTo>
                    <a:cubicBezTo>
                      <a:pt x="481679" y="633684"/>
                      <a:pt x="497472" y="617891"/>
                      <a:pt x="505368" y="609995"/>
                    </a:cubicBezTo>
                    <a:lnTo>
                      <a:pt x="521161" y="602098"/>
                    </a:lnTo>
                    <a:cubicBezTo>
                      <a:pt x="560643" y="578409"/>
                      <a:pt x="576435" y="538927"/>
                      <a:pt x="576435" y="507342"/>
                    </a:cubicBezTo>
                    <a:cubicBezTo>
                      <a:pt x="576435" y="475756"/>
                      <a:pt x="560643" y="444171"/>
                      <a:pt x="529057" y="428378"/>
                    </a:cubicBezTo>
                    <a:lnTo>
                      <a:pt x="497472" y="404689"/>
                    </a:lnTo>
                    <a:cubicBezTo>
                      <a:pt x="450093" y="396793"/>
                      <a:pt x="426404" y="365207"/>
                      <a:pt x="426404" y="333622"/>
                    </a:cubicBezTo>
                    <a:cubicBezTo>
                      <a:pt x="426404" y="294140"/>
                      <a:pt x="473782" y="254658"/>
                      <a:pt x="544850" y="254658"/>
                    </a:cubicBezTo>
                    <a:cubicBezTo>
                      <a:pt x="560643" y="254658"/>
                      <a:pt x="568539" y="254658"/>
                      <a:pt x="584332" y="262554"/>
                    </a:cubicBezTo>
                    <a:cubicBezTo>
                      <a:pt x="592228" y="262554"/>
                      <a:pt x="592228" y="262554"/>
                      <a:pt x="592228" y="270451"/>
                    </a:cubicBezTo>
                    <a:lnTo>
                      <a:pt x="600124" y="278347"/>
                    </a:lnTo>
                    <a:cubicBezTo>
                      <a:pt x="655399" y="309933"/>
                      <a:pt x="734363" y="286244"/>
                      <a:pt x="781741" y="238865"/>
                    </a:cubicBezTo>
                    <a:lnTo>
                      <a:pt x="789637" y="230969"/>
                    </a:lnTo>
                    <a:cubicBezTo>
                      <a:pt x="789637" y="223073"/>
                      <a:pt x="805430" y="215176"/>
                      <a:pt x="813326" y="199383"/>
                    </a:cubicBezTo>
                    <a:cubicBezTo>
                      <a:pt x="852808" y="159902"/>
                      <a:pt x="900187" y="159902"/>
                      <a:pt x="939668" y="199383"/>
                    </a:cubicBezTo>
                    <a:cubicBezTo>
                      <a:pt x="955461" y="215176"/>
                      <a:pt x="963358" y="223073"/>
                      <a:pt x="963358" y="230969"/>
                    </a:cubicBezTo>
                    <a:lnTo>
                      <a:pt x="971254" y="238865"/>
                    </a:lnTo>
                    <a:cubicBezTo>
                      <a:pt x="1010736" y="286244"/>
                      <a:pt x="1089700" y="302036"/>
                      <a:pt x="1152871" y="270451"/>
                    </a:cubicBezTo>
                    <a:lnTo>
                      <a:pt x="1160767" y="262554"/>
                    </a:lnTo>
                    <a:cubicBezTo>
                      <a:pt x="1160767" y="262554"/>
                      <a:pt x="1168663" y="262554"/>
                      <a:pt x="1168663" y="254658"/>
                    </a:cubicBezTo>
                    <a:cubicBezTo>
                      <a:pt x="1184456" y="246762"/>
                      <a:pt x="1192352" y="246762"/>
                      <a:pt x="1208145" y="246762"/>
                    </a:cubicBezTo>
                    <a:cubicBezTo>
                      <a:pt x="1279213" y="246762"/>
                      <a:pt x="1326591" y="286244"/>
                      <a:pt x="1326591" y="325725"/>
                    </a:cubicBezTo>
                    <a:cubicBezTo>
                      <a:pt x="1326591" y="357311"/>
                      <a:pt x="1295005" y="381000"/>
                      <a:pt x="1255523" y="396793"/>
                    </a:cubicBezTo>
                    <a:lnTo>
                      <a:pt x="1247627" y="396793"/>
                    </a:lnTo>
                    <a:cubicBezTo>
                      <a:pt x="1231834" y="404689"/>
                      <a:pt x="1223938" y="404689"/>
                      <a:pt x="1223938" y="404689"/>
                    </a:cubicBezTo>
                    <a:cubicBezTo>
                      <a:pt x="1176560" y="420482"/>
                      <a:pt x="1144974" y="452067"/>
                      <a:pt x="1137078" y="491549"/>
                    </a:cubicBezTo>
                    <a:cubicBezTo>
                      <a:pt x="1129181" y="531031"/>
                      <a:pt x="1152871" y="570513"/>
                      <a:pt x="1184456" y="594202"/>
                    </a:cubicBezTo>
                    <a:lnTo>
                      <a:pt x="1200249" y="602098"/>
                    </a:lnTo>
                    <a:cubicBezTo>
                      <a:pt x="1216042" y="609995"/>
                      <a:pt x="1223938" y="617891"/>
                      <a:pt x="1239731" y="633684"/>
                    </a:cubicBezTo>
                    <a:cubicBezTo>
                      <a:pt x="1287109" y="673166"/>
                      <a:pt x="1326591" y="704751"/>
                      <a:pt x="1366073" y="752130"/>
                    </a:cubicBezTo>
                    <a:cubicBezTo>
                      <a:pt x="1484518" y="878472"/>
                      <a:pt x="1547689" y="1004813"/>
                      <a:pt x="1547689" y="1131155"/>
                    </a:cubicBezTo>
                    <a:cubicBezTo>
                      <a:pt x="1547689" y="1628627"/>
                      <a:pt x="1168663" y="1731280"/>
                      <a:pt x="844912" y="1731280"/>
                    </a:cubicBezTo>
                    <a:cubicBezTo>
                      <a:pt x="513264" y="1731280"/>
                      <a:pt x="157927" y="1573352"/>
                      <a:pt x="157927" y="1131155"/>
                    </a:cubicBezTo>
                    <a:cubicBezTo>
                      <a:pt x="157927" y="996917"/>
                      <a:pt x="221098" y="862679"/>
                      <a:pt x="339544" y="736337"/>
                    </a:cubicBezTo>
                    <a:cubicBezTo>
                      <a:pt x="379026" y="712648"/>
                      <a:pt x="418508" y="673166"/>
                      <a:pt x="465886" y="641580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43" name="任意多边形: 形状 42"/>
              <p:cNvSpPr/>
              <p:nvPr/>
            </p:nvSpPr>
            <p:spPr>
              <a:xfrm>
                <a:off x="4778170" y="1218280"/>
                <a:ext cx="608020" cy="791611"/>
              </a:xfrm>
              <a:custGeom>
                <a:avLst/>
                <a:gdLst>
                  <a:gd name="connsiteX0" fmla="*/ 71067 w 608020"/>
                  <a:gd name="connsiteY0" fmla="*/ 444171 h 791611"/>
                  <a:gd name="connsiteX1" fmla="*/ 0 w 608020"/>
                  <a:gd name="connsiteY1" fmla="*/ 515238 h 791611"/>
                  <a:gd name="connsiteX2" fmla="*/ 71067 w 608020"/>
                  <a:gd name="connsiteY2" fmla="*/ 586306 h 791611"/>
                  <a:gd name="connsiteX3" fmla="*/ 228995 w 608020"/>
                  <a:gd name="connsiteY3" fmla="*/ 586306 h 791611"/>
                  <a:gd name="connsiteX4" fmla="*/ 228995 w 608020"/>
                  <a:gd name="connsiteY4" fmla="*/ 728441 h 791611"/>
                  <a:gd name="connsiteX5" fmla="*/ 300062 w 608020"/>
                  <a:gd name="connsiteY5" fmla="*/ 791611 h 791611"/>
                  <a:gd name="connsiteX6" fmla="*/ 371130 w 608020"/>
                  <a:gd name="connsiteY6" fmla="*/ 728441 h 791611"/>
                  <a:gd name="connsiteX7" fmla="*/ 371130 w 608020"/>
                  <a:gd name="connsiteY7" fmla="*/ 586306 h 791611"/>
                  <a:gd name="connsiteX8" fmla="*/ 536953 w 608020"/>
                  <a:gd name="connsiteY8" fmla="*/ 586306 h 791611"/>
                  <a:gd name="connsiteX9" fmla="*/ 608021 w 608020"/>
                  <a:gd name="connsiteY9" fmla="*/ 515238 h 791611"/>
                  <a:gd name="connsiteX10" fmla="*/ 536953 w 608020"/>
                  <a:gd name="connsiteY10" fmla="*/ 444171 h 791611"/>
                  <a:gd name="connsiteX11" fmla="*/ 371130 w 608020"/>
                  <a:gd name="connsiteY11" fmla="*/ 444171 h 791611"/>
                  <a:gd name="connsiteX12" fmla="*/ 371130 w 608020"/>
                  <a:gd name="connsiteY12" fmla="*/ 404689 h 791611"/>
                  <a:gd name="connsiteX13" fmla="*/ 536953 w 608020"/>
                  <a:gd name="connsiteY13" fmla="*/ 404689 h 791611"/>
                  <a:gd name="connsiteX14" fmla="*/ 608021 w 608020"/>
                  <a:gd name="connsiteY14" fmla="*/ 333622 h 791611"/>
                  <a:gd name="connsiteX15" fmla="*/ 536953 w 608020"/>
                  <a:gd name="connsiteY15" fmla="*/ 262554 h 791611"/>
                  <a:gd name="connsiteX16" fmla="*/ 402715 w 608020"/>
                  <a:gd name="connsiteY16" fmla="*/ 262554 h 791611"/>
                  <a:gd name="connsiteX17" fmla="*/ 536953 w 608020"/>
                  <a:gd name="connsiteY17" fmla="*/ 120420 h 791611"/>
                  <a:gd name="connsiteX18" fmla="*/ 536953 w 608020"/>
                  <a:gd name="connsiteY18" fmla="*/ 17767 h 791611"/>
                  <a:gd name="connsiteX19" fmla="*/ 442197 w 608020"/>
                  <a:gd name="connsiteY19" fmla="*/ 17767 h 791611"/>
                  <a:gd name="connsiteX20" fmla="*/ 307959 w 608020"/>
                  <a:gd name="connsiteY20" fmla="*/ 159902 h 791611"/>
                  <a:gd name="connsiteX21" fmla="*/ 173720 w 608020"/>
                  <a:gd name="connsiteY21" fmla="*/ 17767 h 791611"/>
                  <a:gd name="connsiteX22" fmla="*/ 78964 w 608020"/>
                  <a:gd name="connsiteY22" fmla="*/ 17767 h 791611"/>
                  <a:gd name="connsiteX23" fmla="*/ 78964 w 608020"/>
                  <a:gd name="connsiteY23" fmla="*/ 120420 h 791611"/>
                  <a:gd name="connsiteX24" fmla="*/ 213202 w 608020"/>
                  <a:gd name="connsiteY24" fmla="*/ 262554 h 791611"/>
                  <a:gd name="connsiteX25" fmla="*/ 71067 w 608020"/>
                  <a:gd name="connsiteY25" fmla="*/ 262554 h 791611"/>
                  <a:gd name="connsiteX26" fmla="*/ 0 w 608020"/>
                  <a:gd name="connsiteY26" fmla="*/ 333622 h 791611"/>
                  <a:gd name="connsiteX27" fmla="*/ 71067 w 608020"/>
                  <a:gd name="connsiteY27" fmla="*/ 404689 h 791611"/>
                  <a:gd name="connsiteX28" fmla="*/ 228995 w 608020"/>
                  <a:gd name="connsiteY28" fmla="*/ 404689 h 791611"/>
                  <a:gd name="connsiteX29" fmla="*/ 228995 w 608020"/>
                  <a:gd name="connsiteY29" fmla="*/ 444171 h 791611"/>
                  <a:gd name="connsiteX30" fmla="*/ 71067 w 608020"/>
                  <a:gd name="connsiteY30" fmla="*/ 444171 h 791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608020" h="791611">
                    <a:moveTo>
                      <a:pt x="71067" y="444171"/>
                    </a:moveTo>
                    <a:cubicBezTo>
                      <a:pt x="31585" y="444171"/>
                      <a:pt x="0" y="475757"/>
                      <a:pt x="0" y="515238"/>
                    </a:cubicBezTo>
                    <a:cubicBezTo>
                      <a:pt x="0" y="554720"/>
                      <a:pt x="31585" y="586306"/>
                      <a:pt x="71067" y="586306"/>
                    </a:cubicBezTo>
                    <a:lnTo>
                      <a:pt x="228995" y="586306"/>
                    </a:lnTo>
                    <a:lnTo>
                      <a:pt x="228995" y="728441"/>
                    </a:lnTo>
                    <a:cubicBezTo>
                      <a:pt x="228995" y="760026"/>
                      <a:pt x="260580" y="791611"/>
                      <a:pt x="300062" y="791611"/>
                    </a:cubicBezTo>
                    <a:cubicBezTo>
                      <a:pt x="339544" y="791611"/>
                      <a:pt x="371130" y="767922"/>
                      <a:pt x="371130" y="728441"/>
                    </a:cubicBezTo>
                    <a:lnTo>
                      <a:pt x="371130" y="586306"/>
                    </a:lnTo>
                    <a:lnTo>
                      <a:pt x="536953" y="586306"/>
                    </a:lnTo>
                    <a:cubicBezTo>
                      <a:pt x="576435" y="586306"/>
                      <a:pt x="608021" y="554720"/>
                      <a:pt x="608021" y="515238"/>
                    </a:cubicBezTo>
                    <a:cubicBezTo>
                      <a:pt x="608021" y="475757"/>
                      <a:pt x="576435" y="444171"/>
                      <a:pt x="536953" y="444171"/>
                    </a:cubicBezTo>
                    <a:lnTo>
                      <a:pt x="371130" y="444171"/>
                    </a:lnTo>
                    <a:lnTo>
                      <a:pt x="371130" y="404689"/>
                    </a:lnTo>
                    <a:lnTo>
                      <a:pt x="536953" y="404689"/>
                    </a:lnTo>
                    <a:cubicBezTo>
                      <a:pt x="576435" y="404689"/>
                      <a:pt x="608021" y="373104"/>
                      <a:pt x="608021" y="333622"/>
                    </a:cubicBezTo>
                    <a:cubicBezTo>
                      <a:pt x="608021" y="294140"/>
                      <a:pt x="576435" y="262554"/>
                      <a:pt x="536953" y="262554"/>
                    </a:cubicBezTo>
                    <a:lnTo>
                      <a:pt x="402715" y="262554"/>
                    </a:lnTo>
                    <a:lnTo>
                      <a:pt x="536953" y="120420"/>
                    </a:lnTo>
                    <a:cubicBezTo>
                      <a:pt x="560643" y="96731"/>
                      <a:pt x="560643" y="49352"/>
                      <a:pt x="536953" y="17767"/>
                    </a:cubicBezTo>
                    <a:cubicBezTo>
                      <a:pt x="513264" y="-5922"/>
                      <a:pt x="465886" y="-5922"/>
                      <a:pt x="442197" y="17767"/>
                    </a:cubicBezTo>
                    <a:lnTo>
                      <a:pt x="307959" y="159902"/>
                    </a:lnTo>
                    <a:lnTo>
                      <a:pt x="173720" y="17767"/>
                    </a:lnTo>
                    <a:cubicBezTo>
                      <a:pt x="150031" y="-5922"/>
                      <a:pt x="102653" y="-5922"/>
                      <a:pt x="78964" y="17767"/>
                    </a:cubicBezTo>
                    <a:cubicBezTo>
                      <a:pt x="55275" y="41456"/>
                      <a:pt x="55275" y="88834"/>
                      <a:pt x="78964" y="120420"/>
                    </a:cubicBezTo>
                    <a:lnTo>
                      <a:pt x="213202" y="262554"/>
                    </a:lnTo>
                    <a:lnTo>
                      <a:pt x="71067" y="262554"/>
                    </a:lnTo>
                    <a:cubicBezTo>
                      <a:pt x="31585" y="262554"/>
                      <a:pt x="0" y="294140"/>
                      <a:pt x="0" y="333622"/>
                    </a:cubicBezTo>
                    <a:cubicBezTo>
                      <a:pt x="0" y="373104"/>
                      <a:pt x="31585" y="404689"/>
                      <a:pt x="71067" y="404689"/>
                    </a:cubicBezTo>
                    <a:lnTo>
                      <a:pt x="228995" y="404689"/>
                    </a:lnTo>
                    <a:lnTo>
                      <a:pt x="228995" y="444171"/>
                    </a:lnTo>
                    <a:lnTo>
                      <a:pt x="71067" y="444171"/>
                    </a:ln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grpSp>
        <p:nvGrpSpPr>
          <p:cNvPr id="75" name="组合 74"/>
          <p:cNvGrpSpPr/>
          <p:nvPr/>
        </p:nvGrpSpPr>
        <p:grpSpPr>
          <a:xfrm>
            <a:off x="2767434" y="875592"/>
            <a:ext cx="2016125" cy="1523084"/>
            <a:chOff x="2628752" y="908050"/>
            <a:chExt cx="2016125" cy="1523084"/>
          </a:xfrm>
        </p:grpSpPr>
        <p:sp>
          <p:nvSpPr>
            <p:cNvPr id="47" name="矩形 46"/>
            <p:cNvSpPr/>
            <p:nvPr/>
          </p:nvSpPr>
          <p:spPr>
            <a:xfrm>
              <a:off x="2628752" y="908050"/>
              <a:ext cx="2016125" cy="15230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8" name="矩形: 圆顶角 47"/>
            <p:cNvSpPr/>
            <p:nvPr/>
          </p:nvSpPr>
          <p:spPr>
            <a:xfrm flipH="1" flipV="1">
              <a:off x="2628752" y="908050"/>
              <a:ext cx="2016125" cy="107949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276673" y="1182984"/>
              <a:ext cx="53860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总成本</a:t>
              </a: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2944173" y="1523672"/>
              <a:ext cx="1385283" cy="430887"/>
              <a:chOff x="863474" y="1462839"/>
              <a:chExt cx="1385283" cy="430887"/>
            </a:xfrm>
          </p:grpSpPr>
          <p:sp>
            <p:nvSpPr>
              <p:cNvPr id="57" name="文本框 56"/>
              <p:cNvSpPr txBox="1"/>
              <p:nvPr/>
            </p:nvSpPr>
            <p:spPr>
              <a:xfrm>
                <a:off x="863474" y="1462839"/>
                <a:ext cx="1175002" cy="430887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¥5,237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2069221" y="1615844"/>
                <a:ext cx="179536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万</a:t>
                </a:r>
              </a:p>
            </p:txBody>
          </p:sp>
        </p:grpSp>
        <p:sp>
          <p:nvSpPr>
            <p:cNvPr id="51" name="TextBox 28+"/>
            <p:cNvSpPr txBox="1"/>
            <p:nvPr/>
          </p:nvSpPr>
          <p:spPr>
            <a:xfrm>
              <a:off x="2936664" y="2030527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</a:p>
          </p:txBody>
        </p:sp>
        <p:sp>
          <p:nvSpPr>
            <p:cNvPr id="52" name="TextBox 28++"/>
            <p:cNvSpPr txBox="1"/>
            <p:nvPr/>
          </p:nvSpPr>
          <p:spPr>
            <a:xfrm>
              <a:off x="3436500" y="2030527"/>
              <a:ext cx="41357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8.3%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53" name="直接箭头连接符 52"/>
            <p:cNvCxnSpPr/>
            <p:nvPr/>
          </p:nvCxnSpPr>
          <p:spPr>
            <a:xfrm flipV="1">
              <a:off x="4119175" y="1977267"/>
              <a:ext cx="0" cy="26870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图形 59"/>
            <p:cNvSpPr>
              <a:spLocks noChangeAspect="1"/>
            </p:cNvSpPr>
            <p:nvPr/>
          </p:nvSpPr>
          <p:spPr>
            <a:xfrm>
              <a:off x="2936664" y="1173195"/>
              <a:ext cx="252000" cy="252018"/>
            </a:xfrm>
            <a:custGeom>
              <a:avLst/>
              <a:gdLst>
                <a:gd name="connsiteX0" fmla="*/ 1699804 w 1700892"/>
                <a:gd name="connsiteY0" fmla="*/ 1251721 h 1701028"/>
                <a:gd name="connsiteX1" fmla="*/ 1678033 w 1700892"/>
                <a:gd name="connsiteY1" fmla="*/ 1241516 h 1701028"/>
                <a:gd name="connsiteX2" fmla="*/ 1547813 w 1700892"/>
                <a:gd name="connsiteY2" fmla="*/ 1288869 h 1701028"/>
                <a:gd name="connsiteX3" fmla="*/ 1547813 w 1700892"/>
                <a:gd name="connsiteY3" fmla="*/ 144508 h 1701028"/>
                <a:gd name="connsiteX4" fmla="*/ 1403305 w 1700892"/>
                <a:gd name="connsiteY4" fmla="*/ 0 h 1701028"/>
                <a:gd name="connsiteX5" fmla="*/ 297724 w 1700892"/>
                <a:gd name="connsiteY5" fmla="*/ 0 h 1701028"/>
                <a:gd name="connsiteX6" fmla="*/ 153080 w 1700892"/>
                <a:gd name="connsiteY6" fmla="*/ 144644 h 1701028"/>
                <a:gd name="connsiteX7" fmla="*/ 153080 w 1700892"/>
                <a:gd name="connsiteY7" fmla="*/ 1289005 h 1701028"/>
                <a:gd name="connsiteX8" fmla="*/ 22724 w 1700892"/>
                <a:gd name="connsiteY8" fmla="*/ 1241380 h 1701028"/>
                <a:gd name="connsiteX9" fmla="*/ 17009 w 1700892"/>
                <a:gd name="connsiteY9" fmla="*/ 1240427 h 1701028"/>
                <a:gd name="connsiteX10" fmla="*/ 0 w 1700892"/>
                <a:gd name="connsiteY10" fmla="*/ 1257436 h 1701028"/>
                <a:gd name="connsiteX11" fmla="*/ 0 w 1700892"/>
                <a:gd name="connsiteY11" fmla="*/ 1384119 h 1701028"/>
                <a:gd name="connsiteX12" fmla="*/ 11294 w 1700892"/>
                <a:gd name="connsiteY12" fmla="*/ 1400039 h 1701028"/>
                <a:gd name="connsiteX13" fmla="*/ 827042 w 1700892"/>
                <a:gd name="connsiteY13" fmla="*/ 1696947 h 1701028"/>
                <a:gd name="connsiteX14" fmla="*/ 873579 w 1700892"/>
                <a:gd name="connsiteY14" fmla="*/ 1696947 h 1701028"/>
                <a:gd name="connsiteX15" fmla="*/ 1689599 w 1700892"/>
                <a:gd name="connsiteY15" fmla="*/ 1400311 h 1701028"/>
                <a:gd name="connsiteX16" fmla="*/ 1700893 w 1700892"/>
                <a:gd name="connsiteY16" fmla="*/ 1384391 h 1701028"/>
                <a:gd name="connsiteX17" fmla="*/ 1700893 w 1700892"/>
                <a:gd name="connsiteY17" fmla="*/ 1257708 h 1701028"/>
                <a:gd name="connsiteX18" fmla="*/ 1699804 w 1700892"/>
                <a:gd name="connsiteY18" fmla="*/ 1251721 h 1701028"/>
                <a:gd name="connsiteX19" fmla="*/ 850446 w 1700892"/>
                <a:gd name="connsiteY19" fmla="*/ 1542506 h 1701028"/>
                <a:gd name="connsiteX20" fmla="*/ 306161 w 1700892"/>
                <a:gd name="connsiteY20" fmla="*/ 1344658 h 1701028"/>
                <a:gd name="connsiteX21" fmla="*/ 306161 w 1700892"/>
                <a:gd name="connsiteY21" fmla="*/ 153080 h 1701028"/>
                <a:gd name="connsiteX22" fmla="*/ 1394732 w 1700892"/>
                <a:gd name="connsiteY22" fmla="*/ 153080 h 1701028"/>
                <a:gd name="connsiteX23" fmla="*/ 1394732 w 1700892"/>
                <a:gd name="connsiteY23" fmla="*/ 1344658 h 1701028"/>
                <a:gd name="connsiteX24" fmla="*/ 850446 w 1700892"/>
                <a:gd name="connsiteY24" fmla="*/ 1542506 h 1701028"/>
                <a:gd name="connsiteX25" fmla="*/ 1166404 w 1700892"/>
                <a:gd name="connsiteY25" fmla="*/ 425359 h 1701028"/>
                <a:gd name="connsiteX26" fmla="*/ 1050471 w 1700892"/>
                <a:gd name="connsiteY26" fmla="*/ 425359 h 1701028"/>
                <a:gd name="connsiteX27" fmla="*/ 1035504 w 1700892"/>
                <a:gd name="connsiteY27" fmla="*/ 434612 h 1701028"/>
                <a:gd name="connsiteX28" fmla="*/ 855209 w 1700892"/>
                <a:gd name="connsiteY28" fmla="*/ 793569 h 1701028"/>
                <a:gd name="connsiteX29" fmla="*/ 848405 w 1700892"/>
                <a:gd name="connsiteY29" fmla="*/ 793569 h 1701028"/>
                <a:gd name="connsiteX30" fmla="*/ 668247 w 1700892"/>
                <a:gd name="connsiteY30" fmla="*/ 434612 h 1701028"/>
                <a:gd name="connsiteX31" fmla="*/ 653279 w 1700892"/>
                <a:gd name="connsiteY31" fmla="*/ 425223 h 1701028"/>
                <a:gd name="connsiteX32" fmla="*/ 534761 w 1700892"/>
                <a:gd name="connsiteY32" fmla="*/ 425223 h 1701028"/>
                <a:gd name="connsiteX33" fmla="*/ 526596 w 1700892"/>
                <a:gd name="connsiteY33" fmla="*/ 427400 h 1701028"/>
                <a:gd name="connsiteX34" fmla="*/ 519712 w 1700892"/>
                <a:gd name="connsiteY34" fmla="*/ 450247 h 1701028"/>
                <a:gd name="connsiteX35" fmla="*/ 519793 w 1700892"/>
                <a:gd name="connsiteY35" fmla="*/ 450396 h 1701028"/>
                <a:gd name="connsiteX36" fmla="*/ 740909 w 1700892"/>
                <a:gd name="connsiteY36" fmla="*/ 857794 h 1701028"/>
                <a:gd name="connsiteX37" fmla="*/ 619805 w 1700892"/>
                <a:gd name="connsiteY37" fmla="*/ 857794 h 1701028"/>
                <a:gd name="connsiteX38" fmla="*/ 602661 w 1700892"/>
                <a:gd name="connsiteY38" fmla="*/ 874667 h 1701028"/>
                <a:gd name="connsiteX39" fmla="*/ 602660 w 1700892"/>
                <a:gd name="connsiteY39" fmla="*/ 874803 h 1701028"/>
                <a:gd name="connsiteX40" fmla="*/ 602660 w 1700892"/>
                <a:gd name="connsiteY40" fmla="*/ 932361 h 1701028"/>
                <a:gd name="connsiteX41" fmla="*/ 619669 w 1700892"/>
                <a:gd name="connsiteY41" fmla="*/ 949370 h 1701028"/>
                <a:gd name="connsiteX42" fmla="*/ 781322 w 1700892"/>
                <a:gd name="connsiteY42" fmla="*/ 949370 h 1701028"/>
                <a:gd name="connsiteX43" fmla="*/ 781322 w 1700892"/>
                <a:gd name="connsiteY43" fmla="*/ 1032374 h 1701028"/>
                <a:gd name="connsiteX44" fmla="*/ 619533 w 1700892"/>
                <a:gd name="connsiteY44" fmla="*/ 1032374 h 1701028"/>
                <a:gd name="connsiteX45" fmla="*/ 602524 w 1700892"/>
                <a:gd name="connsiteY45" fmla="*/ 1049247 h 1701028"/>
                <a:gd name="connsiteX46" fmla="*/ 602524 w 1700892"/>
                <a:gd name="connsiteY46" fmla="*/ 1106941 h 1701028"/>
                <a:gd name="connsiteX47" fmla="*/ 619533 w 1700892"/>
                <a:gd name="connsiteY47" fmla="*/ 1123950 h 1701028"/>
                <a:gd name="connsiteX48" fmla="*/ 781186 w 1700892"/>
                <a:gd name="connsiteY48" fmla="*/ 1123950 h 1701028"/>
                <a:gd name="connsiteX49" fmla="*/ 781186 w 1700892"/>
                <a:gd name="connsiteY49" fmla="*/ 1258661 h 1701028"/>
                <a:gd name="connsiteX50" fmla="*/ 798195 w 1700892"/>
                <a:gd name="connsiteY50" fmla="*/ 1275670 h 1701028"/>
                <a:gd name="connsiteX51" fmla="*/ 904331 w 1700892"/>
                <a:gd name="connsiteY51" fmla="*/ 1275670 h 1701028"/>
                <a:gd name="connsiteX52" fmla="*/ 921204 w 1700892"/>
                <a:gd name="connsiteY52" fmla="*/ 1258661 h 1701028"/>
                <a:gd name="connsiteX53" fmla="*/ 921204 w 1700892"/>
                <a:gd name="connsiteY53" fmla="*/ 1123678 h 1701028"/>
                <a:gd name="connsiteX54" fmla="*/ 1083537 w 1700892"/>
                <a:gd name="connsiteY54" fmla="*/ 1123678 h 1701028"/>
                <a:gd name="connsiteX55" fmla="*/ 1100546 w 1700892"/>
                <a:gd name="connsiteY55" fmla="*/ 1106669 h 1701028"/>
                <a:gd name="connsiteX56" fmla="*/ 1100546 w 1700892"/>
                <a:gd name="connsiteY56" fmla="*/ 1049247 h 1701028"/>
                <a:gd name="connsiteX57" fmla="*/ 1083537 w 1700892"/>
                <a:gd name="connsiteY57" fmla="*/ 1032238 h 1701028"/>
                <a:gd name="connsiteX58" fmla="*/ 921204 w 1700892"/>
                <a:gd name="connsiteY58" fmla="*/ 1032238 h 1701028"/>
                <a:gd name="connsiteX59" fmla="*/ 921204 w 1700892"/>
                <a:gd name="connsiteY59" fmla="*/ 949234 h 1701028"/>
                <a:gd name="connsiteX60" fmla="*/ 1083537 w 1700892"/>
                <a:gd name="connsiteY60" fmla="*/ 949234 h 1701028"/>
                <a:gd name="connsiteX61" fmla="*/ 1100546 w 1700892"/>
                <a:gd name="connsiteY61" fmla="*/ 932225 h 1701028"/>
                <a:gd name="connsiteX62" fmla="*/ 1100546 w 1700892"/>
                <a:gd name="connsiteY62" fmla="*/ 874667 h 1701028"/>
                <a:gd name="connsiteX63" fmla="*/ 1083537 w 1700892"/>
                <a:gd name="connsiteY63" fmla="*/ 857658 h 1701028"/>
                <a:gd name="connsiteX64" fmla="*/ 961073 w 1700892"/>
                <a:gd name="connsiteY64" fmla="*/ 857658 h 1701028"/>
                <a:gd name="connsiteX65" fmla="*/ 1181508 w 1700892"/>
                <a:gd name="connsiteY65" fmla="*/ 450260 h 1701028"/>
                <a:gd name="connsiteX66" fmla="*/ 1183685 w 1700892"/>
                <a:gd name="connsiteY66" fmla="*/ 442096 h 1701028"/>
                <a:gd name="connsiteX67" fmla="*/ 1166404 w 1700892"/>
                <a:gd name="connsiteY67" fmla="*/ 425359 h 1701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700892" h="1701028">
                  <a:moveTo>
                    <a:pt x="1699804" y="1251721"/>
                  </a:moveTo>
                  <a:cubicBezTo>
                    <a:pt x="1696607" y="1242894"/>
                    <a:pt x="1686863" y="1238326"/>
                    <a:pt x="1678033" y="1241516"/>
                  </a:cubicBezTo>
                  <a:lnTo>
                    <a:pt x="1547813" y="1288869"/>
                  </a:lnTo>
                  <a:lnTo>
                    <a:pt x="1547813" y="144508"/>
                  </a:lnTo>
                  <a:cubicBezTo>
                    <a:pt x="1547813" y="64634"/>
                    <a:pt x="1483179" y="0"/>
                    <a:pt x="1403305" y="0"/>
                  </a:cubicBezTo>
                  <a:lnTo>
                    <a:pt x="297724" y="0"/>
                  </a:lnTo>
                  <a:cubicBezTo>
                    <a:pt x="217714" y="0"/>
                    <a:pt x="153080" y="64634"/>
                    <a:pt x="153080" y="144644"/>
                  </a:cubicBezTo>
                  <a:lnTo>
                    <a:pt x="153080" y="1289005"/>
                  </a:lnTo>
                  <a:lnTo>
                    <a:pt x="22724" y="1241380"/>
                  </a:lnTo>
                  <a:cubicBezTo>
                    <a:pt x="20882" y="1240760"/>
                    <a:pt x="18953" y="1240438"/>
                    <a:pt x="17009" y="1240427"/>
                  </a:cubicBezTo>
                  <a:cubicBezTo>
                    <a:pt x="7615" y="1240427"/>
                    <a:pt x="0" y="1248042"/>
                    <a:pt x="0" y="1257436"/>
                  </a:cubicBezTo>
                  <a:lnTo>
                    <a:pt x="0" y="1384119"/>
                  </a:lnTo>
                  <a:cubicBezTo>
                    <a:pt x="0" y="1391194"/>
                    <a:pt x="4490" y="1397590"/>
                    <a:pt x="11294" y="1400039"/>
                  </a:cubicBezTo>
                  <a:lnTo>
                    <a:pt x="827042" y="1696947"/>
                  </a:lnTo>
                  <a:cubicBezTo>
                    <a:pt x="842146" y="1702390"/>
                    <a:pt x="858611" y="1702390"/>
                    <a:pt x="873579" y="1696947"/>
                  </a:cubicBezTo>
                  <a:lnTo>
                    <a:pt x="1689599" y="1400311"/>
                  </a:lnTo>
                  <a:cubicBezTo>
                    <a:pt x="1696312" y="1397874"/>
                    <a:pt x="1700811" y="1391532"/>
                    <a:pt x="1700893" y="1384391"/>
                  </a:cubicBezTo>
                  <a:lnTo>
                    <a:pt x="1700893" y="1257708"/>
                  </a:lnTo>
                  <a:cubicBezTo>
                    <a:pt x="1700863" y="1255666"/>
                    <a:pt x="1700495" y="1253643"/>
                    <a:pt x="1699804" y="1251721"/>
                  </a:cubicBezTo>
                  <a:close/>
                  <a:moveTo>
                    <a:pt x="850446" y="1542506"/>
                  </a:moveTo>
                  <a:lnTo>
                    <a:pt x="306161" y="1344658"/>
                  </a:lnTo>
                  <a:lnTo>
                    <a:pt x="306161" y="153080"/>
                  </a:lnTo>
                  <a:lnTo>
                    <a:pt x="1394732" y="153080"/>
                  </a:lnTo>
                  <a:lnTo>
                    <a:pt x="1394732" y="1344658"/>
                  </a:lnTo>
                  <a:lnTo>
                    <a:pt x="850446" y="1542506"/>
                  </a:lnTo>
                  <a:close/>
                  <a:moveTo>
                    <a:pt x="1166404" y="425359"/>
                  </a:moveTo>
                  <a:lnTo>
                    <a:pt x="1050471" y="425359"/>
                  </a:lnTo>
                  <a:cubicBezTo>
                    <a:pt x="1044132" y="425360"/>
                    <a:pt x="1038338" y="428942"/>
                    <a:pt x="1035504" y="434612"/>
                  </a:cubicBezTo>
                  <a:lnTo>
                    <a:pt x="855209" y="793569"/>
                  </a:lnTo>
                  <a:lnTo>
                    <a:pt x="848405" y="793569"/>
                  </a:lnTo>
                  <a:lnTo>
                    <a:pt x="668247" y="434612"/>
                  </a:lnTo>
                  <a:cubicBezTo>
                    <a:pt x="665402" y="428933"/>
                    <a:pt x="659630" y="425313"/>
                    <a:pt x="653279" y="425223"/>
                  </a:cubicBezTo>
                  <a:lnTo>
                    <a:pt x="534761" y="425223"/>
                  </a:lnTo>
                  <a:cubicBezTo>
                    <a:pt x="532039" y="425223"/>
                    <a:pt x="529318" y="425904"/>
                    <a:pt x="526596" y="427400"/>
                  </a:cubicBezTo>
                  <a:cubicBezTo>
                    <a:pt x="518386" y="431808"/>
                    <a:pt x="515304" y="442037"/>
                    <a:pt x="519712" y="450247"/>
                  </a:cubicBezTo>
                  <a:cubicBezTo>
                    <a:pt x="519739" y="450297"/>
                    <a:pt x="519766" y="450347"/>
                    <a:pt x="519793" y="450396"/>
                  </a:cubicBezTo>
                  <a:lnTo>
                    <a:pt x="740909" y="857794"/>
                  </a:lnTo>
                  <a:lnTo>
                    <a:pt x="619805" y="857794"/>
                  </a:lnTo>
                  <a:cubicBezTo>
                    <a:pt x="610412" y="857719"/>
                    <a:pt x="602736" y="865273"/>
                    <a:pt x="602661" y="874667"/>
                  </a:cubicBezTo>
                  <a:cubicBezTo>
                    <a:pt x="602661" y="874712"/>
                    <a:pt x="602660" y="874758"/>
                    <a:pt x="602660" y="874803"/>
                  </a:cubicBezTo>
                  <a:lnTo>
                    <a:pt x="602660" y="932361"/>
                  </a:lnTo>
                  <a:cubicBezTo>
                    <a:pt x="602660" y="941750"/>
                    <a:pt x="610416" y="949370"/>
                    <a:pt x="619669" y="949370"/>
                  </a:cubicBezTo>
                  <a:lnTo>
                    <a:pt x="781322" y="949370"/>
                  </a:lnTo>
                  <a:lnTo>
                    <a:pt x="781322" y="1032374"/>
                  </a:lnTo>
                  <a:lnTo>
                    <a:pt x="619533" y="1032374"/>
                  </a:lnTo>
                  <a:cubicBezTo>
                    <a:pt x="610192" y="1032374"/>
                    <a:pt x="602599" y="1039906"/>
                    <a:pt x="602524" y="1049247"/>
                  </a:cubicBezTo>
                  <a:lnTo>
                    <a:pt x="602524" y="1106941"/>
                  </a:lnTo>
                  <a:cubicBezTo>
                    <a:pt x="602524" y="1116330"/>
                    <a:pt x="610280" y="1123950"/>
                    <a:pt x="619533" y="1123950"/>
                  </a:cubicBezTo>
                  <a:lnTo>
                    <a:pt x="781186" y="1123950"/>
                  </a:lnTo>
                  <a:lnTo>
                    <a:pt x="781186" y="1258661"/>
                  </a:lnTo>
                  <a:cubicBezTo>
                    <a:pt x="781186" y="1268186"/>
                    <a:pt x="788806" y="1275670"/>
                    <a:pt x="798195" y="1275670"/>
                  </a:cubicBezTo>
                  <a:lnTo>
                    <a:pt x="904331" y="1275670"/>
                  </a:lnTo>
                  <a:cubicBezTo>
                    <a:pt x="913671" y="1275595"/>
                    <a:pt x="921204" y="1268002"/>
                    <a:pt x="921204" y="1258661"/>
                  </a:cubicBezTo>
                  <a:lnTo>
                    <a:pt x="921204" y="1123678"/>
                  </a:lnTo>
                  <a:lnTo>
                    <a:pt x="1083537" y="1123678"/>
                  </a:lnTo>
                  <a:cubicBezTo>
                    <a:pt x="1092931" y="1123678"/>
                    <a:pt x="1100546" y="1116063"/>
                    <a:pt x="1100546" y="1106669"/>
                  </a:cubicBezTo>
                  <a:lnTo>
                    <a:pt x="1100546" y="1049247"/>
                  </a:lnTo>
                  <a:cubicBezTo>
                    <a:pt x="1100546" y="1039853"/>
                    <a:pt x="1092931" y="1032238"/>
                    <a:pt x="1083537" y="1032238"/>
                  </a:cubicBezTo>
                  <a:lnTo>
                    <a:pt x="921204" y="1032238"/>
                  </a:lnTo>
                  <a:lnTo>
                    <a:pt x="921204" y="949234"/>
                  </a:lnTo>
                  <a:lnTo>
                    <a:pt x="1083537" y="949234"/>
                  </a:lnTo>
                  <a:cubicBezTo>
                    <a:pt x="1092931" y="949234"/>
                    <a:pt x="1100546" y="941619"/>
                    <a:pt x="1100546" y="932225"/>
                  </a:cubicBezTo>
                  <a:lnTo>
                    <a:pt x="1100546" y="874667"/>
                  </a:lnTo>
                  <a:cubicBezTo>
                    <a:pt x="1100546" y="865273"/>
                    <a:pt x="1092931" y="857658"/>
                    <a:pt x="1083537" y="857658"/>
                  </a:cubicBezTo>
                  <a:lnTo>
                    <a:pt x="961073" y="857658"/>
                  </a:lnTo>
                  <a:lnTo>
                    <a:pt x="1181508" y="450260"/>
                  </a:lnTo>
                  <a:cubicBezTo>
                    <a:pt x="1182859" y="447745"/>
                    <a:pt x="1183604" y="444950"/>
                    <a:pt x="1183685" y="442096"/>
                  </a:cubicBezTo>
                  <a:cubicBezTo>
                    <a:pt x="1183391" y="432765"/>
                    <a:pt x="1175740" y="425355"/>
                    <a:pt x="1166404" y="425359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5091955" y="875592"/>
            <a:ext cx="2016125" cy="1523084"/>
            <a:chOff x="4960475" y="908050"/>
            <a:chExt cx="2016125" cy="1523084"/>
          </a:xfrm>
        </p:grpSpPr>
        <p:sp>
          <p:nvSpPr>
            <p:cNvPr id="63" name="矩形 62"/>
            <p:cNvSpPr/>
            <p:nvPr/>
          </p:nvSpPr>
          <p:spPr>
            <a:xfrm>
              <a:off x="4960475" y="908050"/>
              <a:ext cx="2016125" cy="15230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4" name="矩形: 圆顶角 63"/>
            <p:cNvSpPr/>
            <p:nvPr/>
          </p:nvSpPr>
          <p:spPr>
            <a:xfrm flipH="1" flipV="1">
              <a:off x="4960475" y="908050"/>
              <a:ext cx="2016125" cy="107949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5608396" y="1182984"/>
              <a:ext cx="53860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净利润</a:t>
              </a:r>
            </a:p>
          </p:txBody>
        </p:sp>
        <p:grpSp>
          <p:nvGrpSpPr>
            <p:cNvPr id="66" name="组合 65"/>
            <p:cNvGrpSpPr/>
            <p:nvPr/>
          </p:nvGrpSpPr>
          <p:grpSpPr>
            <a:xfrm>
              <a:off x="5275896" y="1523672"/>
              <a:ext cx="1385283" cy="430887"/>
              <a:chOff x="863474" y="1462839"/>
              <a:chExt cx="1385283" cy="430887"/>
            </a:xfrm>
          </p:grpSpPr>
          <p:sp>
            <p:nvSpPr>
              <p:cNvPr id="73" name="文本框 72"/>
              <p:cNvSpPr txBox="1"/>
              <p:nvPr/>
            </p:nvSpPr>
            <p:spPr>
              <a:xfrm>
                <a:off x="863474" y="1462839"/>
                <a:ext cx="1175002" cy="430887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¥3,325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4" name="文本框 73"/>
              <p:cNvSpPr txBox="1"/>
              <p:nvPr/>
            </p:nvSpPr>
            <p:spPr>
              <a:xfrm>
                <a:off x="2069221" y="1615844"/>
                <a:ext cx="179536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万</a:t>
                </a:r>
              </a:p>
            </p:txBody>
          </p:sp>
        </p:grpSp>
        <p:sp>
          <p:nvSpPr>
            <p:cNvPr id="67" name="TextBox 28+"/>
            <p:cNvSpPr txBox="1"/>
            <p:nvPr/>
          </p:nvSpPr>
          <p:spPr>
            <a:xfrm>
              <a:off x="5268387" y="2030527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</a:p>
          </p:txBody>
        </p:sp>
        <p:sp>
          <p:nvSpPr>
            <p:cNvPr id="68" name="TextBox 28++"/>
            <p:cNvSpPr txBox="1"/>
            <p:nvPr/>
          </p:nvSpPr>
          <p:spPr>
            <a:xfrm>
              <a:off x="5768223" y="2030527"/>
              <a:ext cx="512961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18.2%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69" name="直接箭头连接符 68"/>
            <p:cNvCxnSpPr/>
            <p:nvPr/>
          </p:nvCxnSpPr>
          <p:spPr>
            <a:xfrm flipV="1">
              <a:off x="6450898" y="1977267"/>
              <a:ext cx="0" cy="26870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图形 76"/>
            <p:cNvSpPr/>
            <p:nvPr/>
          </p:nvSpPr>
          <p:spPr>
            <a:xfrm>
              <a:off x="5275896" y="1180376"/>
              <a:ext cx="220231" cy="220661"/>
            </a:xfrm>
            <a:custGeom>
              <a:avLst/>
              <a:gdLst>
                <a:gd name="connsiteX0" fmla="*/ 847023 w 1844247"/>
                <a:gd name="connsiteY0" fmla="*/ 922020 h 1847850"/>
                <a:gd name="connsiteX1" fmla="*/ 854628 w 1844247"/>
                <a:gd name="connsiteY1" fmla="*/ 860108 h 1847850"/>
                <a:gd name="connsiteX2" fmla="*/ 804244 w 1844247"/>
                <a:gd name="connsiteY2" fmla="*/ 830580 h 1847850"/>
                <a:gd name="connsiteX3" fmla="*/ 648339 w 1844247"/>
                <a:gd name="connsiteY3" fmla="*/ 830580 h 1847850"/>
                <a:gd name="connsiteX4" fmla="*/ 635980 w 1844247"/>
                <a:gd name="connsiteY4" fmla="*/ 817245 h 1847850"/>
                <a:gd name="connsiteX5" fmla="*/ 635980 w 1844247"/>
                <a:gd name="connsiteY5" fmla="*/ 720090 h 1847850"/>
                <a:gd name="connsiteX6" fmla="*/ 653092 w 1844247"/>
                <a:gd name="connsiteY6" fmla="*/ 703898 h 1847850"/>
                <a:gd name="connsiteX7" fmla="*/ 813751 w 1844247"/>
                <a:gd name="connsiteY7" fmla="*/ 702945 h 1847850"/>
                <a:gd name="connsiteX8" fmla="*/ 860332 w 1844247"/>
                <a:gd name="connsiteY8" fmla="*/ 651510 h 1847850"/>
                <a:gd name="connsiteX9" fmla="*/ 792837 w 1844247"/>
                <a:gd name="connsiteY9" fmla="*/ 586740 h 1847850"/>
                <a:gd name="connsiteX10" fmla="*/ 651191 w 1844247"/>
                <a:gd name="connsiteY10" fmla="*/ 586740 h 1847850"/>
                <a:gd name="connsiteX11" fmla="*/ 637882 w 1844247"/>
                <a:gd name="connsiteY11" fmla="*/ 581978 h 1847850"/>
                <a:gd name="connsiteX12" fmla="*/ 646437 w 1844247"/>
                <a:gd name="connsiteY12" fmla="*/ 533400 h 1847850"/>
                <a:gd name="connsiteX13" fmla="*/ 799491 w 1844247"/>
                <a:gd name="connsiteY13" fmla="*/ 376238 h 1847850"/>
                <a:gd name="connsiteX14" fmla="*/ 817553 w 1844247"/>
                <a:gd name="connsiteY14" fmla="*/ 354330 h 1847850"/>
                <a:gd name="connsiteX15" fmla="*/ 789034 w 1844247"/>
                <a:gd name="connsiteY15" fmla="*/ 282893 h 1847850"/>
                <a:gd name="connsiteX16" fmla="*/ 729143 w 1844247"/>
                <a:gd name="connsiteY16" fmla="*/ 302895 h 1847850"/>
                <a:gd name="connsiteX17" fmla="*/ 587498 w 1844247"/>
                <a:gd name="connsiteY17" fmla="*/ 437198 h 1847850"/>
                <a:gd name="connsiteX18" fmla="*/ 568485 w 1844247"/>
                <a:gd name="connsiteY18" fmla="*/ 436245 h 1847850"/>
                <a:gd name="connsiteX19" fmla="*/ 448704 w 1844247"/>
                <a:gd name="connsiteY19" fmla="*/ 309563 h 1847850"/>
                <a:gd name="connsiteX20" fmla="*/ 393566 w 1844247"/>
                <a:gd name="connsiteY20" fmla="*/ 278130 h 1847850"/>
                <a:gd name="connsiteX21" fmla="*/ 342232 w 1844247"/>
                <a:gd name="connsiteY21" fmla="*/ 308610 h 1847850"/>
                <a:gd name="connsiteX22" fmla="*/ 365047 w 1844247"/>
                <a:gd name="connsiteY22" fmla="*/ 378143 h 1847850"/>
                <a:gd name="connsiteX23" fmla="*/ 495285 w 1844247"/>
                <a:gd name="connsiteY23" fmla="*/ 519112 h 1847850"/>
                <a:gd name="connsiteX24" fmla="*/ 516199 w 1844247"/>
                <a:gd name="connsiteY24" fmla="*/ 576263 h 1847850"/>
                <a:gd name="connsiteX25" fmla="*/ 502890 w 1844247"/>
                <a:gd name="connsiteY25" fmla="*/ 589598 h 1847850"/>
                <a:gd name="connsiteX26" fmla="*/ 352689 w 1844247"/>
                <a:gd name="connsiteY26" fmla="*/ 588645 h 1847850"/>
                <a:gd name="connsiteX27" fmla="*/ 315614 w 1844247"/>
                <a:gd name="connsiteY27" fmla="*/ 606743 h 1847850"/>
                <a:gd name="connsiteX28" fmla="*/ 299453 w 1844247"/>
                <a:gd name="connsiteY28" fmla="*/ 637223 h 1847850"/>
                <a:gd name="connsiteX29" fmla="*/ 349837 w 1844247"/>
                <a:gd name="connsiteY29" fmla="*/ 714375 h 1847850"/>
                <a:gd name="connsiteX30" fmla="*/ 501940 w 1844247"/>
                <a:gd name="connsiteY30" fmla="*/ 705803 h 1847850"/>
                <a:gd name="connsiteX31" fmla="*/ 515249 w 1844247"/>
                <a:gd name="connsiteY31" fmla="*/ 716280 h 1847850"/>
                <a:gd name="connsiteX32" fmla="*/ 515249 w 1844247"/>
                <a:gd name="connsiteY32" fmla="*/ 822008 h 1847850"/>
                <a:gd name="connsiteX33" fmla="*/ 504792 w 1844247"/>
                <a:gd name="connsiteY33" fmla="*/ 832485 h 1847850"/>
                <a:gd name="connsiteX34" fmla="*/ 421135 w 1844247"/>
                <a:gd name="connsiteY34" fmla="*/ 832485 h 1847850"/>
                <a:gd name="connsiteX35" fmla="*/ 343182 w 1844247"/>
                <a:gd name="connsiteY35" fmla="*/ 832485 h 1847850"/>
                <a:gd name="connsiteX36" fmla="*/ 287094 w 1844247"/>
                <a:gd name="connsiteY36" fmla="*/ 886778 h 1847850"/>
                <a:gd name="connsiteX37" fmla="*/ 344133 w 1844247"/>
                <a:gd name="connsiteY37" fmla="*/ 943928 h 1847850"/>
                <a:gd name="connsiteX38" fmla="*/ 501940 w 1844247"/>
                <a:gd name="connsiteY38" fmla="*/ 943928 h 1847850"/>
                <a:gd name="connsiteX39" fmla="*/ 514298 w 1844247"/>
                <a:gd name="connsiteY39" fmla="*/ 956310 h 1847850"/>
                <a:gd name="connsiteX40" fmla="*/ 516199 w 1844247"/>
                <a:gd name="connsiteY40" fmla="*/ 1009650 h 1847850"/>
                <a:gd name="connsiteX41" fmla="*/ 578942 w 1844247"/>
                <a:gd name="connsiteY41" fmla="*/ 1063943 h 1847850"/>
                <a:gd name="connsiteX42" fmla="*/ 635980 w 1844247"/>
                <a:gd name="connsiteY42" fmla="*/ 1003935 h 1847850"/>
                <a:gd name="connsiteX43" fmla="*/ 635030 w 1844247"/>
                <a:gd name="connsiteY43" fmla="*/ 959168 h 1847850"/>
                <a:gd name="connsiteX44" fmla="*/ 650240 w 1844247"/>
                <a:gd name="connsiteY44" fmla="*/ 942975 h 1847850"/>
                <a:gd name="connsiteX45" fmla="*/ 806146 w 1844247"/>
                <a:gd name="connsiteY45" fmla="*/ 942975 h 1847850"/>
                <a:gd name="connsiteX46" fmla="*/ 847023 w 1844247"/>
                <a:gd name="connsiteY46" fmla="*/ 922020 h 1847850"/>
                <a:gd name="connsiteX47" fmla="*/ 1310937 w 1844247"/>
                <a:gd name="connsiteY47" fmla="*/ 824865 h 1847850"/>
                <a:gd name="connsiteX48" fmla="*/ 777626 w 1844247"/>
                <a:gd name="connsiteY48" fmla="*/ 1336358 h 1847850"/>
                <a:gd name="connsiteX49" fmla="*/ 1310937 w 1844247"/>
                <a:gd name="connsiteY49" fmla="*/ 1847850 h 1847850"/>
                <a:gd name="connsiteX50" fmla="*/ 1844248 w 1844247"/>
                <a:gd name="connsiteY50" fmla="*/ 1336358 h 1847850"/>
                <a:gd name="connsiteX51" fmla="*/ 1310937 w 1844247"/>
                <a:gd name="connsiteY51" fmla="*/ 824865 h 1847850"/>
                <a:gd name="connsiteX52" fmla="*/ 1303332 w 1844247"/>
                <a:gd name="connsiteY52" fmla="*/ 1766888 h 1847850"/>
                <a:gd name="connsiteX53" fmla="*/ 882197 w 1844247"/>
                <a:gd name="connsiteY53" fmla="*/ 1325880 h 1847850"/>
                <a:gd name="connsiteX54" fmla="*/ 1303332 w 1844247"/>
                <a:gd name="connsiteY54" fmla="*/ 924878 h 1847850"/>
                <a:gd name="connsiteX55" fmla="*/ 1764394 w 1844247"/>
                <a:gd name="connsiteY55" fmla="*/ 1325880 h 1847850"/>
                <a:gd name="connsiteX56" fmla="*/ 1303332 w 1844247"/>
                <a:gd name="connsiteY56" fmla="*/ 1766888 h 1847850"/>
                <a:gd name="connsiteX57" fmla="*/ 1555252 w 1844247"/>
                <a:gd name="connsiteY57" fmla="*/ 120015 h 1847850"/>
                <a:gd name="connsiteX58" fmla="*/ 1555252 w 1844247"/>
                <a:gd name="connsiteY58" fmla="*/ 764858 h 1847850"/>
                <a:gd name="connsiteX59" fmla="*/ 1578068 w 1844247"/>
                <a:gd name="connsiteY59" fmla="*/ 769620 h 1847850"/>
                <a:gd name="connsiteX60" fmla="*/ 1638909 w 1844247"/>
                <a:gd name="connsiteY60" fmla="*/ 824865 h 1847850"/>
                <a:gd name="connsiteX61" fmla="*/ 1638909 w 1844247"/>
                <a:gd name="connsiteY61" fmla="*/ 196215 h 1847850"/>
                <a:gd name="connsiteX62" fmla="*/ 1458287 w 1844247"/>
                <a:gd name="connsiteY62" fmla="*/ 0 h 1847850"/>
                <a:gd name="connsiteX63" fmla="*/ 201536 w 1844247"/>
                <a:gd name="connsiteY63" fmla="*/ 0 h 1847850"/>
                <a:gd name="connsiteX64" fmla="*/ 0 w 1844247"/>
                <a:gd name="connsiteY64" fmla="*/ 196215 h 1847850"/>
                <a:gd name="connsiteX65" fmla="*/ 0 w 1844247"/>
                <a:gd name="connsiteY65" fmla="*/ 1557338 h 1847850"/>
                <a:gd name="connsiteX66" fmla="*/ 201536 w 1844247"/>
                <a:gd name="connsiteY66" fmla="*/ 1729740 h 1847850"/>
                <a:gd name="connsiteX67" fmla="*/ 859382 w 1844247"/>
                <a:gd name="connsiteY67" fmla="*/ 1729740 h 1847850"/>
                <a:gd name="connsiteX68" fmla="*/ 775725 w 1844247"/>
                <a:gd name="connsiteY68" fmla="*/ 1632585 h 1847850"/>
                <a:gd name="connsiteX69" fmla="*/ 770021 w 1844247"/>
                <a:gd name="connsiteY69" fmla="*/ 1612583 h 1847850"/>
                <a:gd name="connsiteX70" fmla="*/ 206290 w 1844247"/>
                <a:gd name="connsiteY70" fmla="*/ 1612583 h 1847850"/>
                <a:gd name="connsiteX71" fmla="*/ 83657 w 1844247"/>
                <a:gd name="connsiteY71" fmla="*/ 1536383 h 1847850"/>
                <a:gd name="connsiteX72" fmla="*/ 83657 w 1844247"/>
                <a:gd name="connsiteY72" fmla="*/ 120015 h 1847850"/>
                <a:gd name="connsiteX73" fmla="*/ 1052362 w 1844247"/>
                <a:gd name="connsiteY73" fmla="*/ 432435 h 1847850"/>
                <a:gd name="connsiteX74" fmla="*/ 983916 w 1844247"/>
                <a:gd name="connsiteY74" fmla="*/ 491490 h 1847850"/>
                <a:gd name="connsiteX75" fmla="*/ 1052362 w 1844247"/>
                <a:gd name="connsiteY75" fmla="*/ 550545 h 1847850"/>
                <a:gd name="connsiteX76" fmla="*/ 1284319 w 1844247"/>
                <a:gd name="connsiteY76" fmla="*/ 550545 h 1847850"/>
                <a:gd name="connsiteX77" fmla="*/ 1352765 w 1844247"/>
                <a:gd name="connsiteY77" fmla="*/ 491490 h 1847850"/>
                <a:gd name="connsiteX78" fmla="*/ 1284319 w 1844247"/>
                <a:gd name="connsiteY78" fmla="*/ 432435 h 1847850"/>
                <a:gd name="connsiteX79" fmla="*/ 1052362 w 1844247"/>
                <a:gd name="connsiteY79" fmla="*/ 432435 h 1847850"/>
                <a:gd name="connsiteX80" fmla="*/ 1246293 w 1844247"/>
                <a:gd name="connsiteY80" fmla="*/ 1524000 h 1847850"/>
                <a:gd name="connsiteX81" fmla="*/ 1210169 w 1844247"/>
                <a:gd name="connsiteY81" fmla="*/ 1509713 h 1847850"/>
                <a:gd name="connsiteX82" fmla="*/ 1100845 w 1844247"/>
                <a:gd name="connsiteY82" fmla="*/ 1404938 h 1847850"/>
                <a:gd name="connsiteX83" fmla="*/ 1100845 w 1844247"/>
                <a:gd name="connsiteY83" fmla="*/ 1335405 h 1847850"/>
                <a:gd name="connsiteX84" fmla="*/ 1136969 w 1844247"/>
                <a:gd name="connsiteY84" fmla="*/ 1321118 h 1847850"/>
                <a:gd name="connsiteX85" fmla="*/ 1173094 w 1844247"/>
                <a:gd name="connsiteY85" fmla="*/ 1335405 h 1847850"/>
                <a:gd name="connsiteX86" fmla="*/ 1245343 w 1844247"/>
                <a:gd name="connsiteY86" fmla="*/ 1404938 h 1847850"/>
                <a:gd name="connsiteX87" fmla="*/ 1457336 w 1844247"/>
                <a:gd name="connsiteY87" fmla="*/ 1202055 h 1847850"/>
                <a:gd name="connsiteX88" fmla="*/ 1493461 w 1844247"/>
                <a:gd name="connsiteY88" fmla="*/ 1187768 h 1847850"/>
                <a:gd name="connsiteX89" fmla="*/ 1529585 w 1844247"/>
                <a:gd name="connsiteY89" fmla="*/ 1202055 h 1847850"/>
                <a:gd name="connsiteX90" fmla="*/ 1529585 w 1844247"/>
                <a:gd name="connsiteY90" fmla="*/ 1271588 h 1847850"/>
                <a:gd name="connsiteX91" fmla="*/ 1281467 w 1844247"/>
                <a:gd name="connsiteY91" fmla="*/ 1509713 h 1847850"/>
                <a:gd name="connsiteX92" fmla="*/ 1246293 w 1844247"/>
                <a:gd name="connsiteY92" fmla="*/ 1524000 h 1847850"/>
                <a:gd name="connsiteX93" fmla="*/ 587498 w 1844247"/>
                <a:gd name="connsiteY93" fmla="*/ 1219200 h 1847850"/>
                <a:gd name="connsiteX94" fmla="*/ 355541 w 1844247"/>
                <a:gd name="connsiteY94" fmla="*/ 1219200 h 1847850"/>
                <a:gd name="connsiteX95" fmla="*/ 287094 w 1844247"/>
                <a:gd name="connsiteY95" fmla="*/ 1278255 h 1847850"/>
                <a:gd name="connsiteX96" fmla="*/ 355541 w 1844247"/>
                <a:gd name="connsiteY96" fmla="*/ 1337310 h 1847850"/>
                <a:gd name="connsiteX97" fmla="*/ 587498 w 1844247"/>
                <a:gd name="connsiteY97" fmla="*/ 1337310 h 1847850"/>
                <a:gd name="connsiteX98" fmla="*/ 655944 w 1844247"/>
                <a:gd name="connsiteY98" fmla="*/ 1278255 h 1847850"/>
                <a:gd name="connsiteX99" fmla="*/ 587498 w 1844247"/>
                <a:gd name="connsiteY99" fmla="*/ 1219200 h 1847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1844247" h="1847850">
                  <a:moveTo>
                    <a:pt x="847023" y="922020"/>
                  </a:moveTo>
                  <a:cubicBezTo>
                    <a:pt x="861283" y="902970"/>
                    <a:pt x="864135" y="882015"/>
                    <a:pt x="854628" y="860108"/>
                  </a:cubicBezTo>
                  <a:cubicBezTo>
                    <a:pt x="845122" y="838200"/>
                    <a:pt x="826109" y="831533"/>
                    <a:pt x="804244" y="830580"/>
                  </a:cubicBezTo>
                  <a:lnTo>
                    <a:pt x="648339" y="830580"/>
                  </a:lnTo>
                  <a:cubicBezTo>
                    <a:pt x="637882" y="830580"/>
                    <a:pt x="635030" y="827723"/>
                    <a:pt x="635980" y="817245"/>
                  </a:cubicBezTo>
                  <a:cubicBezTo>
                    <a:pt x="636931" y="784860"/>
                    <a:pt x="636931" y="752475"/>
                    <a:pt x="635980" y="720090"/>
                  </a:cubicBezTo>
                  <a:cubicBezTo>
                    <a:pt x="635980" y="706755"/>
                    <a:pt x="639783" y="703898"/>
                    <a:pt x="653092" y="703898"/>
                  </a:cubicBezTo>
                  <a:cubicBezTo>
                    <a:pt x="706328" y="703898"/>
                    <a:pt x="760515" y="703898"/>
                    <a:pt x="813751" y="702945"/>
                  </a:cubicBezTo>
                  <a:cubicBezTo>
                    <a:pt x="843221" y="701993"/>
                    <a:pt x="861283" y="681038"/>
                    <a:pt x="860332" y="651510"/>
                  </a:cubicBezTo>
                  <a:cubicBezTo>
                    <a:pt x="858431" y="615315"/>
                    <a:pt x="828961" y="586740"/>
                    <a:pt x="792837" y="586740"/>
                  </a:cubicBezTo>
                  <a:lnTo>
                    <a:pt x="651191" y="586740"/>
                  </a:lnTo>
                  <a:cubicBezTo>
                    <a:pt x="646437" y="586740"/>
                    <a:pt x="637882" y="588645"/>
                    <a:pt x="637882" y="581978"/>
                  </a:cubicBezTo>
                  <a:cubicBezTo>
                    <a:pt x="637882" y="565785"/>
                    <a:pt x="631227" y="548640"/>
                    <a:pt x="646437" y="533400"/>
                  </a:cubicBezTo>
                  <a:cubicBezTo>
                    <a:pt x="697772" y="481965"/>
                    <a:pt x="748156" y="428625"/>
                    <a:pt x="799491" y="376238"/>
                  </a:cubicBezTo>
                  <a:cubicBezTo>
                    <a:pt x="806146" y="369570"/>
                    <a:pt x="812800" y="361950"/>
                    <a:pt x="817553" y="354330"/>
                  </a:cubicBezTo>
                  <a:cubicBezTo>
                    <a:pt x="836566" y="325755"/>
                    <a:pt x="823257" y="291465"/>
                    <a:pt x="789034" y="282893"/>
                  </a:cubicBezTo>
                  <a:cubicBezTo>
                    <a:pt x="765268" y="277178"/>
                    <a:pt x="745304" y="287655"/>
                    <a:pt x="729143" y="302895"/>
                  </a:cubicBezTo>
                  <a:cubicBezTo>
                    <a:pt x="681611" y="347663"/>
                    <a:pt x="634079" y="391478"/>
                    <a:pt x="587498" y="437198"/>
                  </a:cubicBezTo>
                  <a:cubicBezTo>
                    <a:pt x="579892" y="444818"/>
                    <a:pt x="576090" y="443865"/>
                    <a:pt x="568485" y="436245"/>
                  </a:cubicBezTo>
                  <a:cubicBezTo>
                    <a:pt x="528558" y="393383"/>
                    <a:pt x="488631" y="351473"/>
                    <a:pt x="448704" y="309563"/>
                  </a:cubicBezTo>
                  <a:cubicBezTo>
                    <a:pt x="433493" y="293370"/>
                    <a:pt x="416382" y="281940"/>
                    <a:pt x="393566" y="278130"/>
                  </a:cubicBezTo>
                  <a:cubicBezTo>
                    <a:pt x="369800" y="273368"/>
                    <a:pt x="349837" y="284798"/>
                    <a:pt x="342232" y="308610"/>
                  </a:cubicBezTo>
                  <a:cubicBezTo>
                    <a:pt x="333676" y="336233"/>
                    <a:pt x="346985" y="359093"/>
                    <a:pt x="365047" y="378143"/>
                  </a:cubicBezTo>
                  <a:cubicBezTo>
                    <a:pt x="407826" y="425768"/>
                    <a:pt x="450605" y="473393"/>
                    <a:pt x="495285" y="519112"/>
                  </a:cubicBezTo>
                  <a:cubicBezTo>
                    <a:pt x="511446" y="536258"/>
                    <a:pt x="519051" y="553403"/>
                    <a:pt x="516199" y="576263"/>
                  </a:cubicBezTo>
                  <a:cubicBezTo>
                    <a:pt x="515249" y="586740"/>
                    <a:pt x="513347" y="589598"/>
                    <a:pt x="502890" y="589598"/>
                  </a:cubicBezTo>
                  <a:cubicBezTo>
                    <a:pt x="452506" y="588645"/>
                    <a:pt x="402122" y="589598"/>
                    <a:pt x="352689" y="588645"/>
                  </a:cubicBezTo>
                  <a:cubicBezTo>
                    <a:pt x="336528" y="588645"/>
                    <a:pt x="325120" y="594360"/>
                    <a:pt x="315614" y="606743"/>
                  </a:cubicBezTo>
                  <a:cubicBezTo>
                    <a:pt x="308008" y="616268"/>
                    <a:pt x="303255" y="625793"/>
                    <a:pt x="299453" y="637223"/>
                  </a:cubicBezTo>
                  <a:cubicBezTo>
                    <a:pt x="286144" y="678180"/>
                    <a:pt x="306107" y="714375"/>
                    <a:pt x="349837" y="714375"/>
                  </a:cubicBezTo>
                  <a:cubicBezTo>
                    <a:pt x="402122" y="714375"/>
                    <a:pt x="451556" y="706755"/>
                    <a:pt x="501940" y="705803"/>
                  </a:cubicBezTo>
                  <a:cubicBezTo>
                    <a:pt x="509545" y="705803"/>
                    <a:pt x="515249" y="705803"/>
                    <a:pt x="515249" y="716280"/>
                  </a:cubicBezTo>
                  <a:cubicBezTo>
                    <a:pt x="514298" y="751523"/>
                    <a:pt x="514298" y="786765"/>
                    <a:pt x="515249" y="822008"/>
                  </a:cubicBezTo>
                  <a:cubicBezTo>
                    <a:pt x="515249" y="830580"/>
                    <a:pt x="512397" y="832485"/>
                    <a:pt x="504792" y="832485"/>
                  </a:cubicBezTo>
                  <a:cubicBezTo>
                    <a:pt x="477223" y="831533"/>
                    <a:pt x="449654" y="832485"/>
                    <a:pt x="421135" y="832485"/>
                  </a:cubicBezTo>
                  <a:lnTo>
                    <a:pt x="343182" y="832485"/>
                  </a:lnTo>
                  <a:cubicBezTo>
                    <a:pt x="310860" y="832485"/>
                    <a:pt x="287094" y="856298"/>
                    <a:pt x="287094" y="886778"/>
                  </a:cubicBezTo>
                  <a:cubicBezTo>
                    <a:pt x="287094" y="919163"/>
                    <a:pt x="311811" y="943928"/>
                    <a:pt x="344133" y="943928"/>
                  </a:cubicBezTo>
                  <a:lnTo>
                    <a:pt x="501940" y="943928"/>
                  </a:lnTo>
                  <a:cubicBezTo>
                    <a:pt x="511446" y="943928"/>
                    <a:pt x="514298" y="945833"/>
                    <a:pt x="514298" y="956310"/>
                  </a:cubicBezTo>
                  <a:cubicBezTo>
                    <a:pt x="514298" y="974407"/>
                    <a:pt x="514298" y="991553"/>
                    <a:pt x="516199" y="1009650"/>
                  </a:cubicBezTo>
                  <a:cubicBezTo>
                    <a:pt x="519051" y="1044892"/>
                    <a:pt x="542817" y="1064895"/>
                    <a:pt x="578942" y="1063943"/>
                  </a:cubicBezTo>
                  <a:cubicBezTo>
                    <a:pt x="611264" y="1062990"/>
                    <a:pt x="635980" y="1038225"/>
                    <a:pt x="635980" y="1003935"/>
                  </a:cubicBezTo>
                  <a:cubicBezTo>
                    <a:pt x="635980" y="988695"/>
                    <a:pt x="636931" y="974407"/>
                    <a:pt x="635030" y="959168"/>
                  </a:cubicBezTo>
                  <a:cubicBezTo>
                    <a:pt x="633128" y="945833"/>
                    <a:pt x="637882" y="942975"/>
                    <a:pt x="650240" y="942975"/>
                  </a:cubicBezTo>
                  <a:cubicBezTo>
                    <a:pt x="702525" y="943928"/>
                    <a:pt x="754811" y="942975"/>
                    <a:pt x="806146" y="942975"/>
                  </a:cubicBezTo>
                  <a:cubicBezTo>
                    <a:pt x="824208" y="942023"/>
                    <a:pt x="837517" y="935355"/>
                    <a:pt x="847023" y="922020"/>
                  </a:cubicBezTo>
                  <a:close/>
                  <a:moveTo>
                    <a:pt x="1310937" y="824865"/>
                  </a:moveTo>
                  <a:cubicBezTo>
                    <a:pt x="1017188" y="824865"/>
                    <a:pt x="777626" y="1054418"/>
                    <a:pt x="777626" y="1336358"/>
                  </a:cubicBezTo>
                  <a:cubicBezTo>
                    <a:pt x="777626" y="1618298"/>
                    <a:pt x="1017188" y="1847850"/>
                    <a:pt x="1310937" y="1847850"/>
                  </a:cubicBezTo>
                  <a:cubicBezTo>
                    <a:pt x="1604686" y="1847850"/>
                    <a:pt x="1844248" y="1618298"/>
                    <a:pt x="1844248" y="1336358"/>
                  </a:cubicBezTo>
                  <a:cubicBezTo>
                    <a:pt x="1844248" y="1054418"/>
                    <a:pt x="1605637" y="824865"/>
                    <a:pt x="1310937" y="824865"/>
                  </a:cubicBezTo>
                  <a:close/>
                  <a:moveTo>
                    <a:pt x="1303332" y="1766888"/>
                  </a:moveTo>
                  <a:cubicBezTo>
                    <a:pt x="1071375" y="1766888"/>
                    <a:pt x="882197" y="1546860"/>
                    <a:pt x="882197" y="1325880"/>
                  </a:cubicBezTo>
                  <a:cubicBezTo>
                    <a:pt x="882197" y="1104900"/>
                    <a:pt x="1071375" y="924878"/>
                    <a:pt x="1303332" y="924878"/>
                  </a:cubicBezTo>
                  <a:cubicBezTo>
                    <a:pt x="1535289" y="924878"/>
                    <a:pt x="1764394" y="1104900"/>
                    <a:pt x="1764394" y="1325880"/>
                  </a:cubicBezTo>
                  <a:cubicBezTo>
                    <a:pt x="1764394" y="1546860"/>
                    <a:pt x="1535289" y="1766888"/>
                    <a:pt x="1303332" y="1766888"/>
                  </a:cubicBezTo>
                  <a:close/>
                  <a:moveTo>
                    <a:pt x="1555252" y="120015"/>
                  </a:moveTo>
                  <a:lnTo>
                    <a:pt x="1555252" y="764858"/>
                  </a:lnTo>
                  <a:lnTo>
                    <a:pt x="1578068" y="769620"/>
                  </a:lnTo>
                  <a:cubicBezTo>
                    <a:pt x="1622748" y="782955"/>
                    <a:pt x="1586624" y="801053"/>
                    <a:pt x="1638909" y="824865"/>
                  </a:cubicBezTo>
                  <a:lnTo>
                    <a:pt x="1638909" y="196215"/>
                  </a:lnTo>
                  <a:cubicBezTo>
                    <a:pt x="1638909" y="86678"/>
                    <a:pt x="1569512" y="0"/>
                    <a:pt x="1458287" y="0"/>
                  </a:cubicBezTo>
                  <a:lnTo>
                    <a:pt x="201536" y="0"/>
                  </a:lnTo>
                  <a:cubicBezTo>
                    <a:pt x="90311" y="0"/>
                    <a:pt x="0" y="88583"/>
                    <a:pt x="0" y="196215"/>
                  </a:cubicBezTo>
                  <a:lnTo>
                    <a:pt x="0" y="1557338"/>
                  </a:lnTo>
                  <a:cubicBezTo>
                    <a:pt x="0" y="1665923"/>
                    <a:pt x="89360" y="1729740"/>
                    <a:pt x="201536" y="1729740"/>
                  </a:cubicBezTo>
                  <a:lnTo>
                    <a:pt x="859382" y="1729740"/>
                  </a:lnTo>
                  <a:cubicBezTo>
                    <a:pt x="827060" y="1681163"/>
                    <a:pt x="798540" y="1679258"/>
                    <a:pt x="775725" y="1632585"/>
                  </a:cubicBezTo>
                  <a:lnTo>
                    <a:pt x="770021" y="1612583"/>
                  </a:lnTo>
                  <a:lnTo>
                    <a:pt x="206290" y="1612583"/>
                  </a:lnTo>
                  <a:cubicBezTo>
                    <a:pt x="191079" y="1612583"/>
                    <a:pt x="83657" y="1556385"/>
                    <a:pt x="83657" y="1536383"/>
                  </a:cubicBezTo>
                  <a:lnTo>
                    <a:pt x="83657" y="120015"/>
                  </a:lnTo>
                  <a:moveTo>
                    <a:pt x="1052362" y="432435"/>
                  </a:moveTo>
                  <a:cubicBezTo>
                    <a:pt x="1014336" y="432435"/>
                    <a:pt x="983916" y="459105"/>
                    <a:pt x="983916" y="491490"/>
                  </a:cubicBezTo>
                  <a:cubicBezTo>
                    <a:pt x="983916" y="523875"/>
                    <a:pt x="1014336" y="550545"/>
                    <a:pt x="1052362" y="550545"/>
                  </a:cubicBezTo>
                  <a:lnTo>
                    <a:pt x="1284319" y="550545"/>
                  </a:lnTo>
                  <a:cubicBezTo>
                    <a:pt x="1322345" y="550545"/>
                    <a:pt x="1352765" y="523875"/>
                    <a:pt x="1352765" y="491490"/>
                  </a:cubicBezTo>
                  <a:cubicBezTo>
                    <a:pt x="1352765" y="459105"/>
                    <a:pt x="1322345" y="432435"/>
                    <a:pt x="1284319" y="432435"/>
                  </a:cubicBezTo>
                  <a:lnTo>
                    <a:pt x="1052362" y="432435"/>
                  </a:lnTo>
                  <a:close/>
                  <a:moveTo>
                    <a:pt x="1246293" y="1524000"/>
                  </a:moveTo>
                  <a:cubicBezTo>
                    <a:pt x="1232984" y="1524000"/>
                    <a:pt x="1219675" y="1519238"/>
                    <a:pt x="1210169" y="1509713"/>
                  </a:cubicBezTo>
                  <a:lnTo>
                    <a:pt x="1100845" y="1404938"/>
                  </a:lnTo>
                  <a:cubicBezTo>
                    <a:pt x="1080882" y="1385888"/>
                    <a:pt x="1080882" y="1354455"/>
                    <a:pt x="1100845" y="1335405"/>
                  </a:cubicBezTo>
                  <a:cubicBezTo>
                    <a:pt x="1111302" y="1325880"/>
                    <a:pt x="1123660" y="1321118"/>
                    <a:pt x="1136969" y="1321118"/>
                  </a:cubicBezTo>
                  <a:cubicBezTo>
                    <a:pt x="1150278" y="1321118"/>
                    <a:pt x="1163587" y="1325880"/>
                    <a:pt x="1173094" y="1335405"/>
                  </a:cubicBezTo>
                  <a:lnTo>
                    <a:pt x="1245343" y="1404938"/>
                  </a:lnTo>
                  <a:lnTo>
                    <a:pt x="1457336" y="1202055"/>
                  </a:lnTo>
                  <a:cubicBezTo>
                    <a:pt x="1466843" y="1192530"/>
                    <a:pt x="1480152" y="1187768"/>
                    <a:pt x="1493461" y="1187768"/>
                  </a:cubicBezTo>
                  <a:cubicBezTo>
                    <a:pt x="1506770" y="1187768"/>
                    <a:pt x="1520079" y="1192530"/>
                    <a:pt x="1529585" y="1202055"/>
                  </a:cubicBezTo>
                  <a:cubicBezTo>
                    <a:pt x="1549549" y="1221105"/>
                    <a:pt x="1549549" y="1252538"/>
                    <a:pt x="1529585" y="1271588"/>
                  </a:cubicBezTo>
                  <a:lnTo>
                    <a:pt x="1281467" y="1509713"/>
                  </a:lnTo>
                  <a:cubicBezTo>
                    <a:pt x="1272911" y="1519238"/>
                    <a:pt x="1259602" y="1524000"/>
                    <a:pt x="1246293" y="1524000"/>
                  </a:cubicBezTo>
                  <a:close/>
                  <a:moveTo>
                    <a:pt x="587498" y="1219200"/>
                  </a:moveTo>
                  <a:lnTo>
                    <a:pt x="355541" y="1219200"/>
                  </a:lnTo>
                  <a:cubicBezTo>
                    <a:pt x="317515" y="1219200"/>
                    <a:pt x="287094" y="1245870"/>
                    <a:pt x="287094" y="1278255"/>
                  </a:cubicBezTo>
                  <a:cubicBezTo>
                    <a:pt x="287094" y="1310640"/>
                    <a:pt x="317515" y="1337310"/>
                    <a:pt x="355541" y="1337310"/>
                  </a:cubicBezTo>
                  <a:lnTo>
                    <a:pt x="587498" y="1337310"/>
                  </a:lnTo>
                  <a:cubicBezTo>
                    <a:pt x="625523" y="1337310"/>
                    <a:pt x="655944" y="1310640"/>
                    <a:pt x="655944" y="1278255"/>
                  </a:cubicBezTo>
                  <a:cubicBezTo>
                    <a:pt x="655944" y="1244918"/>
                    <a:pt x="625523" y="1219200"/>
                    <a:pt x="587498" y="1219200"/>
                  </a:cubicBezTo>
                  <a:close/>
                </a:path>
              </a:pathLst>
            </a:custGeom>
            <a:solidFill>
              <a:schemeClr val="accent1"/>
            </a:solidFill>
            <a:ln w="1857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7416476" y="875592"/>
            <a:ext cx="2016125" cy="1523084"/>
            <a:chOff x="7174037" y="908050"/>
            <a:chExt cx="2016125" cy="1523084"/>
          </a:xfrm>
        </p:grpSpPr>
        <p:sp>
          <p:nvSpPr>
            <p:cNvPr id="81" name="矩形 80"/>
            <p:cNvSpPr/>
            <p:nvPr/>
          </p:nvSpPr>
          <p:spPr>
            <a:xfrm>
              <a:off x="7174037" y="908050"/>
              <a:ext cx="2016125" cy="15230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2" name="矩形: 圆顶角 81"/>
            <p:cNvSpPr/>
            <p:nvPr/>
          </p:nvSpPr>
          <p:spPr>
            <a:xfrm flipH="1" flipV="1">
              <a:off x="7174037" y="908050"/>
              <a:ext cx="2016125" cy="107949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7821958" y="1182984"/>
              <a:ext cx="53860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利润率</a:t>
              </a: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7489458" y="1523672"/>
              <a:ext cx="1096454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38.8%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85" name="TextBox 28+"/>
            <p:cNvSpPr txBox="1"/>
            <p:nvPr/>
          </p:nvSpPr>
          <p:spPr>
            <a:xfrm>
              <a:off x="7481949" y="2030527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</a:p>
          </p:txBody>
        </p:sp>
        <p:sp>
          <p:nvSpPr>
            <p:cNvPr id="86" name="TextBox 28++"/>
            <p:cNvSpPr txBox="1"/>
            <p:nvPr/>
          </p:nvSpPr>
          <p:spPr>
            <a:xfrm>
              <a:off x="7981785" y="2030527"/>
              <a:ext cx="41357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2.1%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87" name="直接箭头连接符 86"/>
            <p:cNvCxnSpPr/>
            <p:nvPr/>
          </p:nvCxnSpPr>
          <p:spPr>
            <a:xfrm flipV="1">
              <a:off x="8664460" y="1977267"/>
              <a:ext cx="0" cy="26870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图形 91"/>
            <p:cNvSpPr/>
            <p:nvPr/>
          </p:nvSpPr>
          <p:spPr>
            <a:xfrm>
              <a:off x="7489458" y="1155541"/>
              <a:ext cx="236538" cy="270329"/>
            </a:xfrm>
            <a:custGeom>
              <a:avLst/>
              <a:gdLst>
                <a:gd name="connsiteX0" fmla="*/ 1488281 w 1666875"/>
                <a:gd name="connsiteY0" fmla="*/ 1547813 h 1905000"/>
                <a:gd name="connsiteX1" fmla="*/ 1666875 w 1666875"/>
                <a:gd name="connsiteY1" fmla="*/ 1726406 h 1905000"/>
                <a:gd name="connsiteX2" fmla="*/ 1488281 w 1666875"/>
                <a:gd name="connsiteY2" fmla="*/ 1905000 h 1905000"/>
                <a:gd name="connsiteX3" fmla="*/ 1309688 w 1666875"/>
                <a:gd name="connsiteY3" fmla="*/ 1726406 h 1905000"/>
                <a:gd name="connsiteX4" fmla="*/ 1488281 w 1666875"/>
                <a:gd name="connsiteY4" fmla="*/ 1547813 h 1905000"/>
                <a:gd name="connsiteX5" fmla="*/ 833438 w 1666875"/>
                <a:gd name="connsiteY5" fmla="*/ 0 h 1905000"/>
                <a:gd name="connsiteX6" fmla="*/ 1646932 w 1666875"/>
                <a:gd name="connsiteY6" fmla="*/ 251222 h 1905000"/>
                <a:gd name="connsiteX7" fmla="*/ 1666875 w 1666875"/>
                <a:gd name="connsiteY7" fmla="*/ 297656 h 1905000"/>
                <a:gd name="connsiteX8" fmla="*/ 1666875 w 1666875"/>
                <a:gd name="connsiteY8" fmla="*/ 839391 h 1905000"/>
                <a:gd name="connsiteX9" fmla="*/ 1607344 w 1666875"/>
                <a:gd name="connsiteY9" fmla="*/ 898922 h 1905000"/>
                <a:gd name="connsiteX10" fmla="*/ 1547813 w 1666875"/>
                <a:gd name="connsiteY10" fmla="*/ 839391 h 1905000"/>
                <a:gd name="connsiteX11" fmla="*/ 1547932 w 1666875"/>
                <a:gd name="connsiteY11" fmla="*/ 502741 h 1905000"/>
                <a:gd name="connsiteX12" fmla="*/ 833438 w 1666875"/>
                <a:gd name="connsiteY12" fmla="*/ 654844 h 1905000"/>
                <a:gd name="connsiteX13" fmla="*/ 119063 w 1666875"/>
                <a:gd name="connsiteY13" fmla="*/ 502801 h 1905000"/>
                <a:gd name="connsiteX14" fmla="*/ 119063 w 1666875"/>
                <a:gd name="connsiteY14" fmla="*/ 720328 h 1905000"/>
                <a:gd name="connsiteX15" fmla="*/ 607219 w 1666875"/>
                <a:gd name="connsiteY15" fmla="*/ 916781 h 1905000"/>
                <a:gd name="connsiteX16" fmla="*/ 660797 w 1666875"/>
                <a:gd name="connsiteY16" fmla="*/ 982266 h 1905000"/>
                <a:gd name="connsiteX17" fmla="*/ 595313 w 1666875"/>
                <a:gd name="connsiteY17" fmla="*/ 1035844 h 1905000"/>
                <a:gd name="connsiteX18" fmla="*/ 119063 w 1666875"/>
                <a:gd name="connsiteY18" fmla="*/ 897731 h 1905000"/>
                <a:gd name="connsiteX19" fmla="*/ 119063 w 1666875"/>
                <a:gd name="connsiteY19" fmla="*/ 1137047 h 1905000"/>
                <a:gd name="connsiteX20" fmla="*/ 714375 w 1666875"/>
                <a:gd name="connsiteY20" fmla="*/ 1339453 h 1905000"/>
                <a:gd name="connsiteX21" fmla="*/ 767953 w 1666875"/>
                <a:gd name="connsiteY21" fmla="*/ 1404938 h 1905000"/>
                <a:gd name="connsiteX22" fmla="*/ 702469 w 1666875"/>
                <a:gd name="connsiteY22" fmla="*/ 1458516 h 1905000"/>
                <a:gd name="connsiteX23" fmla="*/ 119063 w 1666875"/>
                <a:gd name="connsiteY23" fmla="*/ 1312247 h 1905000"/>
                <a:gd name="connsiteX24" fmla="*/ 119063 w 1666875"/>
                <a:gd name="connsiteY24" fmla="*/ 1553766 h 1905000"/>
                <a:gd name="connsiteX25" fmla="*/ 833438 w 1666875"/>
                <a:gd name="connsiteY25" fmla="*/ 1762125 h 1905000"/>
                <a:gd name="connsiteX26" fmla="*/ 892969 w 1666875"/>
                <a:gd name="connsiteY26" fmla="*/ 1821656 h 1905000"/>
                <a:gd name="connsiteX27" fmla="*/ 833438 w 1666875"/>
                <a:gd name="connsiteY27" fmla="*/ 1881188 h 1905000"/>
                <a:gd name="connsiteX28" fmla="*/ 0 w 1666875"/>
                <a:gd name="connsiteY28" fmla="*/ 1553766 h 1905000"/>
                <a:gd name="connsiteX29" fmla="*/ 0 w 1666875"/>
                <a:gd name="connsiteY29" fmla="*/ 297656 h 1905000"/>
                <a:gd name="connsiteX30" fmla="*/ 20002 w 1666875"/>
                <a:gd name="connsiteY30" fmla="*/ 251222 h 1905000"/>
                <a:gd name="connsiteX31" fmla="*/ 833438 w 1666875"/>
                <a:gd name="connsiteY31" fmla="*/ 0 h 1905000"/>
                <a:gd name="connsiteX32" fmla="*/ 1488281 w 1666875"/>
                <a:gd name="connsiteY32" fmla="*/ 1666875 h 1905000"/>
                <a:gd name="connsiteX33" fmla="*/ 1428750 w 1666875"/>
                <a:gd name="connsiteY33" fmla="*/ 1726406 h 1905000"/>
                <a:gd name="connsiteX34" fmla="*/ 1488281 w 1666875"/>
                <a:gd name="connsiteY34" fmla="*/ 1785938 h 1905000"/>
                <a:gd name="connsiteX35" fmla="*/ 1547813 w 1666875"/>
                <a:gd name="connsiteY35" fmla="*/ 1726406 h 1905000"/>
                <a:gd name="connsiteX36" fmla="*/ 1488281 w 1666875"/>
                <a:gd name="connsiteY36" fmla="*/ 1666875 h 1905000"/>
                <a:gd name="connsiteX37" fmla="*/ 1545431 w 1666875"/>
                <a:gd name="connsiteY37" fmla="*/ 1071563 h 1905000"/>
                <a:gd name="connsiteX38" fmla="*/ 1629609 w 1666875"/>
                <a:gd name="connsiteY38" fmla="*/ 1155740 h 1905000"/>
                <a:gd name="connsiteX39" fmla="*/ 1040249 w 1666875"/>
                <a:gd name="connsiteY39" fmla="*/ 1745099 h 1905000"/>
                <a:gd name="connsiteX40" fmla="*/ 956072 w 1666875"/>
                <a:gd name="connsiteY40" fmla="*/ 1660922 h 1905000"/>
                <a:gd name="connsiteX41" fmla="*/ 1545431 w 1666875"/>
                <a:gd name="connsiteY41" fmla="*/ 1071563 h 1905000"/>
                <a:gd name="connsiteX42" fmla="*/ 1071563 w 1666875"/>
                <a:gd name="connsiteY42" fmla="*/ 952500 h 1905000"/>
                <a:gd name="connsiteX43" fmla="*/ 1250156 w 1666875"/>
                <a:gd name="connsiteY43" fmla="*/ 1131094 h 1905000"/>
                <a:gd name="connsiteX44" fmla="*/ 1071563 w 1666875"/>
                <a:gd name="connsiteY44" fmla="*/ 1309688 h 1905000"/>
                <a:gd name="connsiteX45" fmla="*/ 892969 w 1666875"/>
                <a:gd name="connsiteY45" fmla="*/ 1131094 h 1905000"/>
                <a:gd name="connsiteX46" fmla="*/ 1071563 w 1666875"/>
                <a:gd name="connsiteY46" fmla="*/ 952500 h 1905000"/>
                <a:gd name="connsiteX47" fmla="*/ 1071563 w 1666875"/>
                <a:gd name="connsiteY47" fmla="*/ 1071563 h 1905000"/>
                <a:gd name="connsiteX48" fmla="*/ 1012031 w 1666875"/>
                <a:gd name="connsiteY48" fmla="*/ 1131094 h 1905000"/>
                <a:gd name="connsiteX49" fmla="*/ 1071563 w 1666875"/>
                <a:gd name="connsiteY49" fmla="*/ 1190625 h 1905000"/>
                <a:gd name="connsiteX50" fmla="*/ 1131094 w 1666875"/>
                <a:gd name="connsiteY50" fmla="*/ 1131094 h 1905000"/>
                <a:gd name="connsiteX51" fmla="*/ 1071563 w 1666875"/>
                <a:gd name="connsiteY51" fmla="*/ 1071563 h 1905000"/>
                <a:gd name="connsiteX52" fmla="*/ 833438 w 1666875"/>
                <a:gd name="connsiteY52" fmla="*/ 119063 h 1905000"/>
                <a:gd name="connsiteX53" fmla="*/ 119063 w 1666875"/>
                <a:gd name="connsiteY53" fmla="*/ 327422 h 1905000"/>
                <a:gd name="connsiteX54" fmla="*/ 833438 w 1666875"/>
                <a:gd name="connsiteY54" fmla="*/ 535781 h 1905000"/>
                <a:gd name="connsiteX55" fmla="*/ 1547813 w 1666875"/>
                <a:gd name="connsiteY55" fmla="*/ 327422 h 1905000"/>
                <a:gd name="connsiteX56" fmla="*/ 833438 w 1666875"/>
                <a:gd name="connsiteY56" fmla="*/ 119063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1666875" h="1905000">
                  <a:moveTo>
                    <a:pt x="1488281" y="1547813"/>
                  </a:moveTo>
                  <a:cubicBezTo>
                    <a:pt x="1589484" y="1547813"/>
                    <a:pt x="1666875" y="1625203"/>
                    <a:pt x="1666875" y="1726406"/>
                  </a:cubicBezTo>
                  <a:cubicBezTo>
                    <a:pt x="1666875" y="1827609"/>
                    <a:pt x="1589484" y="1905000"/>
                    <a:pt x="1488281" y="1905000"/>
                  </a:cubicBezTo>
                  <a:cubicBezTo>
                    <a:pt x="1387078" y="1905000"/>
                    <a:pt x="1309688" y="1827609"/>
                    <a:pt x="1309688" y="1726406"/>
                  </a:cubicBezTo>
                  <a:cubicBezTo>
                    <a:pt x="1309688" y="1625203"/>
                    <a:pt x="1387078" y="1547813"/>
                    <a:pt x="1488281" y="1547813"/>
                  </a:cubicBezTo>
                  <a:close/>
                  <a:moveTo>
                    <a:pt x="833438" y="0"/>
                  </a:moveTo>
                  <a:cubicBezTo>
                    <a:pt x="1229678" y="0"/>
                    <a:pt x="1563588" y="97869"/>
                    <a:pt x="1646932" y="251222"/>
                  </a:cubicBezTo>
                  <a:cubicBezTo>
                    <a:pt x="1659553" y="261640"/>
                    <a:pt x="1666875" y="277832"/>
                    <a:pt x="1666875" y="297656"/>
                  </a:cubicBezTo>
                  <a:lnTo>
                    <a:pt x="1666875" y="839391"/>
                  </a:lnTo>
                  <a:cubicBezTo>
                    <a:pt x="1666875" y="875109"/>
                    <a:pt x="1643063" y="898922"/>
                    <a:pt x="1607344" y="898922"/>
                  </a:cubicBezTo>
                  <a:cubicBezTo>
                    <a:pt x="1571625" y="898922"/>
                    <a:pt x="1547813" y="875109"/>
                    <a:pt x="1547813" y="839391"/>
                  </a:cubicBezTo>
                  <a:lnTo>
                    <a:pt x="1547932" y="502741"/>
                  </a:lnTo>
                  <a:cubicBezTo>
                    <a:pt x="1401782" y="597872"/>
                    <a:pt x="1135737" y="654844"/>
                    <a:pt x="833438" y="654844"/>
                  </a:cubicBezTo>
                  <a:cubicBezTo>
                    <a:pt x="531197" y="654844"/>
                    <a:pt x="265212" y="597932"/>
                    <a:pt x="119063" y="502801"/>
                  </a:cubicBezTo>
                  <a:lnTo>
                    <a:pt x="119063" y="720328"/>
                  </a:lnTo>
                  <a:cubicBezTo>
                    <a:pt x="119063" y="791766"/>
                    <a:pt x="315516" y="887016"/>
                    <a:pt x="607219" y="916781"/>
                  </a:cubicBezTo>
                  <a:cubicBezTo>
                    <a:pt x="636984" y="922734"/>
                    <a:pt x="660797" y="952500"/>
                    <a:pt x="660797" y="982266"/>
                  </a:cubicBezTo>
                  <a:cubicBezTo>
                    <a:pt x="654844" y="1012031"/>
                    <a:pt x="625078" y="1035844"/>
                    <a:pt x="595313" y="1035844"/>
                  </a:cubicBezTo>
                  <a:cubicBezTo>
                    <a:pt x="391597" y="1015127"/>
                    <a:pt x="223957" y="966371"/>
                    <a:pt x="119063" y="897731"/>
                  </a:cubicBezTo>
                  <a:lnTo>
                    <a:pt x="119063" y="1137047"/>
                  </a:lnTo>
                  <a:cubicBezTo>
                    <a:pt x="119063" y="1220391"/>
                    <a:pt x="369094" y="1321594"/>
                    <a:pt x="714375" y="1339453"/>
                  </a:cubicBezTo>
                  <a:cubicBezTo>
                    <a:pt x="750094" y="1339453"/>
                    <a:pt x="773906" y="1369219"/>
                    <a:pt x="767953" y="1404938"/>
                  </a:cubicBezTo>
                  <a:cubicBezTo>
                    <a:pt x="767953" y="1440656"/>
                    <a:pt x="738188" y="1464469"/>
                    <a:pt x="702469" y="1458516"/>
                  </a:cubicBezTo>
                  <a:cubicBezTo>
                    <a:pt x="454521" y="1443692"/>
                    <a:pt x="243364" y="1392079"/>
                    <a:pt x="119063" y="1312247"/>
                  </a:cubicBezTo>
                  <a:lnTo>
                    <a:pt x="119063" y="1553766"/>
                  </a:lnTo>
                  <a:cubicBezTo>
                    <a:pt x="119063" y="1649016"/>
                    <a:pt x="440531" y="1762125"/>
                    <a:pt x="833438" y="1762125"/>
                  </a:cubicBezTo>
                  <a:cubicBezTo>
                    <a:pt x="869156" y="1762125"/>
                    <a:pt x="892969" y="1785938"/>
                    <a:pt x="892969" y="1821656"/>
                  </a:cubicBezTo>
                  <a:cubicBezTo>
                    <a:pt x="892969" y="1857375"/>
                    <a:pt x="869156" y="1881188"/>
                    <a:pt x="833438" y="1881188"/>
                  </a:cubicBezTo>
                  <a:cubicBezTo>
                    <a:pt x="375047" y="1881188"/>
                    <a:pt x="0" y="1750219"/>
                    <a:pt x="0" y="1553766"/>
                  </a:cubicBezTo>
                  <a:lnTo>
                    <a:pt x="0" y="297656"/>
                  </a:lnTo>
                  <a:cubicBezTo>
                    <a:pt x="0" y="277832"/>
                    <a:pt x="7322" y="261640"/>
                    <a:pt x="20002" y="251222"/>
                  </a:cubicBezTo>
                  <a:cubicBezTo>
                    <a:pt x="103287" y="97869"/>
                    <a:pt x="437198" y="0"/>
                    <a:pt x="833438" y="0"/>
                  </a:cubicBezTo>
                  <a:close/>
                  <a:moveTo>
                    <a:pt x="1488281" y="1666875"/>
                  </a:moveTo>
                  <a:cubicBezTo>
                    <a:pt x="1452563" y="1666875"/>
                    <a:pt x="1428750" y="1690688"/>
                    <a:pt x="1428750" y="1726406"/>
                  </a:cubicBezTo>
                  <a:cubicBezTo>
                    <a:pt x="1428750" y="1762125"/>
                    <a:pt x="1452563" y="1785938"/>
                    <a:pt x="1488281" y="1785938"/>
                  </a:cubicBezTo>
                  <a:cubicBezTo>
                    <a:pt x="1524000" y="1785938"/>
                    <a:pt x="1547813" y="1762125"/>
                    <a:pt x="1547813" y="1726406"/>
                  </a:cubicBezTo>
                  <a:cubicBezTo>
                    <a:pt x="1547813" y="1690688"/>
                    <a:pt x="1524000" y="1666875"/>
                    <a:pt x="1488281" y="1666875"/>
                  </a:cubicBezTo>
                  <a:close/>
                  <a:moveTo>
                    <a:pt x="1545431" y="1071563"/>
                  </a:moveTo>
                  <a:lnTo>
                    <a:pt x="1629609" y="1155740"/>
                  </a:lnTo>
                  <a:lnTo>
                    <a:pt x="1040249" y="1745099"/>
                  </a:lnTo>
                  <a:lnTo>
                    <a:pt x="956072" y="1660922"/>
                  </a:lnTo>
                  <a:lnTo>
                    <a:pt x="1545431" y="1071563"/>
                  </a:lnTo>
                  <a:close/>
                  <a:moveTo>
                    <a:pt x="1071563" y="952500"/>
                  </a:moveTo>
                  <a:cubicBezTo>
                    <a:pt x="1172766" y="952500"/>
                    <a:pt x="1250156" y="1029891"/>
                    <a:pt x="1250156" y="1131094"/>
                  </a:cubicBezTo>
                  <a:cubicBezTo>
                    <a:pt x="1250156" y="1232297"/>
                    <a:pt x="1172766" y="1309688"/>
                    <a:pt x="1071563" y="1309688"/>
                  </a:cubicBezTo>
                  <a:cubicBezTo>
                    <a:pt x="970359" y="1309688"/>
                    <a:pt x="892969" y="1232297"/>
                    <a:pt x="892969" y="1131094"/>
                  </a:cubicBezTo>
                  <a:cubicBezTo>
                    <a:pt x="892969" y="1029891"/>
                    <a:pt x="970359" y="952500"/>
                    <a:pt x="1071563" y="952500"/>
                  </a:cubicBezTo>
                  <a:close/>
                  <a:moveTo>
                    <a:pt x="1071563" y="1071563"/>
                  </a:moveTo>
                  <a:cubicBezTo>
                    <a:pt x="1035844" y="1071563"/>
                    <a:pt x="1012031" y="1095375"/>
                    <a:pt x="1012031" y="1131094"/>
                  </a:cubicBezTo>
                  <a:cubicBezTo>
                    <a:pt x="1012031" y="1166813"/>
                    <a:pt x="1035844" y="1190625"/>
                    <a:pt x="1071563" y="1190625"/>
                  </a:cubicBezTo>
                  <a:cubicBezTo>
                    <a:pt x="1107281" y="1190625"/>
                    <a:pt x="1131094" y="1166813"/>
                    <a:pt x="1131094" y="1131094"/>
                  </a:cubicBezTo>
                  <a:cubicBezTo>
                    <a:pt x="1131094" y="1095375"/>
                    <a:pt x="1107281" y="1071563"/>
                    <a:pt x="1071563" y="1071563"/>
                  </a:cubicBezTo>
                  <a:close/>
                  <a:moveTo>
                    <a:pt x="833438" y="119063"/>
                  </a:moveTo>
                  <a:cubicBezTo>
                    <a:pt x="440531" y="119063"/>
                    <a:pt x="119063" y="232172"/>
                    <a:pt x="119063" y="327422"/>
                  </a:cubicBezTo>
                  <a:cubicBezTo>
                    <a:pt x="119063" y="422672"/>
                    <a:pt x="440531" y="535781"/>
                    <a:pt x="833438" y="535781"/>
                  </a:cubicBezTo>
                  <a:cubicBezTo>
                    <a:pt x="1226344" y="535781"/>
                    <a:pt x="1547813" y="422672"/>
                    <a:pt x="1547813" y="327422"/>
                  </a:cubicBezTo>
                  <a:cubicBezTo>
                    <a:pt x="1547813" y="232172"/>
                    <a:pt x="1226344" y="119063"/>
                    <a:pt x="833438" y="119063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07" name="组合 106"/>
          <p:cNvGrpSpPr/>
          <p:nvPr/>
        </p:nvGrpSpPr>
        <p:grpSpPr>
          <a:xfrm>
            <a:off x="9740998" y="875592"/>
            <a:ext cx="2016125" cy="1523084"/>
            <a:chOff x="9740998" y="908050"/>
            <a:chExt cx="2016125" cy="1523084"/>
          </a:xfrm>
        </p:grpSpPr>
        <p:sp>
          <p:nvSpPr>
            <p:cNvPr id="96" name="矩形 95"/>
            <p:cNvSpPr/>
            <p:nvPr/>
          </p:nvSpPr>
          <p:spPr>
            <a:xfrm>
              <a:off x="9740998" y="908050"/>
              <a:ext cx="2016125" cy="15230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7" name="矩形: 圆顶角 96"/>
            <p:cNvSpPr/>
            <p:nvPr/>
          </p:nvSpPr>
          <p:spPr>
            <a:xfrm flipH="1" flipV="1">
              <a:off x="9740998" y="908050"/>
              <a:ext cx="2016125" cy="107949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10388919" y="1182984"/>
              <a:ext cx="89768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成本收入比</a:t>
              </a: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10056419" y="1523672"/>
              <a:ext cx="1096454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61.2%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00" name="TextBox 28+"/>
            <p:cNvSpPr txBox="1"/>
            <p:nvPr/>
          </p:nvSpPr>
          <p:spPr>
            <a:xfrm>
              <a:off x="10048910" y="2030527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</a:p>
          </p:txBody>
        </p:sp>
        <p:sp>
          <p:nvSpPr>
            <p:cNvPr id="101" name="TextBox 28++"/>
            <p:cNvSpPr txBox="1"/>
            <p:nvPr/>
          </p:nvSpPr>
          <p:spPr>
            <a:xfrm>
              <a:off x="10548746" y="2030527"/>
              <a:ext cx="41357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1.8%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102" name="直接箭头连接符 101"/>
            <p:cNvCxnSpPr/>
            <p:nvPr/>
          </p:nvCxnSpPr>
          <p:spPr>
            <a:xfrm flipV="1">
              <a:off x="11231421" y="1977267"/>
              <a:ext cx="0" cy="26870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图形 104"/>
            <p:cNvSpPr>
              <a:spLocks noChangeAspect="1"/>
            </p:cNvSpPr>
            <p:nvPr/>
          </p:nvSpPr>
          <p:spPr>
            <a:xfrm>
              <a:off x="10056419" y="1180376"/>
              <a:ext cx="252072" cy="252000"/>
            </a:xfrm>
            <a:custGeom>
              <a:avLst/>
              <a:gdLst>
                <a:gd name="connsiteX0" fmla="*/ 1500188 w 1666795"/>
                <a:gd name="connsiteY0" fmla="*/ 0 h 1666319"/>
                <a:gd name="connsiteX1" fmla="*/ 1666319 w 1666795"/>
                <a:gd name="connsiteY1" fmla="*/ 154226 h 1666319"/>
                <a:gd name="connsiteX2" fmla="*/ 1666796 w 1666795"/>
                <a:gd name="connsiteY2" fmla="*/ 166608 h 1666319"/>
                <a:gd name="connsiteX3" fmla="*/ 1666796 w 1666795"/>
                <a:gd name="connsiteY3" fmla="*/ 749856 h 1666319"/>
                <a:gd name="connsiteX4" fmla="*/ 1582885 w 1666795"/>
                <a:gd name="connsiteY4" fmla="*/ 832628 h 1666319"/>
                <a:gd name="connsiteX5" fmla="*/ 1500743 w 1666795"/>
                <a:gd name="connsiteY5" fmla="*/ 759539 h 1666319"/>
                <a:gd name="connsiteX6" fmla="*/ 1500188 w 1666795"/>
                <a:gd name="connsiteY6" fmla="*/ 749856 h 1666319"/>
                <a:gd name="connsiteX7" fmla="*/ 1500188 w 1666795"/>
                <a:gd name="connsiteY7" fmla="*/ 166608 h 1666319"/>
                <a:gd name="connsiteX8" fmla="*/ 170736 w 1666795"/>
                <a:gd name="connsiteY8" fmla="*/ 166608 h 1666319"/>
                <a:gd name="connsiteX9" fmla="*/ 166529 w 1666795"/>
                <a:gd name="connsiteY9" fmla="*/ 1499632 h 1666319"/>
                <a:gd name="connsiteX10" fmla="*/ 749538 w 1666795"/>
                <a:gd name="connsiteY10" fmla="*/ 1499632 h 1666319"/>
                <a:gd name="connsiteX11" fmla="*/ 832958 w 1666795"/>
                <a:gd name="connsiteY11" fmla="*/ 1582899 h 1666319"/>
                <a:gd name="connsiteX12" fmla="*/ 759222 w 1666795"/>
                <a:gd name="connsiteY12" fmla="*/ 1665764 h 1666319"/>
                <a:gd name="connsiteX13" fmla="*/ 749538 w 1666795"/>
                <a:gd name="connsiteY13" fmla="*/ 1666319 h 1666319"/>
                <a:gd name="connsiteX14" fmla="*/ 166529 w 1666795"/>
                <a:gd name="connsiteY14" fmla="*/ 1666319 h 1666319"/>
                <a:gd name="connsiteX15" fmla="*/ 476 w 1666795"/>
                <a:gd name="connsiteY15" fmla="*/ 1512094 h 1666319"/>
                <a:gd name="connsiteX16" fmla="*/ 0 w 1666795"/>
                <a:gd name="connsiteY16" fmla="*/ 1499156 h 1666319"/>
                <a:gd name="connsiteX17" fmla="*/ 4207 w 1666795"/>
                <a:gd name="connsiteY17" fmla="*/ 166132 h 1666319"/>
                <a:gd name="connsiteX18" fmla="*/ 158432 w 1666795"/>
                <a:gd name="connsiteY18" fmla="*/ 476 h 1666319"/>
                <a:gd name="connsiteX19" fmla="*/ 170815 w 1666795"/>
                <a:gd name="connsiteY19" fmla="*/ 0 h 1666319"/>
                <a:gd name="connsiteX20" fmla="*/ 1500267 w 1666795"/>
                <a:gd name="connsiteY20" fmla="*/ 0 h 1666319"/>
                <a:gd name="connsiteX21" fmla="*/ 1471295 w 1666795"/>
                <a:gd name="connsiteY21" fmla="*/ 848678 h 1666319"/>
                <a:gd name="connsiteX22" fmla="*/ 1498759 w 1666795"/>
                <a:gd name="connsiteY22" fmla="*/ 951071 h 1666319"/>
                <a:gd name="connsiteX23" fmla="*/ 1115457 w 1666795"/>
                <a:gd name="connsiteY23" fmla="*/ 1614964 h 1666319"/>
                <a:gd name="connsiteX24" fmla="*/ 1012286 w 1666795"/>
                <a:gd name="connsiteY24" fmla="*/ 1639634 h 1666319"/>
                <a:gd name="connsiteX25" fmla="*/ 985599 w 1666795"/>
                <a:gd name="connsiteY25" fmla="*/ 1539954 h 1666319"/>
                <a:gd name="connsiteX26" fmla="*/ 1368822 w 1666795"/>
                <a:gd name="connsiteY26" fmla="*/ 876141 h 1666319"/>
                <a:gd name="connsiteX27" fmla="*/ 1471216 w 1666795"/>
                <a:gd name="connsiteY27" fmla="*/ 848677 h 1666319"/>
                <a:gd name="connsiteX28" fmla="*/ 1560354 w 1666795"/>
                <a:gd name="connsiteY28" fmla="*/ 1308100 h 1666319"/>
                <a:gd name="connsiteX29" fmla="*/ 1626599 w 1666795"/>
                <a:gd name="connsiteY29" fmla="*/ 1534332 h 1666319"/>
                <a:gd name="connsiteX30" fmla="*/ 1400367 w 1666795"/>
                <a:gd name="connsiteY30" fmla="*/ 1600578 h 1666319"/>
                <a:gd name="connsiteX31" fmla="*/ 1393666 w 1666795"/>
                <a:gd name="connsiteY31" fmla="*/ 1596708 h 1666319"/>
                <a:gd name="connsiteX32" fmla="*/ 1337992 w 1666795"/>
                <a:gd name="connsiteY32" fmla="*/ 1367645 h 1666319"/>
                <a:gd name="connsiteX33" fmla="*/ 1560354 w 1666795"/>
                <a:gd name="connsiteY33" fmla="*/ 1308100 h 1666319"/>
                <a:gd name="connsiteX34" fmla="*/ 1428909 w 1666795"/>
                <a:gd name="connsiteY34" fmla="*/ 1424623 h 1666319"/>
                <a:gd name="connsiteX35" fmla="*/ 1447467 w 1666795"/>
                <a:gd name="connsiteY35" fmla="*/ 1500977 h 1666319"/>
                <a:gd name="connsiteX36" fmla="*/ 1523821 w 1666795"/>
                <a:gd name="connsiteY36" fmla="*/ 1482419 h 1666319"/>
                <a:gd name="connsiteX37" fmla="*/ 1525111 w 1666795"/>
                <a:gd name="connsiteY37" fmla="*/ 1480185 h 1666319"/>
                <a:gd name="connsiteX38" fmla="*/ 1503029 w 1666795"/>
                <a:gd name="connsiteY38" fmla="*/ 1404774 h 1666319"/>
                <a:gd name="connsiteX39" fmla="*/ 1428909 w 1666795"/>
                <a:gd name="connsiteY39" fmla="*/ 1424623 h 1666319"/>
                <a:gd name="connsiteX40" fmla="*/ 1106646 w 1666795"/>
                <a:gd name="connsiteY40" fmla="*/ 891540 h 1666319"/>
                <a:gd name="connsiteX41" fmla="*/ 1172892 w 1666795"/>
                <a:gd name="connsiteY41" fmla="*/ 1117772 h 1666319"/>
                <a:gd name="connsiteX42" fmla="*/ 946660 w 1666795"/>
                <a:gd name="connsiteY42" fmla="*/ 1184018 h 1666319"/>
                <a:gd name="connsiteX43" fmla="*/ 939959 w 1666795"/>
                <a:gd name="connsiteY43" fmla="*/ 1180148 h 1666319"/>
                <a:gd name="connsiteX44" fmla="*/ 884284 w 1666795"/>
                <a:gd name="connsiteY44" fmla="*/ 951085 h 1666319"/>
                <a:gd name="connsiteX45" fmla="*/ 1106646 w 1666795"/>
                <a:gd name="connsiteY45" fmla="*/ 891540 h 1666319"/>
                <a:gd name="connsiteX46" fmla="*/ 975201 w 1666795"/>
                <a:gd name="connsiteY46" fmla="*/ 1008062 h 1666319"/>
                <a:gd name="connsiteX47" fmla="*/ 993759 w 1666795"/>
                <a:gd name="connsiteY47" fmla="*/ 1084417 h 1666319"/>
                <a:gd name="connsiteX48" fmla="*/ 1070114 w 1666795"/>
                <a:gd name="connsiteY48" fmla="*/ 1065859 h 1666319"/>
                <a:gd name="connsiteX49" fmla="*/ 1071404 w 1666795"/>
                <a:gd name="connsiteY49" fmla="*/ 1063625 h 1666319"/>
                <a:gd name="connsiteX50" fmla="*/ 1049322 w 1666795"/>
                <a:gd name="connsiteY50" fmla="*/ 988214 h 1666319"/>
                <a:gd name="connsiteX51" fmla="*/ 975201 w 1666795"/>
                <a:gd name="connsiteY51" fmla="*/ 1008063 h 1666319"/>
                <a:gd name="connsiteX52" fmla="*/ 1024890 w 1666795"/>
                <a:gd name="connsiteY52" fmla="*/ 333296 h 1666319"/>
                <a:gd name="connsiteX53" fmla="*/ 1026319 w 1666795"/>
                <a:gd name="connsiteY53" fmla="*/ 333296 h 1666319"/>
                <a:gd name="connsiteX54" fmla="*/ 1026001 w 1666795"/>
                <a:gd name="connsiteY54" fmla="*/ 333216 h 1666319"/>
                <a:gd name="connsiteX55" fmla="*/ 1027906 w 1666795"/>
                <a:gd name="connsiteY55" fmla="*/ 333375 h 1666319"/>
                <a:gd name="connsiteX56" fmla="*/ 1027113 w 1666795"/>
                <a:gd name="connsiteY56" fmla="*/ 333296 h 1666319"/>
                <a:gd name="connsiteX57" fmla="*/ 1035923 w 1666795"/>
                <a:gd name="connsiteY57" fmla="*/ 333613 h 1666319"/>
                <a:gd name="connsiteX58" fmla="*/ 1106964 w 1666795"/>
                <a:gd name="connsiteY58" fmla="*/ 417909 h 1666319"/>
                <a:gd name="connsiteX59" fmla="*/ 1106964 w 1666795"/>
                <a:gd name="connsiteY59" fmla="*/ 635635 h 1666319"/>
                <a:gd name="connsiteX60" fmla="*/ 1052206 w 1666795"/>
                <a:gd name="connsiteY60" fmla="*/ 691991 h 1666319"/>
                <a:gd name="connsiteX61" fmla="*/ 1052195 w 1666795"/>
                <a:gd name="connsiteY61" fmla="*/ 691991 h 1666319"/>
                <a:gd name="connsiteX62" fmla="*/ 997506 w 1666795"/>
                <a:gd name="connsiteY62" fmla="*/ 635635 h 1666319"/>
                <a:gd name="connsiteX63" fmla="*/ 997506 w 1666795"/>
                <a:gd name="connsiteY63" fmla="*/ 504349 h 1666319"/>
                <a:gd name="connsiteX64" fmla="*/ 921544 w 1666795"/>
                <a:gd name="connsiteY64" fmla="*/ 617141 h 1666319"/>
                <a:gd name="connsiteX65" fmla="*/ 824468 w 1666795"/>
                <a:gd name="connsiteY65" fmla="*/ 761286 h 1666319"/>
                <a:gd name="connsiteX66" fmla="*/ 718503 w 1666795"/>
                <a:gd name="connsiteY66" fmla="*/ 774859 h 1666319"/>
                <a:gd name="connsiteX67" fmla="*/ 711994 w 1666795"/>
                <a:gd name="connsiteY67" fmla="*/ 769938 h 1666319"/>
                <a:gd name="connsiteX68" fmla="*/ 557689 w 1666795"/>
                <a:gd name="connsiteY68" fmla="*/ 625793 h 1666319"/>
                <a:gd name="connsiteX69" fmla="*/ 432356 w 1666795"/>
                <a:gd name="connsiteY69" fmla="*/ 809228 h 1666319"/>
                <a:gd name="connsiteX70" fmla="*/ 362029 w 1666795"/>
                <a:gd name="connsiteY70" fmla="*/ 826532 h 1666319"/>
                <a:gd name="connsiteX71" fmla="*/ 356156 w 1666795"/>
                <a:gd name="connsiteY71" fmla="*/ 822801 h 1666319"/>
                <a:gd name="connsiteX72" fmla="*/ 339328 w 1666795"/>
                <a:gd name="connsiteY72" fmla="*/ 750252 h 1666319"/>
                <a:gd name="connsiteX73" fmla="*/ 342979 w 1666795"/>
                <a:gd name="connsiteY73" fmla="*/ 744220 h 1666319"/>
                <a:gd name="connsiteX74" fmla="*/ 485140 w 1666795"/>
                <a:gd name="connsiteY74" fmla="*/ 536099 h 1666319"/>
                <a:gd name="connsiteX75" fmla="*/ 596753 w 1666795"/>
                <a:gd name="connsiteY75" fmla="*/ 513771 h 1666319"/>
                <a:gd name="connsiteX76" fmla="*/ 599519 w 1666795"/>
                <a:gd name="connsiteY76" fmla="*/ 515699 h 1666319"/>
                <a:gd name="connsiteX77" fmla="*/ 604044 w 1666795"/>
                <a:gd name="connsiteY77" fmla="*/ 519192 h 1666319"/>
                <a:gd name="connsiteX78" fmla="*/ 760968 w 1666795"/>
                <a:gd name="connsiteY78" fmla="*/ 665559 h 1666319"/>
                <a:gd name="connsiteX79" fmla="*/ 900827 w 1666795"/>
                <a:gd name="connsiteY79" fmla="*/ 446167 h 1666319"/>
                <a:gd name="connsiteX80" fmla="*/ 815658 w 1666795"/>
                <a:gd name="connsiteY80" fmla="*/ 446167 h 1666319"/>
                <a:gd name="connsiteX81" fmla="*/ 760887 w 1666795"/>
                <a:gd name="connsiteY81" fmla="*/ 389823 h 1666319"/>
                <a:gd name="connsiteX82" fmla="*/ 760889 w 1666795"/>
                <a:gd name="connsiteY82" fmla="*/ 389731 h 1666319"/>
                <a:gd name="connsiteX83" fmla="*/ 815566 w 1666795"/>
                <a:gd name="connsiteY83" fmla="*/ 333297 h 1666319"/>
                <a:gd name="connsiteX84" fmla="*/ 815658 w 1666795"/>
                <a:gd name="connsiteY84" fmla="*/ 333296 h 1666319"/>
                <a:gd name="connsiteX85" fmla="*/ 1024811 w 1666795"/>
                <a:gd name="connsiteY85" fmla="*/ 333296 h 166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1666795" h="1666319">
                  <a:moveTo>
                    <a:pt x="1500188" y="0"/>
                  </a:moveTo>
                  <a:cubicBezTo>
                    <a:pt x="1587378" y="47"/>
                    <a:pt x="1659801" y="67279"/>
                    <a:pt x="1666319" y="154226"/>
                  </a:cubicBezTo>
                  <a:lnTo>
                    <a:pt x="1666796" y="166608"/>
                  </a:lnTo>
                  <a:lnTo>
                    <a:pt x="1666796" y="749856"/>
                  </a:lnTo>
                  <a:cubicBezTo>
                    <a:pt x="1666481" y="795884"/>
                    <a:pt x="1628913" y="832943"/>
                    <a:pt x="1582885" y="832628"/>
                  </a:cubicBezTo>
                  <a:cubicBezTo>
                    <a:pt x="1541038" y="832342"/>
                    <a:pt x="1505891" y="801069"/>
                    <a:pt x="1500743" y="759539"/>
                  </a:cubicBezTo>
                  <a:lnTo>
                    <a:pt x="1500188" y="749856"/>
                  </a:lnTo>
                  <a:lnTo>
                    <a:pt x="1500188" y="166608"/>
                  </a:lnTo>
                  <a:lnTo>
                    <a:pt x="170736" y="166608"/>
                  </a:lnTo>
                  <a:lnTo>
                    <a:pt x="166529" y="1499632"/>
                  </a:lnTo>
                  <a:lnTo>
                    <a:pt x="749538" y="1499632"/>
                  </a:lnTo>
                  <a:cubicBezTo>
                    <a:pt x="795568" y="1499590"/>
                    <a:pt x="832916" y="1536870"/>
                    <a:pt x="832958" y="1582899"/>
                  </a:cubicBezTo>
                  <a:cubicBezTo>
                    <a:pt x="832997" y="1625241"/>
                    <a:pt x="801281" y="1660883"/>
                    <a:pt x="759222" y="1665764"/>
                  </a:cubicBezTo>
                  <a:lnTo>
                    <a:pt x="749538" y="1666319"/>
                  </a:lnTo>
                  <a:lnTo>
                    <a:pt x="166529" y="1666319"/>
                  </a:lnTo>
                  <a:cubicBezTo>
                    <a:pt x="79369" y="1666231"/>
                    <a:pt x="6992" y="1599010"/>
                    <a:pt x="476" y="1512094"/>
                  </a:cubicBezTo>
                  <a:lnTo>
                    <a:pt x="0" y="1499156"/>
                  </a:lnTo>
                  <a:lnTo>
                    <a:pt x="4207" y="166132"/>
                  </a:lnTo>
                  <a:cubicBezTo>
                    <a:pt x="4502" y="79125"/>
                    <a:pt x="71668" y="6981"/>
                    <a:pt x="158432" y="476"/>
                  </a:cubicBezTo>
                  <a:lnTo>
                    <a:pt x="170815" y="0"/>
                  </a:lnTo>
                  <a:lnTo>
                    <a:pt x="1500267" y="0"/>
                  </a:lnTo>
                  <a:close/>
                  <a:moveTo>
                    <a:pt x="1471295" y="848678"/>
                  </a:moveTo>
                  <a:cubicBezTo>
                    <a:pt x="1507173" y="869394"/>
                    <a:pt x="1519476" y="915352"/>
                    <a:pt x="1498759" y="951071"/>
                  </a:cubicBezTo>
                  <a:lnTo>
                    <a:pt x="1115457" y="1614964"/>
                  </a:lnTo>
                  <a:cubicBezTo>
                    <a:pt x="1093780" y="1650266"/>
                    <a:pt x="1047589" y="1661312"/>
                    <a:pt x="1012286" y="1639634"/>
                  </a:cubicBezTo>
                  <a:cubicBezTo>
                    <a:pt x="978318" y="1618777"/>
                    <a:pt x="966596" y="1574994"/>
                    <a:pt x="985599" y="1539954"/>
                  </a:cubicBezTo>
                  <a:lnTo>
                    <a:pt x="1368822" y="876141"/>
                  </a:lnTo>
                  <a:cubicBezTo>
                    <a:pt x="1389530" y="840304"/>
                    <a:pt x="1435353" y="828014"/>
                    <a:pt x="1471216" y="848677"/>
                  </a:cubicBezTo>
                  <a:close/>
                  <a:moveTo>
                    <a:pt x="1560354" y="1308100"/>
                  </a:moveTo>
                  <a:cubicBezTo>
                    <a:pt x="1641119" y="1352279"/>
                    <a:pt x="1670778" y="1453567"/>
                    <a:pt x="1626599" y="1534332"/>
                  </a:cubicBezTo>
                  <a:cubicBezTo>
                    <a:pt x="1582420" y="1615098"/>
                    <a:pt x="1481133" y="1644757"/>
                    <a:pt x="1400367" y="1600578"/>
                  </a:cubicBezTo>
                  <a:cubicBezTo>
                    <a:pt x="1398104" y="1599340"/>
                    <a:pt x="1395870" y="1598049"/>
                    <a:pt x="1393666" y="1596708"/>
                  </a:cubicBezTo>
                  <a:cubicBezTo>
                    <a:pt x="1315038" y="1548828"/>
                    <a:pt x="1290112" y="1446273"/>
                    <a:pt x="1337992" y="1367645"/>
                  </a:cubicBezTo>
                  <a:cubicBezTo>
                    <a:pt x="1384307" y="1291586"/>
                    <a:pt x="1482227" y="1265364"/>
                    <a:pt x="1560354" y="1308100"/>
                  </a:cubicBezTo>
                  <a:close/>
                  <a:moveTo>
                    <a:pt x="1428909" y="1424623"/>
                  </a:moveTo>
                  <a:cubicBezTo>
                    <a:pt x="1412949" y="1450832"/>
                    <a:pt x="1421258" y="1485017"/>
                    <a:pt x="1447467" y="1500977"/>
                  </a:cubicBezTo>
                  <a:cubicBezTo>
                    <a:pt x="1473676" y="1516937"/>
                    <a:pt x="1507861" y="1508628"/>
                    <a:pt x="1523821" y="1482419"/>
                  </a:cubicBezTo>
                  <a:cubicBezTo>
                    <a:pt x="1524268" y="1481684"/>
                    <a:pt x="1524698" y="1480939"/>
                    <a:pt x="1525111" y="1480185"/>
                  </a:cubicBezTo>
                  <a:cubicBezTo>
                    <a:pt x="1539837" y="1453263"/>
                    <a:pt x="1529951" y="1419501"/>
                    <a:pt x="1503029" y="1404774"/>
                  </a:cubicBezTo>
                  <a:cubicBezTo>
                    <a:pt x="1476987" y="1390529"/>
                    <a:pt x="1444347" y="1399270"/>
                    <a:pt x="1428909" y="1424623"/>
                  </a:cubicBezTo>
                  <a:close/>
                  <a:moveTo>
                    <a:pt x="1106646" y="891540"/>
                  </a:moveTo>
                  <a:cubicBezTo>
                    <a:pt x="1187412" y="935719"/>
                    <a:pt x="1217071" y="1037007"/>
                    <a:pt x="1172892" y="1117772"/>
                  </a:cubicBezTo>
                  <a:cubicBezTo>
                    <a:pt x="1128713" y="1198538"/>
                    <a:pt x="1027425" y="1228197"/>
                    <a:pt x="946660" y="1184018"/>
                  </a:cubicBezTo>
                  <a:cubicBezTo>
                    <a:pt x="944397" y="1182780"/>
                    <a:pt x="942162" y="1181489"/>
                    <a:pt x="939959" y="1180148"/>
                  </a:cubicBezTo>
                  <a:cubicBezTo>
                    <a:pt x="861331" y="1132268"/>
                    <a:pt x="836404" y="1029713"/>
                    <a:pt x="884284" y="951085"/>
                  </a:cubicBezTo>
                  <a:cubicBezTo>
                    <a:pt x="930600" y="875026"/>
                    <a:pt x="1028520" y="848804"/>
                    <a:pt x="1106646" y="891540"/>
                  </a:cubicBezTo>
                  <a:close/>
                  <a:moveTo>
                    <a:pt x="975201" y="1008062"/>
                  </a:moveTo>
                  <a:cubicBezTo>
                    <a:pt x="959241" y="1034272"/>
                    <a:pt x="967550" y="1068457"/>
                    <a:pt x="993759" y="1084417"/>
                  </a:cubicBezTo>
                  <a:cubicBezTo>
                    <a:pt x="1019969" y="1100377"/>
                    <a:pt x="1054154" y="1092068"/>
                    <a:pt x="1070114" y="1065859"/>
                  </a:cubicBezTo>
                  <a:cubicBezTo>
                    <a:pt x="1070561" y="1065124"/>
                    <a:pt x="1070991" y="1064379"/>
                    <a:pt x="1071404" y="1063625"/>
                  </a:cubicBezTo>
                  <a:cubicBezTo>
                    <a:pt x="1086130" y="1036703"/>
                    <a:pt x="1076244" y="1002941"/>
                    <a:pt x="1049322" y="988214"/>
                  </a:cubicBezTo>
                  <a:cubicBezTo>
                    <a:pt x="1023280" y="973969"/>
                    <a:pt x="990640" y="982710"/>
                    <a:pt x="975201" y="1008063"/>
                  </a:cubicBezTo>
                  <a:close/>
                  <a:moveTo>
                    <a:pt x="1024890" y="333296"/>
                  </a:moveTo>
                  <a:lnTo>
                    <a:pt x="1026319" y="333296"/>
                  </a:lnTo>
                  <a:lnTo>
                    <a:pt x="1026001" y="333216"/>
                  </a:lnTo>
                  <a:lnTo>
                    <a:pt x="1027906" y="333375"/>
                  </a:lnTo>
                  <a:lnTo>
                    <a:pt x="1027113" y="333296"/>
                  </a:lnTo>
                  <a:lnTo>
                    <a:pt x="1035923" y="333613"/>
                  </a:lnTo>
                  <a:cubicBezTo>
                    <a:pt x="1088946" y="337264"/>
                    <a:pt x="1106964" y="366157"/>
                    <a:pt x="1106964" y="417909"/>
                  </a:cubicBezTo>
                  <a:lnTo>
                    <a:pt x="1106964" y="635635"/>
                  </a:lnTo>
                  <a:cubicBezTo>
                    <a:pt x="1107405" y="666318"/>
                    <a:pt x="1082890" y="691550"/>
                    <a:pt x="1052206" y="691991"/>
                  </a:cubicBezTo>
                  <a:cubicBezTo>
                    <a:pt x="1052203" y="691991"/>
                    <a:pt x="1052199" y="691991"/>
                    <a:pt x="1052195" y="691991"/>
                  </a:cubicBezTo>
                  <a:cubicBezTo>
                    <a:pt x="1021539" y="691513"/>
                    <a:pt x="997064" y="666292"/>
                    <a:pt x="997506" y="635635"/>
                  </a:cubicBezTo>
                  <a:lnTo>
                    <a:pt x="997506" y="504349"/>
                  </a:lnTo>
                  <a:lnTo>
                    <a:pt x="921544" y="617141"/>
                  </a:lnTo>
                  <a:lnTo>
                    <a:pt x="824468" y="761286"/>
                  </a:lnTo>
                  <a:cubicBezTo>
                    <a:pt x="797163" y="792163"/>
                    <a:pt x="752237" y="797878"/>
                    <a:pt x="718503" y="774859"/>
                  </a:cubicBezTo>
                  <a:lnTo>
                    <a:pt x="711994" y="769938"/>
                  </a:lnTo>
                  <a:lnTo>
                    <a:pt x="557689" y="625793"/>
                  </a:lnTo>
                  <a:lnTo>
                    <a:pt x="432356" y="809228"/>
                  </a:lnTo>
                  <a:cubicBezTo>
                    <a:pt x="416905" y="832299"/>
                    <a:pt x="386421" y="839800"/>
                    <a:pt x="362029" y="826532"/>
                  </a:cubicBezTo>
                  <a:lnTo>
                    <a:pt x="356156" y="822801"/>
                  </a:lnTo>
                  <a:cubicBezTo>
                    <a:pt x="333545" y="805997"/>
                    <a:pt x="326424" y="775294"/>
                    <a:pt x="339328" y="750252"/>
                  </a:cubicBezTo>
                  <a:lnTo>
                    <a:pt x="342979" y="744220"/>
                  </a:lnTo>
                  <a:lnTo>
                    <a:pt x="485140" y="536099"/>
                  </a:lnTo>
                  <a:cubicBezTo>
                    <a:pt x="509795" y="499112"/>
                    <a:pt x="559766" y="489115"/>
                    <a:pt x="596753" y="513771"/>
                  </a:cubicBezTo>
                  <a:cubicBezTo>
                    <a:pt x="597689" y="514394"/>
                    <a:pt x="598611" y="515037"/>
                    <a:pt x="599519" y="515699"/>
                  </a:cubicBezTo>
                  <a:lnTo>
                    <a:pt x="604044" y="519192"/>
                  </a:lnTo>
                  <a:lnTo>
                    <a:pt x="760968" y="665559"/>
                  </a:lnTo>
                  <a:lnTo>
                    <a:pt x="900827" y="446167"/>
                  </a:lnTo>
                  <a:lnTo>
                    <a:pt x="815658" y="446167"/>
                  </a:lnTo>
                  <a:cubicBezTo>
                    <a:pt x="784974" y="445732"/>
                    <a:pt x="760453" y="420506"/>
                    <a:pt x="760887" y="389823"/>
                  </a:cubicBezTo>
                  <a:cubicBezTo>
                    <a:pt x="760888" y="389793"/>
                    <a:pt x="760888" y="389762"/>
                    <a:pt x="760889" y="389731"/>
                  </a:cubicBezTo>
                  <a:cubicBezTo>
                    <a:pt x="760403" y="359049"/>
                    <a:pt x="784883" y="333782"/>
                    <a:pt x="815566" y="333297"/>
                  </a:cubicBezTo>
                  <a:cubicBezTo>
                    <a:pt x="815596" y="333297"/>
                    <a:pt x="815627" y="333296"/>
                    <a:pt x="815658" y="333296"/>
                  </a:cubicBezTo>
                  <a:lnTo>
                    <a:pt x="1024811" y="333296"/>
                  </a:ln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直角三角形 76"/>
          <p:cNvSpPr/>
          <p:nvPr/>
        </p:nvSpPr>
        <p:spPr>
          <a:xfrm flipH="1">
            <a:off x="6094429" y="3843948"/>
            <a:ext cx="164088" cy="123961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45962" y="657560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010545" y="196738"/>
            <a:ext cx="287258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财务成本费用分析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34877" y="196738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数据看板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1915370" y="193107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42913" y="873125"/>
            <a:ext cx="2719387" cy="29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" name="Rectangle 10+"/>
          <p:cNvSpPr/>
          <p:nvPr/>
        </p:nvSpPr>
        <p:spPr>
          <a:xfrm>
            <a:off x="3305175" y="873125"/>
            <a:ext cx="2719387" cy="29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" name="Rectangle 10++"/>
          <p:cNvSpPr/>
          <p:nvPr/>
        </p:nvSpPr>
        <p:spPr>
          <a:xfrm>
            <a:off x="9029700" y="873125"/>
            <a:ext cx="2719387" cy="291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" name="Rectangle 10+"/>
          <p:cNvSpPr/>
          <p:nvPr/>
        </p:nvSpPr>
        <p:spPr>
          <a:xfrm>
            <a:off x="6167437" y="873125"/>
            <a:ext cx="2719387" cy="29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21713" y="1711297"/>
            <a:ext cx="2561786" cy="1981937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79450" y="1287142"/>
            <a:ext cx="82394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8,742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79450" y="1025689"/>
            <a:ext cx="7181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总订单量</a:t>
            </a:r>
          </a:p>
        </p:txBody>
      </p:sp>
      <p:cxnSp>
        <p:nvCxnSpPr>
          <p:cNvPr id="23" name="直接连接符 22"/>
          <p:cNvCxnSpPr/>
          <p:nvPr/>
        </p:nvCxnSpPr>
        <p:spPr>
          <a:xfrm>
            <a:off x="1732756" y="1014577"/>
            <a:ext cx="0" cy="5872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0+"/>
          <p:cNvSpPr txBox="1"/>
          <p:nvPr/>
        </p:nvSpPr>
        <p:spPr>
          <a:xfrm>
            <a:off x="1949658" y="1025689"/>
            <a:ext cx="7181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同比增长</a:t>
            </a:r>
          </a:p>
        </p:txBody>
      </p:sp>
      <p:sp>
        <p:nvSpPr>
          <p:cNvPr id="25" name="TextBox 19+"/>
          <p:cNvSpPr txBox="1"/>
          <p:nvPr/>
        </p:nvSpPr>
        <p:spPr>
          <a:xfrm>
            <a:off x="1949658" y="1287142"/>
            <a:ext cx="83997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12.5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3486845" y="1014577"/>
            <a:ext cx="2216943" cy="641897"/>
            <a:chOff x="3486845" y="1014577"/>
            <a:chExt cx="2216943" cy="641897"/>
          </a:xfrm>
        </p:grpSpPr>
        <p:sp>
          <p:nvSpPr>
            <p:cNvPr id="28" name="文本框 27"/>
            <p:cNvSpPr txBox="1"/>
            <p:nvPr/>
          </p:nvSpPr>
          <p:spPr>
            <a:xfrm>
              <a:off x="3486845" y="1287142"/>
              <a:ext cx="1158972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¥3,847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486845" y="102568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总订金额</a:t>
              </a:r>
            </a:p>
          </p:txBody>
        </p:sp>
        <p:cxnSp>
          <p:nvCxnSpPr>
            <p:cNvPr id="30" name="直接连接符 29"/>
            <p:cNvCxnSpPr/>
            <p:nvPr/>
          </p:nvCxnSpPr>
          <p:spPr>
            <a:xfrm>
              <a:off x="4820443" y="1014577"/>
              <a:ext cx="0" cy="58721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20+"/>
            <p:cNvSpPr txBox="1"/>
            <p:nvPr/>
          </p:nvSpPr>
          <p:spPr>
            <a:xfrm>
              <a:off x="4985643" y="102568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同比增长</a:t>
              </a:r>
            </a:p>
          </p:txBody>
        </p:sp>
        <p:sp>
          <p:nvSpPr>
            <p:cNvPr id="32" name="TextBox 19+"/>
            <p:cNvSpPr txBox="1"/>
            <p:nvPr/>
          </p:nvSpPr>
          <p:spPr>
            <a:xfrm>
              <a:off x="4985643" y="1287142"/>
              <a:ext cx="658835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8.3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%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34" name="Rectangle 18+"/>
          <p:cNvSpPr/>
          <p:nvPr/>
        </p:nvSpPr>
        <p:spPr>
          <a:xfrm>
            <a:off x="3383976" y="1711297"/>
            <a:ext cx="2561786" cy="1981937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5" name="Rectangle 18++"/>
          <p:cNvSpPr/>
          <p:nvPr/>
        </p:nvSpPr>
        <p:spPr>
          <a:xfrm>
            <a:off x="6246237" y="1711297"/>
            <a:ext cx="2561786" cy="1981937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6" name="Rectangle 18+++"/>
          <p:cNvSpPr/>
          <p:nvPr/>
        </p:nvSpPr>
        <p:spPr>
          <a:xfrm>
            <a:off x="9108501" y="1711297"/>
            <a:ext cx="2561786" cy="1981937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470810" y="1287142"/>
            <a:ext cx="92974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¥684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万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470810" y="1025689"/>
            <a:ext cx="53860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总利润</a:t>
            </a:r>
          </a:p>
        </p:txBody>
      </p:sp>
      <p:cxnSp>
        <p:nvCxnSpPr>
          <p:cNvPr id="41" name="直接连接符 40"/>
          <p:cNvCxnSpPr/>
          <p:nvPr/>
        </p:nvCxnSpPr>
        <p:spPr>
          <a:xfrm>
            <a:off x="7593110" y="1014577"/>
            <a:ext cx="0" cy="5872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20+"/>
          <p:cNvSpPr txBox="1"/>
          <p:nvPr/>
        </p:nvSpPr>
        <p:spPr>
          <a:xfrm>
            <a:off x="7853857" y="1025689"/>
            <a:ext cx="7181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同比增长</a:t>
            </a:r>
          </a:p>
        </p:txBody>
      </p:sp>
      <p:sp>
        <p:nvSpPr>
          <p:cNvPr id="43" name="TextBox 19+"/>
          <p:cNvSpPr txBox="1"/>
          <p:nvPr/>
        </p:nvSpPr>
        <p:spPr>
          <a:xfrm>
            <a:off x="7853857" y="1287142"/>
            <a:ext cx="63478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5.2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9381117" y="1287142"/>
            <a:ext cx="79028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17.8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9381117" y="1025689"/>
            <a:ext cx="7181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总利润率</a:t>
            </a:r>
          </a:p>
        </p:txBody>
      </p:sp>
      <p:cxnSp>
        <p:nvCxnSpPr>
          <p:cNvPr id="47" name="直接连接符 46"/>
          <p:cNvCxnSpPr/>
          <p:nvPr/>
        </p:nvCxnSpPr>
        <p:spPr>
          <a:xfrm>
            <a:off x="10376098" y="1014577"/>
            <a:ext cx="0" cy="5872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20+"/>
          <p:cNvSpPr txBox="1"/>
          <p:nvPr/>
        </p:nvSpPr>
        <p:spPr>
          <a:xfrm>
            <a:off x="10625599" y="1025689"/>
            <a:ext cx="7181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同比下降</a:t>
            </a:r>
          </a:p>
        </p:txBody>
      </p:sp>
      <p:sp>
        <p:nvSpPr>
          <p:cNvPr id="49" name="TextBox 19+"/>
          <p:cNvSpPr txBox="1"/>
          <p:nvPr/>
        </p:nvSpPr>
        <p:spPr>
          <a:xfrm>
            <a:off x="10625599" y="1287142"/>
            <a:ext cx="63478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0.5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aphicFrame>
        <p:nvGraphicFramePr>
          <p:cNvPr id="52" name="图表 51"/>
          <p:cNvGraphicFramePr/>
          <p:nvPr/>
        </p:nvGraphicFramePr>
        <p:xfrm>
          <a:off x="544830" y="2078355"/>
          <a:ext cx="2538730" cy="1640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5" name="图表 54"/>
          <p:cNvGraphicFramePr/>
          <p:nvPr/>
        </p:nvGraphicFramePr>
        <p:xfrm>
          <a:off x="6279731" y="2126638"/>
          <a:ext cx="2528292" cy="1786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8" name="图表 57"/>
          <p:cNvGraphicFramePr/>
          <p:nvPr/>
        </p:nvGraphicFramePr>
        <p:xfrm>
          <a:off x="3305175" y="2126638"/>
          <a:ext cx="2579468" cy="16958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1" name="图表 60"/>
          <p:cNvGraphicFramePr/>
          <p:nvPr/>
        </p:nvGraphicFramePr>
        <p:xfrm>
          <a:off x="9085172" y="2079304"/>
          <a:ext cx="2561786" cy="16139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65" name="直接连接符 64"/>
          <p:cNvCxnSpPr/>
          <p:nvPr/>
        </p:nvCxnSpPr>
        <p:spPr>
          <a:xfrm>
            <a:off x="618891" y="2070491"/>
            <a:ext cx="236743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1174229" y="1791616"/>
            <a:ext cx="125675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各分公司订单量</a:t>
            </a:r>
          </a:p>
        </p:txBody>
      </p:sp>
      <p:sp>
        <p:nvSpPr>
          <p:cNvPr id="68" name="TextBox 66+"/>
          <p:cNvSpPr txBox="1"/>
          <p:nvPr/>
        </p:nvSpPr>
        <p:spPr>
          <a:xfrm>
            <a:off x="3767187" y="1791616"/>
            <a:ext cx="179536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各分公司订单金额占比</a:t>
            </a:r>
          </a:p>
        </p:txBody>
      </p:sp>
      <p:cxnSp>
        <p:nvCxnSpPr>
          <p:cNvPr id="69" name="Straight Connector 64+"/>
          <p:cNvCxnSpPr/>
          <p:nvPr/>
        </p:nvCxnSpPr>
        <p:spPr>
          <a:xfrm>
            <a:off x="3481153" y="2070491"/>
            <a:ext cx="236743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6++"/>
          <p:cNvSpPr txBox="1"/>
          <p:nvPr/>
        </p:nvSpPr>
        <p:spPr>
          <a:xfrm>
            <a:off x="6808983" y="1791616"/>
            <a:ext cx="143629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各分公司利润对比</a:t>
            </a:r>
          </a:p>
        </p:txBody>
      </p:sp>
      <p:cxnSp>
        <p:nvCxnSpPr>
          <p:cNvPr id="71" name="Straight Connector 64++"/>
          <p:cNvCxnSpPr/>
          <p:nvPr/>
        </p:nvCxnSpPr>
        <p:spPr>
          <a:xfrm>
            <a:off x="6343414" y="2070491"/>
            <a:ext cx="236743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66+++"/>
          <p:cNvSpPr txBox="1"/>
          <p:nvPr/>
        </p:nvSpPr>
        <p:spPr>
          <a:xfrm>
            <a:off x="9761017" y="1791616"/>
            <a:ext cx="125675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利润率趋势变化</a:t>
            </a:r>
          </a:p>
        </p:txBody>
      </p:sp>
      <p:cxnSp>
        <p:nvCxnSpPr>
          <p:cNvPr id="73" name="Straight Connector 64+++"/>
          <p:cNvCxnSpPr/>
          <p:nvPr/>
        </p:nvCxnSpPr>
        <p:spPr>
          <a:xfrm>
            <a:off x="9205678" y="2070491"/>
            <a:ext cx="236743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/>
          <p:cNvSpPr/>
          <p:nvPr/>
        </p:nvSpPr>
        <p:spPr>
          <a:xfrm>
            <a:off x="6258517" y="3843948"/>
            <a:ext cx="1198800" cy="2680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63" name="表格 62"/>
          <p:cNvGraphicFramePr>
            <a:graphicFrameLocks noGrp="1"/>
          </p:cNvGraphicFramePr>
          <p:nvPr/>
        </p:nvGraphicFramePr>
        <p:xfrm>
          <a:off x="442912" y="3969232"/>
          <a:ext cx="7982632" cy="25553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94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1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95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3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35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42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88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分公司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订单量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金额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(</a:t>
                      </a: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万元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)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成本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(</a:t>
                      </a: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万元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)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费用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(</a:t>
                      </a: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万元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)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利润</a:t>
                      </a:r>
                      <a:r>
                        <a:rPr lang="en-US" altLang="zh-CN" sz="16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(</a:t>
                      </a:r>
                      <a:r>
                        <a:rPr lang="zh-CN" alt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万元</a:t>
                      </a:r>
                      <a:r>
                        <a:rPr lang="en-US" altLang="zh-CN" sz="16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)</a:t>
                      </a:r>
                      <a:endParaRPr lang="en-US" altLang="zh-CN" sz="16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利润率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北京分公司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1,842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856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632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126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14.7%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上海分公司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2,156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1,024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745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112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167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16.3%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广州分公司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1,567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732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548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86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98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13.4%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深圳分公司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1,389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645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492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75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11.6%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成都分公司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987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432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335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52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45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10.4%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武汉分公司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801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358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285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31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8.7%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西安分公司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298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238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36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24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8.1%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南京分公司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346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102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21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-4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-3.9%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8" name="Right Triangle 76+"/>
          <p:cNvSpPr/>
          <p:nvPr/>
        </p:nvSpPr>
        <p:spPr>
          <a:xfrm>
            <a:off x="7454609" y="3843948"/>
            <a:ext cx="164088" cy="123961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8650026" y="3967909"/>
            <a:ext cx="3107097" cy="25567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0" name="TextBox 66+"/>
          <p:cNvSpPr txBox="1"/>
          <p:nvPr/>
        </p:nvSpPr>
        <p:spPr>
          <a:xfrm>
            <a:off x="9664966" y="4095420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关键业务洞察</a:t>
            </a:r>
          </a:p>
        </p:txBody>
      </p:sp>
      <p:sp>
        <p:nvSpPr>
          <p:cNvPr id="82" name="文本框 81"/>
          <p:cNvSpPr txBox="1"/>
          <p:nvPr/>
        </p:nvSpPr>
        <p:spPr>
          <a:xfrm>
            <a:off x="9140871" y="4443759"/>
            <a:ext cx="16158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上海分公司表现突出</a:t>
            </a:r>
          </a:p>
        </p:txBody>
      </p:sp>
      <p:sp>
        <p:nvSpPr>
          <p:cNvPr id="84" name="文本框 83"/>
          <p:cNvSpPr txBox="1"/>
          <p:nvPr/>
        </p:nvSpPr>
        <p:spPr>
          <a:xfrm>
            <a:off x="8854381" y="4689203"/>
            <a:ext cx="276227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订单量和利润均实现两位数增长，利润率位居各分公司之首</a:t>
            </a:r>
          </a:p>
        </p:txBody>
      </p:sp>
      <p:sp>
        <p:nvSpPr>
          <p:cNvPr id="85" name="TextBox 81+"/>
          <p:cNvSpPr txBox="1"/>
          <p:nvPr/>
        </p:nvSpPr>
        <p:spPr>
          <a:xfrm>
            <a:off x="9140871" y="5204503"/>
            <a:ext cx="179536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南京分公司需重点关注</a:t>
            </a:r>
          </a:p>
        </p:txBody>
      </p:sp>
      <p:sp>
        <p:nvSpPr>
          <p:cNvPr id="86" name="TextBox 83+"/>
          <p:cNvSpPr txBox="1"/>
          <p:nvPr/>
        </p:nvSpPr>
        <p:spPr>
          <a:xfrm>
            <a:off x="8854381" y="5419947"/>
            <a:ext cx="276227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出现亏损，订单量和利润同比均大幅下滑，需制定改进计划</a:t>
            </a:r>
          </a:p>
        </p:txBody>
      </p:sp>
      <p:sp>
        <p:nvSpPr>
          <p:cNvPr id="87" name="TextBox 81++"/>
          <p:cNvSpPr txBox="1"/>
          <p:nvPr/>
        </p:nvSpPr>
        <p:spPr>
          <a:xfrm>
            <a:off x="9140871" y="5883217"/>
            <a:ext cx="16158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中西部市场潜力巨大</a:t>
            </a:r>
          </a:p>
        </p:txBody>
      </p:sp>
      <p:sp>
        <p:nvSpPr>
          <p:cNvPr id="88" name="TextBox 83++"/>
          <p:cNvSpPr txBox="1"/>
          <p:nvPr/>
        </p:nvSpPr>
        <p:spPr>
          <a:xfrm>
            <a:off x="8854381" y="6110695"/>
            <a:ext cx="276227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成都、武汉、西安分公司订单增长稳定，市场拓展空间较大</a:t>
            </a:r>
          </a:p>
        </p:txBody>
      </p:sp>
      <p:grpSp>
        <p:nvGrpSpPr>
          <p:cNvPr id="94" name="组合 93"/>
          <p:cNvGrpSpPr>
            <a:grpSpLocks noChangeAspect="1"/>
          </p:cNvGrpSpPr>
          <p:nvPr/>
        </p:nvGrpSpPr>
        <p:grpSpPr>
          <a:xfrm>
            <a:off x="8856572" y="4443481"/>
            <a:ext cx="216000" cy="216000"/>
            <a:chOff x="7735987" y="-276144"/>
            <a:chExt cx="1447511" cy="1447511"/>
          </a:xfrm>
          <a:solidFill>
            <a:schemeClr val="accent1"/>
          </a:solidFill>
        </p:grpSpPr>
        <p:sp>
          <p:nvSpPr>
            <p:cNvPr id="92" name="任意多边形: 形状 91"/>
            <p:cNvSpPr/>
            <p:nvPr/>
          </p:nvSpPr>
          <p:spPr>
            <a:xfrm>
              <a:off x="7735987" y="-276144"/>
              <a:ext cx="1447511" cy="1447511"/>
            </a:xfrm>
            <a:custGeom>
              <a:avLst/>
              <a:gdLst>
                <a:gd name="connsiteX0" fmla="*/ 521777 w 1447511"/>
                <a:gd name="connsiteY0" fmla="*/ 1447512 h 1447511"/>
                <a:gd name="connsiteX1" fmla="*/ 0 w 1447511"/>
                <a:gd name="connsiteY1" fmla="*/ 925734 h 1447511"/>
                <a:gd name="connsiteX2" fmla="*/ 0 w 1447511"/>
                <a:gd name="connsiteY2" fmla="*/ 521777 h 1447511"/>
                <a:gd name="connsiteX3" fmla="*/ 521777 w 1447511"/>
                <a:gd name="connsiteY3" fmla="*/ 0 h 1447511"/>
                <a:gd name="connsiteX4" fmla="*/ 925734 w 1447511"/>
                <a:gd name="connsiteY4" fmla="*/ 0 h 1447511"/>
                <a:gd name="connsiteX5" fmla="*/ 1447512 w 1447511"/>
                <a:gd name="connsiteY5" fmla="*/ 521777 h 1447511"/>
                <a:gd name="connsiteX6" fmla="*/ 1447512 w 1447511"/>
                <a:gd name="connsiteY6" fmla="*/ 925734 h 1447511"/>
                <a:gd name="connsiteX7" fmla="*/ 925734 w 1447511"/>
                <a:gd name="connsiteY7" fmla="*/ 1447512 h 1447511"/>
                <a:gd name="connsiteX8" fmla="*/ 521777 w 1447511"/>
                <a:gd name="connsiteY8" fmla="*/ 1447512 h 1447511"/>
                <a:gd name="connsiteX9" fmla="*/ 100989 w 1447511"/>
                <a:gd name="connsiteY9" fmla="*/ 521777 h 1447511"/>
                <a:gd name="connsiteX10" fmla="*/ 100989 w 1447511"/>
                <a:gd name="connsiteY10" fmla="*/ 925734 h 1447511"/>
                <a:gd name="connsiteX11" fmla="*/ 521777 w 1447511"/>
                <a:gd name="connsiteY11" fmla="*/ 1346523 h 1447511"/>
                <a:gd name="connsiteX12" fmla="*/ 925734 w 1447511"/>
                <a:gd name="connsiteY12" fmla="*/ 1346523 h 1447511"/>
                <a:gd name="connsiteX13" fmla="*/ 1346523 w 1447511"/>
                <a:gd name="connsiteY13" fmla="*/ 925734 h 1447511"/>
                <a:gd name="connsiteX14" fmla="*/ 1346523 w 1447511"/>
                <a:gd name="connsiteY14" fmla="*/ 521777 h 1447511"/>
                <a:gd name="connsiteX15" fmla="*/ 925734 w 1447511"/>
                <a:gd name="connsiteY15" fmla="*/ 100989 h 1447511"/>
                <a:gd name="connsiteX16" fmla="*/ 521777 w 1447511"/>
                <a:gd name="connsiteY16" fmla="*/ 100989 h 1447511"/>
                <a:gd name="connsiteX17" fmla="*/ 100989 w 1447511"/>
                <a:gd name="connsiteY17" fmla="*/ 521777 h 1447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47511" h="1447511">
                  <a:moveTo>
                    <a:pt x="521777" y="1447512"/>
                  </a:moveTo>
                  <a:cubicBezTo>
                    <a:pt x="156197" y="1447512"/>
                    <a:pt x="0" y="1291315"/>
                    <a:pt x="0" y="925734"/>
                  </a:cubicBezTo>
                  <a:lnTo>
                    <a:pt x="0" y="521777"/>
                  </a:lnTo>
                  <a:cubicBezTo>
                    <a:pt x="0" y="156197"/>
                    <a:pt x="156197" y="0"/>
                    <a:pt x="521777" y="0"/>
                  </a:cubicBezTo>
                  <a:lnTo>
                    <a:pt x="925734" y="0"/>
                  </a:lnTo>
                  <a:cubicBezTo>
                    <a:pt x="1291315" y="0"/>
                    <a:pt x="1447512" y="156197"/>
                    <a:pt x="1447512" y="521777"/>
                  </a:cubicBezTo>
                  <a:lnTo>
                    <a:pt x="1447512" y="925734"/>
                  </a:lnTo>
                  <a:cubicBezTo>
                    <a:pt x="1447512" y="1291315"/>
                    <a:pt x="1291315" y="1447512"/>
                    <a:pt x="925734" y="1447512"/>
                  </a:cubicBezTo>
                  <a:lnTo>
                    <a:pt x="521777" y="1447512"/>
                  </a:lnTo>
                  <a:close/>
                  <a:moveTo>
                    <a:pt x="100989" y="521777"/>
                  </a:moveTo>
                  <a:lnTo>
                    <a:pt x="100989" y="925734"/>
                  </a:lnTo>
                  <a:cubicBezTo>
                    <a:pt x="100989" y="1236108"/>
                    <a:pt x="211404" y="1346523"/>
                    <a:pt x="521777" y="1346523"/>
                  </a:cubicBezTo>
                  <a:lnTo>
                    <a:pt x="925734" y="1346523"/>
                  </a:lnTo>
                  <a:cubicBezTo>
                    <a:pt x="1236108" y="1346523"/>
                    <a:pt x="1346523" y="1236108"/>
                    <a:pt x="1346523" y="925734"/>
                  </a:cubicBezTo>
                  <a:lnTo>
                    <a:pt x="1346523" y="521777"/>
                  </a:lnTo>
                  <a:cubicBezTo>
                    <a:pt x="1346523" y="211404"/>
                    <a:pt x="1236108" y="100989"/>
                    <a:pt x="925734" y="100989"/>
                  </a:cubicBezTo>
                  <a:lnTo>
                    <a:pt x="521777" y="100989"/>
                  </a:lnTo>
                  <a:cubicBezTo>
                    <a:pt x="211404" y="100989"/>
                    <a:pt x="100989" y="211404"/>
                    <a:pt x="100989" y="521777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3" name="任意多边形: 形状 92"/>
            <p:cNvSpPr/>
            <p:nvPr/>
          </p:nvSpPr>
          <p:spPr>
            <a:xfrm>
              <a:off x="8123267" y="206080"/>
              <a:ext cx="672938" cy="482515"/>
            </a:xfrm>
            <a:custGeom>
              <a:avLst/>
              <a:gdLst>
                <a:gd name="connsiteX0" fmla="*/ 205190 w 672938"/>
                <a:gd name="connsiteY0" fmla="*/ 467748 h 482515"/>
                <a:gd name="connsiteX1" fmla="*/ 14657 w 672938"/>
                <a:gd name="connsiteY1" fmla="*/ 277215 h 482515"/>
                <a:gd name="connsiteX2" fmla="*/ 14657 w 672938"/>
                <a:gd name="connsiteY2" fmla="*/ 205850 h 482515"/>
                <a:gd name="connsiteX3" fmla="*/ 86023 w 672938"/>
                <a:gd name="connsiteY3" fmla="*/ 205850 h 482515"/>
                <a:gd name="connsiteX4" fmla="*/ 240873 w 672938"/>
                <a:gd name="connsiteY4" fmla="*/ 360700 h 482515"/>
                <a:gd name="connsiteX5" fmla="*/ 586929 w 672938"/>
                <a:gd name="connsiteY5" fmla="*/ 14643 h 482515"/>
                <a:gd name="connsiteX6" fmla="*/ 658295 w 672938"/>
                <a:gd name="connsiteY6" fmla="*/ 14643 h 482515"/>
                <a:gd name="connsiteX7" fmla="*/ 658295 w 672938"/>
                <a:gd name="connsiteY7" fmla="*/ 86009 h 482515"/>
                <a:gd name="connsiteX8" fmla="*/ 276556 w 672938"/>
                <a:gd name="connsiteY8" fmla="*/ 467748 h 482515"/>
                <a:gd name="connsiteX9" fmla="*/ 205190 w 672938"/>
                <a:gd name="connsiteY9" fmla="*/ 467748 h 48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2938" h="482515">
                  <a:moveTo>
                    <a:pt x="205190" y="467748"/>
                  </a:moveTo>
                  <a:lnTo>
                    <a:pt x="14657" y="277215"/>
                  </a:lnTo>
                  <a:cubicBezTo>
                    <a:pt x="-4886" y="257440"/>
                    <a:pt x="-4886" y="225625"/>
                    <a:pt x="14657" y="205850"/>
                  </a:cubicBezTo>
                  <a:cubicBezTo>
                    <a:pt x="34182" y="186325"/>
                    <a:pt x="66498" y="186325"/>
                    <a:pt x="86023" y="205850"/>
                  </a:cubicBezTo>
                  <a:lnTo>
                    <a:pt x="240873" y="360700"/>
                  </a:lnTo>
                  <a:lnTo>
                    <a:pt x="586929" y="14643"/>
                  </a:lnTo>
                  <a:cubicBezTo>
                    <a:pt x="606454" y="-4881"/>
                    <a:pt x="638770" y="-4881"/>
                    <a:pt x="658295" y="14643"/>
                  </a:cubicBezTo>
                  <a:cubicBezTo>
                    <a:pt x="677819" y="34168"/>
                    <a:pt x="677819" y="66485"/>
                    <a:pt x="658295" y="86009"/>
                  </a:cubicBezTo>
                  <a:lnTo>
                    <a:pt x="276556" y="467748"/>
                  </a:lnTo>
                  <a:cubicBezTo>
                    <a:pt x="256841" y="487438"/>
                    <a:pt x="224904" y="487438"/>
                    <a:pt x="205190" y="467748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95" name="Group 93+"/>
          <p:cNvGrpSpPr>
            <a:grpSpLocks noChangeAspect="1"/>
          </p:cNvGrpSpPr>
          <p:nvPr/>
        </p:nvGrpSpPr>
        <p:grpSpPr>
          <a:xfrm>
            <a:off x="8856572" y="5204225"/>
            <a:ext cx="216000" cy="216000"/>
            <a:chOff x="7735987" y="-276144"/>
            <a:chExt cx="1447511" cy="1447511"/>
          </a:xfrm>
          <a:solidFill>
            <a:schemeClr val="accent1"/>
          </a:solidFill>
        </p:grpSpPr>
        <p:sp>
          <p:nvSpPr>
            <p:cNvPr id="96" name="任意多边形: 形状 95"/>
            <p:cNvSpPr/>
            <p:nvPr/>
          </p:nvSpPr>
          <p:spPr>
            <a:xfrm>
              <a:off x="7735987" y="-276144"/>
              <a:ext cx="1447511" cy="1447511"/>
            </a:xfrm>
            <a:custGeom>
              <a:avLst/>
              <a:gdLst>
                <a:gd name="connsiteX0" fmla="*/ 521777 w 1447511"/>
                <a:gd name="connsiteY0" fmla="*/ 1447512 h 1447511"/>
                <a:gd name="connsiteX1" fmla="*/ 0 w 1447511"/>
                <a:gd name="connsiteY1" fmla="*/ 925734 h 1447511"/>
                <a:gd name="connsiteX2" fmla="*/ 0 w 1447511"/>
                <a:gd name="connsiteY2" fmla="*/ 521777 h 1447511"/>
                <a:gd name="connsiteX3" fmla="*/ 521777 w 1447511"/>
                <a:gd name="connsiteY3" fmla="*/ 0 h 1447511"/>
                <a:gd name="connsiteX4" fmla="*/ 925734 w 1447511"/>
                <a:gd name="connsiteY4" fmla="*/ 0 h 1447511"/>
                <a:gd name="connsiteX5" fmla="*/ 1447512 w 1447511"/>
                <a:gd name="connsiteY5" fmla="*/ 521777 h 1447511"/>
                <a:gd name="connsiteX6" fmla="*/ 1447512 w 1447511"/>
                <a:gd name="connsiteY6" fmla="*/ 925734 h 1447511"/>
                <a:gd name="connsiteX7" fmla="*/ 925734 w 1447511"/>
                <a:gd name="connsiteY7" fmla="*/ 1447512 h 1447511"/>
                <a:gd name="connsiteX8" fmla="*/ 521777 w 1447511"/>
                <a:gd name="connsiteY8" fmla="*/ 1447512 h 1447511"/>
                <a:gd name="connsiteX9" fmla="*/ 100989 w 1447511"/>
                <a:gd name="connsiteY9" fmla="*/ 521777 h 1447511"/>
                <a:gd name="connsiteX10" fmla="*/ 100989 w 1447511"/>
                <a:gd name="connsiteY10" fmla="*/ 925734 h 1447511"/>
                <a:gd name="connsiteX11" fmla="*/ 521777 w 1447511"/>
                <a:gd name="connsiteY11" fmla="*/ 1346523 h 1447511"/>
                <a:gd name="connsiteX12" fmla="*/ 925734 w 1447511"/>
                <a:gd name="connsiteY12" fmla="*/ 1346523 h 1447511"/>
                <a:gd name="connsiteX13" fmla="*/ 1346523 w 1447511"/>
                <a:gd name="connsiteY13" fmla="*/ 925734 h 1447511"/>
                <a:gd name="connsiteX14" fmla="*/ 1346523 w 1447511"/>
                <a:gd name="connsiteY14" fmla="*/ 521777 h 1447511"/>
                <a:gd name="connsiteX15" fmla="*/ 925734 w 1447511"/>
                <a:gd name="connsiteY15" fmla="*/ 100989 h 1447511"/>
                <a:gd name="connsiteX16" fmla="*/ 521777 w 1447511"/>
                <a:gd name="connsiteY16" fmla="*/ 100989 h 1447511"/>
                <a:gd name="connsiteX17" fmla="*/ 100989 w 1447511"/>
                <a:gd name="connsiteY17" fmla="*/ 521777 h 1447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47511" h="1447511">
                  <a:moveTo>
                    <a:pt x="521777" y="1447512"/>
                  </a:moveTo>
                  <a:cubicBezTo>
                    <a:pt x="156197" y="1447512"/>
                    <a:pt x="0" y="1291315"/>
                    <a:pt x="0" y="925734"/>
                  </a:cubicBezTo>
                  <a:lnTo>
                    <a:pt x="0" y="521777"/>
                  </a:lnTo>
                  <a:cubicBezTo>
                    <a:pt x="0" y="156197"/>
                    <a:pt x="156197" y="0"/>
                    <a:pt x="521777" y="0"/>
                  </a:cubicBezTo>
                  <a:lnTo>
                    <a:pt x="925734" y="0"/>
                  </a:lnTo>
                  <a:cubicBezTo>
                    <a:pt x="1291315" y="0"/>
                    <a:pt x="1447512" y="156197"/>
                    <a:pt x="1447512" y="521777"/>
                  </a:cubicBezTo>
                  <a:lnTo>
                    <a:pt x="1447512" y="925734"/>
                  </a:lnTo>
                  <a:cubicBezTo>
                    <a:pt x="1447512" y="1291315"/>
                    <a:pt x="1291315" y="1447512"/>
                    <a:pt x="925734" y="1447512"/>
                  </a:cubicBezTo>
                  <a:lnTo>
                    <a:pt x="521777" y="1447512"/>
                  </a:lnTo>
                  <a:close/>
                  <a:moveTo>
                    <a:pt x="100989" y="521777"/>
                  </a:moveTo>
                  <a:lnTo>
                    <a:pt x="100989" y="925734"/>
                  </a:lnTo>
                  <a:cubicBezTo>
                    <a:pt x="100989" y="1236108"/>
                    <a:pt x="211404" y="1346523"/>
                    <a:pt x="521777" y="1346523"/>
                  </a:cubicBezTo>
                  <a:lnTo>
                    <a:pt x="925734" y="1346523"/>
                  </a:lnTo>
                  <a:cubicBezTo>
                    <a:pt x="1236108" y="1346523"/>
                    <a:pt x="1346523" y="1236108"/>
                    <a:pt x="1346523" y="925734"/>
                  </a:cubicBezTo>
                  <a:lnTo>
                    <a:pt x="1346523" y="521777"/>
                  </a:lnTo>
                  <a:cubicBezTo>
                    <a:pt x="1346523" y="211404"/>
                    <a:pt x="1236108" y="100989"/>
                    <a:pt x="925734" y="100989"/>
                  </a:cubicBezTo>
                  <a:lnTo>
                    <a:pt x="521777" y="100989"/>
                  </a:lnTo>
                  <a:cubicBezTo>
                    <a:pt x="211404" y="100989"/>
                    <a:pt x="100989" y="211404"/>
                    <a:pt x="100989" y="521777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7" name="任意多边形: 形状 96"/>
            <p:cNvSpPr/>
            <p:nvPr/>
          </p:nvSpPr>
          <p:spPr>
            <a:xfrm>
              <a:off x="8123267" y="206080"/>
              <a:ext cx="672938" cy="482515"/>
            </a:xfrm>
            <a:custGeom>
              <a:avLst/>
              <a:gdLst>
                <a:gd name="connsiteX0" fmla="*/ 205190 w 672938"/>
                <a:gd name="connsiteY0" fmla="*/ 467748 h 482515"/>
                <a:gd name="connsiteX1" fmla="*/ 14657 w 672938"/>
                <a:gd name="connsiteY1" fmla="*/ 277215 h 482515"/>
                <a:gd name="connsiteX2" fmla="*/ 14657 w 672938"/>
                <a:gd name="connsiteY2" fmla="*/ 205850 h 482515"/>
                <a:gd name="connsiteX3" fmla="*/ 86023 w 672938"/>
                <a:gd name="connsiteY3" fmla="*/ 205850 h 482515"/>
                <a:gd name="connsiteX4" fmla="*/ 240873 w 672938"/>
                <a:gd name="connsiteY4" fmla="*/ 360700 h 482515"/>
                <a:gd name="connsiteX5" fmla="*/ 586929 w 672938"/>
                <a:gd name="connsiteY5" fmla="*/ 14643 h 482515"/>
                <a:gd name="connsiteX6" fmla="*/ 658295 w 672938"/>
                <a:gd name="connsiteY6" fmla="*/ 14643 h 482515"/>
                <a:gd name="connsiteX7" fmla="*/ 658295 w 672938"/>
                <a:gd name="connsiteY7" fmla="*/ 86009 h 482515"/>
                <a:gd name="connsiteX8" fmla="*/ 276556 w 672938"/>
                <a:gd name="connsiteY8" fmla="*/ 467748 h 482515"/>
                <a:gd name="connsiteX9" fmla="*/ 205190 w 672938"/>
                <a:gd name="connsiteY9" fmla="*/ 467748 h 48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2938" h="482515">
                  <a:moveTo>
                    <a:pt x="205190" y="467748"/>
                  </a:moveTo>
                  <a:lnTo>
                    <a:pt x="14657" y="277215"/>
                  </a:lnTo>
                  <a:cubicBezTo>
                    <a:pt x="-4886" y="257440"/>
                    <a:pt x="-4886" y="225625"/>
                    <a:pt x="14657" y="205850"/>
                  </a:cubicBezTo>
                  <a:cubicBezTo>
                    <a:pt x="34182" y="186325"/>
                    <a:pt x="66498" y="186325"/>
                    <a:pt x="86023" y="205850"/>
                  </a:cubicBezTo>
                  <a:lnTo>
                    <a:pt x="240873" y="360700"/>
                  </a:lnTo>
                  <a:lnTo>
                    <a:pt x="586929" y="14643"/>
                  </a:lnTo>
                  <a:cubicBezTo>
                    <a:pt x="606454" y="-4881"/>
                    <a:pt x="638770" y="-4881"/>
                    <a:pt x="658295" y="14643"/>
                  </a:cubicBezTo>
                  <a:cubicBezTo>
                    <a:pt x="677819" y="34168"/>
                    <a:pt x="677819" y="66485"/>
                    <a:pt x="658295" y="86009"/>
                  </a:cubicBezTo>
                  <a:lnTo>
                    <a:pt x="276556" y="467748"/>
                  </a:lnTo>
                  <a:cubicBezTo>
                    <a:pt x="256841" y="487438"/>
                    <a:pt x="224904" y="487438"/>
                    <a:pt x="205190" y="467748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98" name="Group 93+"/>
          <p:cNvGrpSpPr>
            <a:grpSpLocks noChangeAspect="1"/>
          </p:cNvGrpSpPr>
          <p:nvPr/>
        </p:nvGrpSpPr>
        <p:grpSpPr>
          <a:xfrm>
            <a:off x="8856572" y="5882939"/>
            <a:ext cx="216000" cy="216000"/>
            <a:chOff x="7735987" y="-276144"/>
            <a:chExt cx="1447511" cy="1447511"/>
          </a:xfrm>
          <a:solidFill>
            <a:schemeClr val="accent1"/>
          </a:solidFill>
        </p:grpSpPr>
        <p:sp>
          <p:nvSpPr>
            <p:cNvPr id="99" name="任意多边形: 形状 98"/>
            <p:cNvSpPr/>
            <p:nvPr/>
          </p:nvSpPr>
          <p:spPr>
            <a:xfrm>
              <a:off x="7735987" y="-276144"/>
              <a:ext cx="1447511" cy="1447511"/>
            </a:xfrm>
            <a:custGeom>
              <a:avLst/>
              <a:gdLst>
                <a:gd name="connsiteX0" fmla="*/ 521777 w 1447511"/>
                <a:gd name="connsiteY0" fmla="*/ 1447512 h 1447511"/>
                <a:gd name="connsiteX1" fmla="*/ 0 w 1447511"/>
                <a:gd name="connsiteY1" fmla="*/ 925734 h 1447511"/>
                <a:gd name="connsiteX2" fmla="*/ 0 w 1447511"/>
                <a:gd name="connsiteY2" fmla="*/ 521777 h 1447511"/>
                <a:gd name="connsiteX3" fmla="*/ 521777 w 1447511"/>
                <a:gd name="connsiteY3" fmla="*/ 0 h 1447511"/>
                <a:gd name="connsiteX4" fmla="*/ 925734 w 1447511"/>
                <a:gd name="connsiteY4" fmla="*/ 0 h 1447511"/>
                <a:gd name="connsiteX5" fmla="*/ 1447512 w 1447511"/>
                <a:gd name="connsiteY5" fmla="*/ 521777 h 1447511"/>
                <a:gd name="connsiteX6" fmla="*/ 1447512 w 1447511"/>
                <a:gd name="connsiteY6" fmla="*/ 925734 h 1447511"/>
                <a:gd name="connsiteX7" fmla="*/ 925734 w 1447511"/>
                <a:gd name="connsiteY7" fmla="*/ 1447512 h 1447511"/>
                <a:gd name="connsiteX8" fmla="*/ 521777 w 1447511"/>
                <a:gd name="connsiteY8" fmla="*/ 1447512 h 1447511"/>
                <a:gd name="connsiteX9" fmla="*/ 100989 w 1447511"/>
                <a:gd name="connsiteY9" fmla="*/ 521777 h 1447511"/>
                <a:gd name="connsiteX10" fmla="*/ 100989 w 1447511"/>
                <a:gd name="connsiteY10" fmla="*/ 925734 h 1447511"/>
                <a:gd name="connsiteX11" fmla="*/ 521777 w 1447511"/>
                <a:gd name="connsiteY11" fmla="*/ 1346523 h 1447511"/>
                <a:gd name="connsiteX12" fmla="*/ 925734 w 1447511"/>
                <a:gd name="connsiteY12" fmla="*/ 1346523 h 1447511"/>
                <a:gd name="connsiteX13" fmla="*/ 1346523 w 1447511"/>
                <a:gd name="connsiteY13" fmla="*/ 925734 h 1447511"/>
                <a:gd name="connsiteX14" fmla="*/ 1346523 w 1447511"/>
                <a:gd name="connsiteY14" fmla="*/ 521777 h 1447511"/>
                <a:gd name="connsiteX15" fmla="*/ 925734 w 1447511"/>
                <a:gd name="connsiteY15" fmla="*/ 100989 h 1447511"/>
                <a:gd name="connsiteX16" fmla="*/ 521777 w 1447511"/>
                <a:gd name="connsiteY16" fmla="*/ 100989 h 1447511"/>
                <a:gd name="connsiteX17" fmla="*/ 100989 w 1447511"/>
                <a:gd name="connsiteY17" fmla="*/ 521777 h 1447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47511" h="1447511">
                  <a:moveTo>
                    <a:pt x="521777" y="1447512"/>
                  </a:moveTo>
                  <a:cubicBezTo>
                    <a:pt x="156197" y="1447512"/>
                    <a:pt x="0" y="1291315"/>
                    <a:pt x="0" y="925734"/>
                  </a:cubicBezTo>
                  <a:lnTo>
                    <a:pt x="0" y="521777"/>
                  </a:lnTo>
                  <a:cubicBezTo>
                    <a:pt x="0" y="156197"/>
                    <a:pt x="156197" y="0"/>
                    <a:pt x="521777" y="0"/>
                  </a:cubicBezTo>
                  <a:lnTo>
                    <a:pt x="925734" y="0"/>
                  </a:lnTo>
                  <a:cubicBezTo>
                    <a:pt x="1291315" y="0"/>
                    <a:pt x="1447512" y="156197"/>
                    <a:pt x="1447512" y="521777"/>
                  </a:cubicBezTo>
                  <a:lnTo>
                    <a:pt x="1447512" y="925734"/>
                  </a:lnTo>
                  <a:cubicBezTo>
                    <a:pt x="1447512" y="1291315"/>
                    <a:pt x="1291315" y="1447512"/>
                    <a:pt x="925734" y="1447512"/>
                  </a:cubicBezTo>
                  <a:lnTo>
                    <a:pt x="521777" y="1447512"/>
                  </a:lnTo>
                  <a:close/>
                  <a:moveTo>
                    <a:pt x="100989" y="521777"/>
                  </a:moveTo>
                  <a:lnTo>
                    <a:pt x="100989" y="925734"/>
                  </a:lnTo>
                  <a:cubicBezTo>
                    <a:pt x="100989" y="1236108"/>
                    <a:pt x="211404" y="1346523"/>
                    <a:pt x="521777" y="1346523"/>
                  </a:cubicBezTo>
                  <a:lnTo>
                    <a:pt x="925734" y="1346523"/>
                  </a:lnTo>
                  <a:cubicBezTo>
                    <a:pt x="1236108" y="1346523"/>
                    <a:pt x="1346523" y="1236108"/>
                    <a:pt x="1346523" y="925734"/>
                  </a:cubicBezTo>
                  <a:lnTo>
                    <a:pt x="1346523" y="521777"/>
                  </a:lnTo>
                  <a:cubicBezTo>
                    <a:pt x="1346523" y="211404"/>
                    <a:pt x="1236108" y="100989"/>
                    <a:pt x="925734" y="100989"/>
                  </a:cubicBezTo>
                  <a:lnTo>
                    <a:pt x="521777" y="100989"/>
                  </a:lnTo>
                  <a:cubicBezTo>
                    <a:pt x="211404" y="100989"/>
                    <a:pt x="100989" y="211404"/>
                    <a:pt x="100989" y="521777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0" name="任意多边形: 形状 99"/>
            <p:cNvSpPr/>
            <p:nvPr/>
          </p:nvSpPr>
          <p:spPr>
            <a:xfrm>
              <a:off x="8123267" y="206080"/>
              <a:ext cx="672938" cy="482515"/>
            </a:xfrm>
            <a:custGeom>
              <a:avLst/>
              <a:gdLst>
                <a:gd name="connsiteX0" fmla="*/ 205190 w 672938"/>
                <a:gd name="connsiteY0" fmla="*/ 467748 h 482515"/>
                <a:gd name="connsiteX1" fmla="*/ 14657 w 672938"/>
                <a:gd name="connsiteY1" fmla="*/ 277215 h 482515"/>
                <a:gd name="connsiteX2" fmla="*/ 14657 w 672938"/>
                <a:gd name="connsiteY2" fmla="*/ 205850 h 482515"/>
                <a:gd name="connsiteX3" fmla="*/ 86023 w 672938"/>
                <a:gd name="connsiteY3" fmla="*/ 205850 h 482515"/>
                <a:gd name="connsiteX4" fmla="*/ 240873 w 672938"/>
                <a:gd name="connsiteY4" fmla="*/ 360700 h 482515"/>
                <a:gd name="connsiteX5" fmla="*/ 586929 w 672938"/>
                <a:gd name="connsiteY5" fmla="*/ 14643 h 482515"/>
                <a:gd name="connsiteX6" fmla="*/ 658295 w 672938"/>
                <a:gd name="connsiteY6" fmla="*/ 14643 h 482515"/>
                <a:gd name="connsiteX7" fmla="*/ 658295 w 672938"/>
                <a:gd name="connsiteY7" fmla="*/ 86009 h 482515"/>
                <a:gd name="connsiteX8" fmla="*/ 276556 w 672938"/>
                <a:gd name="connsiteY8" fmla="*/ 467748 h 482515"/>
                <a:gd name="connsiteX9" fmla="*/ 205190 w 672938"/>
                <a:gd name="connsiteY9" fmla="*/ 467748 h 48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2938" h="482515">
                  <a:moveTo>
                    <a:pt x="205190" y="467748"/>
                  </a:moveTo>
                  <a:lnTo>
                    <a:pt x="14657" y="277215"/>
                  </a:lnTo>
                  <a:cubicBezTo>
                    <a:pt x="-4886" y="257440"/>
                    <a:pt x="-4886" y="225625"/>
                    <a:pt x="14657" y="205850"/>
                  </a:cubicBezTo>
                  <a:cubicBezTo>
                    <a:pt x="34182" y="186325"/>
                    <a:pt x="66498" y="186325"/>
                    <a:pt x="86023" y="205850"/>
                  </a:cubicBezTo>
                  <a:lnTo>
                    <a:pt x="240873" y="360700"/>
                  </a:lnTo>
                  <a:lnTo>
                    <a:pt x="586929" y="14643"/>
                  </a:lnTo>
                  <a:cubicBezTo>
                    <a:pt x="606454" y="-4881"/>
                    <a:pt x="638770" y="-4881"/>
                    <a:pt x="658295" y="14643"/>
                  </a:cubicBezTo>
                  <a:cubicBezTo>
                    <a:pt x="677819" y="34168"/>
                    <a:pt x="677819" y="66485"/>
                    <a:pt x="658295" y="86009"/>
                  </a:cubicBezTo>
                  <a:lnTo>
                    <a:pt x="276556" y="467748"/>
                  </a:lnTo>
                  <a:cubicBezTo>
                    <a:pt x="256841" y="487438"/>
                    <a:pt x="224904" y="487438"/>
                    <a:pt x="205190" y="467748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01" name="矩形 100"/>
          <p:cNvSpPr/>
          <p:nvPr/>
        </p:nvSpPr>
        <p:spPr>
          <a:xfrm>
            <a:off x="7503885" y="6248400"/>
            <a:ext cx="631373" cy="240959"/>
          </a:xfrm>
          <a:prstGeom prst="rect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2" name="Rectangle 100+"/>
          <p:cNvSpPr/>
          <p:nvPr/>
        </p:nvSpPr>
        <p:spPr>
          <a:xfrm>
            <a:off x="6557186" y="6248400"/>
            <a:ext cx="631373" cy="240959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48920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工作汇报</a:t>
            </a:r>
            <a:r>
              <a:rPr kumimoji="0" lang="en-US" altLang="zh-CN" sz="260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/</a:t>
            </a:r>
            <a:r>
              <a:rPr kumimoji="0" lang="zh-CN" altLang="en-US" sz="260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店铺流量提升策略</a:t>
            </a:r>
          </a:p>
        </p:txBody>
      </p:sp>
      <p:sp>
        <p:nvSpPr>
          <p:cNvPr id="11" name="圆角矩形 10"/>
          <p:cNvSpPr/>
          <p:nvPr>
            <p:custDataLst>
              <p:tags r:id="rId2"/>
            </p:custDataLst>
          </p:nvPr>
        </p:nvSpPr>
        <p:spPr>
          <a:xfrm>
            <a:off x="248920" y="3792855"/>
            <a:ext cx="11711940" cy="2673985"/>
          </a:xfrm>
          <a:prstGeom prst="roundRect">
            <a:avLst>
              <a:gd name="adj" fmla="val 6981"/>
            </a:avLst>
          </a:prstGeom>
          <a:solidFill>
            <a:schemeClr val="accent5">
              <a:alpha val="3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grpSp>
        <p:nvGrpSpPr>
          <p:cNvPr id="42" name="组合 41"/>
          <p:cNvGrpSpPr/>
          <p:nvPr>
            <p:custDataLst>
              <p:tags r:id="rId3"/>
            </p:custDataLst>
          </p:nvPr>
        </p:nvGrpSpPr>
        <p:grpSpPr>
          <a:xfrm>
            <a:off x="384810" y="4008755"/>
            <a:ext cx="3568065" cy="965200"/>
            <a:chOff x="642" y="1655"/>
            <a:chExt cx="5619" cy="1520"/>
          </a:xfrm>
        </p:grpSpPr>
        <p:sp>
          <p:nvSpPr>
            <p:cNvPr id="34" name="文本框 33"/>
            <p:cNvSpPr txBox="1"/>
            <p:nvPr>
              <p:custDataLst>
                <p:tags r:id="rId30"/>
              </p:custDataLst>
            </p:nvPr>
          </p:nvSpPr>
          <p:spPr>
            <a:xfrm>
              <a:off x="642" y="2218"/>
              <a:ext cx="5619" cy="9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现有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28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万会员标签覆盖率仅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42%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，目标提升会员复购率至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35%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以上。</a:t>
              </a: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678" y="1655"/>
              <a:ext cx="3226" cy="562"/>
              <a:chOff x="678" y="1655"/>
              <a:chExt cx="3226" cy="562"/>
            </a:xfrm>
          </p:grpSpPr>
          <p:sp>
            <p:nvSpPr>
              <p:cNvPr id="35" name="圆角矩形 34"/>
              <p:cNvSpPr/>
              <p:nvPr>
                <p:custDataLst>
                  <p:tags r:id="rId31"/>
                </p:custDataLst>
              </p:nvPr>
            </p:nvSpPr>
            <p:spPr>
              <a:xfrm>
                <a:off x="678" y="1655"/>
                <a:ext cx="3227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endParaRPr>
              </a:p>
            </p:txBody>
          </p:sp>
          <p:sp>
            <p:nvSpPr>
              <p:cNvPr id="36" name="文本框 35"/>
              <p:cNvSpPr txBox="1"/>
              <p:nvPr>
                <p:custDataLst>
                  <p:tags r:id="rId32"/>
                </p:custDataLst>
              </p:nvPr>
            </p:nvSpPr>
            <p:spPr>
              <a:xfrm>
                <a:off x="678" y="1684"/>
                <a:ext cx="317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Bold" panose="020B0800000000000000" pitchFamily="34" charset="-122"/>
                  </a:rPr>
                  <a:t>数字化会员体系升级</a:t>
                </a:r>
              </a:p>
            </p:txBody>
          </p:sp>
        </p:grpSp>
      </p:grpSp>
      <p:grpSp>
        <p:nvGrpSpPr>
          <p:cNvPr id="40" name="组合 39"/>
          <p:cNvGrpSpPr/>
          <p:nvPr>
            <p:custDataLst>
              <p:tags r:id="rId4"/>
            </p:custDataLst>
          </p:nvPr>
        </p:nvGrpSpPr>
        <p:grpSpPr>
          <a:xfrm>
            <a:off x="384810" y="5272405"/>
            <a:ext cx="3568065" cy="965200"/>
            <a:chOff x="642" y="3575"/>
            <a:chExt cx="5619" cy="1520"/>
          </a:xfrm>
        </p:grpSpPr>
        <p:sp>
          <p:nvSpPr>
            <p:cNvPr id="107" name="文本框 106"/>
            <p:cNvSpPr txBox="1"/>
            <p:nvPr>
              <p:custDataLst>
                <p:tags r:id="rId27"/>
              </p:custDataLst>
            </p:nvPr>
          </p:nvSpPr>
          <p:spPr>
            <a:xfrm>
              <a:off x="642" y="4138"/>
              <a:ext cx="5619" cy="9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针对童装、辅食等核心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SKU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，将西北区域配送时效从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48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小时压缩至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24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小时。</a:t>
              </a:r>
            </a:p>
          </p:txBody>
        </p:sp>
        <p:sp>
          <p:nvSpPr>
            <p:cNvPr id="108" name="圆角矩形 107"/>
            <p:cNvSpPr/>
            <p:nvPr>
              <p:custDataLst>
                <p:tags r:id="rId28"/>
              </p:custDataLst>
            </p:nvPr>
          </p:nvSpPr>
          <p:spPr>
            <a:xfrm>
              <a:off x="678" y="3575"/>
              <a:ext cx="3227" cy="563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10" name="文本框 109"/>
            <p:cNvSpPr txBox="1"/>
            <p:nvPr>
              <p:custDataLst>
                <p:tags r:id="rId29"/>
              </p:custDataLst>
            </p:nvPr>
          </p:nvSpPr>
          <p:spPr>
            <a:xfrm>
              <a:off x="678" y="3604"/>
              <a:ext cx="3174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设置柔性供应链优化</a:t>
              </a:r>
            </a:p>
          </p:txBody>
        </p:sp>
      </p:grpSp>
      <p:grpSp>
        <p:nvGrpSpPr>
          <p:cNvPr id="21" name="组合 20"/>
          <p:cNvGrpSpPr/>
          <p:nvPr>
            <p:custDataLst>
              <p:tags r:id="rId5"/>
            </p:custDataLst>
          </p:nvPr>
        </p:nvGrpSpPr>
        <p:grpSpPr>
          <a:xfrm>
            <a:off x="8170545" y="4008755"/>
            <a:ext cx="3621405" cy="965200"/>
            <a:chOff x="12983" y="1655"/>
            <a:chExt cx="5703" cy="1520"/>
          </a:xfrm>
        </p:grpSpPr>
        <p:sp>
          <p:nvSpPr>
            <p:cNvPr id="129" name="文本框 128"/>
            <p:cNvSpPr txBox="1"/>
            <p:nvPr>
              <p:custDataLst>
                <p:tags r:id="rId24"/>
              </p:custDataLst>
            </p:nvPr>
          </p:nvSpPr>
          <p:spPr>
            <a:xfrm>
              <a:off x="12983" y="2218"/>
              <a:ext cx="5703" cy="9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西北分仓优化及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3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家体验店选址，核心指标未达预期时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48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小时内调整策略。</a:t>
              </a: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15327" y="1655"/>
              <a:ext cx="3226" cy="562"/>
              <a:chOff x="2103" y="7468"/>
              <a:chExt cx="3226" cy="562"/>
            </a:xfrm>
          </p:grpSpPr>
          <p:sp>
            <p:nvSpPr>
              <p:cNvPr id="130" name="圆角矩形 129"/>
              <p:cNvSpPr/>
              <p:nvPr>
                <p:custDataLst>
                  <p:tags r:id="rId25"/>
                </p:custDataLst>
              </p:nvPr>
            </p:nvSpPr>
            <p:spPr>
              <a:xfrm>
                <a:off x="2103" y="7468"/>
                <a:ext cx="3227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endParaRPr>
              </a:p>
            </p:txBody>
          </p:sp>
          <p:sp>
            <p:nvSpPr>
              <p:cNvPr id="131" name="文本框 130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2103" y="7497"/>
                <a:ext cx="317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Bold" panose="020B0800000000000000" pitchFamily="34" charset="-122"/>
                  </a:rPr>
                  <a:t>稳定阶段性进度管控</a:t>
                </a:r>
              </a:p>
            </p:txBody>
          </p:sp>
        </p:grpSp>
      </p:grpSp>
      <p:grpSp>
        <p:nvGrpSpPr>
          <p:cNvPr id="31" name="组合 30"/>
          <p:cNvGrpSpPr/>
          <p:nvPr>
            <p:custDataLst>
              <p:tags r:id="rId6"/>
            </p:custDataLst>
          </p:nvPr>
        </p:nvGrpSpPr>
        <p:grpSpPr>
          <a:xfrm>
            <a:off x="8170545" y="5271770"/>
            <a:ext cx="3621405" cy="965200"/>
            <a:chOff x="12983" y="1655"/>
            <a:chExt cx="5703" cy="1520"/>
          </a:xfrm>
        </p:grpSpPr>
        <p:sp>
          <p:nvSpPr>
            <p:cNvPr id="32" name="文本框 31"/>
            <p:cNvSpPr txBox="1"/>
            <p:nvPr>
              <p:custDataLst>
                <p:tags r:id="rId21"/>
              </p:custDataLst>
            </p:nvPr>
          </p:nvSpPr>
          <p:spPr>
            <a:xfrm>
              <a:off x="12983" y="2218"/>
              <a:ext cx="5703" cy="9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提前与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2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家备选工厂签订协议，应对主力工厂产能波动。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15327" y="1655"/>
              <a:ext cx="3226" cy="562"/>
              <a:chOff x="2103" y="7468"/>
              <a:chExt cx="3226" cy="562"/>
            </a:xfrm>
          </p:grpSpPr>
          <p:sp>
            <p:nvSpPr>
              <p:cNvPr id="38" name="圆角矩形 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2103" y="7468"/>
                <a:ext cx="3227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endParaRPr>
              </a:p>
            </p:txBody>
          </p:sp>
          <p:sp>
            <p:nvSpPr>
              <p:cNvPr id="39" name="文本框 38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2103" y="7497"/>
                <a:ext cx="317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Bold" panose="020B0800000000000000" pitchFamily="34" charset="-122"/>
                    <a:sym typeface="+mn-ea"/>
                  </a:rPr>
                  <a:t>源头防控全流程风险</a:t>
                </a:r>
              </a:p>
            </p:txBody>
          </p:sp>
        </p:grpSp>
      </p:grpSp>
      <p:graphicFrame>
        <p:nvGraphicFramePr>
          <p:cNvPr id="183" name="图表 182"/>
          <p:cNvGraphicFramePr/>
          <p:nvPr/>
        </p:nvGraphicFramePr>
        <p:xfrm>
          <a:off x="-207645" y="781050"/>
          <a:ext cx="10346690" cy="3267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5"/>
          </a:graphicData>
        </a:graphic>
      </p:graphicFrame>
      <p:sp>
        <p:nvSpPr>
          <p:cNvPr id="49" name="圆角矩形 48"/>
          <p:cNvSpPr/>
          <p:nvPr/>
        </p:nvSpPr>
        <p:spPr>
          <a:xfrm>
            <a:off x="10139045" y="926465"/>
            <a:ext cx="1821180" cy="789940"/>
          </a:xfrm>
          <a:prstGeom prst="roundRect">
            <a:avLst>
              <a:gd name="adj" fmla="val 11694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10139045" y="1843405"/>
            <a:ext cx="1821180" cy="789940"/>
          </a:xfrm>
          <a:prstGeom prst="roundRect">
            <a:avLst>
              <a:gd name="adj" fmla="val 11694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10139045" y="2760345"/>
            <a:ext cx="1821180" cy="789940"/>
          </a:xfrm>
          <a:prstGeom prst="roundRect">
            <a:avLst>
              <a:gd name="adj" fmla="val 11694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0820400" y="967740"/>
            <a:ext cx="108077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店铺流量整体呈上升趋势，因素对流量有显著正面影响。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10820400" y="1889125"/>
            <a:ext cx="108077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一步分析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4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月和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10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月份流量优化的营销策略成功经验。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10820400" y="2810510"/>
            <a:ext cx="108077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应该制定特定的提升计划对流量的季节性进行深入分析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。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7"/>
            </p:custDataLst>
          </p:nvPr>
        </p:nvSpPr>
        <p:spPr>
          <a:xfrm>
            <a:off x="10087610" y="967740"/>
            <a:ext cx="8489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整体上升</a:t>
            </a:r>
          </a:p>
        </p:txBody>
      </p:sp>
      <p:sp>
        <p:nvSpPr>
          <p:cNvPr id="64" name="文本框 63"/>
          <p:cNvSpPr txBox="1"/>
          <p:nvPr>
            <p:custDataLst>
              <p:tags r:id="rId8"/>
            </p:custDataLst>
          </p:nvPr>
        </p:nvSpPr>
        <p:spPr>
          <a:xfrm>
            <a:off x="10087610" y="1885315"/>
            <a:ext cx="8489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具体分析</a:t>
            </a:r>
          </a:p>
        </p:txBody>
      </p:sp>
      <p:sp>
        <p:nvSpPr>
          <p:cNvPr id="65" name="文本框 64"/>
          <p:cNvSpPr txBox="1"/>
          <p:nvPr>
            <p:custDataLst>
              <p:tags r:id="rId9"/>
            </p:custDataLst>
          </p:nvPr>
        </p:nvSpPr>
        <p:spPr>
          <a:xfrm>
            <a:off x="10087610" y="2802890"/>
            <a:ext cx="8489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制定计划</a:t>
            </a:r>
          </a:p>
        </p:txBody>
      </p:sp>
      <p:cxnSp>
        <p:nvCxnSpPr>
          <p:cNvPr id="198" name="直接连接符 197"/>
          <p:cNvCxnSpPr/>
          <p:nvPr/>
        </p:nvCxnSpPr>
        <p:spPr>
          <a:xfrm>
            <a:off x="10831830" y="2983865"/>
            <a:ext cx="0" cy="361315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10831830" y="2058035"/>
            <a:ext cx="0" cy="361315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10831830" y="1132205"/>
            <a:ext cx="0" cy="361315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>
            <p:custDataLst>
              <p:tags r:id="rId10"/>
            </p:custDataLst>
          </p:nvPr>
        </p:nvGrpSpPr>
        <p:grpSpPr>
          <a:xfrm>
            <a:off x="4914900" y="3958590"/>
            <a:ext cx="2408555" cy="2409190"/>
            <a:chOff x="3472116" y="1218975"/>
            <a:chExt cx="5247768" cy="5247752"/>
          </a:xfrm>
        </p:grpSpPr>
        <p:sp>
          <p:nvSpPr>
            <p:cNvPr id="2" name="弧形 1"/>
            <p:cNvSpPr/>
            <p:nvPr>
              <p:custDataLst>
                <p:tags r:id="rId18"/>
              </p:custDataLst>
            </p:nvPr>
          </p:nvSpPr>
          <p:spPr>
            <a:xfrm flipV="1">
              <a:off x="3472116" y="1218975"/>
              <a:ext cx="5247768" cy="5247752"/>
            </a:xfrm>
            <a:prstGeom prst="arc">
              <a:avLst>
                <a:gd name="adj1" fmla="val 7269933"/>
                <a:gd name="adj2" fmla="val 10092442"/>
              </a:avLst>
            </a:prstGeom>
            <a:ln w="31750">
              <a:gradFill>
                <a:gsLst>
                  <a:gs pos="2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  <p:sp>
          <p:nvSpPr>
            <p:cNvPr id="76" name="弧形 75"/>
            <p:cNvSpPr/>
            <p:nvPr>
              <p:custDataLst>
                <p:tags r:id="rId19"/>
              </p:custDataLst>
            </p:nvPr>
          </p:nvSpPr>
          <p:spPr>
            <a:xfrm flipV="1">
              <a:off x="3472116" y="1218975"/>
              <a:ext cx="5247768" cy="5247752"/>
            </a:xfrm>
            <a:prstGeom prst="arc">
              <a:avLst>
                <a:gd name="adj1" fmla="val 957933"/>
                <a:gd name="adj2" fmla="val 3742040"/>
              </a:avLst>
            </a:prstGeom>
            <a:ln w="31750">
              <a:gradFill>
                <a:gsLst>
                  <a:gs pos="90000">
                    <a:schemeClr val="accent1">
                      <a:alpha val="0"/>
                    </a:schemeClr>
                  </a:gs>
                  <a:gs pos="18000">
                    <a:schemeClr val="accent1"/>
                  </a:gs>
                </a:gsLst>
                <a:lin ang="5400000" scaled="1"/>
              </a:gra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  <p:sp>
          <p:nvSpPr>
            <p:cNvPr id="75" name="弧形 74"/>
            <p:cNvSpPr/>
            <p:nvPr>
              <p:custDataLst>
                <p:tags r:id="rId20"/>
              </p:custDataLst>
            </p:nvPr>
          </p:nvSpPr>
          <p:spPr>
            <a:xfrm flipH="1">
              <a:off x="3472116" y="1218975"/>
              <a:ext cx="5247768" cy="5247752"/>
            </a:xfrm>
            <a:prstGeom prst="arc">
              <a:avLst>
                <a:gd name="adj1" fmla="val 3876692"/>
                <a:gd name="adj2" fmla="val 6956782"/>
              </a:avLst>
            </a:prstGeom>
            <a:ln w="3175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10800000" scaled="0"/>
              </a:gra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</p:grpSp>
      <p:sp>
        <p:nvSpPr>
          <p:cNvPr id="45" name="椭圆 44"/>
          <p:cNvSpPr/>
          <p:nvPr>
            <p:custDataLst>
              <p:tags r:id="rId11"/>
            </p:custDataLst>
          </p:nvPr>
        </p:nvSpPr>
        <p:spPr>
          <a:xfrm>
            <a:off x="5433695" y="3973830"/>
            <a:ext cx="1342390" cy="13430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46" name="椭圆 45"/>
          <p:cNvSpPr/>
          <p:nvPr>
            <p:custDataLst>
              <p:tags r:id="rId12"/>
            </p:custDataLst>
          </p:nvPr>
        </p:nvSpPr>
        <p:spPr>
          <a:xfrm>
            <a:off x="5950585" y="4754245"/>
            <a:ext cx="1342390" cy="13430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47" name="椭圆 46"/>
          <p:cNvSpPr/>
          <p:nvPr>
            <p:custDataLst>
              <p:tags r:id="rId13"/>
            </p:custDataLst>
          </p:nvPr>
        </p:nvSpPr>
        <p:spPr>
          <a:xfrm>
            <a:off x="4916805" y="4761230"/>
            <a:ext cx="1342390" cy="134302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61" name="任意多边形: 形状 60"/>
          <p:cNvSpPr/>
          <p:nvPr>
            <p:custDataLst>
              <p:tags r:id="rId14"/>
            </p:custDataLst>
          </p:nvPr>
        </p:nvSpPr>
        <p:spPr>
          <a:xfrm>
            <a:off x="5229225" y="4246245"/>
            <a:ext cx="1751330" cy="1530985"/>
          </a:xfrm>
          <a:custGeom>
            <a:avLst/>
            <a:gdLst>
              <a:gd name="connsiteX0" fmla="*/ 1907926 w 3815852"/>
              <a:gd name="connsiteY0" fmla="*/ 0 h 3333715"/>
              <a:gd name="connsiteX1" fmla="*/ 2689504 w 3815852"/>
              <a:gd name="connsiteY1" fmla="*/ 781577 h 3333715"/>
              <a:gd name="connsiteX2" fmla="*/ 2460585 w 3815852"/>
              <a:gd name="connsiteY2" fmla="*/ 1334236 h 3333715"/>
              <a:gd name="connsiteX3" fmla="*/ 2375559 w 3815852"/>
              <a:gd name="connsiteY3" fmla="*/ 1404388 h 3333715"/>
              <a:gd name="connsiteX4" fmla="*/ 2642162 w 3815852"/>
              <a:gd name="connsiteY4" fmla="*/ 1864048 h 3333715"/>
              <a:gd name="connsiteX5" fmla="*/ 2730049 w 3815852"/>
              <a:gd name="connsiteY5" fmla="*/ 1816344 h 3333715"/>
              <a:gd name="connsiteX6" fmla="*/ 3034274 w 3815852"/>
              <a:gd name="connsiteY6" fmla="*/ 1754924 h 3333715"/>
              <a:gd name="connsiteX7" fmla="*/ 3815852 w 3815852"/>
              <a:gd name="connsiteY7" fmla="*/ 2536501 h 3333715"/>
              <a:gd name="connsiteX8" fmla="*/ 3034274 w 3815852"/>
              <a:gd name="connsiteY8" fmla="*/ 3318078 h 3333715"/>
              <a:gd name="connsiteX9" fmla="*/ 2314116 w 3815852"/>
              <a:gd name="connsiteY9" fmla="*/ 2840726 h 3333715"/>
              <a:gd name="connsiteX10" fmla="*/ 2281481 w 3815852"/>
              <a:gd name="connsiteY10" fmla="*/ 2735592 h 3333715"/>
              <a:gd name="connsiteX11" fmla="*/ 1539225 w 3815852"/>
              <a:gd name="connsiteY11" fmla="*/ 2735592 h 3333715"/>
              <a:gd name="connsiteX12" fmla="*/ 1501736 w 3815852"/>
              <a:gd name="connsiteY12" fmla="*/ 2856363 h 3333715"/>
              <a:gd name="connsiteX13" fmla="*/ 781578 w 3815852"/>
              <a:gd name="connsiteY13" fmla="*/ 3333715 h 3333715"/>
              <a:gd name="connsiteX14" fmla="*/ 0 w 3815852"/>
              <a:gd name="connsiteY14" fmla="*/ 2552138 h 3333715"/>
              <a:gd name="connsiteX15" fmla="*/ 781578 w 3815852"/>
              <a:gd name="connsiteY15" fmla="*/ 1770561 h 3333715"/>
              <a:gd name="connsiteX16" fmla="*/ 1085803 w 3815852"/>
              <a:gd name="connsiteY16" fmla="*/ 1831981 h 3333715"/>
              <a:gd name="connsiteX17" fmla="*/ 1166793 w 3815852"/>
              <a:gd name="connsiteY17" fmla="*/ 1875941 h 3333715"/>
              <a:gd name="connsiteX18" fmla="*/ 1440293 w 3815852"/>
              <a:gd name="connsiteY18" fmla="*/ 1404388 h 3333715"/>
              <a:gd name="connsiteX19" fmla="*/ 1355267 w 3815852"/>
              <a:gd name="connsiteY19" fmla="*/ 1334236 h 3333715"/>
              <a:gd name="connsiteX20" fmla="*/ 1126348 w 3815852"/>
              <a:gd name="connsiteY20" fmla="*/ 781577 h 3333715"/>
              <a:gd name="connsiteX21" fmla="*/ 1907926 w 3815852"/>
              <a:gd name="connsiteY21" fmla="*/ 0 h 3333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815852" h="3333715">
                <a:moveTo>
                  <a:pt x="1907926" y="0"/>
                </a:moveTo>
                <a:cubicBezTo>
                  <a:pt x="2339580" y="0"/>
                  <a:pt x="2689504" y="349924"/>
                  <a:pt x="2689504" y="781577"/>
                </a:cubicBezTo>
                <a:cubicBezTo>
                  <a:pt x="2689504" y="997404"/>
                  <a:pt x="2602023" y="1192798"/>
                  <a:pt x="2460585" y="1334236"/>
                </a:cubicBezTo>
                <a:lnTo>
                  <a:pt x="2375559" y="1404388"/>
                </a:lnTo>
                <a:lnTo>
                  <a:pt x="2642162" y="1864048"/>
                </a:lnTo>
                <a:lnTo>
                  <a:pt x="2730049" y="1816344"/>
                </a:lnTo>
                <a:cubicBezTo>
                  <a:pt x="2823555" y="1776794"/>
                  <a:pt x="2926361" y="1754924"/>
                  <a:pt x="3034274" y="1754924"/>
                </a:cubicBezTo>
                <a:cubicBezTo>
                  <a:pt x="3465928" y="1754924"/>
                  <a:pt x="3815852" y="2104848"/>
                  <a:pt x="3815852" y="2536501"/>
                </a:cubicBezTo>
                <a:cubicBezTo>
                  <a:pt x="3815852" y="2968154"/>
                  <a:pt x="3465928" y="3318078"/>
                  <a:pt x="3034274" y="3318078"/>
                </a:cubicBezTo>
                <a:cubicBezTo>
                  <a:pt x="2710534" y="3318078"/>
                  <a:pt x="2432766" y="3121246"/>
                  <a:pt x="2314116" y="2840726"/>
                </a:cubicBezTo>
                <a:lnTo>
                  <a:pt x="2281481" y="2735592"/>
                </a:lnTo>
                <a:lnTo>
                  <a:pt x="1539225" y="2735592"/>
                </a:lnTo>
                <a:lnTo>
                  <a:pt x="1501736" y="2856363"/>
                </a:lnTo>
                <a:cubicBezTo>
                  <a:pt x="1383086" y="3136883"/>
                  <a:pt x="1105318" y="3333715"/>
                  <a:pt x="781578" y="3333715"/>
                </a:cubicBezTo>
                <a:cubicBezTo>
                  <a:pt x="349924" y="3333715"/>
                  <a:pt x="0" y="2983791"/>
                  <a:pt x="0" y="2552138"/>
                </a:cubicBezTo>
                <a:cubicBezTo>
                  <a:pt x="0" y="2120485"/>
                  <a:pt x="349924" y="1770561"/>
                  <a:pt x="781578" y="1770561"/>
                </a:cubicBezTo>
                <a:cubicBezTo>
                  <a:pt x="889491" y="1770561"/>
                  <a:pt x="992297" y="1792431"/>
                  <a:pt x="1085803" y="1831981"/>
                </a:cubicBezTo>
                <a:lnTo>
                  <a:pt x="1166793" y="1875941"/>
                </a:lnTo>
                <a:lnTo>
                  <a:pt x="1440293" y="1404388"/>
                </a:lnTo>
                <a:lnTo>
                  <a:pt x="1355267" y="1334236"/>
                </a:lnTo>
                <a:cubicBezTo>
                  <a:pt x="1213829" y="1192798"/>
                  <a:pt x="1126348" y="997404"/>
                  <a:pt x="1126348" y="781577"/>
                </a:cubicBezTo>
                <a:cubicBezTo>
                  <a:pt x="1126348" y="349924"/>
                  <a:pt x="1476272" y="0"/>
                  <a:pt x="190792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52400" dist="508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>
            <p:custDataLst>
              <p:tags r:id="rId15"/>
            </p:custDataLst>
          </p:nvPr>
        </p:nvSpPr>
        <p:spPr>
          <a:xfrm>
            <a:off x="5097780" y="5165090"/>
            <a:ext cx="90868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预判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应对</a:t>
            </a:r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6155055" y="5165090"/>
            <a:ext cx="90868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精准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运营</a:t>
            </a:r>
          </a:p>
        </p:txBody>
      </p:sp>
      <p:sp>
        <p:nvSpPr>
          <p:cNvPr id="19" name="文本框 18"/>
          <p:cNvSpPr txBox="1"/>
          <p:nvPr>
            <p:custDataLst>
              <p:tags r:id="rId17"/>
            </p:custDataLst>
          </p:nvPr>
        </p:nvSpPr>
        <p:spPr>
          <a:xfrm>
            <a:off x="5649595" y="4310380"/>
            <a:ext cx="90868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节点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追踪</a:t>
            </a:r>
          </a:p>
        </p:txBody>
      </p:sp>
      <p:grpSp>
        <p:nvGrpSpPr>
          <p:cNvPr id="9569" name="Google Shape;9569;p88"/>
          <p:cNvGrpSpPr/>
          <p:nvPr/>
        </p:nvGrpSpPr>
        <p:grpSpPr>
          <a:xfrm>
            <a:off x="5902325" y="5006975"/>
            <a:ext cx="401320" cy="400685"/>
            <a:chOff x="6264975" y="3220950"/>
            <a:chExt cx="268525" cy="267950"/>
          </a:xfrm>
          <a:solidFill>
            <a:schemeClr val="accent5"/>
          </a:solidFill>
        </p:grpSpPr>
        <p:sp>
          <p:nvSpPr>
            <p:cNvPr id="9570" name="Google Shape;9570;p88"/>
            <p:cNvSpPr/>
            <p:nvPr/>
          </p:nvSpPr>
          <p:spPr>
            <a:xfrm>
              <a:off x="6322725" y="3276925"/>
              <a:ext cx="6550" cy="16100"/>
            </a:xfrm>
            <a:custGeom>
              <a:avLst/>
              <a:gdLst/>
              <a:ahLst/>
              <a:cxnLst/>
              <a:rect l="l" t="t" r="r" b="b"/>
              <a:pathLst>
                <a:path w="262" h="644" extrusionOk="0">
                  <a:moveTo>
                    <a:pt x="0" y="0"/>
                  </a:moveTo>
                  <a:lnTo>
                    <a:pt x="0" y="643"/>
                  </a:lnTo>
                  <a:cubicBezTo>
                    <a:pt x="119" y="596"/>
                    <a:pt x="191" y="477"/>
                    <a:pt x="214" y="357"/>
                  </a:cubicBezTo>
                  <a:cubicBezTo>
                    <a:pt x="262" y="191"/>
                    <a:pt x="167" y="4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9571" name="Google Shape;9571;p88"/>
            <p:cNvSpPr/>
            <p:nvPr/>
          </p:nvSpPr>
          <p:spPr>
            <a:xfrm>
              <a:off x="6266750" y="3221700"/>
              <a:ext cx="122075" cy="104050"/>
            </a:xfrm>
            <a:custGeom>
              <a:avLst/>
              <a:gdLst/>
              <a:ahLst/>
              <a:cxnLst/>
              <a:rect l="l" t="t" r="r" b="b"/>
              <a:pathLst>
                <a:path w="4883" h="4162" extrusionOk="0">
                  <a:moveTo>
                    <a:pt x="2084" y="661"/>
                  </a:moveTo>
                  <a:cubicBezTo>
                    <a:pt x="2162" y="661"/>
                    <a:pt x="2239" y="709"/>
                    <a:pt x="2239" y="804"/>
                  </a:cubicBezTo>
                  <a:lnTo>
                    <a:pt x="2239" y="923"/>
                  </a:lnTo>
                  <a:cubicBezTo>
                    <a:pt x="2382" y="947"/>
                    <a:pt x="2501" y="995"/>
                    <a:pt x="2596" y="1114"/>
                  </a:cubicBezTo>
                  <a:cubicBezTo>
                    <a:pt x="2668" y="1161"/>
                    <a:pt x="2668" y="1257"/>
                    <a:pt x="2596" y="1328"/>
                  </a:cubicBezTo>
                  <a:cubicBezTo>
                    <a:pt x="2561" y="1352"/>
                    <a:pt x="2519" y="1364"/>
                    <a:pt x="2480" y="1364"/>
                  </a:cubicBezTo>
                  <a:cubicBezTo>
                    <a:pt x="2441" y="1364"/>
                    <a:pt x="2406" y="1352"/>
                    <a:pt x="2382" y="1328"/>
                  </a:cubicBezTo>
                  <a:cubicBezTo>
                    <a:pt x="2334" y="1304"/>
                    <a:pt x="2287" y="1280"/>
                    <a:pt x="2263" y="1257"/>
                  </a:cubicBezTo>
                  <a:lnTo>
                    <a:pt x="2263" y="1876"/>
                  </a:lnTo>
                  <a:lnTo>
                    <a:pt x="2358" y="1923"/>
                  </a:lnTo>
                  <a:cubicBezTo>
                    <a:pt x="2668" y="2019"/>
                    <a:pt x="2834" y="2328"/>
                    <a:pt x="2787" y="2638"/>
                  </a:cubicBezTo>
                  <a:cubicBezTo>
                    <a:pt x="2739" y="2900"/>
                    <a:pt x="2525" y="3138"/>
                    <a:pt x="2263" y="3186"/>
                  </a:cubicBezTo>
                  <a:lnTo>
                    <a:pt x="2263" y="3352"/>
                  </a:lnTo>
                  <a:cubicBezTo>
                    <a:pt x="2263" y="3448"/>
                    <a:pt x="2180" y="3495"/>
                    <a:pt x="2096" y="3495"/>
                  </a:cubicBezTo>
                  <a:cubicBezTo>
                    <a:pt x="2013" y="3495"/>
                    <a:pt x="1929" y="3448"/>
                    <a:pt x="1929" y="3352"/>
                  </a:cubicBezTo>
                  <a:lnTo>
                    <a:pt x="1929" y="3209"/>
                  </a:lnTo>
                  <a:cubicBezTo>
                    <a:pt x="1787" y="3209"/>
                    <a:pt x="1620" y="3138"/>
                    <a:pt x="1501" y="3043"/>
                  </a:cubicBezTo>
                  <a:cubicBezTo>
                    <a:pt x="1406" y="2995"/>
                    <a:pt x="1406" y="2900"/>
                    <a:pt x="1453" y="2828"/>
                  </a:cubicBezTo>
                  <a:lnTo>
                    <a:pt x="1429" y="2805"/>
                  </a:lnTo>
                  <a:cubicBezTo>
                    <a:pt x="1456" y="2765"/>
                    <a:pt x="1496" y="2748"/>
                    <a:pt x="1539" y="2748"/>
                  </a:cubicBezTo>
                  <a:cubicBezTo>
                    <a:pt x="1575" y="2748"/>
                    <a:pt x="1612" y="2759"/>
                    <a:pt x="1644" y="2781"/>
                  </a:cubicBezTo>
                  <a:cubicBezTo>
                    <a:pt x="1739" y="2828"/>
                    <a:pt x="1810" y="2876"/>
                    <a:pt x="1929" y="2876"/>
                  </a:cubicBezTo>
                  <a:lnTo>
                    <a:pt x="1929" y="2090"/>
                  </a:lnTo>
                  <a:cubicBezTo>
                    <a:pt x="1834" y="2043"/>
                    <a:pt x="1739" y="1995"/>
                    <a:pt x="1644" y="1923"/>
                  </a:cubicBezTo>
                  <a:cubicBezTo>
                    <a:pt x="1501" y="1804"/>
                    <a:pt x="1429" y="1590"/>
                    <a:pt x="1477" y="1423"/>
                  </a:cubicBezTo>
                  <a:cubicBezTo>
                    <a:pt x="1525" y="1209"/>
                    <a:pt x="1667" y="1019"/>
                    <a:pt x="1882" y="947"/>
                  </a:cubicBezTo>
                  <a:lnTo>
                    <a:pt x="1929" y="947"/>
                  </a:lnTo>
                  <a:lnTo>
                    <a:pt x="1929" y="804"/>
                  </a:lnTo>
                  <a:cubicBezTo>
                    <a:pt x="1929" y="709"/>
                    <a:pt x="2007" y="661"/>
                    <a:pt x="2084" y="661"/>
                  </a:cubicBezTo>
                  <a:close/>
                  <a:moveTo>
                    <a:pt x="2103" y="1"/>
                  </a:moveTo>
                  <a:cubicBezTo>
                    <a:pt x="1026" y="1"/>
                    <a:pt x="0" y="833"/>
                    <a:pt x="0" y="2090"/>
                  </a:cubicBezTo>
                  <a:cubicBezTo>
                    <a:pt x="0" y="3233"/>
                    <a:pt x="929" y="4162"/>
                    <a:pt x="2096" y="4162"/>
                  </a:cubicBezTo>
                  <a:cubicBezTo>
                    <a:pt x="3954" y="4162"/>
                    <a:pt x="4882" y="1923"/>
                    <a:pt x="3573" y="614"/>
                  </a:cubicBezTo>
                  <a:cubicBezTo>
                    <a:pt x="3142" y="190"/>
                    <a:pt x="2616" y="1"/>
                    <a:pt x="21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9572" name="Google Shape;9572;p88"/>
            <p:cNvSpPr/>
            <p:nvPr/>
          </p:nvSpPr>
          <p:spPr>
            <a:xfrm>
              <a:off x="6310800" y="3253700"/>
              <a:ext cx="4200" cy="11325"/>
            </a:xfrm>
            <a:custGeom>
              <a:avLst/>
              <a:gdLst/>
              <a:ahLst/>
              <a:cxnLst/>
              <a:rect l="l" t="t" r="r" b="b"/>
              <a:pathLst>
                <a:path w="168" h="453" extrusionOk="0">
                  <a:moveTo>
                    <a:pt x="167" y="0"/>
                  </a:moveTo>
                  <a:cubicBezTo>
                    <a:pt x="96" y="24"/>
                    <a:pt x="25" y="120"/>
                    <a:pt x="25" y="191"/>
                  </a:cubicBezTo>
                  <a:cubicBezTo>
                    <a:pt x="1" y="262"/>
                    <a:pt x="25" y="334"/>
                    <a:pt x="72" y="405"/>
                  </a:cubicBezTo>
                  <a:lnTo>
                    <a:pt x="167" y="453"/>
                  </a:lnTo>
                  <a:lnTo>
                    <a:pt x="1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9573" name="Google Shape;9573;p88"/>
            <p:cNvSpPr/>
            <p:nvPr/>
          </p:nvSpPr>
          <p:spPr>
            <a:xfrm>
              <a:off x="6366175" y="3379325"/>
              <a:ext cx="67900" cy="109575"/>
            </a:xfrm>
            <a:custGeom>
              <a:avLst/>
              <a:gdLst/>
              <a:ahLst/>
              <a:cxnLst/>
              <a:rect l="l" t="t" r="r" b="b"/>
              <a:pathLst>
                <a:path w="2716" h="4383" extrusionOk="0">
                  <a:moveTo>
                    <a:pt x="334" y="0"/>
                  </a:moveTo>
                  <a:cubicBezTo>
                    <a:pt x="143" y="0"/>
                    <a:pt x="0" y="143"/>
                    <a:pt x="0" y="310"/>
                  </a:cubicBezTo>
                  <a:lnTo>
                    <a:pt x="0" y="4073"/>
                  </a:lnTo>
                  <a:cubicBezTo>
                    <a:pt x="0" y="4239"/>
                    <a:pt x="143" y="4382"/>
                    <a:pt x="334" y="4382"/>
                  </a:cubicBezTo>
                  <a:lnTo>
                    <a:pt x="2406" y="4382"/>
                  </a:lnTo>
                  <a:cubicBezTo>
                    <a:pt x="2572" y="4382"/>
                    <a:pt x="2715" y="4239"/>
                    <a:pt x="2715" y="4073"/>
                  </a:cubicBezTo>
                  <a:lnTo>
                    <a:pt x="2715" y="310"/>
                  </a:lnTo>
                  <a:cubicBezTo>
                    <a:pt x="2715" y="143"/>
                    <a:pt x="2572" y="0"/>
                    <a:pt x="24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9574" name="Google Shape;9574;p88"/>
            <p:cNvSpPr/>
            <p:nvPr/>
          </p:nvSpPr>
          <p:spPr>
            <a:xfrm>
              <a:off x="6465600" y="3347775"/>
              <a:ext cx="67900" cy="141125"/>
            </a:xfrm>
            <a:custGeom>
              <a:avLst/>
              <a:gdLst/>
              <a:ahLst/>
              <a:cxnLst/>
              <a:rect l="l" t="t" r="r" b="b"/>
              <a:pathLst>
                <a:path w="2716" h="5645" extrusionOk="0">
                  <a:moveTo>
                    <a:pt x="310" y="0"/>
                  </a:moveTo>
                  <a:cubicBezTo>
                    <a:pt x="143" y="0"/>
                    <a:pt x="1" y="143"/>
                    <a:pt x="1" y="310"/>
                  </a:cubicBezTo>
                  <a:lnTo>
                    <a:pt x="1" y="5335"/>
                  </a:lnTo>
                  <a:cubicBezTo>
                    <a:pt x="1" y="5501"/>
                    <a:pt x="143" y="5644"/>
                    <a:pt x="310" y="5644"/>
                  </a:cubicBezTo>
                  <a:lnTo>
                    <a:pt x="2406" y="5644"/>
                  </a:lnTo>
                  <a:cubicBezTo>
                    <a:pt x="2572" y="5644"/>
                    <a:pt x="2715" y="5501"/>
                    <a:pt x="2715" y="5335"/>
                  </a:cubicBezTo>
                  <a:lnTo>
                    <a:pt x="2715" y="310"/>
                  </a:lnTo>
                  <a:cubicBezTo>
                    <a:pt x="2715" y="143"/>
                    <a:pt x="2572" y="0"/>
                    <a:pt x="24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9575" name="Google Shape;9575;p88"/>
            <p:cNvSpPr/>
            <p:nvPr/>
          </p:nvSpPr>
          <p:spPr>
            <a:xfrm>
              <a:off x="6266750" y="3410275"/>
              <a:ext cx="67900" cy="78625"/>
            </a:xfrm>
            <a:custGeom>
              <a:avLst/>
              <a:gdLst/>
              <a:ahLst/>
              <a:cxnLst/>
              <a:rect l="l" t="t" r="r" b="b"/>
              <a:pathLst>
                <a:path w="2716" h="3145" extrusionOk="0">
                  <a:moveTo>
                    <a:pt x="334" y="1"/>
                  </a:moveTo>
                  <a:cubicBezTo>
                    <a:pt x="143" y="1"/>
                    <a:pt x="0" y="144"/>
                    <a:pt x="0" y="334"/>
                  </a:cubicBezTo>
                  <a:lnTo>
                    <a:pt x="0" y="2835"/>
                  </a:lnTo>
                  <a:cubicBezTo>
                    <a:pt x="0" y="3001"/>
                    <a:pt x="143" y="3144"/>
                    <a:pt x="334" y="3144"/>
                  </a:cubicBezTo>
                  <a:lnTo>
                    <a:pt x="2406" y="3144"/>
                  </a:lnTo>
                  <a:cubicBezTo>
                    <a:pt x="2572" y="3144"/>
                    <a:pt x="2715" y="3001"/>
                    <a:pt x="2715" y="2835"/>
                  </a:cubicBezTo>
                  <a:lnTo>
                    <a:pt x="2715" y="334"/>
                  </a:lnTo>
                  <a:cubicBezTo>
                    <a:pt x="2715" y="144"/>
                    <a:pt x="2572" y="1"/>
                    <a:pt x="24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9576" name="Google Shape;9576;p88"/>
            <p:cNvSpPr/>
            <p:nvPr/>
          </p:nvSpPr>
          <p:spPr>
            <a:xfrm>
              <a:off x="6264975" y="3220950"/>
              <a:ext cx="268525" cy="162550"/>
            </a:xfrm>
            <a:custGeom>
              <a:avLst/>
              <a:gdLst/>
              <a:ahLst/>
              <a:cxnLst/>
              <a:rect l="l" t="t" r="r" b="b"/>
              <a:pathLst>
                <a:path w="10741" h="6502" extrusionOk="0">
                  <a:moveTo>
                    <a:pt x="8764" y="1"/>
                  </a:moveTo>
                  <a:cubicBezTo>
                    <a:pt x="8383" y="48"/>
                    <a:pt x="8383" y="596"/>
                    <a:pt x="8764" y="644"/>
                  </a:cubicBezTo>
                  <a:lnTo>
                    <a:pt x="9645" y="644"/>
                  </a:lnTo>
                  <a:cubicBezTo>
                    <a:pt x="9502" y="763"/>
                    <a:pt x="9359" y="906"/>
                    <a:pt x="9216" y="1049"/>
                  </a:cubicBezTo>
                  <a:cubicBezTo>
                    <a:pt x="7335" y="2906"/>
                    <a:pt x="4477" y="5692"/>
                    <a:pt x="381" y="5859"/>
                  </a:cubicBezTo>
                  <a:cubicBezTo>
                    <a:pt x="0" y="5907"/>
                    <a:pt x="0" y="6454"/>
                    <a:pt x="381" y="6502"/>
                  </a:cubicBezTo>
                  <a:cubicBezTo>
                    <a:pt x="4715" y="6311"/>
                    <a:pt x="7668" y="3430"/>
                    <a:pt x="9645" y="1501"/>
                  </a:cubicBezTo>
                  <a:lnTo>
                    <a:pt x="10097" y="1049"/>
                  </a:lnTo>
                  <a:lnTo>
                    <a:pt x="10097" y="2001"/>
                  </a:lnTo>
                  <a:cubicBezTo>
                    <a:pt x="10121" y="2192"/>
                    <a:pt x="10270" y="2287"/>
                    <a:pt x="10419" y="2287"/>
                  </a:cubicBezTo>
                  <a:cubicBezTo>
                    <a:pt x="10568" y="2287"/>
                    <a:pt x="10717" y="2192"/>
                    <a:pt x="10740" y="2001"/>
                  </a:cubicBezTo>
                  <a:lnTo>
                    <a:pt x="10740" y="334"/>
                  </a:lnTo>
                  <a:cubicBezTo>
                    <a:pt x="10740" y="144"/>
                    <a:pt x="10597" y="1"/>
                    <a:pt x="104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: 圆角 6"/>
          <p:cNvSpPr/>
          <p:nvPr>
            <p:custDataLst>
              <p:tags r:id="rId2"/>
            </p:custDataLst>
          </p:nvPr>
        </p:nvSpPr>
        <p:spPr>
          <a:xfrm>
            <a:off x="365125" y="5536565"/>
            <a:ext cx="4302760" cy="816610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30" name="矩形: 圆角 6"/>
          <p:cNvSpPr/>
          <p:nvPr>
            <p:custDataLst>
              <p:tags r:id="rId3"/>
            </p:custDataLst>
          </p:nvPr>
        </p:nvSpPr>
        <p:spPr>
          <a:xfrm>
            <a:off x="3937000" y="5536565"/>
            <a:ext cx="4381500" cy="816610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28" name="矩形: 圆角 5"/>
          <p:cNvSpPr/>
          <p:nvPr>
            <p:custDataLst>
              <p:tags r:id="rId4"/>
            </p:custDataLst>
          </p:nvPr>
        </p:nvSpPr>
        <p:spPr>
          <a:xfrm>
            <a:off x="7339965" y="5536565"/>
            <a:ext cx="4613910" cy="81661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385445" y="1177925"/>
          <a:ext cx="5494020" cy="1866265"/>
        </p:xfrm>
        <a:graphic>
          <a:graphicData uri="http://schemas.openxmlformats.org/drawingml/2006/table">
            <a:tbl>
              <a:tblPr firstRow="1">
                <a:tableStyleId>{FABFCF23-3B69-468F-B69F-88F6DE6A72F2}</a:tableStyleId>
              </a:tblPr>
              <a:tblGrid>
                <a:gridCol w="93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0025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5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业绩情况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Q1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Q2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1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2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3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4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5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6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目标业绩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实际业绩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是否完成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文本框 36"/>
          <p:cNvSpPr txBox="1"/>
          <p:nvPr/>
        </p:nvSpPr>
        <p:spPr>
          <a:xfrm>
            <a:off x="23685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店铺流量提升策略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385445" y="3265805"/>
          <a:ext cx="5492115" cy="1870710"/>
        </p:xfrm>
        <a:graphic>
          <a:graphicData uri="http://schemas.openxmlformats.org/drawingml/2006/table">
            <a:tbl>
              <a:tblPr firstRow="1">
                <a:tableStyleId>{FABFCF23-3B69-468F-B69F-88F6DE6A72F2}</a:tableStyleId>
              </a:tblPr>
              <a:tblGrid>
                <a:gridCol w="93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289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5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业绩情况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Q3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Q4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7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8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9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10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11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12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7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目标业绩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7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实际业绩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3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是否完成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图形 27"/>
          <p:cNvSpPr/>
          <p:nvPr/>
        </p:nvSpPr>
        <p:spPr>
          <a:xfrm>
            <a:off x="3397250" y="2649273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6" name="图形 27"/>
          <p:cNvSpPr/>
          <p:nvPr/>
        </p:nvSpPr>
        <p:spPr>
          <a:xfrm>
            <a:off x="2752090" y="2649273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8" name="图形 27"/>
          <p:cNvSpPr/>
          <p:nvPr/>
        </p:nvSpPr>
        <p:spPr>
          <a:xfrm>
            <a:off x="4688205" y="2649273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9" name="图形 27"/>
          <p:cNvSpPr/>
          <p:nvPr/>
        </p:nvSpPr>
        <p:spPr>
          <a:xfrm>
            <a:off x="5333365" y="2649273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1" name="图形 27"/>
          <p:cNvSpPr/>
          <p:nvPr/>
        </p:nvSpPr>
        <p:spPr>
          <a:xfrm>
            <a:off x="5335264" y="4758108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2" name="图形 27"/>
          <p:cNvSpPr/>
          <p:nvPr/>
        </p:nvSpPr>
        <p:spPr>
          <a:xfrm>
            <a:off x="2995289" y="4758108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3" name="图形 27"/>
          <p:cNvSpPr/>
          <p:nvPr/>
        </p:nvSpPr>
        <p:spPr>
          <a:xfrm>
            <a:off x="3775069" y="4758108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4" name="图形 27"/>
          <p:cNvSpPr/>
          <p:nvPr/>
        </p:nvSpPr>
        <p:spPr>
          <a:xfrm>
            <a:off x="2215509" y="4758108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5" name="图形 27"/>
          <p:cNvSpPr/>
          <p:nvPr/>
        </p:nvSpPr>
        <p:spPr>
          <a:xfrm>
            <a:off x="1435097" y="4758108"/>
            <a:ext cx="325752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9" name="任意多边形 18"/>
          <p:cNvSpPr/>
          <p:nvPr/>
        </p:nvSpPr>
        <p:spPr>
          <a:xfrm>
            <a:off x="4042410" y="2649273"/>
            <a:ext cx="325755" cy="325755"/>
          </a:xfrm>
          <a:custGeom>
            <a:avLst/>
            <a:gdLst>
              <a:gd name="adj1" fmla="val 9420"/>
              <a:gd name="a1" fmla="pin 0 adj1 51965"/>
              <a:gd name="th" fmla="*/ ss a1 100000"/>
              <a:gd name="a" fmla="at2 w h"/>
              <a:gd name="sa" fmla="sin 1 a"/>
              <a:gd name="ca" fmla="cos 1 a"/>
              <a:gd name="ta" fmla="tan 1 a"/>
              <a:gd name="dl" fmla="mod w h 0"/>
              <a:gd name="rw" fmla="*/ dl 51965 100000"/>
              <a:gd name="lM" fmla="+- dl 0 rw"/>
              <a:gd name="xM" fmla="*/ ca lM 2"/>
              <a:gd name="yM" fmla="*/ sa lM 2"/>
              <a:gd name="dxAM" fmla="*/ sa th 2"/>
              <a:gd name="dyAM" fmla="*/ ca th 2"/>
              <a:gd name="xA" fmla="+- xM 0 dxAM"/>
              <a:gd name="yA" fmla="+- yM dyAM 0"/>
              <a:gd name="xB" fmla="+- xM dxAM 0"/>
              <a:gd name="yB" fmla="+- yM 0 dyAM"/>
              <a:gd name="xBC" fmla="+- hc 0 xB"/>
              <a:gd name="yBC" fmla="*/ xBC ta 1"/>
              <a:gd name="yC" fmla="+- yBC yB 0"/>
              <a:gd name="xD" fmla="+- r 0 xB"/>
              <a:gd name="xE" fmla="+- r 0 xA"/>
              <a:gd name="yFE" fmla="+- vc 0 yA"/>
              <a:gd name="xFE" fmla="*/ yFE 1 ta"/>
              <a:gd name="xF" fmla="+- xE 0 xFE"/>
              <a:gd name="xL" fmla="+- xA xFE 0"/>
              <a:gd name="yG" fmla="+- b 0 yA"/>
              <a:gd name="yH" fmla="+- b 0 yB"/>
              <a:gd name="yI" fmla="+- b 0 yC"/>
              <a:gd name="xC2" fmla="+- r 0 xM"/>
              <a:gd name="yC3" fmla="+- b 0 yM"/>
            </a:gdLst>
            <a:ahLst/>
            <a:cxnLst>
              <a:cxn ang="cd2">
                <a:pos x="xM" y="yM"/>
              </a:cxn>
              <a:cxn ang="3">
                <a:pos x="xC2" y="yM"/>
              </a:cxn>
              <a:cxn ang="0">
                <a:pos x="xC2" y="yC3"/>
              </a:cxn>
              <a:cxn ang="cd4">
                <a:pos x="xM" y="yC3"/>
              </a:cxn>
            </a:cxnLst>
            <a:rect l="l" t="t" r="r" b="b"/>
            <a:pathLst>
              <a:path w="513" h="513">
                <a:moveTo>
                  <a:pt x="163" y="135"/>
                </a:moveTo>
                <a:lnTo>
                  <a:pt x="135" y="163"/>
                </a:lnTo>
                <a:lnTo>
                  <a:pt x="229" y="257"/>
                </a:lnTo>
                <a:lnTo>
                  <a:pt x="135" y="350"/>
                </a:lnTo>
                <a:lnTo>
                  <a:pt x="163" y="378"/>
                </a:lnTo>
                <a:lnTo>
                  <a:pt x="257" y="284"/>
                </a:lnTo>
                <a:lnTo>
                  <a:pt x="350" y="378"/>
                </a:lnTo>
                <a:lnTo>
                  <a:pt x="378" y="350"/>
                </a:lnTo>
                <a:lnTo>
                  <a:pt x="284" y="257"/>
                </a:lnTo>
                <a:lnTo>
                  <a:pt x="378" y="163"/>
                </a:lnTo>
                <a:lnTo>
                  <a:pt x="350" y="135"/>
                </a:lnTo>
                <a:lnTo>
                  <a:pt x="257" y="229"/>
                </a:lnTo>
                <a:lnTo>
                  <a:pt x="163" y="135"/>
                </a:lnTo>
                <a:close/>
                <a:moveTo>
                  <a:pt x="257" y="0"/>
                </a:moveTo>
                <a:cubicBezTo>
                  <a:pt x="398" y="0"/>
                  <a:pt x="513" y="115"/>
                  <a:pt x="513" y="257"/>
                </a:cubicBezTo>
                <a:cubicBezTo>
                  <a:pt x="513" y="398"/>
                  <a:pt x="398" y="513"/>
                  <a:pt x="257" y="513"/>
                </a:cubicBezTo>
                <a:cubicBezTo>
                  <a:pt x="115" y="513"/>
                  <a:pt x="0" y="398"/>
                  <a:pt x="0" y="257"/>
                </a:cubicBezTo>
                <a:cubicBezTo>
                  <a:pt x="0" y="115"/>
                  <a:pt x="115" y="0"/>
                  <a:pt x="25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4554849" y="4758108"/>
            <a:ext cx="325755" cy="325755"/>
          </a:xfrm>
          <a:custGeom>
            <a:avLst/>
            <a:gdLst>
              <a:gd name="adj1" fmla="val 9420"/>
              <a:gd name="a1" fmla="pin 0 adj1 51965"/>
              <a:gd name="th" fmla="*/ ss a1 100000"/>
              <a:gd name="a" fmla="at2 w h"/>
              <a:gd name="sa" fmla="sin 1 a"/>
              <a:gd name="ca" fmla="cos 1 a"/>
              <a:gd name="ta" fmla="tan 1 a"/>
              <a:gd name="dl" fmla="mod w h 0"/>
              <a:gd name="rw" fmla="*/ dl 51965 100000"/>
              <a:gd name="lM" fmla="+- dl 0 rw"/>
              <a:gd name="xM" fmla="*/ ca lM 2"/>
              <a:gd name="yM" fmla="*/ sa lM 2"/>
              <a:gd name="dxAM" fmla="*/ sa th 2"/>
              <a:gd name="dyAM" fmla="*/ ca th 2"/>
              <a:gd name="xA" fmla="+- xM 0 dxAM"/>
              <a:gd name="yA" fmla="+- yM dyAM 0"/>
              <a:gd name="xB" fmla="+- xM dxAM 0"/>
              <a:gd name="yB" fmla="+- yM 0 dyAM"/>
              <a:gd name="xBC" fmla="+- hc 0 xB"/>
              <a:gd name="yBC" fmla="*/ xBC ta 1"/>
              <a:gd name="yC" fmla="+- yBC yB 0"/>
              <a:gd name="xD" fmla="+- r 0 xB"/>
              <a:gd name="xE" fmla="+- r 0 xA"/>
              <a:gd name="yFE" fmla="+- vc 0 yA"/>
              <a:gd name="xFE" fmla="*/ yFE 1 ta"/>
              <a:gd name="xF" fmla="+- xE 0 xFE"/>
              <a:gd name="xL" fmla="+- xA xFE 0"/>
              <a:gd name="yG" fmla="+- b 0 yA"/>
              <a:gd name="yH" fmla="+- b 0 yB"/>
              <a:gd name="yI" fmla="+- b 0 yC"/>
              <a:gd name="xC2" fmla="+- r 0 xM"/>
              <a:gd name="yC3" fmla="+- b 0 yM"/>
            </a:gdLst>
            <a:ahLst/>
            <a:cxnLst>
              <a:cxn ang="cd2">
                <a:pos x="xM" y="yM"/>
              </a:cxn>
              <a:cxn ang="3">
                <a:pos x="xC2" y="yM"/>
              </a:cxn>
              <a:cxn ang="0">
                <a:pos x="xC2" y="yC3"/>
              </a:cxn>
              <a:cxn ang="cd4">
                <a:pos x="xM" y="yC3"/>
              </a:cxn>
            </a:cxnLst>
            <a:rect l="l" t="t" r="r" b="b"/>
            <a:pathLst>
              <a:path w="513" h="513">
                <a:moveTo>
                  <a:pt x="163" y="135"/>
                </a:moveTo>
                <a:lnTo>
                  <a:pt x="135" y="163"/>
                </a:lnTo>
                <a:lnTo>
                  <a:pt x="229" y="257"/>
                </a:lnTo>
                <a:lnTo>
                  <a:pt x="135" y="350"/>
                </a:lnTo>
                <a:lnTo>
                  <a:pt x="163" y="378"/>
                </a:lnTo>
                <a:lnTo>
                  <a:pt x="257" y="284"/>
                </a:lnTo>
                <a:lnTo>
                  <a:pt x="350" y="378"/>
                </a:lnTo>
                <a:lnTo>
                  <a:pt x="378" y="350"/>
                </a:lnTo>
                <a:lnTo>
                  <a:pt x="284" y="257"/>
                </a:lnTo>
                <a:lnTo>
                  <a:pt x="378" y="163"/>
                </a:lnTo>
                <a:lnTo>
                  <a:pt x="350" y="135"/>
                </a:lnTo>
                <a:lnTo>
                  <a:pt x="257" y="229"/>
                </a:lnTo>
                <a:lnTo>
                  <a:pt x="163" y="135"/>
                </a:lnTo>
                <a:close/>
                <a:moveTo>
                  <a:pt x="257" y="0"/>
                </a:moveTo>
                <a:cubicBezTo>
                  <a:pt x="398" y="0"/>
                  <a:pt x="513" y="115"/>
                  <a:pt x="513" y="257"/>
                </a:cubicBezTo>
                <a:cubicBezTo>
                  <a:pt x="513" y="398"/>
                  <a:pt x="398" y="513"/>
                  <a:pt x="257" y="513"/>
                </a:cubicBezTo>
                <a:cubicBezTo>
                  <a:pt x="115" y="513"/>
                  <a:pt x="0" y="398"/>
                  <a:pt x="0" y="257"/>
                </a:cubicBezTo>
                <a:cubicBezTo>
                  <a:pt x="0" y="115"/>
                  <a:pt x="115" y="0"/>
                  <a:pt x="25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1461135" y="2649273"/>
            <a:ext cx="325755" cy="325755"/>
          </a:xfrm>
          <a:custGeom>
            <a:avLst/>
            <a:gdLst>
              <a:gd name="adj1" fmla="val 9420"/>
              <a:gd name="a1" fmla="pin 0 adj1 51965"/>
              <a:gd name="th" fmla="*/ ss a1 100000"/>
              <a:gd name="a" fmla="at2 w h"/>
              <a:gd name="sa" fmla="sin 1 a"/>
              <a:gd name="ca" fmla="cos 1 a"/>
              <a:gd name="ta" fmla="tan 1 a"/>
              <a:gd name="dl" fmla="mod w h 0"/>
              <a:gd name="rw" fmla="*/ dl 51965 100000"/>
              <a:gd name="lM" fmla="+- dl 0 rw"/>
              <a:gd name="xM" fmla="*/ ca lM 2"/>
              <a:gd name="yM" fmla="*/ sa lM 2"/>
              <a:gd name="dxAM" fmla="*/ sa th 2"/>
              <a:gd name="dyAM" fmla="*/ ca th 2"/>
              <a:gd name="xA" fmla="+- xM 0 dxAM"/>
              <a:gd name="yA" fmla="+- yM dyAM 0"/>
              <a:gd name="xB" fmla="+- xM dxAM 0"/>
              <a:gd name="yB" fmla="+- yM 0 dyAM"/>
              <a:gd name="xBC" fmla="+- hc 0 xB"/>
              <a:gd name="yBC" fmla="*/ xBC ta 1"/>
              <a:gd name="yC" fmla="+- yBC yB 0"/>
              <a:gd name="xD" fmla="+- r 0 xB"/>
              <a:gd name="xE" fmla="+- r 0 xA"/>
              <a:gd name="yFE" fmla="+- vc 0 yA"/>
              <a:gd name="xFE" fmla="*/ yFE 1 ta"/>
              <a:gd name="xF" fmla="+- xE 0 xFE"/>
              <a:gd name="xL" fmla="+- xA xFE 0"/>
              <a:gd name="yG" fmla="+- b 0 yA"/>
              <a:gd name="yH" fmla="+- b 0 yB"/>
              <a:gd name="yI" fmla="+- b 0 yC"/>
              <a:gd name="xC2" fmla="+- r 0 xM"/>
              <a:gd name="yC3" fmla="+- b 0 yM"/>
            </a:gdLst>
            <a:ahLst/>
            <a:cxnLst>
              <a:cxn ang="cd2">
                <a:pos x="xM" y="yM"/>
              </a:cxn>
              <a:cxn ang="3">
                <a:pos x="xC2" y="yM"/>
              </a:cxn>
              <a:cxn ang="0">
                <a:pos x="xC2" y="yC3"/>
              </a:cxn>
              <a:cxn ang="cd4">
                <a:pos x="xM" y="yC3"/>
              </a:cxn>
            </a:cxnLst>
            <a:rect l="l" t="t" r="r" b="b"/>
            <a:pathLst>
              <a:path w="513" h="513">
                <a:moveTo>
                  <a:pt x="163" y="135"/>
                </a:moveTo>
                <a:lnTo>
                  <a:pt x="135" y="163"/>
                </a:lnTo>
                <a:lnTo>
                  <a:pt x="229" y="257"/>
                </a:lnTo>
                <a:lnTo>
                  <a:pt x="135" y="350"/>
                </a:lnTo>
                <a:lnTo>
                  <a:pt x="163" y="378"/>
                </a:lnTo>
                <a:lnTo>
                  <a:pt x="257" y="284"/>
                </a:lnTo>
                <a:lnTo>
                  <a:pt x="350" y="378"/>
                </a:lnTo>
                <a:lnTo>
                  <a:pt x="378" y="350"/>
                </a:lnTo>
                <a:lnTo>
                  <a:pt x="284" y="257"/>
                </a:lnTo>
                <a:lnTo>
                  <a:pt x="378" y="163"/>
                </a:lnTo>
                <a:lnTo>
                  <a:pt x="350" y="135"/>
                </a:lnTo>
                <a:lnTo>
                  <a:pt x="257" y="229"/>
                </a:lnTo>
                <a:lnTo>
                  <a:pt x="163" y="135"/>
                </a:lnTo>
                <a:close/>
                <a:moveTo>
                  <a:pt x="257" y="0"/>
                </a:moveTo>
                <a:cubicBezTo>
                  <a:pt x="398" y="0"/>
                  <a:pt x="513" y="115"/>
                  <a:pt x="513" y="257"/>
                </a:cubicBezTo>
                <a:cubicBezTo>
                  <a:pt x="513" y="398"/>
                  <a:pt x="398" y="513"/>
                  <a:pt x="257" y="513"/>
                </a:cubicBezTo>
                <a:cubicBezTo>
                  <a:pt x="115" y="513"/>
                  <a:pt x="0" y="398"/>
                  <a:pt x="0" y="257"/>
                </a:cubicBezTo>
                <a:cubicBezTo>
                  <a:pt x="0" y="115"/>
                  <a:pt x="115" y="0"/>
                  <a:pt x="25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22" name="图形 27"/>
          <p:cNvSpPr/>
          <p:nvPr/>
        </p:nvSpPr>
        <p:spPr>
          <a:xfrm>
            <a:off x="2106930" y="2649273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7"/>
            </p:custDataLst>
          </p:nvPr>
        </p:nvSpPr>
        <p:spPr>
          <a:xfrm>
            <a:off x="1205865" y="5622290"/>
            <a:ext cx="249301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266700" rtl="0" eaLnBrk="1" fontAlgn="auto" latinLnBrk="0" hangingPunct="1">
              <a:lnSpc>
                <a:spcPct val="120000"/>
              </a:lnSpc>
              <a:spcBef>
                <a:spcPts val="1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付费流量优化</a:t>
            </a:r>
          </a:p>
        </p:txBody>
      </p:sp>
      <p:sp>
        <p:nvSpPr>
          <p:cNvPr id="48" name="文本框 47"/>
          <p:cNvSpPr txBox="1"/>
          <p:nvPr>
            <p:custDataLst>
              <p:tags r:id="rId8"/>
            </p:custDataLst>
          </p:nvPr>
        </p:nvSpPr>
        <p:spPr>
          <a:xfrm>
            <a:off x="8319135" y="5603875"/>
            <a:ext cx="2651760" cy="681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266700" rtl="0" eaLnBrk="1" fontAlgn="auto" latinLnBrk="0" hangingPunct="1">
              <a:lnSpc>
                <a:spcPct val="120000"/>
              </a:lnSpc>
              <a:spcBef>
                <a:spcPts val="1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活动流量抢占</a:t>
            </a:r>
          </a:p>
        </p:txBody>
      </p:sp>
      <p:sp>
        <p:nvSpPr>
          <p:cNvPr id="49" name="椭圆 48"/>
          <p:cNvSpPr/>
          <p:nvPr>
            <p:custDataLst>
              <p:tags r:id="rId9"/>
            </p:custDataLst>
          </p:nvPr>
        </p:nvSpPr>
        <p:spPr>
          <a:xfrm>
            <a:off x="474345" y="5598160"/>
            <a:ext cx="693420" cy="69342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10"/>
            </p:custDataLst>
          </p:nvPr>
        </p:nvSpPr>
        <p:spPr>
          <a:xfrm>
            <a:off x="4762500" y="5622290"/>
            <a:ext cx="249301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266700" rtl="0" eaLnBrk="1" fontAlgn="auto" latinLnBrk="0" hangingPunct="1">
              <a:lnSpc>
                <a:spcPct val="120000"/>
              </a:lnSpc>
              <a:spcBef>
                <a:spcPts val="1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免费流量挖掘</a:t>
            </a:r>
          </a:p>
        </p:txBody>
      </p:sp>
      <p:sp>
        <p:nvSpPr>
          <p:cNvPr id="50" name="椭圆 49"/>
          <p:cNvSpPr/>
          <p:nvPr>
            <p:custDataLst>
              <p:tags r:id="rId11"/>
            </p:custDataLst>
          </p:nvPr>
        </p:nvSpPr>
        <p:spPr>
          <a:xfrm>
            <a:off x="4042410" y="5598160"/>
            <a:ext cx="693420" cy="69342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55" name="椭圆 54"/>
          <p:cNvSpPr/>
          <p:nvPr>
            <p:custDataLst>
              <p:tags r:id="rId12"/>
            </p:custDataLst>
          </p:nvPr>
        </p:nvSpPr>
        <p:spPr>
          <a:xfrm>
            <a:off x="7437755" y="5598160"/>
            <a:ext cx="693420" cy="69342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grpSp>
        <p:nvGrpSpPr>
          <p:cNvPr id="56" name="Google Shape;8589;p85"/>
          <p:cNvGrpSpPr/>
          <p:nvPr/>
        </p:nvGrpSpPr>
        <p:grpSpPr>
          <a:xfrm>
            <a:off x="593090" y="5760720"/>
            <a:ext cx="431800" cy="365125"/>
            <a:chOff x="1771678" y="1944952"/>
            <a:chExt cx="363490" cy="307268"/>
          </a:xfrm>
          <a:solidFill>
            <a:schemeClr val="bg1"/>
          </a:solidFill>
        </p:grpSpPr>
        <p:sp>
          <p:nvSpPr>
            <p:cNvPr id="57" name="Google Shape;8590;p85"/>
            <p:cNvSpPr/>
            <p:nvPr/>
          </p:nvSpPr>
          <p:spPr>
            <a:xfrm>
              <a:off x="2057039" y="1987282"/>
              <a:ext cx="78129" cy="223159"/>
            </a:xfrm>
            <a:custGeom>
              <a:avLst/>
              <a:gdLst/>
              <a:ahLst/>
              <a:cxnLst/>
              <a:rect l="l" t="t" r="r" b="b"/>
              <a:pathLst>
                <a:path w="2406" h="6848" extrusionOk="0">
                  <a:moveTo>
                    <a:pt x="337" y="1"/>
                  </a:moveTo>
                  <a:cubicBezTo>
                    <a:pt x="256" y="1"/>
                    <a:pt x="179" y="30"/>
                    <a:pt x="119" y="90"/>
                  </a:cubicBezTo>
                  <a:cubicBezTo>
                    <a:pt x="0" y="209"/>
                    <a:pt x="0" y="399"/>
                    <a:pt x="119" y="542"/>
                  </a:cubicBezTo>
                  <a:cubicBezTo>
                    <a:pt x="1715" y="2114"/>
                    <a:pt x="1715" y="4710"/>
                    <a:pt x="119" y="6305"/>
                  </a:cubicBezTo>
                  <a:cubicBezTo>
                    <a:pt x="0" y="6424"/>
                    <a:pt x="0" y="6615"/>
                    <a:pt x="119" y="6758"/>
                  </a:cubicBezTo>
                  <a:cubicBezTo>
                    <a:pt x="179" y="6817"/>
                    <a:pt x="262" y="6847"/>
                    <a:pt x="345" y="6847"/>
                  </a:cubicBezTo>
                  <a:cubicBezTo>
                    <a:pt x="429" y="6847"/>
                    <a:pt x="512" y="6817"/>
                    <a:pt x="572" y="6758"/>
                  </a:cubicBezTo>
                  <a:cubicBezTo>
                    <a:pt x="2405" y="4900"/>
                    <a:pt x="2405" y="1924"/>
                    <a:pt x="572" y="90"/>
                  </a:cubicBezTo>
                  <a:cubicBezTo>
                    <a:pt x="500" y="30"/>
                    <a:pt x="417" y="1"/>
                    <a:pt x="3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58" name="Google Shape;8591;p85"/>
            <p:cNvSpPr/>
            <p:nvPr/>
          </p:nvSpPr>
          <p:spPr>
            <a:xfrm>
              <a:off x="2013722" y="2030751"/>
              <a:ext cx="54164" cy="136216"/>
            </a:xfrm>
            <a:custGeom>
              <a:avLst/>
              <a:gdLst/>
              <a:ahLst/>
              <a:cxnLst/>
              <a:rect l="l" t="t" r="r" b="b"/>
              <a:pathLst>
                <a:path w="1668" h="4180" extrusionOk="0">
                  <a:moveTo>
                    <a:pt x="337" y="0"/>
                  </a:moveTo>
                  <a:cubicBezTo>
                    <a:pt x="257" y="0"/>
                    <a:pt x="179" y="30"/>
                    <a:pt x="120" y="89"/>
                  </a:cubicBezTo>
                  <a:cubicBezTo>
                    <a:pt x="1" y="209"/>
                    <a:pt x="1" y="399"/>
                    <a:pt x="120" y="542"/>
                  </a:cubicBezTo>
                  <a:cubicBezTo>
                    <a:pt x="977" y="1375"/>
                    <a:pt x="977" y="2780"/>
                    <a:pt x="120" y="3638"/>
                  </a:cubicBezTo>
                  <a:cubicBezTo>
                    <a:pt x="1" y="3757"/>
                    <a:pt x="1" y="3971"/>
                    <a:pt x="120" y="4090"/>
                  </a:cubicBezTo>
                  <a:cubicBezTo>
                    <a:pt x="179" y="4150"/>
                    <a:pt x="257" y="4180"/>
                    <a:pt x="337" y="4180"/>
                  </a:cubicBezTo>
                  <a:cubicBezTo>
                    <a:pt x="417" y="4180"/>
                    <a:pt x="501" y="4150"/>
                    <a:pt x="572" y="4090"/>
                  </a:cubicBezTo>
                  <a:cubicBezTo>
                    <a:pt x="1668" y="2971"/>
                    <a:pt x="1668" y="1185"/>
                    <a:pt x="572" y="89"/>
                  </a:cubicBezTo>
                  <a:cubicBezTo>
                    <a:pt x="501" y="30"/>
                    <a:pt x="417" y="0"/>
                    <a:pt x="3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59" name="Google Shape;8592;p85"/>
            <p:cNvSpPr/>
            <p:nvPr/>
          </p:nvSpPr>
          <p:spPr>
            <a:xfrm>
              <a:off x="1771678" y="2026678"/>
              <a:ext cx="61113" cy="143678"/>
            </a:xfrm>
            <a:custGeom>
              <a:avLst/>
              <a:gdLst/>
              <a:ahLst/>
              <a:cxnLst/>
              <a:rect l="l" t="t" r="r" b="b"/>
              <a:pathLst>
                <a:path w="1882" h="4409" extrusionOk="0">
                  <a:moveTo>
                    <a:pt x="310" y="0"/>
                  </a:moveTo>
                  <a:cubicBezTo>
                    <a:pt x="143" y="0"/>
                    <a:pt x="1" y="143"/>
                    <a:pt x="1" y="334"/>
                  </a:cubicBezTo>
                  <a:lnTo>
                    <a:pt x="1" y="4096"/>
                  </a:lnTo>
                  <a:cubicBezTo>
                    <a:pt x="1" y="4252"/>
                    <a:pt x="126" y="4408"/>
                    <a:pt x="278" y="4408"/>
                  </a:cubicBezTo>
                  <a:cubicBezTo>
                    <a:pt x="289" y="4408"/>
                    <a:pt x="299" y="4407"/>
                    <a:pt x="310" y="4406"/>
                  </a:cubicBezTo>
                  <a:lnTo>
                    <a:pt x="1882" y="4406"/>
                  </a:lnTo>
                  <a:lnTo>
                    <a:pt x="18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60" name="Google Shape;8593;p85"/>
            <p:cNvSpPr/>
            <p:nvPr/>
          </p:nvSpPr>
          <p:spPr>
            <a:xfrm>
              <a:off x="1853636" y="1944952"/>
              <a:ext cx="102905" cy="307268"/>
            </a:xfrm>
            <a:custGeom>
              <a:avLst/>
              <a:gdLst/>
              <a:ahLst/>
              <a:cxnLst/>
              <a:rect l="l" t="t" r="r" b="b"/>
              <a:pathLst>
                <a:path w="3169" h="9429" extrusionOk="0">
                  <a:moveTo>
                    <a:pt x="2859" y="1"/>
                  </a:moveTo>
                  <a:cubicBezTo>
                    <a:pt x="2770" y="1"/>
                    <a:pt x="2681" y="40"/>
                    <a:pt x="2621" y="127"/>
                  </a:cubicBezTo>
                  <a:cubicBezTo>
                    <a:pt x="2001" y="936"/>
                    <a:pt x="811" y="2175"/>
                    <a:pt x="1" y="2460"/>
                  </a:cubicBezTo>
                  <a:lnTo>
                    <a:pt x="1" y="6985"/>
                  </a:lnTo>
                  <a:cubicBezTo>
                    <a:pt x="811" y="7271"/>
                    <a:pt x="2001" y="8486"/>
                    <a:pt x="2621" y="9319"/>
                  </a:cubicBezTo>
                  <a:cubicBezTo>
                    <a:pt x="2679" y="9395"/>
                    <a:pt x="2765" y="9429"/>
                    <a:pt x="2851" y="9429"/>
                  </a:cubicBezTo>
                  <a:cubicBezTo>
                    <a:pt x="3009" y="9429"/>
                    <a:pt x="3168" y="9314"/>
                    <a:pt x="3168" y="9129"/>
                  </a:cubicBezTo>
                  <a:lnTo>
                    <a:pt x="3168" y="317"/>
                  </a:lnTo>
                  <a:cubicBezTo>
                    <a:pt x="3168" y="120"/>
                    <a:pt x="3014" y="1"/>
                    <a:pt x="28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61" name="Google Shape;8594;p85"/>
            <p:cNvSpPr/>
            <p:nvPr/>
          </p:nvSpPr>
          <p:spPr>
            <a:xfrm>
              <a:off x="1977386" y="2063924"/>
              <a:ext cx="20133" cy="70650"/>
            </a:xfrm>
            <a:custGeom>
              <a:avLst/>
              <a:gdLst/>
              <a:ahLst/>
              <a:cxnLst/>
              <a:rect l="l" t="t" r="r" b="b"/>
              <a:pathLst>
                <a:path w="620" h="2168" extrusionOk="0">
                  <a:moveTo>
                    <a:pt x="0" y="0"/>
                  </a:moveTo>
                  <a:lnTo>
                    <a:pt x="0" y="2167"/>
                  </a:lnTo>
                  <a:cubicBezTo>
                    <a:pt x="381" y="1929"/>
                    <a:pt x="619" y="1524"/>
                    <a:pt x="619" y="1072"/>
                  </a:cubicBezTo>
                  <a:cubicBezTo>
                    <a:pt x="619" y="619"/>
                    <a:pt x="381" y="215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</p:grpSp>
      <p:grpSp>
        <p:nvGrpSpPr>
          <p:cNvPr id="8605" name="Google Shape;8605;p85"/>
          <p:cNvGrpSpPr/>
          <p:nvPr/>
        </p:nvGrpSpPr>
        <p:grpSpPr>
          <a:xfrm>
            <a:off x="4129405" y="5760085"/>
            <a:ext cx="415290" cy="365760"/>
            <a:chOff x="3370325" y="2380850"/>
            <a:chExt cx="269125" cy="235850"/>
          </a:xfrm>
          <a:solidFill>
            <a:schemeClr val="bg1"/>
          </a:solidFill>
        </p:grpSpPr>
        <p:sp>
          <p:nvSpPr>
            <p:cNvPr id="8606" name="Google Shape;8606;p85"/>
            <p:cNvSpPr/>
            <p:nvPr/>
          </p:nvSpPr>
          <p:spPr>
            <a:xfrm>
              <a:off x="3370325" y="2443425"/>
              <a:ext cx="268525" cy="126225"/>
            </a:xfrm>
            <a:custGeom>
              <a:avLst/>
              <a:gdLst/>
              <a:ahLst/>
              <a:cxnLst/>
              <a:rect l="l" t="t" r="r" b="b"/>
              <a:pathLst>
                <a:path w="10741" h="5049" extrusionOk="0">
                  <a:moveTo>
                    <a:pt x="1929" y="0"/>
                  </a:moveTo>
                  <a:cubicBezTo>
                    <a:pt x="1810" y="3048"/>
                    <a:pt x="143" y="4477"/>
                    <a:pt x="143" y="4477"/>
                  </a:cubicBezTo>
                  <a:cubicBezTo>
                    <a:pt x="24" y="4549"/>
                    <a:pt x="0" y="4692"/>
                    <a:pt x="48" y="4811"/>
                  </a:cubicBezTo>
                  <a:cubicBezTo>
                    <a:pt x="95" y="4954"/>
                    <a:pt x="191" y="5025"/>
                    <a:pt x="333" y="5049"/>
                  </a:cubicBezTo>
                  <a:lnTo>
                    <a:pt x="8549" y="5049"/>
                  </a:lnTo>
                  <a:cubicBezTo>
                    <a:pt x="8621" y="5049"/>
                    <a:pt x="8692" y="5001"/>
                    <a:pt x="8740" y="4954"/>
                  </a:cubicBezTo>
                  <a:cubicBezTo>
                    <a:pt x="8835" y="4906"/>
                    <a:pt x="10621" y="3358"/>
                    <a:pt x="10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8607" name="Google Shape;8607;p85"/>
            <p:cNvSpPr/>
            <p:nvPr/>
          </p:nvSpPr>
          <p:spPr>
            <a:xfrm>
              <a:off x="3417950" y="2380850"/>
              <a:ext cx="221500" cy="47100"/>
            </a:xfrm>
            <a:custGeom>
              <a:avLst/>
              <a:gdLst/>
              <a:ahLst/>
              <a:cxnLst/>
              <a:rect l="l" t="t" r="r" b="b"/>
              <a:pathLst>
                <a:path w="8860" h="1884" extrusionOk="0">
                  <a:moveTo>
                    <a:pt x="2197" y="0"/>
                  </a:moveTo>
                  <a:cubicBezTo>
                    <a:pt x="2025" y="0"/>
                    <a:pt x="1882" y="136"/>
                    <a:pt x="1882" y="312"/>
                  </a:cubicBezTo>
                  <a:lnTo>
                    <a:pt x="1882" y="622"/>
                  </a:lnTo>
                  <a:lnTo>
                    <a:pt x="310" y="622"/>
                  </a:lnTo>
                  <a:cubicBezTo>
                    <a:pt x="299" y="620"/>
                    <a:pt x="288" y="620"/>
                    <a:pt x="278" y="620"/>
                  </a:cubicBezTo>
                  <a:cubicBezTo>
                    <a:pt x="125" y="620"/>
                    <a:pt x="0" y="775"/>
                    <a:pt x="0" y="931"/>
                  </a:cubicBezTo>
                  <a:lnTo>
                    <a:pt x="0" y="1884"/>
                  </a:lnTo>
                  <a:lnTo>
                    <a:pt x="8859" y="1884"/>
                  </a:lnTo>
                  <a:lnTo>
                    <a:pt x="8859" y="931"/>
                  </a:lnTo>
                  <a:cubicBezTo>
                    <a:pt x="8835" y="765"/>
                    <a:pt x="8692" y="622"/>
                    <a:pt x="8526" y="622"/>
                  </a:cubicBezTo>
                  <a:lnTo>
                    <a:pt x="6954" y="622"/>
                  </a:lnTo>
                  <a:lnTo>
                    <a:pt x="6954" y="336"/>
                  </a:lnTo>
                  <a:cubicBezTo>
                    <a:pt x="6954" y="169"/>
                    <a:pt x="6835" y="26"/>
                    <a:pt x="6668" y="3"/>
                  </a:cubicBezTo>
                  <a:cubicBezTo>
                    <a:pt x="6654" y="1"/>
                    <a:pt x="6640" y="0"/>
                    <a:pt x="6627" y="0"/>
                  </a:cubicBezTo>
                  <a:cubicBezTo>
                    <a:pt x="6454" y="0"/>
                    <a:pt x="6311" y="136"/>
                    <a:pt x="6311" y="312"/>
                  </a:cubicBezTo>
                  <a:lnTo>
                    <a:pt x="6311" y="622"/>
                  </a:lnTo>
                  <a:lnTo>
                    <a:pt x="4739" y="622"/>
                  </a:lnTo>
                  <a:lnTo>
                    <a:pt x="4739" y="336"/>
                  </a:lnTo>
                  <a:cubicBezTo>
                    <a:pt x="4739" y="169"/>
                    <a:pt x="4620" y="26"/>
                    <a:pt x="4453" y="3"/>
                  </a:cubicBezTo>
                  <a:cubicBezTo>
                    <a:pt x="4440" y="1"/>
                    <a:pt x="4426" y="0"/>
                    <a:pt x="4412" y="0"/>
                  </a:cubicBezTo>
                  <a:cubicBezTo>
                    <a:pt x="4239" y="0"/>
                    <a:pt x="4096" y="136"/>
                    <a:pt x="4096" y="312"/>
                  </a:cubicBezTo>
                  <a:lnTo>
                    <a:pt x="4096" y="622"/>
                  </a:lnTo>
                  <a:lnTo>
                    <a:pt x="2525" y="622"/>
                  </a:lnTo>
                  <a:lnTo>
                    <a:pt x="2525" y="336"/>
                  </a:lnTo>
                  <a:cubicBezTo>
                    <a:pt x="2525" y="145"/>
                    <a:pt x="2405" y="26"/>
                    <a:pt x="2239" y="3"/>
                  </a:cubicBezTo>
                  <a:cubicBezTo>
                    <a:pt x="2225" y="1"/>
                    <a:pt x="2211" y="0"/>
                    <a:pt x="21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8608" name="Google Shape;8608;p85"/>
            <p:cNvSpPr/>
            <p:nvPr/>
          </p:nvSpPr>
          <p:spPr>
            <a:xfrm>
              <a:off x="3418525" y="2520800"/>
              <a:ext cx="220925" cy="95900"/>
            </a:xfrm>
            <a:custGeom>
              <a:avLst/>
              <a:gdLst/>
              <a:ahLst/>
              <a:cxnLst/>
              <a:rect l="l" t="t" r="r" b="b"/>
              <a:pathLst>
                <a:path w="8837" h="3836" extrusionOk="0">
                  <a:moveTo>
                    <a:pt x="8836" y="1"/>
                  </a:moveTo>
                  <a:cubicBezTo>
                    <a:pt x="8479" y="882"/>
                    <a:pt x="7931" y="1692"/>
                    <a:pt x="7241" y="2359"/>
                  </a:cubicBezTo>
                  <a:cubicBezTo>
                    <a:pt x="7050" y="2501"/>
                    <a:pt x="6860" y="2573"/>
                    <a:pt x="6645" y="2573"/>
                  </a:cubicBezTo>
                  <a:lnTo>
                    <a:pt x="1" y="2573"/>
                  </a:lnTo>
                  <a:lnTo>
                    <a:pt x="1" y="3526"/>
                  </a:lnTo>
                  <a:cubicBezTo>
                    <a:pt x="1" y="3692"/>
                    <a:pt x="144" y="3835"/>
                    <a:pt x="311" y="3835"/>
                  </a:cubicBezTo>
                  <a:lnTo>
                    <a:pt x="8503" y="3835"/>
                  </a:lnTo>
                  <a:cubicBezTo>
                    <a:pt x="8693" y="3835"/>
                    <a:pt x="8836" y="3692"/>
                    <a:pt x="8836" y="3526"/>
                  </a:cubicBezTo>
                  <a:lnTo>
                    <a:pt x="883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</p:grpSp>
      <p:grpSp>
        <p:nvGrpSpPr>
          <p:cNvPr id="8609" name="Google Shape;8609;p85"/>
          <p:cNvGrpSpPr/>
          <p:nvPr/>
        </p:nvGrpSpPr>
        <p:grpSpPr>
          <a:xfrm>
            <a:off x="7580630" y="5758815"/>
            <a:ext cx="413385" cy="340360"/>
            <a:chOff x="3950800" y="2388650"/>
            <a:chExt cx="267925" cy="219700"/>
          </a:xfrm>
          <a:solidFill>
            <a:schemeClr val="bg1"/>
          </a:solidFill>
        </p:grpSpPr>
        <p:sp>
          <p:nvSpPr>
            <p:cNvPr id="8610" name="Google Shape;8610;p85"/>
            <p:cNvSpPr/>
            <p:nvPr/>
          </p:nvSpPr>
          <p:spPr>
            <a:xfrm>
              <a:off x="4138925" y="2482700"/>
              <a:ext cx="79800" cy="63150"/>
            </a:xfrm>
            <a:custGeom>
              <a:avLst/>
              <a:gdLst/>
              <a:ahLst/>
              <a:cxnLst/>
              <a:rect l="l" t="t" r="r" b="b"/>
              <a:pathLst>
                <a:path w="3192" h="2526" extrusionOk="0">
                  <a:moveTo>
                    <a:pt x="1" y="1"/>
                  </a:moveTo>
                  <a:cubicBezTo>
                    <a:pt x="215" y="382"/>
                    <a:pt x="358" y="834"/>
                    <a:pt x="358" y="1263"/>
                  </a:cubicBezTo>
                  <a:cubicBezTo>
                    <a:pt x="358" y="1715"/>
                    <a:pt x="239" y="2144"/>
                    <a:pt x="1" y="2525"/>
                  </a:cubicBezTo>
                  <a:lnTo>
                    <a:pt x="3192" y="2525"/>
                  </a:lnTo>
                  <a:lnTo>
                    <a:pt x="31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8611" name="Google Shape;8611;p85"/>
            <p:cNvSpPr/>
            <p:nvPr/>
          </p:nvSpPr>
          <p:spPr>
            <a:xfrm>
              <a:off x="4037725" y="2467050"/>
              <a:ext cx="110150" cy="94275"/>
            </a:xfrm>
            <a:custGeom>
              <a:avLst/>
              <a:gdLst/>
              <a:ahLst/>
              <a:cxnLst/>
              <a:rect l="l" t="t" r="r" b="b"/>
              <a:pathLst>
                <a:path w="4406" h="3771" extrusionOk="0">
                  <a:moveTo>
                    <a:pt x="1881" y="627"/>
                  </a:moveTo>
                  <a:cubicBezTo>
                    <a:pt x="3001" y="627"/>
                    <a:pt x="3572" y="1984"/>
                    <a:pt x="2786" y="2794"/>
                  </a:cubicBezTo>
                  <a:cubicBezTo>
                    <a:pt x="2527" y="3045"/>
                    <a:pt x="2212" y="3158"/>
                    <a:pt x="1903" y="3158"/>
                  </a:cubicBezTo>
                  <a:cubicBezTo>
                    <a:pt x="1247" y="3158"/>
                    <a:pt x="619" y="2650"/>
                    <a:pt x="619" y="1889"/>
                  </a:cubicBezTo>
                  <a:cubicBezTo>
                    <a:pt x="619" y="1198"/>
                    <a:pt x="1191" y="627"/>
                    <a:pt x="1881" y="627"/>
                  </a:cubicBezTo>
                  <a:close/>
                  <a:moveTo>
                    <a:pt x="1901" y="1"/>
                  </a:moveTo>
                  <a:cubicBezTo>
                    <a:pt x="930" y="1"/>
                    <a:pt x="0" y="759"/>
                    <a:pt x="0" y="1889"/>
                  </a:cubicBezTo>
                  <a:cubicBezTo>
                    <a:pt x="0" y="2937"/>
                    <a:pt x="834" y="3770"/>
                    <a:pt x="1881" y="3770"/>
                  </a:cubicBezTo>
                  <a:cubicBezTo>
                    <a:pt x="3572" y="3770"/>
                    <a:pt x="4406" y="1746"/>
                    <a:pt x="3215" y="555"/>
                  </a:cubicBezTo>
                  <a:cubicBezTo>
                    <a:pt x="2832" y="172"/>
                    <a:pt x="2362" y="1"/>
                    <a:pt x="19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8612" name="Google Shape;8612;p85"/>
            <p:cNvSpPr/>
            <p:nvPr/>
          </p:nvSpPr>
          <p:spPr>
            <a:xfrm>
              <a:off x="4069275" y="2498775"/>
              <a:ext cx="31575" cy="31000"/>
            </a:xfrm>
            <a:custGeom>
              <a:avLst/>
              <a:gdLst/>
              <a:ahLst/>
              <a:cxnLst/>
              <a:rect l="l" t="t" r="r" b="b"/>
              <a:pathLst>
                <a:path w="1263" h="1240" extrusionOk="0">
                  <a:moveTo>
                    <a:pt x="619" y="1"/>
                  </a:moveTo>
                  <a:cubicBezTo>
                    <a:pt x="286" y="1"/>
                    <a:pt x="0" y="287"/>
                    <a:pt x="0" y="620"/>
                  </a:cubicBezTo>
                  <a:cubicBezTo>
                    <a:pt x="0" y="977"/>
                    <a:pt x="286" y="1239"/>
                    <a:pt x="619" y="1239"/>
                  </a:cubicBezTo>
                  <a:cubicBezTo>
                    <a:pt x="977" y="1239"/>
                    <a:pt x="1262" y="977"/>
                    <a:pt x="1262" y="620"/>
                  </a:cubicBezTo>
                  <a:cubicBezTo>
                    <a:pt x="1262" y="287"/>
                    <a:pt x="977" y="1"/>
                    <a:pt x="6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8613" name="Google Shape;8613;p85"/>
            <p:cNvSpPr/>
            <p:nvPr/>
          </p:nvSpPr>
          <p:spPr>
            <a:xfrm>
              <a:off x="3950800" y="2482700"/>
              <a:ext cx="79800" cy="63150"/>
            </a:xfrm>
            <a:custGeom>
              <a:avLst/>
              <a:gdLst/>
              <a:ahLst/>
              <a:cxnLst/>
              <a:rect l="l" t="t" r="r" b="b"/>
              <a:pathLst>
                <a:path w="3192" h="2526" extrusionOk="0">
                  <a:moveTo>
                    <a:pt x="0" y="1"/>
                  </a:moveTo>
                  <a:lnTo>
                    <a:pt x="0" y="2525"/>
                  </a:lnTo>
                  <a:lnTo>
                    <a:pt x="3191" y="2525"/>
                  </a:lnTo>
                  <a:cubicBezTo>
                    <a:pt x="2977" y="2144"/>
                    <a:pt x="2858" y="1715"/>
                    <a:pt x="2858" y="1263"/>
                  </a:cubicBezTo>
                  <a:cubicBezTo>
                    <a:pt x="2858" y="834"/>
                    <a:pt x="2977" y="382"/>
                    <a:pt x="31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8614" name="Google Shape;8614;p85"/>
            <p:cNvSpPr/>
            <p:nvPr/>
          </p:nvSpPr>
          <p:spPr>
            <a:xfrm>
              <a:off x="3950800" y="2388650"/>
              <a:ext cx="267925" cy="78600"/>
            </a:xfrm>
            <a:custGeom>
              <a:avLst/>
              <a:gdLst/>
              <a:ahLst/>
              <a:cxnLst/>
              <a:rect l="l" t="t" r="r" b="b"/>
              <a:pathLst>
                <a:path w="10717" h="3144" extrusionOk="0">
                  <a:moveTo>
                    <a:pt x="6001" y="1262"/>
                  </a:moveTo>
                  <a:cubicBezTo>
                    <a:pt x="6406" y="1262"/>
                    <a:pt x="6406" y="1882"/>
                    <a:pt x="6001" y="1882"/>
                  </a:cubicBezTo>
                  <a:lnTo>
                    <a:pt x="4739" y="1882"/>
                  </a:lnTo>
                  <a:cubicBezTo>
                    <a:pt x="4311" y="1882"/>
                    <a:pt x="4311" y="1262"/>
                    <a:pt x="4739" y="1262"/>
                  </a:cubicBezTo>
                  <a:close/>
                  <a:moveTo>
                    <a:pt x="3477" y="0"/>
                  </a:moveTo>
                  <a:cubicBezTo>
                    <a:pt x="3358" y="0"/>
                    <a:pt x="3239" y="72"/>
                    <a:pt x="3191" y="167"/>
                  </a:cubicBezTo>
                  <a:lnTo>
                    <a:pt x="2644" y="1262"/>
                  </a:lnTo>
                  <a:lnTo>
                    <a:pt x="1905" y="1262"/>
                  </a:lnTo>
                  <a:lnTo>
                    <a:pt x="1905" y="953"/>
                  </a:lnTo>
                  <a:cubicBezTo>
                    <a:pt x="1905" y="750"/>
                    <a:pt x="1750" y="649"/>
                    <a:pt x="1596" y="649"/>
                  </a:cubicBezTo>
                  <a:cubicBezTo>
                    <a:pt x="1441" y="649"/>
                    <a:pt x="1286" y="750"/>
                    <a:pt x="1286" y="953"/>
                  </a:cubicBezTo>
                  <a:lnTo>
                    <a:pt x="1286" y="1262"/>
                  </a:lnTo>
                  <a:lnTo>
                    <a:pt x="310" y="1262"/>
                  </a:lnTo>
                  <a:cubicBezTo>
                    <a:pt x="143" y="1262"/>
                    <a:pt x="0" y="1405"/>
                    <a:pt x="0" y="1572"/>
                  </a:cubicBezTo>
                  <a:lnTo>
                    <a:pt x="0" y="3144"/>
                  </a:lnTo>
                  <a:lnTo>
                    <a:pt x="3715" y="3144"/>
                  </a:lnTo>
                  <a:cubicBezTo>
                    <a:pt x="4180" y="2727"/>
                    <a:pt x="4769" y="2519"/>
                    <a:pt x="5358" y="2519"/>
                  </a:cubicBezTo>
                  <a:cubicBezTo>
                    <a:pt x="5948" y="2519"/>
                    <a:pt x="6537" y="2727"/>
                    <a:pt x="7002" y="3144"/>
                  </a:cubicBezTo>
                  <a:lnTo>
                    <a:pt x="10717" y="3144"/>
                  </a:lnTo>
                  <a:lnTo>
                    <a:pt x="10717" y="1572"/>
                  </a:lnTo>
                  <a:cubicBezTo>
                    <a:pt x="10717" y="1405"/>
                    <a:pt x="10574" y="1262"/>
                    <a:pt x="10407" y="1262"/>
                  </a:cubicBezTo>
                  <a:lnTo>
                    <a:pt x="8073" y="1262"/>
                  </a:lnTo>
                  <a:lnTo>
                    <a:pt x="7526" y="167"/>
                  </a:lnTo>
                  <a:cubicBezTo>
                    <a:pt x="7478" y="72"/>
                    <a:pt x="7359" y="0"/>
                    <a:pt x="7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8615" name="Google Shape;8615;p85"/>
            <p:cNvSpPr/>
            <p:nvPr/>
          </p:nvSpPr>
          <p:spPr>
            <a:xfrm>
              <a:off x="3950800" y="2561300"/>
              <a:ext cx="267925" cy="47050"/>
            </a:xfrm>
            <a:custGeom>
              <a:avLst/>
              <a:gdLst/>
              <a:ahLst/>
              <a:cxnLst/>
              <a:rect l="l" t="t" r="r" b="b"/>
              <a:pathLst>
                <a:path w="10717" h="1882" extrusionOk="0">
                  <a:moveTo>
                    <a:pt x="0" y="0"/>
                  </a:moveTo>
                  <a:lnTo>
                    <a:pt x="0" y="1572"/>
                  </a:lnTo>
                  <a:cubicBezTo>
                    <a:pt x="0" y="1739"/>
                    <a:pt x="143" y="1882"/>
                    <a:pt x="310" y="1882"/>
                  </a:cubicBezTo>
                  <a:lnTo>
                    <a:pt x="10407" y="1882"/>
                  </a:lnTo>
                  <a:cubicBezTo>
                    <a:pt x="10574" y="1882"/>
                    <a:pt x="10717" y="1739"/>
                    <a:pt x="10717" y="1572"/>
                  </a:cubicBezTo>
                  <a:lnTo>
                    <a:pt x="10717" y="0"/>
                  </a:lnTo>
                  <a:lnTo>
                    <a:pt x="7002" y="0"/>
                  </a:lnTo>
                  <a:cubicBezTo>
                    <a:pt x="6549" y="405"/>
                    <a:pt x="5978" y="643"/>
                    <a:pt x="5358" y="643"/>
                  </a:cubicBezTo>
                  <a:cubicBezTo>
                    <a:pt x="4763" y="643"/>
                    <a:pt x="4168" y="405"/>
                    <a:pt x="37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</p:grpSp>
      <p:sp>
        <p:nvSpPr>
          <p:cNvPr id="62" name="矩形 61"/>
          <p:cNvSpPr/>
          <p:nvPr>
            <p:custDataLst>
              <p:tags r:id="rId13"/>
            </p:custDataLst>
          </p:nvPr>
        </p:nvSpPr>
        <p:spPr>
          <a:xfrm>
            <a:off x="6036945" y="1170305"/>
            <a:ext cx="2838450" cy="396621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67" name="矩形 66"/>
          <p:cNvSpPr/>
          <p:nvPr>
            <p:custDataLst>
              <p:tags r:id="rId14"/>
            </p:custDataLst>
          </p:nvPr>
        </p:nvSpPr>
        <p:spPr>
          <a:xfrm>
            <a:off x="9044940" y="1170305"/>
            <a:ext cx="2806065" cy="396621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grpSp>
        <p:nvGrpSpPr>
          <p:cNvPr id="68" name="组合 67"/>
          <p:cNvGrpSpPr/>
          <p:nvPr>
            <p:custDataLst>
              <p:tags r:id="rId15"/>
            </p:custDataLst>
          </p:nvPr>
        </p:nvGrpSpPr>
        <p:grpSpPr>
          <a:xfrm>
            <a:off x="6211570" y="1363345"/>
            <a:ext cx="2521585" cy="1292225"/>
            <a:chOff x="1000" y="7769"/>
            <a:chExt cx="3971" cy="2035"/>
          </a:xfrm>
        </p:grpSpPr>
        <p:sp>
          <p:nvSpPr>
            <p:cNvPr id="129" name="文本框 128"/>
            <p:cNvSpPr txBox="1"/>
            <p:nvPr>
              <p:custDataLst>
                <p:tags r:id="rId28"/>
              </p:custDataLst>
            </p:nvPr>
          </p:nvSpPr>
          <p:spPr>
            <a:xfrm>
              <a:off x="1000" y="8615"/>
              <a:ext cx="3971" cy="11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现有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28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万会员标签覆盖率仅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42%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，消费偏好等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8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大维度标签补全，目标提升会员复购率至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35%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以上。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sp>
          <p:nvSpPr>
            <p:cNvPr id="130" name="圆角矩形 129"/>
            <p:cNvSpPr/>
            <p:nvPr>
              <p:custDataLst>
                <p:tags r:id="rId29"/>
              </p:custDataLst>
            </p:nvPr>
          </p:nvSpPr>
          <p:spPr>
            <a:xfrm>
              <a:off x="1000" y="7769"/>
              <a:ext cx="3525" cy="805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31" name="文本框 130"/>
            <p:cNvSpPr txBox="1"/>
            <p:nvPr>
              <p:custDataLst>
                <p:tags r:id="rId30"/>
              </p:custDataLst>
            </p:nvPr>
          </p:nvSpPr>
          <p:spPr>
            <a:xfrm>
              <a:off x="1000" y="7919"/>
              <a:ext cx="3653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  <a:sym typeface="+mn-ea"/>
                </a:rPr>
                <a:t>数字化会员体系升级</a:t>
              </a:r>
            </a:p>
          </p:txBody>
        </p:sp>
      </p:grpSp>
      <p:grpSp>
        <p:nvGrpSpPr>
          <p:cNvPr id="69" name="组合 68"/>
          <p:cNvGrpSpPr/>
          <p:nvPr>
            <p:custDataLst>
              <p:tags r:id="rId16"/>
            </p:custDataLst>
          </p:nvPr>
        </p:nvGrpSpPr>
        <p:grpSpPr>
          <a:xfrm>
            <a:off x="6211570" y="2915285"/>
            <a:ext cx="2521585" cy="1292225"/>
            <a:chOff x="1000" y="7769"/>
            <a:chExt cx="3971" cy="2035"/>
          </a:xfrm>
        </p:grpSpPr>
        <p:sp>
          <p:nvSpPr>
            <p:cNvPr id="70" name="文本框 69"/>
            <p:cNvSpPr txBox="1"/>
            <p:nvPr>
              <p:custDataLst>
                <p:tags r:id="rId25"/>
              </p:custDataLst>
            </p:nvPr>
          </p:nvSpPr>
          <p:spPr>
            <a:xfrm>
              <a:off x="1000" y="8615"/>
              <a:ext cx="3971" cy="11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针对童装、辅食等核心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SKU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，优化区域分仓布局，将西北区域配送时效从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48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小时压缩至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24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小时。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sp>
          <p:nvSpPr>
            <p:cNvPr id="71" name="圆角矩形 70"/>
            <p:cNvSpPr/>
            <p:nvPr>
              <p:custDataLst>
                <p:tags r:id="rId26"/>
              </p:custDataLst>
            </p:nvPr>
          </p:nvSpPr>
          <p:spPr>
            <a:xfrm>
              <a:off x="1000" y="7769"/>
              <a:ext cx="3525" cy="805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72" name="文本框 71"/>
            <p:cNvSpPr txBox="1"/>
            <p:nvPr>
              <p:custDataLst>
                <p:tags r:id="rId27"/>
              </p:custDataLst>
            </p:nvPr>
          </p:nvSpPr>
          <p:spPr>
            <a:xfrm>
              <a:off x="1000" y="7919"/>
              <a:ext cx="3653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  <a:sym typeface="+mn-ea"/>
                </a:rPr>
                <a:t>设置柔性供应链优化</a:t>
              </a:r>
            </a:p>
          </p:txBody>
        </p:sp>
      </p:grpSp>
      <p:grpSp>
        <p:nvGrpSpPr>
          <p:cNvPr id="73" name="组合 72"/>
          <p:cNvGrpSpPr/>
          <p:nvPr>
            <p:custDataLst>
              <p:tags r:id="rId17"/>
            </p:custDataLst>
          </p:nvPr>
        </p:nvGrpSpPr>
        <p:grpSpPr>
          <a:xfrm>
            <a:off x="9198610" y="1363345"/>
            <a:ext cx="2521585" cy="1292225"/>
            <a:chOff x="1000" y="7769"/>
            <a:chExt cx="3971" cy="2035"/>
          </a:xfrm>
        </p:grpSpPr>
        <p:sp>
          <p:nvSpPr>
            <p:cNvPr id="74" name="文本框 73"/>
            <p:cNvSpPr txBox="1"/>
            <p:nvPr>
              <p:custDataLst>
                <p:tags r:id="rId22"/>
              </p:custDataLst>
            </p:nvPr>
          </p:nvSpPr>
          <p:spPr>
            <a:xfrm>
              <a:off x="1000" y="8615"/>
              <a:ext cx="3971" cy="11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Q3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完成会员标签补全建立月度数据看板，核心指标未达预期时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48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小时内调整策略。</a:t>
              </a:r>
            </a:p>
          </p:txBody>
        </p:sp>
        <p:sp>
          <p:nvSpPr>
            <p:cNvPr id="75" name="圆角矩形 74"/>
            <p:cNvSpPr/>
            <p:nvPr>
              <p:custDataLst>
                <p:tags r:id="rId23"/>
              </p:custDataLst>
            </p:nvPr>
          </p:nvSpPr>
          <p:spPr>
            <a:xfrm>
              <a:off x="1000" y="7769"/>
              <a:ext cx="3525" cy="805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76" name="文本框 75"/>
            <p:cNvSpPr txBox="1"/>
            <p:nvPr>
              <p:custDataLst>
                <p:tags r:id="rId24"/>
              </p:custDataLst>
            </p:nvPr>
          </p:nvSpPr>
          <p:spPr>
            <a:xfrm>
              <a:off x="1000" y="7919"/>
              <a:ext cx="3653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  <a:sym typeface="+mn-ea"/>
                </a:rPr>
                <a:t>稳定阶段性进度管控</a:t>
              </a:r>
            </a:p>
          </p:txBody>
        </p:sp>
      </p:grpSp>
      <p:grpSp>
        <p:nvGrpSpPr>
          <p:cNvPr id="77" name="组合 76"/>
          <p:cNvGrpSpPr/>
          <p:nvPr>
            <p:custDataLst>
              <p:tags r:id="rId18"/>
            </p:custDataLst>
          </p:nvPr>
        </p:nvGrpSpPr>
        <p:grpSpPr>
          <a:xfrm>
            <a:off x="9198610" y="2915285"/>
            <a:ext cx="2521585" cy="1292225"/>
            <a:chOff x="1000" y="7769"/>
            <a:chExt cx="3971" cy="2035"/>
          </a:xfrm>
        </p:grpSpPr>
        <p:sp>
          <p:nvSpPr>
            <p:cNvPr id="78" name="文本框 77"/>
            <p:cNvSpPr txBox="1"/>
            <p:nvPr>
              <p:custDataLst>
                <p:tags r:id="rId19"/>
              </p:custDataLst>
            </p:nvPr>
          </p:nvSpPr>
          <p:spPr>
            <a:xfrm>
              <a:off x="1000" y="8615"/>
              <a:ext cx="3971" cy="11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针对会员数据隐私风险，提前与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2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家备选工厂签订协议，应对主力工厂产能波动。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sp>
          <p:nvSpPr>
            <p:cNvPr id="79" name="圆角矩形 78"/>
            <p:cNvSpPr/>
            <p:nvPr>
              <p:custDataLst>
                <p:tags r:id="rId20"/>
              </p:custDataLst>
            </p:nvPr>
          </p:nvSpPr>
          <p:spPr>
            <a:xfrm>
              <a:off x="1000" y="7769"/>
              <a:ext cx="3525" cy="805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80" name="文本框 79"/>
            <p:cNvSpPr txBox="1"/>
            <p:nvPr>
              <p:custDataLst>
                <p:tags r:id="rId21"/>
              </p:custDataLst>
            </p:nvPr>
          </p:nvSpPr>
          <p:spPr>
            <a:xfrm>
              <a:off x="1000" y="7919"/>
              <a:ext cx="3653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  <a:sym typeface="+mn-ea"/>
                </a:rPr>
                <a:t>源头防控全流程风险</a:t>
              </a:r>
            </a:p>
          </p:txBody>
        </p:sp>
      </p:grpSp>
      <p:sp>
        <p:nvSpPr>
          <p:cNvPr id="199" name="矩形 198"/>
          <p:cNvSpPr/>
          <p:nvPr/>
        </p:nvSpPr>
        <p:spPr>
          <a:xfrm>
            <a:off x="6012815" y="4723765"/>
            <a:ext cx="94488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当前业绩</a:t>
            </a:r>
          </a:p>
        </p:txBody>
      </p:sp>
      <p:sp>
        <p:nvSpPr>
          <p:cNvPr id="205" name="矩形 204"/>
          <p:cNvSpPr/>
          <p:nvPr/>
        </p:nvSpPr>
        <p:spPr>
          <a:xfrm>
            <a:off x="6894830" y="4523105"/>
            <a:ext cx="917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+30%</a:t>
            </a:r>
          </a:p>
        </p:txBody>
      </p:sp>
      <p:sp>
        <p:nvSpPr>
          <p:cNvPr id="200" name="矩形 199"/>
          <p:cNvSpPr/>
          <p:nvPr/>
        </p:nvSpPr>
        <p:spPr>
          <a:xfrm>
            <a:off x="6107430" y="4398010"/>
            <a:ext cx="75628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40%</a:t>
            </a:r>
          </a:p>
        </p:txBody>
      </p:sp>
      <p:sp>
        <p:nvSpPr>
          <p:cNvPr id="83" name="矩形 82"/>
          <p:cNvSpPr/>
          <p:nvPr/>
        </p:nvSpPr>
        <p:spPr>
          <a:xfrm>
            <a:off x="7954010" y="4723765"/>
            <a:ext cx="94488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年底目标</a:t>
            </a:r>
          </a:p>
        </p:txBody>
      </p:sp>
      <p:sp>
        <p:nvSpPr>
          <p:cNvPr id="84" name="矩形 83"/>
          <p:cNvSpPr/>
          <p:nvPr/>
        </p:nvSpPr>
        <p:spPr>
          <a:xfrm>
            <a:off x="8044815" y="4398010"/>
            <a:ext cx="76327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80%</a:t>
            </a:r>
          </a:p>
        </p:txBody>
      </p:sp>
      <p:sp>
        <p:nvSpPr>
          <p:cNvPr id="102" name="任意多边形: 形状 17"/>
          <p:cNvSpPr/>
          <p:nvPr/>
        </p:nvSpPr>
        <p:spPr>
          <a:xfrm flipV="1">
            <a:off x="6912610" y="4420870"/>
            <a:ext cx="994410" cy="501015"/>
          </a:xfrm>
          <a:custGeom>
            <a:avLst/>
            <a:gdLst>
              <a:gd name="connsiteX0" fmla="*/ 256828 w 616270"/>
              <a:gd name="connsiteY0" fmla="*/ 75 h 310659"/>
              <a:gd name="connsiteX1" fmla="*/ 510736 w 616270"/>
              <a:gd name="connsiteY1" fmla="*/ 95780 h 310659"/>
              <a:gd name="connsiteX2" fmla="*/ 557770 w 616270"/>
              <a:gd name="connsiteY2" fmla="*/ 151599 h 310659"/>
              <a:gd name="connsiteX3" fmla="*/ 606357 w 616270"/>
              <a:gd name="connsiteY3" fmla="*/ 119939 h 310659"/>
              <a:gd name="connsiteX4" fmla="*/ 616270 w 616270"/>
              <a:gd name="connsiteY4" fmla="*/ 310659 h 310659"/>
              <a:gd name="connsiteX5" fmla="*/ 446899 w 616270"/>
              <a:gd name="connsiteY5" fmla="*/ 223845 h 310659"/>
              <a:gd name="connsiteX6" fmla="*/ 492636 w 616270"/>
              <a:gd name="connsiteY6" fmla="*/ 194042 h 310659"/>
              <a:gd name="connsiteX7" fmla="*/ 468353 w 616270"/>
              <a:gd name="connsiteY7" fmla="*/ 161379 h 310659"/>
              <a:gd name="connsiteX8" fmla="*/ 233154 w 616270"/>
              <a:gd name="connsiteY8" fmla="*/ 59632 h 310659"/>
              <a:gd name="connsiteX9" fmla="*/ 42147 w 616270"/>
              <a:gd name="connsiteY9" fmla="*/ 93335 h 310659"/>
              <a:gd name="connsiteX10" fmla="*/ 0 w 616270"/>
              <a:gd name="connsiteY10" fmla="*/ 116807 h 310659"/>
              <a:gd name="connsiteX11" fmla="*/ 14350 w 616270"/>
              <a:gd name="connsiteY11" fmla="*/ 98811 h 310659"/>
              <a:gd name="connsiteX12" fmla="*/ 202778 w 616270"/>
              <a:gd name="connsiteY12" fmla="*/ 5209 h 310659"/>
              <a:gd name="connsiteX13" fmla="*/ 256828 w 616270"/>
              <a:gd name="connsiteY13" fmla="*/ 75 h 310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16270" h="310659">
                <a:moveTo>
                  <a:pt x="256828" y="75"/>
                </a:moveTo>
                <a:cubicBezTo>
                  <a:pt x="351019" y="-1841"/>
                  <a:pt x="441939" y="32833"/>
                  <a:pt x="510736" y="95780"/>
                </a:cubicBezTo>
                <a:lnTo>
                  <a:pt x="557770" y="151599"/>
                </a:lnTo>
                <a:lnTo>
                  <a:pt x="606357" y="119939"/>
                </a:lnTo>
                <a:lnTo>
                  <a:pt x="616270" y="310659"/>
                </a:lnTo>
                <a:lnTo>
                  <a:pt x="446899" y="223845"/>
                </a:lnTo>
                <a:lnTo>
                  <a:pt x="492636" y="194042"/>
                </a:lnTo>
                <a:lnTo>
                  <a:pt x="468353" y="161379"/>
                </a:lnTo>
                <a:cubicBezTo>
                  <a:pt x="407325" y="103933"/>
                  <a:pt x="324995" y="66318"/>
                  <a:pt x="233154" y="59632"/>
                </a:cubicBezTo>
                <a:cubicBezTo>
                  <a:pt x="165392" y="54699"/>
                  <a:pt x="99897" y="67160"/>
                  <a:pt x="42147" y="93335"/>
                </a:cubicBezTo>
                <a:lnTo>
                  <a:pt x="0" y="116807"/>
                </a:lnTo>
                <a:lnTo>
                  <a:pt x="14350" y="98811"/>
                </a:lnTo>
                <a:cubicBezTo>
                  <a:pt x="65559" y="50797"/>
                  <a:pt x="130585" y="17519"/>
                  <a:pt x="202778" y="5209"/>
                </a:cubicBezTo>
                <a:cubicBezTo>
                  <a:pt x="220827" y="2132"/>
                  <a:pt x="238886" y="440"/>
                  <a:pt x="256828" y="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9010650" y="4723765"/>
            <a:ext cx="94488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当前业绩</a:t>
            </a:r>
          </a:p>
        </p:txBody>
      </p:sp>
      <p:sp>
        <p:nvSpPr>
          <p:cNvPr id="99" name="矩形 98"/>
          <p:cNvSpPr/>
          <p:nvPr/>
        </p:nvSpPr>
        <p:spPr>
          <a:xfrm>
            <a:off x="9105265" y="4398010"/>
            <a:ext cx="75628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40%</a:t>
            </a:r>
          </a:p>
        </p:txBody>
      </p:sp>
      <p:sp>
        <p:nvSpPr>
          <p:cNvPr id="100" name="矩形 99"/>
          <p:cNvSpPr/>
          <p:nvPr/>
        </p:nvSpPr>
        <p:spPr>
          <a:xfrm>
            <a:off x="10951845" y="4723765"/>
            <a:ext cx="94488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年底目标</a:t>
            </a:r>
          </a:p>
        </p:txBody>
      </p:sp>
      <p:sp>
        <p:nvSpPr>
          <p:cNvPr id="101" name="矩形 100"/>
          <p:cNvSpPr/>
          <p:nvPr/>
        </p:nvSpPr>
        <p:spPr>
          <a:xfrm>
            <a:off x="11042650" y="4398010"/>
            <a:ext cx="76327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80%</a:t>
            </a:r>
          </a:p>
        </p:txBody>
      </p:sp>
      <p:sp>
        <p:nvSpPr>
          <p:cNvPr id="103" name="矩形 102"/>
          <p:cNvSpPr/>
          <p:nvPr/>
        </p:nvSpPr>
        <p:spPr>
          <a:xfrm>
            <a:off x="9939655" y="4558030"/>
            <a:ext cx="917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+30%</a:t>
            </a:r>
          </a:p>
        </p:txBody>
      </p:sp>
      <p:sp>
        <p:nvSpPr>
          <p:cNvPr id="104" name="任意多边形: 形状 17"/>
          <p:cNvSpPr/>
          <p:nvPr/>
        </p:nvSpPr>
        <p:spPr>
          <a:xfrm flipV="1">
            <a:off x="9957435" y="4455795"/>
            <a:ext cx="994410" cy="501015"/>
          </a:xfrm>
          <a:custGeom>
            <a:avLst/>
            <a:gdLst>
              <a:gd name="connsiteX0" fmla="*/ 256828 w 616270"/>
              <a:gd name="connsiteY0" fmla="*/ 75 h 310659"/>
              <a:gd name="connsiteX1" fmla="*/ 510736 w 616270"/>
              <a:gd name="connsiteY1" fmla="*/ 95780 h 310659"/>
              <a:gd name="connsiteX2" fmla="*/ 557770 w 616270"/>
              <a:gd name="connsiteY2" fmla="*/ 151599 h 310659"/>
              <a:gd name="connsiteX3" fmla="*/ 606357 w 616270"/>
              <a:gd name="connsiteY3" fmla="*/ 119939 h 310659"/>
              <a:gd name="connsiteX4" fmla="*/ 616270 w 616270"/>
              <a:gd name="connsiteY4" fmla="*/ 310659 h 310659"/>
              <a:gd name="connsiteX5" fmla="*/ 446899 w 616270"/>
              <a:gd name="connsiteY5" fmla="*/ 223845 h 310659"/>
              <a:gd name="connsiteX6" fmla="*/ 492636 w 616270"/>
              <a:gd name="connsiteY6" fmla="*/ 194042 h 310659"/>
              <a:gd name="connsiteX7" fmla="*/ 468353 w 616270"/>
              <a:gd name="connsiteY7" fmla="*/ 161379 h 310659"/>
              <a:gd name="connsiteX8" fmla="*/ 233154 w 616270"/>
              <a:gd name="connsiteY8" fmla="*/ 59632 h 310659"/>
              <a:gd name="connsiteX9" fmla="*/ 42147 w 616270"/>
              <a:gd name="connsiteY9" fmla="*/ 93335 h 310659"/>
              <a:gd name="connsiteX10" fmla="*/ 0 w 616270"/>
              <a:gd name="connsiteY10" fmla="*/ 116807 h 310659"/>
              <a:gd name="connsiteX11" fmla="*/ 14350 w 616270"/>
              <a:gd name="connsiteY11" fmla="*/ 98811 h 310659"/>
              <a:gd name="connsiteX12" fmla="*/ 202778 w 616270"/>
              <a:gd name="connsiteY12" fmla="*/ 5209 h 310659"/>
              <a:gd name="connsiteX13" fmla="*/ 256828 w 616270"/>
              <a:gd name="connsiteY13" fmla="*/ 75 h 310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16270" h="310659">
                <a:moveTo>
                  <a:pt x="256828" y="75"/>
                </a:moveTo>
                <a:cubicBezTo>
                  <a:pt x="351019" y="-1841"/>
                  <a:pt x="441939" y="32833"/>
                  <a:pt x="510736" y="95780"/>
                </a:cubicBezTo>
                <a:lnTo>
                  <a:pt x="557770" y="151599"/>
                </a:lnTo>
                <a:lnTo>
                  <a:pt x="606357" y="119939"/>
                </a:lnTo>
                <a:lnTo>
                  <a:pt x="616270" y="310659"/>
                </a:lnTo>
                <a:lnTo>
                  <a:pt x="446899" y="223845"/>
                </a:lnTo>
                <a:lnTo>
                  <a:pt x="492636" y="194042"/>
                </a:lnTo>
                <a:lnTo>
                  <a:pt x="468353" y="161379"/>
                </a:lnTo>
                <a:cubicBezTo>
                  <a:pt x="407325" y="103933"/>
                  <a:pt x="324995" y="66318"/>
                  <a:pt x="233154" y="59632"/>
                </a:cubicBezTo>
                <a:cubicBezTo>
                  <a:pt x="165392" y="54699"/>
                  <a:pt x="99897" y="67160"/>
                  <a:pt x="42147" y="93335"/>
                </a:cubicBezTo>
                <a:lnTo>
                  <a:pt x="0" y="116807"/>
                </a:lnTo>
                <a:lnTo>
                  <a:pt x="14350" y="98811"/>
                </a:lnTo>
                <a:cubicBezTo>
                  <a:pt x="65559" y="50797"/>
                  <a:pt x="130585" y="17519"/>
                  <a:pt x="202778" y="5209"/>
                </a:cubicBezTo>
                <a:cubicBezTo>
                  <a:pt x="220827" y="2132"/>
                  <a:pt x="238886" y="440"/>
                  <a:pt x="256828" y="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35585" y="17907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店铺流量提升策略</a:t>
            </a:r>
          </a:p>
        </p:txBody>
      </p:sp>
      <p:sp>
        <p:nvSpPr>
          <p:cNvPr id="2" name="矩形: 圆角 2"/>
          <p:cNvSpPr/>
          <p:nvPr/>
        </p:nvSpPr>
        <p:spPr>
          <a:xfrm>
            <a:off x="219710" y="950595"/>
            <a:ext cx="3750945" cy="1794510"/>
          </a:xfrm>
          <a:prstGeom prst="roundRect">
            <a:avLst>
              <a:gd name="adj" fmla="val 3785"/>
            </a:avLst>
          </a:prstGeom>
          <a:solidFill>
            <a:schemeClr val="accent5">
              <a:alpha val="20000"/>
            </a:schemeClr>
          </a:solidFill>
          <a:ln w="1143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graphicFrame>
        <p:nvGraphicFramePr>
          <p:cNvPr id="17" name="图表 16"/>
          <p:cNvGraphicFramePr/>
          <p:nvPr/>
        </p:nvGraphicFramePr>
        <p:xfrm>
          <a:off x="235585" y="1356360"/>
          <a:ext cx="3667760" cy="165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313121" y="1032814"/>
            <a:ext cx="1440000" cy="324000"/>
          </a:xfrm>
          <a:prstGeom prst="roundRect">
            <a:avLst>
              <a:gd name="adj" fmla="val 22910"/>
            </a:avLst>
          </a:prstGeom>
          <a:solidFill>
            <a:schemeClr val="accent5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>
            <a:defPPr>
              <a:defRPr lang="zh-CN"/>
            </a:defPPr>
            <a:lvl1pPr algn="ctr">
              <a:defRPr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产品各平台售额</a:t>
            </a:r>
          </a:p>
        </p:txBody>
      </p:sp>
      <p:sp>
        <p:nvSpPr>
          <p:cNvPr id="33" name="矩形: 圆角 2"/>
          <p:cNvSpPr/>
          <p:nvPr/>
        </p:nvSpPr>
        <p:spPr>
          <a:xfrm>
            <a:off x="219710" y="2891155"/>
            <a:ext cx="3750945" cy="1794510"/>
          </a:xfrm>
          <a:prstGeom prst="roundRect">
            <a:avLst>
              <a:gd name="adj" fmla="val 3785"/>
            </a:avLst>
          </a:prstGeom>
          <a:solidFill>
            <a:schemeClr val="accent5">
              <a:alpha val="20000"/>
            </a:schemeClr>
          </a:solidFill>
          <a:ln w="1143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34" name="矩形: 圆角 2"/>
          <p:cNvSpPr/>
          <p:nvPr>
            <p:custDataLst>
              <p:tags r:id="rId2"/>
            </p:custDataLst>
          </p:nvPr>
        </p:nvSpPr>
        <p:spPr>
          <a:xfrm>
            <a:off x="213995" y="4848860"/>
            <a:ext cx="9194165" cy="1794510"/>
          </a:xfrm>
          <a:prstGeom prst="roundRect">
            <a:avLst>
              <a:gd name="adj" fmla="val 4317"/>
            </a:avLst>
          </a:prstGeom>
          <a:solidFill>
            <a:schemeClr val="accent5"/>
          </a:solidFill>
          <a:ln w="1143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13121" y="2985439"/>
            <a:ext cx="1440000" cy="324000"/>
          </a:xfrm>
          <a:prstGeom prst="roundRect">
            <a:avLst>
              <a:gd name="adj" fmla="val 22910"/>
            </a:avLst>
          </a:prstGeom>
          <a:solidFill>
            <a:schemeClr val="accent5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>
            <a:defPPr>
              <a:defRPr lang="zh-CN"/>
            </a:defPPr>
            <a:lvl1pPr algn="ctr">
              <a:defRPr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产品各平台售额</a:t>
            </a:r>
          </a:p>
        </p:txBody>
      </p:sp>
      <p:graphicFrame>
        <p:nvGraphicFramePr>
          <p:cNvPr id="5" name="图表 4"/>
          <p:cNvGraphicFramePr/>
          <p:nvPr/>
        </p:nvGraphicFramePr>
        <p:xfrm>
          <a:off x="219710" y="3231515"/>
          <a:ext cx="1699260" cy="14941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39" name="文本框 38"/>
          <p:cNvSpPr txBox="1"/>
          <p:nvPr>
            <p:custDataLst>
              <p:tags r:id="rId3"/>
            </p:custDataLst>
          </p:nvPr>
        </p:nvSpPr>
        <p:spPr>
          <a:xfrm>
            <a:off x="1851660" y="3012440"/>
            <a:ext cx="2051685" cy="15525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1.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线下销售是店铺流量和销售的主要驱动力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2.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电商平台销售额相对较低需改进和优化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3.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代理销售表现良好，可考虑进步深化与代理商的合作。</a:t>
            </a:r>
          </a:p>
        </p:txBody>
      </p:sp>
      <p:graphicFrame>
        <p:nvGraphicFramePr>
          <p:cNvPr id="42" name="图表 41" descr="7b0a202020202263686172745265734964223a20223230343731343133220a7d0a"/>
          <p:cNvGraphicFramePr/>
          <p:nvPr/>
        </p:nvGraphicFramePr>
        <p:xfrm>
          <a:off x="4225290" y="930275"/>
          <a:ext cx="7672070" cy="37350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43" name="文本框 42"/>
          <p:cNvSpPr txBox="1"/>
          <p:nvPr>
            <p:custDataLst>
              <p:tags r:id="rId4"/>
            </p:custDataLst>
          </p:nvPr>
        </p:nvSpPr>
        <p:spPr>
          <a:xfrm>
            <a:off x="362903" y="5417185"/>
            <a:ext cx="892937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现有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28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万会员标签覆盖率仅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42%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，下半年将完成育儿阶段、消费偏好等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8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大维度标签补全，目标提升会员复购率至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35%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以上。</a:t>
            </a:r>
          </a:p>
        </p:txBody>
      </p:sp>
      <p:sp>
        <p:nvSpPr>
          <p:cNvPr id="51" name="矩形: 圆角 2"/>
          <p:cNvSpPr/>
          <p:nvPr>
            <p:custDataLst>
              <p:tags r:id="rId5"/>
            </p:custDataLst>
          </p:nvPr>
        </p:nvSpPr>
        <p:spPr>
          <a:xfrm>
            <a:off x="362903" y="5043805"/>
            <a:ext cx="2285365" cy="320675"/>
          </a:xfrm>
          <a:prstGeom prst="roundRect">
            <a:avLst>
              <a:gd name="adj" fmla="val 20396"/>
            </a:avLst>
          </a:prstGeom>
          <a:solidFill>
            <a:schemeClr val="bg1"/>
          </a:solidFill>
          <a:ln w="1143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6"/>
            </p:custDataLst>
          </p:nvPr>
        </p:nvSpPr>
        <p:spPr>
          <a:xfrm>
            <a:off x="362903" y="5043805"/>
            <a:ext cx="2249805" cy="3206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数字化会员体系升级</a:t>
            </a:r>
          </a:p>
        </p:txBody>
      </p:sp>
      <p:sp>
        <p:nvSpPr>
          <p:cNvPr id="52" name="文本框 51"/>
          <p:cNvSpPr txBox="1"/>
          <p:nvPr>
            <p:custDataLst>
              <p:tags r:id="rId7"/>
            </p:custDataLst>
          </p:nvPr>
        </p:nvSpPr>
        <p:spPr>
          <a:xfrm>
            <a:off x="363220" y="6175375"/>
            <a:ext cx="892937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Q3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完成会员标签补全、西北分仓优化及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家体验店选址，建立月度数据看板，核心指标未达预期时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48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小时内调整策略。</a:t>
            </a:r>
          </a:p>
        </p:txBody>
      </p:sp>
      <p:sp>
        <p:nvSpPr>
          <p:cNvPr id="53" name="矩形: 圆角 2"/>
          <p:cNvSpPr/>
          <p:nvPr>
            <p:custDataLst>
              <p:tags r:id="rId8"/>
            </p:custDataLst>
          </p:nvPr>
        </p:nvSpPr>
        <p:spPr>
          <a:xfrm>
            <a:off x="362903" y="5801995"/>
            <a:ext cx="2285365" cy="320675"/>
          </a:xfrm>
          <a:prstGeom prst="roundRect">
            <a:avLst>
              <a:gd name="adj" fmla="val 20396"/>
            </a:avLst>
          </a:prstGeom>
          <a:solidFill>
            <a:schemeClr val="bg1"/>
          </a:solidFill>
          <a:ln w="1143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9"/>
            </p:custDataLst>
          </p:nvPr>
        </p:nvSpPr>
        <p:spPr>
          <a:xfrm>
            <a:off x="362903" y="5801995"/>
            <a:ext cx="2249805" cy="3206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稳定阶段性进度管控</a:t>
            </a:r>
          </a:p>
        </p:txBody>
      </p:sp>
      <p:sp>
        <p:nvSpPr>
          <p:cNvPr id="114" name="圆角矩形 113"/>
          <p:cNvSpPr/>
          <p:nvPr/>
        </p:nvSpPr>
        <p:spPr>
          <a:xfrm>
            <a:off x="9530080" y="484886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9573895" y="485203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精准运营</a:t>
            </a:r>
          </a:p>
        </p:txBody>
      </p:sp>
      <p:sp>
        <p:nvSpPr>
          <p:cNvPr id="65" name="圆角矩形 64"/>
          <p:cNvSpPr/>
          <p:nvPr/>
        </p:nvSpPr>
        <p:spPr>
          <a:xfrm>
            <a:off x="10833735" y="484886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0877550" y="485203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数据驱动</a:t>
            </a:r>
          </a:p>
        </p:txBody>
      </p:sp>
      <p:sp>
        <p:nvSpPr>
          <p:cNvPr id="85" name="圆角矩形 84"/>
          <p:cNvSpPr/>
          <p:nvPr/>
        </p:nvSpPr>
        <p:spPr>
          <a:xfrm>
            <a:off x="9530080" y="532257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9573895" y="532574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转化提效</a:t>
            </a:r>
          </a:p>
        </p:txBody>
      </p:sp>
      <p:sp>
        <p:nvSpPr>
          <p:cNvPr id="87" name="圆角矩形 86"/>
          <p:cNvSpPr/>
          <p:nvPr/>
        </p:nvSpPr>
        <p:spPr>
          <a:xfrm>
            <a:off x="10833735" y="532257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10877550" y="532574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人群定向</a:t>
            </a:r>
          </a:p>
        </p:txBody>
      </p:sp>
      <p:sp>
        <p:nvSpPr>
          <p:cNvPr id="90" name="圆角矩形 89"/>
          <p:cNvSpPr/>
          <p:nvPr/>
        </p:nvSpPr>
        <p:spPr>
          <a:xfrm>
            <a:off x="9530080" y="579628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9573895" y="579945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公域拓客</a:t>
            </a:r>
          </a:p>
        </p:txBody>
      </p:sp>
      <p:sp>
        <p:nvSpPr>
          <p:cNvPr id="92" name="圆角矩形 91"/>
          <p:cNvSpPr/>
          <p:nvPr/>
        </p:nvSpPr>
        <p:spPr>
          <a:xfrm>
            <a:off x="10833735" y="579628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10877550" y="579945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场景运营</a:t>
            </a:r>
          </a:p>
        </p:txBody>
      </p:sp>
      <p:sp>
        <p:nvSpPr>
          <p:cNvPr id="95" name="圆角矩形 94"/>
          <p:cNvSpPr/>
          <p:nvPr/>
        </p:nvSpPr>
        <p:spPr>
          <a:xfrm>
            <a:off x="9530080" y="626999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9573895" y="627316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复购提升</a:t>
            </a:r>
          </a:p>
        </p:txBody>
      </p:sp>
      <p:sp>
        <p:nvSpPr>
          <p:cNvPr id="98" name="圆角矩形 97"/>
          <p:cNvSpPr/>
          <p:nvPr/>
        </p:nvSpPr>
        <p:spPr>
          <a:xfrm>
            <a:off x="10833735" y="626999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10877550" y="627316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活动定向</a:t>
            </a:r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36855" y="1701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  <a:sym typeface="+mn-ea"/>
              </a:rPr>
              <a:t>项目团队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配置情况</a:t>
            </a:r>
          </a:p>
        </p:txBody>
      </p:sp>
      <p:grpSp>
        <p:nvGrpSpPr>
          <p:cNvPr id="66" name="组合 65"/>
          <p:cNvGrpSpPr/>
          <p:nvPr>
            <p:custDataLst>
              <p:tags r:id="rId2"/>
            </p:custDataLst>
          </p:nvPr>
        </p:nvGrpSpPr>
        <p:grpSpPr>
          <a:xfrm>
            <a:off x="9072245" y="4850448"/>
            <a:ext cx="2721610" cy="1815465"/>
            <a:chOff x="930" y="5560"/>
            <a:chExt cx="4286" cy="2859"/>
          </a:xfrm>
        </p:grpSpPr>
        <p:sp>
          <p:nvSpPr>
            <p:cNvPr id="68" name="圆角矩形 67"/>
            <p:cNvSpPr/>
            <p:nvPr>
              <p:custDataLst>
                <p:tags r:id="rId30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69" name="圆角矩形 68"/>
            <p:cNvSpPr/>
            <p:nvPr>
              <p:custDataLst>
                <p:tags r:id="rId31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70" name="文本框 69"/>
            <p:cNvSpPr txBox="1"/>
            <p:nvPr>
              <p:custDataLst>
                <p:tags r:id="rId32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团队协作模式</a:t>
              </a:r>
            </a:p>
          </p:txBody>
        </p:sp>
        <p:sp>
          <p:nvSpPr>
            <p:cNvPr id="73" name="文本框 72"/>
            <p:cNvSpPr txBox="1"/>
            <p:nvPr>
              <p:custDataLst>
                <p:tags r:id="rId33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采用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项目组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+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跨部门支持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双轨模式，以核心成员为推进核心。项目组负责全流程，含需求拆解、进度把控、风险预警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项核心工作。</a:t>
              </a:r>
            </a:p>
          </p:txBody>
        </p:sp>
      </p:grpSp>
      <p:grpSp>
        <p:nvGrpSpPr>
          <p:cNvPr id="127" name="组合 126"/>
          <p:cNvGrpSpPr/>
          <p:nvPr>
            <p:custDataLst>
              <p:tags r:id="rId3"/>
            </p:custDataLst>
          </p:nvPr>
        </p:nvGrpSpPr>
        <p:grpSpPr>
          <a:xfrm>
            <a:off x="414020" y="4850448"/>
            <a:ext cx="2721610" cy="1815465"/>
            <a:chOff x="930" y="5560"/>
            <a:chExt cx="4286" cy="2859"/>
          </a:xfrm>
        </p:grpSpPr>
        <p:sp>
          <p:nvSpPr>
            <p:cNvPr id="128" name="圆角矩形 127"/>
            <p:cNvSpPr/>
            <p:nvPr>
              <p:custDataLst>
                <p:tags r:id="rId26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29" name="圆角矩形 128"/>
            <p:cNvSpPr/>
            <p:nvPr>
              <p:custDataLst>
                <p:tags r:id="rId27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30" name="文本框 129"/>
            <p:cNvSpPr txBox="1"/>
            <p:nvPr>
              <p:custDataLst>
                <p:tags r:id="rId28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团队沟通机制</a:t>
              </a:r>
            </a:p>
          </p:txBody>
        </p:sp>
        <p:sp>
          <p:nvSpPr>
            <p:cNvPr id="131" name="文本框 130"/>
            <p:cNvSpPr txBox="1"/>
            <p:nvPr>
              <p:custDataLst>
                <p:tags r:id="rId29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日常用飞书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/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企业微信同步动态，确保信息传递无延迟。每周开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次项目例会，复盘进度、定周任务、解协作问题。</a:t>
              </a:r>
            </a:p>
          </p:txBody>
        </p:sp>
      </p:grpSp>
      <p:grpSp>
        <p:nvGrpSpPr>
          <p:cNvPr id="59" name="组合 58"/>
          <p:cNvGrpSpPr/>
          <p:nvPr>
            <p:custDataLst>
              <p:tags r:id="rId4"/>
            </p:custDataLst>
          </p:nvPr>
        </p:nvGrpSpPr>
        <p:grpSpPr>
          <a:xfrm>
            <a:off x="414020" y="2876550"/>
            <a:ext cx="2721610" cy="1815465"/>
            <a:chOff x="930" y="5560"/>
            <a:chExt cx="4286" cy="2859"/>
          </a:xfrm>
        </p:grpSpPr>
        <p:sp>
          <p:nvSpPr>
            <p:cNvPr id="53" name="圆角矩形 52"/>
            <p:cNvSpPr/>
            <p:nvPr>
              <p:custDataLst>
                <p:tags r:id="rId22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50" name="圆角矩形 49"/>
            <p:cNvSpPr/>
            <p:nvPr>
              <p:custDataLst>
                <p:tags r:id="rId23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56" name="文本框 55"/>
            <p:cNvSpPr txBox="1"/>
            <p:nvPr>
              <p:custDataLst>
                <p:tags r:id="rId24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核心成员构成</a:t>
              </a:r>
            </a:p>
          </p:txBody>
        </p:sp>
        <p:sp>
          <p:nvSpPr>
            <p:cNvPr id="58" name="文本框 57"/>
            <p:cNvSpPr txBox="1"/>
            <p:nvPr>
              <p:custDataLst>
                <p:tags r:id="rId25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核心成员需具备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[X]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年以上相关经验，确保需求理解与执行能力达标。明确各岗位职责边界，避免工作重叠，保障项目推进有序。</a:t>
              </a:r>
            </a:p>
          </p:txBody>
        </p:sp>
      </p:grpSp>
      <p:grpSp>
        <p:nvGrpSpPr>
          <p:cNvPr id="74" name="组合 73"/>
          <p:cNvGrpSpPr/>
          <p:nvPr>
            <p:custDataLst>
              <p:tags r:id="rId5"/>
            </p:custDataLst>
          </p:nvPr>
        </p:nvGrpSpPr>
        <p:grpSpPr>
          <a:xfrm>
            <a:off x="6186170" y="4850448"/>
            <a:ext cx="2721610" cy="1815465"/>
            <a:chOff x="930" y="5560"/>
            <a:chExt cx="4286" cy="2859"/>
          </a:xfrm>
        </p:grpSpPr>
        <p:sp>
          <p:nvSpPr>
            <p:cNvPr id="75" name="圆角矩形 74"/>
            <p:cNvSpPr/>
            <p:nvPr>
              <p:custDataLst>
                <p:tags r:id="rId18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76" name="圆角矩形 75"/>
            <p:cNvSpPr/>
            <p:nvPr>
              <p:custDataLst>
                <p:tags r:id="rId19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77" name="文本框 76"/>
            <p:cNvSpPr txBox="1"/>
            <p:nvPr>
              <p:custDataLst>
                <p:tags r:id="rId20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人员变动情况</a:t>
              </a:r>
            </a:p>
          </p:txBody>
        </p:sp>
        <p:sp>
          <p:nvSpPr>
            <p:cNvPr id="78" name="文本框 77"/>
            <p:cNvSpPr txBox="1"/>
            <p:nvPr>
              <p:custDataLst>
                <p:tags r:id="rId21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全年核心成员变动率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[X%]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，低于行业平均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[X%]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，团队稳定性较强。变动原因分两类：内部调岗（占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[X%]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）、个人离职（占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[X%]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）。</a:t>
              </a:r>
            </a:p>
          </p:txBody>
        </p:sp>
      </p:grpSp>
      <p:grpSp>
        <p:nvGrpSpPr>
          <p:cNvPr id="132" name="组合 131"/>
          <p:cNvGrpSpPr/>
          <p:nvPr>
            <p:custDataLst>
              <p:tags r:id="rId6"/>
            </p:custDataLst>
          </p:nvPr>
        </p:nvGrpSpPr>
        <p:grpSpPr>
          <a:xfrm>
            <a:off x="3300095" y="4850448"/>
            <a:ext cx="2721610" cy="1815465"/>
            <a:chOff x="930" y="5560"/>
            <a:chExt cx="4286" cy="2859"/>
          </a:xfrm>
        </p:grpSpPr>
        <p:sp>
          <p:nvSpPr>
            <p:cNvPr id="133" name="圆角矩形 132"/>
            <p:cNvSpPr/>
            <p:nvPr>
              <p:custDataLst>
                <p:tags r:id="rId14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34" name="圆角矩形 133"/>
            <p:cNvSpPr/>
            <p:nvPr>
              <p:custDataLst>
                <p:tags r:id="rId15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35" name="文本框 134"/>
            <p:cNvSpPr txBox="1"/>
            <p:nvPr>
              <p:custDataLst>
                <p:tags r:id="rId16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团队激励机制</a:t>
              </a:r>
            </a:p>
          </p:txBody>
        </p:sp>
        <p:sp>
          <p:nvSpPr>
            <p:cNvPr id="136" name="文本框 135"/>
            <p:cNvSpPr txBox="1"/>
            <p:nvPr>
              <p:custDataLst>
                <p:tags r:id="rId17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物质激励：项目达标后，核心成员获现金奖金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/[X]%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项目分红。成长激励：优先推荐优秀成员参与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[X]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个公司重点项目。</a:t>
              </a:r>
            </a:p>
          </p:txBody>
        </p:sp>
      </p:grpSp>
      <p:grpSp>
        <p:nvGrpSpPr>
          <p:cNvPr id="142" name="组合 141"/>
          <p:cNvGrpSpPr/>
          <p:nvPr>
            <p:custDataLst>
              <p:tags r:id="rId7"/>
            </p:custDataLst>
          </p:nvPr>
        </p:nvGrpSpPr>
        <p:grpSpPr>
          <a:xfrm>
            <a:off x="414020" y="920750"/>
            <a:ext cx="2721610" cy="1815465"/>
            <a:chOff x="930" y="5560"/>
            <a:chExt cx="4286" cy="2859"/>
          </a:xfrm>
        </p:grpSpPr>
        <p:sp>
          <p:nvSpPr>
            <p:cNvPr id="143" name="圆角矩形 142"/>
            <p:cNvSpPr/>
            <p:nvPr>
              <p:custDataLst>
                <p:tags r:id="rId10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44" name="圆角矩形 143"/>
            <p:cNvSpPr/>
            <p:nvPr>
              <p:custDataLst>
                <p:tags r:id="rId11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45" name="文本框 144"/>
            <p:cNvSpPr txBox="1"/>
            <p:nvPr>
              <p:custDataLst>
                <p:tags r:id="rId12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</a:t>
              </a: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资源支持配置</a:t>
              </a:r>
            </a:p>
          </p:txBody>
        </p:sp>
        <p:sp>
          <p:nvSpPr>
            <p:cNvPr id="146" name="文本框 145"/>
            <p:cNvSpPr txBox="1"/>
            <p:nvPr>
              <p:custDataLst>
                <p:tags r:id="rId13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每个项目配置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[X]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套专业工具（如项目管理软件、设计工具）。项目专项预算占总预算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[X%]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，保障开发、测试等环节资源充足。</a:t>
              </a:r>
            </a:p>
          </p:txBody>
        </p:sp>
      </p:grpSp>
      <p:graphicFrame>
        <p:nvGraphicFramePr>
          <p:cNvPr id="148" name="图表 147" descr="7b0a202020202263686172745265734964223a20223530303533343237220a7d0a"/>
          <p:cNvGraphicFramePr/>
          <p:nvPr>
            <p:custDataLst>
              <p:tags r:id="rId8"/>
            </p:custDataLst>
          </p:nvPr>
        </p:nvGraphicFramePr>
        <p:xfrm>
          <a:off x="3300095" y="920750"/>
          <a:ext cx="5671185" cy="37445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6"/>
          </a:graphicData>
        </a:graphic>
      </p:graphicFrame>
      <p:sp>
        <p:nvSpPr>
          <p:cNvPr id="155" name="文本框 154"/>
          <p:cNvSpPr txBox="1"/>
          <p:nvPr>
            <p:custDataLst>
              <p:tags r:id="rId9"/>
            </p:custDataLst>
          </p:nvPr>
        </p:nvSpPr>
        <p:spPr>
          <a:xfrm>
            <a:off x="9135745" y="2835275"/>
            <a:ext cx="2744470" cy="16751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系列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的人员配置相对较少，特别是类别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4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只有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21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人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应分析其工作效率和项目进展，确保不会影响整体项目进度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。</a:t>
            </a: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各系列团队配置合理，没有发现异常数据说明项目团队配置按计划进行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cxnSp>
        <p:nvCxnSpPr>
          <p:cNvPr id="165" name="直线连接符 37"/>
          <p:cNvCxnSpPr/>
          <p:nvPr/>
        </p:nvCxnSpPr>
        <p:spPr>
          <a:xfrm>
            <a:off x="9311526" y="1303760"/>
            <a:ext cx="0" cy="1191213"/>
          </a:xfrm>
          <a:prstGeom prst="line">
            <a:avLst/>
          </a:prstGeom>
          <a:ln w="15875" cmpd="sng">
            <a:solidFill>
              <a:schemeClr val="accent1">
                <a:shade val="50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矩形 165"/>
          <p:cNvSpPr/>
          <p:nvPr/>
        </p:nvSpPr>
        <p:spPr>
          <a:xfrm>
            <a:off x="9660072" y="1303760"/>
            <a:ext cx="1899274" cy="2843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1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-3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 提升团队能力</a:t>
            </a:r>
          </a:p>
        </p:txBody>
      </p:sp>
      <p:sp>
        <p:nvSpPr>
          <p:cNvPr id="167" name="矩形 166"/>
          <p:cNvSpPr/>
          <p:nvPr/>
        </p:nvSpPr>
        <p:spPr>
          <a:xfrm>
            <a:off x="9660072" y="1706716"/>
            <a:ext cx="1899269" cy="2843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4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-7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 提高市场竞争</a:t>
            </a:r>
          </a:p>
        </p:txBody>
      </p:sp>
      <p:sp>
        <p:nvSpPr>
          <p:cNvPr id="168" name="矩形 167"/>
          <p:cNvSpPr/>
          <p:nvPr/>
        </p:nvSpPr>
        <p:spPr>
          <a:xfrm>
            <a:off x="9660072" y="2109672"/>
            <a:ext cx="1899264" cy="28430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8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-9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 优化客户服务</a:t>
            </a:r>
          </a:p>
        </p:txBody>
      </p:sp>
      <p:sp>
        <p:nvSpPr>
          <p:cNvPr id="169" name="任意形状 22"/>
          <p:cNvSpPr/>
          <p:nvPr/>
        </p:nvSpPr>
        <p:spPr>
          <a:xfrm>
            <a:off x="9259034" y="1408507"/>
            <a:ext cx="104887" cy="104887"/>
          </a:xfrm>
          <a:custGeom>
            <a:avLst/>
            <a:gdLst>
              <a:gd name="connsiteX0" fmla="*/ 477520 w 477520"/>
              <a:gd name="connsiteY0" fmla="*/ 238760 h 477520"/>
              <a:gd name="connsiteX1" fmla="*/ 238760 w 477520"/>
              <a:gd name="connsiteY1" fmla="*/ 477520 h 477520"/>
              <a:gd name="connsiteX2" fmla="*/ 0 w 477520"/>
              <a:gd name="connsiteY2" fmla="*/ 238760 h 477520"/>
              <a:gd name="connsiteX3" fmla="*/ 238760 w 477520"/>
              <a:gd name="connsiteY3" fmla="*/ 0 h 477520"/>
              <a:gd name="connsiteX4" fmla="*/ 477520 w 477520"/>
              <a:gd name="connsiteY4" fmla="*/ 238760 h 47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520" h="477520">
                <a:moveTo>
                  <a:pt x="477520" y="238760"/>
                </a:moveTo>
                <a:cubicBezTo>
                  <a:pt x="477520" y="370623"/>
                  <a:pt x="370624" y="477520"/>
                  <a:pt x="238760" y="477520"/>
                </a:cubicBezTo>
                <a:cubicBezTo>
                  <a:pt x="106897" y="477520"/>
                  <a:pt x="0" y="370623"/>
                  <a:pt x="0" y="238760"/>
                </a:cubicBezTo>
                <a:cubicBezTo>
                  <a:pt x="0" y="106896"/>
                  <a:pt x="106897" y="0"/>
                  <a:pt x="238760" y="0"/>
                </a:cubicBezTo>
                <a:cubicBezTo>
                  <a:pt x="370624" y="0"/>
                  <a:pt x="477520" y="106896"/>
                  <a:pt x="477520" y="23876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70" name="任意形状 23"/>
          <p:cNvSpPr/>
          <p:nvPr/>
        </p:nvSpPr>
        <p:spPr>
          <a:xfrm>
            <a:off x="9259034" y="1807228"/>
            <a:ext cx="104887" cy="104887"/>
          </a:xfrm>
          <a:custGeom>
            <a:avLst/>
            <a:gdLst>
              <a:gd name="connsiteX0" fmla="*/ 477520 w 477520"/>
              <a:gd name="connsiteY0" fmla="*/ 238760 h 477520"/>
              <a:gd name="connsiteX1" fmla="*/ 238760 w 477520"/>
              <a:gd name="connsiteY1" fmla="*/ 477520 h 477520"/>
              <a:gd name="connsiteX2" fmla="*/ 0 w 477520"/>
              <a:gd name="connsiteY2" fmla="*/ 238760 h 477520"/>
              <a:gd name="connsiteX3" fmla="*/ 238760 w 477520"/>
              <a:gd name="connsiteY3" fmla="*/ 0 h 477520"/>
              <a:gd name="connsiteX4" fmla="*/ 477520 w 477520"/>
              <a:gd name="connsiteY4" fmla="*/ 238760 h 47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520" h="477520">
                <a:moveTo>
                  <a:pt x="477520" y="238760"/>
                </a:moveTo>
                <a:cubicBezTo>
                  <a:pt x="477520" y="370623"/>
                  <a:pt x="370624" y="477520"/>
                  <a:pt x="238760" y="477520"/>
                </a:cubicBezTo>
                <a:cubicBezTo>
                  <a:pt x="106897" y="477520"/>
                  <a:pt x="0" y="370623"/>
                  <a:pt x="0" y="238760"/>
                </a:cubicBezTo>
                <a:cubicBezTo>
                  <a:pt x="0" y="106896"/>
                  <a:pt x="106897" y="0"/>
                  <a:pt x="238760" y="0"/>
                </a:cubicBezTo>
                <a:cubicBezTo>
                  <a:pt x="370624" y="0"/>
                  <a:pt x="477520" y="106896"/>
                  <a:pt x="477520" y="238760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71" name="任意形状 24"/>
          <p:cNvSpPr/>
          <p:nvPr/>
        </p:nvSpPr>
        <p:spPr>
          <a:xfrm>
            <a:off x="9259034" y="2211265"/>
            <a:ext cx="104887" cy="104887"/>
          </a:xfrm>
          <a:custGeom>
            <a:avLst/>
            <a:gdLst>
              <a:gd name="connsiteX0" fmla="*/ 477520 w 477520"/>
              <a:gd name="connsiteY0" fmla="*/ 238760 h 477520"/>
              <a:gd name="connsiteX1" fmla="*/ 238760 w 477520"/>
              <a:gd name="connsiteY1" fmla="*/ 477520 h 477520"/>
              <a:gd name="connsiteX2" fmla="*/ 0 w 477520"/>
              <a:gd name="connsiteY2" fmla="*/ 238760 h 477520"/>
              <a:gd name="connsiteX3" fmla="*/ 238760 w 477520"/>
              <a:gd name="connsiteY3" fmla="*/ 0 h 477520"/>
              <a:gd name="connsiteX4" fmla="*/ 477520 w 477520"/>
              <a:gd name="connsiteY4" fmla="*/ 238760 h 47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520" h="477520">
                <a:moveTo>
                  <a:pt x="477520" y="238760"/>
                </a:moveTo>
                <a:cubicBezTo>
                  <a:pt x="477520" y="370623"/>
                  <a:pt x="370624" y="477520"/>
                  <a:pt x="238760" y="477520"/>
                </a:cubicBezTo>
                <a:cubicBezTo>
                  <a:pt x="106897" y="477520"/>
                  <a:pt x="0" y="370623"/>
                  <a:pt x="0" y="238760"/>
                </a:cubicBezTo>
                <a:cubicBezTo>
                  <a:pt x="0" y="106896"/>
                  <a:pt x="106897" y="0"/>
                  <a:pt x="238760" y="0"/>
                </a:cubicBezTo>
                <a:cubicBezTo>
                  <a:pt x="370624" y="0"/>
                  <a:pt x="477520" y="106896"/>
                  <a:pt x="477520" y="238760"/>
                </a:cubicBez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5844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核心指标趋势图</a:t>
            </a:r>
          </a:p>
        </p:txBody>
      </p:sp>
      <p:grpSp>
        <p:nvGrpSpPr>
          <p:cNvPr id="44" name="组合 43"/>
          <p:cNvGrpSpPr/>
          <p:nvPr/>
        </p:nvGrpSpPr>
        <p:grpSpPr>
          <a:xfrm>
            <a:off x="413385" y="2411095"/>
            <a:ext cx="11313795" cy="4013835"/>
            <a:chOff x="651" y="3796"/>
            <a:chExt cx="17817" cy="6321"/>
          </a:xfrm>
        </p:grpSpPr>
        <p:sp>
          <p:nvSpPr>
            <p:cNvPr id="5" name="圆角矩形 4"/>
            <p:cNvSpPr/>
            <p:nvPr/>
          </p:nvSpPr>
          <p:spPr>
            <a:xfrm>
              <a:off x="5688" y="9583"/>
              <a:ext cx="4155" cy="535"/>
            </a:xfrm>
            <a:prstGeom prst="roundRect">
              <a:avLst/>
            </a:prstGeom>
            <a:solidFill>
              <a:schemeClr val="accent1"/>
            </a:solidFill>
            <a:ln w="1263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第二季度</a:t>
              </a: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10001" y="9583"/>
              <a:ext cx="4155" cy="535"/>
            </a:xfrm>
            <a:prstGeom prst="roundRect">
              <a:avLst/>
            </a:prstGeom>
            <a:solidFill>
              <a:schemeClr val="accent5"/>
            </a:solidFill>
            <a:ln w="1263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第三季度</a:t>
              </a: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1374" y="9583"/>
              <a:ext cx="4156" cy="535"/>
            </a:xfrm>
            <a:prstGeom prst="roundRect">
              <a:avLst/>
            </a:prstGeom>
            <a:solidFill>
              <a:schemeClr val="accent5"/>
            </a:solidFill>
            <a:ln w="1263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第一季度</a:t>
              </a: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14314" y="9583"/>
              <a:ext cx="4155" cy="535"/>
            </a:xfrm>
            <a:prstGeom prst="roundRect">
              <a:avLst/>
            </a:prstGeom>
            <a:solidFill>
              <a:schemeClr val="accent1"/>
            </a:solidFill>
            <a:ln w="1263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第四季度</a:t>
              </a:r>
            </a:p>
          </p:txBody>
        </p:sp>
        <p:graphicFrame>
          <p:nvGraphicFramePr>
            <p:cNvPr id="7" name="Chart 4"/>
            <p:cNvGraphicFramePr/>
            <p:nvPr/>
          </p:nvGraphicFramePr>
          <p:xfrm>
            <a:off x="651" y="3796"/>
            <a:ext cx="4880" cy="562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18" name="Chart 4"/>
            <p:cNvGraphicFramePr/>
            <p:nvPr/>
          </p:nvGraphicFramePr>
          <p:xfrm>
            <a:off x="5549" y="3796"/>
            <a:ext cx="4299" cy="562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aphicFrame>
          <p:nvGraphicFramePr>
            <p:cNvPr id="21" name="Chart 4"/>
            <p:cNvGraphicFramePr/>
            <p:nvPr/>
          </p:nvGraphicFramePr>
          <p:xfrm>
            <a:off x="9881" y="3796"/>
            <a:ext cx="4299" cy="562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graphicFrame>
          <p:nvGraphicFramePr>
            <p:cNvPr id="19" name="Chart 4"/>
            <p:cNvGraphicFramePr/>
            <p:nvPr/>
          </p:nvGraphicFramePr>
          <p:xfrm>
            <a:off x="14170" y="3796"/>
            <a:ext cx="4299" cy="562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sp>
          <p:nvSpPr>
            <p:cNvPr id="23" name="文本框 22"/>
            <p:cNvSpPr txBox="1"/>
            <p:nvPr/>
          </p:nvSpPr>
          <p:spPr>
            <a:xfrm>
              <a:off x="1641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一月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482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三月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930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四月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8795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六月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0232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七月</a:t>
              </a:r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5541" y="4073"/>
              <a:ext cx="0" cy="5411"/>
            </a:xfrm>
            <a:prstGeom prst="line">
              <a:avLst/>
            </a:prstGeom>
            <a:ln w="28575" cmpd="sng">
              <a:solidFill>
                <a:schemeClr val="accent5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9876" y="4073"/>
              <a:ext cx="0" cy="5411"/>
            </a:xfrm>
            <a:prstGeom prst="line">
              <a:avLst/>
            </a:prstGeom>
            <a:ln w="28575" cmpd="sng">
              <a:solidFill>
                <a:schemeClr val="accent5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14210" y="4073"/>
              <a:ext cx="0" cy="5411"/>
            </a:xfrm>
            <a:prstGeom prst="line">
              <a:avLst/>
            </a:prstGeom>
            <a:ln w="28575" cmpd="sng">
              <a:solidFill>
                <a:schemeClr val="accent5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/>
            <p:cNvSpPr txBox="1"/>
            <p:nvPr/>
          </p:nvSpPr>
          <p:spPr>
            <a:xfrm>
              <a:off x="13101" y="9220"/>
              <a:ext cx="648" cy="36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九月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4528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十月</a:t>
              </a: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7232" y="9220"/>
              <a:ext cx="964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十二月</a:t>
              </a: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3054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二月</a:t>
              </a: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7367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五月</a:t>
              </a: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11673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八月</a:t>
              </a: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5796" y="9220"/>
              <a:ext cx="981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十一月</a:t>
              </a:r>
            </a:p>
          </p:txBody>
        </p:sp>
      </p:grpSp>
      <p:sp>
        <p:nvSpPr>
          <p:cNvPr id="48" name="任意形状 45"/>
          <p:cNvSpPr/>
          <p:nvPr/>
        </p:nvSpPr>
        <p:spPr>
          <a:xfrm>
            <a:off x="834390" y="1454785"/>
            <a:ext cx="2558415" cy="956310"/>
          </a:xfrm>
          <a:prstGeom prst="roundRect">
            <a:avLst>
              <a:gd name="adj" fmla="val 6213"/>
            </a:avLst>
          </a:prstGeom>
          <a:solidFill>
            <a:schemeClr val="bg2">
              <a:alpha val="20000"/>
            </a:schemeClr>
          </a:solidFill>
          <a:ln w="160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49" name="任意形状 45"/>
          <p:cNvSpPr/>
          <p:nvPr/>
        </p:nvSpPr>
        <p:spPr>
          <a:xfrm>
            <a:off x="3599815" y="1468755"/>
            <a:ext cx="2558415" cy="928370"/>
          </a:xfrm>
          <a:prstGeom prst="roundRect">
            <a:avLst>
              <a:gd name="adj" fmla="val 6213"/>
            </a:avLst>
          </a:prstGeom>
          <a:solidFill>
            <a:schemeClr val="bg2">
              <a:alpha val="20000"/>
            </a:schemeClr>
          </a:solidFill>
          <a:ln w="160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50" name="任意形状 45"/>
          <p:cNvSpPr/>
          <p:nvPr/>
        </p:nvSpPr>
        <p:spPr>
          <a:xfrm>
            <a:off x="6365240" y="1458278"/>
            <a:ext cx="2558415" cy="949325"/>
          </a:xfrm>
          <a:prstGeom prst="roundRect">
            <a:avLst>
              <a:gd name="adj" fmla="val 6213"/>
            </a:avLst>
          </a:prstGeom>
          <a:solidFill>
            <a:schemeClr val="bg2">
              <a:alpha val="20000"/>
            </a:schemeClr>
          </a:solidFill>
          <a:ln w="160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51" name="任意形状 45"/>
          <p:cNvSpPr/>
          <p:nvPr/>
        </p:nvSpPr>
        <p:spPr>
          <a:xfrm>
            <a:off x="9131935" y="1454785"/>
            <a:ext cx="2558415" cy="956310"/>
          </a:xfrm>
          <a:prstGeom prst="roundRect">
            <a:avLst>
              <a:gd name="adj" fmla="val 6213"/>
            </a:avLst>
          </a:prstGeom>
          <a:solidFill>
            <a:schemeClr val="bg2">
              <a:alpha val="20000"/>
            </a:schemeClr>
          </a:solidFill>
          <a:ln w="160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904558" y="1564323"/>
            <a:ext cx="241808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指标呈现积极的上升趋势，进一步分析其原因，并制定策略以维持和增强这一趋势。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3674745" y="1564323"/>
            <a:ext cx="240855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指标呈现下降趋势，需要调查下降的原因并制定相应的改善措施。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6451918" y="1564323"/>
            <a:ext cx="238506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在后续的工作中，应关注核心指标的变动，并及时做出相应的业务调整和优化。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9180513" y="1564323"/>
            <a:ext cx="246126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在观察期间呈现积极的增长六月份达到新高，应继续关注并优化促成该趋势的因素。</a:t>
            </a:r>
          </a:p>
        </p:txBody>
      </p:sp>
      <p:sp>
        <p:nvSpPr>
          <p:cNvPr id="64" name="圆角矩形 63"/>
          <p:cNvSpPr/>
          <p:nvPr/>
        </p:nvSpPr>
        <p:spPr>
          <a:xfrm>
            <a:off x="834390" y="1115060"/>
            <a:ext cx="2559050" cy="339725"/>
          </a:xfrm>
          <a:prstGeom prst="roundRect">
            <a:avLst/>
          </a:prstGeom>
          <a:solidFill>
            <a:schemeClr val="accent5"/>
          </a:solidFill>
          <a:ln w="1263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第一季度总结汇报</a:t>
            </a:r>
          </a:p>
        </p:txBody>
      </p:sp>
      <p:sp>
        <p:nvSpPr>
          <p:cNvPr id="67" name="圆角矩形 66"/>
          <p:cNvSpPr/>
          <p:nvPr/>
        </p:nvSpPr>
        <p:spPr>
          <a:xfrm>
            <a:off x="3611880" y="1115060"/>
            <a:ext cx="2546350" cy="339725"/>
          </a:xfrm>
          <a:prstGeom prst="roundRect">
            <a:avLst/>
          </a:prstGeom>
          <a:solidFill>
            <a:schemeClr val="accent1"/>
          </a:solidFill>
          <a:ln w="1263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第二季度总结汇报</a:t>
            </a:r>
          </a:p>
        </p:txBody>
      </p:sp>
      <p:sp>
        <p:nvSpPr>
          <p:cNvPr id="68" name="圆角矩形 67"/>
          <p:cNvSpPr/>
          <p:nvPr/>
        </p:nvSpPr>
        <p:spPr>
          <a:xfrm>
            <a:off x="6365875" y="1115695"/>
            <a:ext cx="2557780" cy="339725"/>
          </a:xfrm>
          <a:prstGeom prst="roundRect">
            <a:avLst/>
          </a:prstGeom>
          <a:solidFill>
            <a:schemeClr val="accent5"/>
          </a:solidFill>
          <a:ln w="1263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第三季度总结汇报</a:t>
            </a:r>
          </a:p>
        </p:txBody>
      </p:sp>
      <p:sp>
        <p:nvSpPr>
          <p:cNvPr id="69" name="圆角矩形 68"/>
          <p:cNvSpPr/>
          <p:nvPr/>
        </p:nvSpPr>
        <p:spPr>
          <a:xfrm>
            <a:off x="9130665" y="1115695"/>
            <a:ext cx="2557780" cy="339725"/>
          </a:xfrm>
          <a:prstGeom prst="roundRect">
            <a:avLst/>
          </a:prstGeom>
          <a:solidFill>
            <a:schemeClr val="accent1"/>
          </a:solidFill>
          <a:ln w="1263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第四季度总结汇报</a:t>
            </a:r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" name="Google Shape;423;p17"/>
          <p:cNvGraphicFramePr/>
          <p:nvPr/>
        </p:nvGraphicFramePr>
        <p:xfrm>
          <a:off x="463550" y="2319020"/>
          <a:ext cx="11266170" cy="290957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9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005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思源黑体 CN Bold" panose="020B0800000000000000" pitchFamily="34" charset="-122"/>
                        <a:buNone/>
                      </a:pPr>
                      <a:endParaRPr sz="1200" b="1" dirty="0">
                        <a:solidFill>
                          <a:schemeClr val="bg1"/>
                        </a:solidFill>
                        <a:latin typeface="+mn-ea"/>
                        <a:cs typeface="思源黑体 CN Bold" panose="020B0800000000000000" pitchFamily="34" charset="-122"/>
                      </a:endParaRPr>
                    </a:p>
                  </a:txBody>
                  <a:tcPr marL="216000" marR="108000" marT="10800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216000" marR="108000" marT="108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Bold" panose="020B0800000000000000" pitchFamily="34" charset="-122"/>
                        </a:rPr>
                        <a:t>年初基准期</a:t>
                      </a: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dirty="0">
                        <a:solidFill>
                          <a:schemeClr val="bg1"/>
                        </a:solidFill>
                        <a:latin typeface="+mn-ea"/>
                        <a:cs typeface="思源黑体 CN Bold" panose="020B0800000000000000" pitchFamily="34" charset="-122"/>
                      </a:endParaRPr>
                    </a:p>
                  </a:txBody>
                  <a:tcPr marL="226450" marR="0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Bold" panose="020B0800000000000000" pitchFamily="34" charset="-122"/>
                        </a:rPr>
                        <a:t>短视频推广启动</a:t>
                      </a: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dirty="0">
                        <a:solidFill>
                          <a:schemeClr val="bg1"/>
                        </a:solidFill>
                        <a:latin typeface="+mn-ea"/>
                        <a:cs typeface="思源黑体 CN Bold" panose="020B0800000000000000" pitchFamily="34" charset="-122"/>
                      </a:endParaRPr>
                    </a:p>
                  </a:txBody>
                  <a:tcPr marL="226450" marR="0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Bold" panose="020B0800000000000000" pitchFamily="34" charset="-122"/>
                        </a:rPr>
                        <a:t>老用户裂变活动</a:t>
                      </a: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dirty="0">
                        <a:solidFill>
                          <a:schemeClr val="bg1"/>
                        </a:solidFill>
                        <a:latin typeface="+mn-ea"/>
                        <a:cs typeface="思源黑体 CN Bold" panose="020B0800000000000000" pitchFamily="34" charset="-122"/>
                      </a:endParaRPr>
                    </a:p>
                  </a:txBody>
                  <a:tcPr marL="226450" marR="0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Bold" panose="020B0800000000000000" pitchFamily="34" charset="-122"/>
                        </a:rPr>
                        <a:t>秋季推广活动</a:t>
                      </a: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latin typeface="+mn-ea"/>
                        <a:cs typeface="思源黑体 CN Bold" panose="020B0800000000000000" pitchFamily="34" charset="-122"/>
                      </a:endParaRPr>
                    </a:p>
                  </a:txBody>
                  <a:tcPr marL="226450" marR="90575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Bold" panose="020B0800000000000000" pitchFamily="34" charset="-122"/>
                        </a:rPr>
                        <a:t>年底收尾期</a:t>
                      </a:r>
                    </a:p>
                  </a:txBody>
                  <a:tcPr marL="226450" marR="90575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latin typeface="+mn-ea"/>
                        <a:cs typeface="思源黑体 CN Bold" panose="020B0800000000000000" pitchFamily="34" charset="-122"/>
                      </a:endParaRPr>
                    </a:p>
                  </a:txBody>
                  <a:tcPr marL="226450" marR="90575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" name="文本框 36"/>
          <p:cNvSpPr txBox="1"/>
          <p:nvPr/>
        </p:nvSpPr>
        <p:spPr>
          <a:xfrm>
            <a:off x="23685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核心指标趋势图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402715" y="964565"/>
            <a:ext cx="10327005" cy="440690"/>
            <a:chOff x="730" y="1655"/>
            <a:chExt cx="17742" cy="694"/>
          </a:xfrm>
        </p:grpSpPr>
        <p:sp>
          <p:nvSpPr>
            <p:cNvPr id="43" name="任意形状 42"/>
            <p:cNvSpPr/>
            <p:nvPr/>
          </p:nvSpPr>
          <p:spPr>
            <a:xfrm>
              <a:off x="730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2" name="任意形状 43"/>
            <p:cNvSpPr/>
            <p:nvPr/>
          </p:nvSpPr>
          <p:spPr>
            <a:xfrm>
              <a:off x="2208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2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45" name="任意形状 44"/>
            <p:cNvSpPr/>
            <p:nvPr/>
          </p:nvSpPr>
          <p:spPr>
            <a:xfrm>
              <a:off x="368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3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46" name="任意形状 45"/>
            <p:cNvSpPr/>
            <p:nvPr/>
          </p:nvSpPr>
          <p:spPr>
            <a:xfrm>
              <a:off x="516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4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47" name="任意形状 46"/>
            <p:cNvSpPr/>
            <p:nvPr/>
          </p:nvSpPr>
          <p:spPr>
            <a:xfrm>
              <a:off x="6644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5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3" name="任意形状 47"/>
            <p:cNvSpPr/>
            <p:nvPr/>
          </p:nvSpPr>
          <p:spPr>
            <a:xfrm>
              <a:off x="8122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6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4" name="任意形状 48"/>
            <p:cNvSpPr/>
            <p:nvPr/>
          </p:nvSpPr>
          <p:spPr>
            <a:xfrm>
              <a:off x="960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7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8" name="任意形状 49"/>
            <p:cNvSpPr/>
            <p:nvPr/>
          </p:nvSpPr>
          <p:spPr>
            <a:xfrm>
              <a:off x="1108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8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9" name="任意形状 50"/>
            <p:cNvSpPr/>
            <p:nvPr/>
          </p:nvSpPr>
          <p:spPr>
            <a:xfrm>
              <a:off x="12558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1 w 938529"/>
                <a:gd name="connsiteY1" fmla="*/ 0 h 440690"/>
                <a:gd name="connsiteX2" fmla="*/ 938531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1" y="0"/>
                  </a:lnTo>
                  <a:lnTo>
                    <a:pt x="938531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9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52" name="任意形状 51"/>
            <p:cNvSpPr/>
            <p:nvPr/>
          </p:nvSpPr>
          <p:spPr>
            <a:xfrm>
              <a:off x="1403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10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10" name="任意形状 52"/>
            <p:cNvSpPr/>
            <p:nvPr/>
          </p:nvSpPr>
          <p:spPr>
            <a:xfrm>
              <a:off x="1551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11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54" name="任意形状 53"/>
            <p:cNvSpPr/>
            <p:nvPr/>
          </p:nvSpPr>
          <p:spPr>
            <a:xfrm>
              <a:off x="16994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12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</p:grpSp>
      <p:cxnSp>
        <p:nvCxnSpPr>
          <p:cNvPr id="118" name="直线连接符 117"/>
          <p:cNvCxnSpPr/>
          <p:nvPr/>
        </p:nvCxnSpPr>
        <p:spPr>
          <a:xfrm>
            <a:off x="463550" y="1615251"/>
            <a:ext cx="11266169" cy="0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1402715" y="1807210"/>
            <a:ext cx="10327005" cy="440690"/>
            <a:chOff x="730" y="1655"/>
            <a:chExt cx="17742" cy="694"/>
          </a:xfrm>
        </p:grpSpPr>
        <p:sp>
          <p:nvSpPr>
            <p:cNvPr id="16" name="任意形状 42"/>
            <p:cNvSpPr/>
            <p:nvPr/>
          </p:nvSpPr>
          <p:spPr>
            <a:xfrm>
              <a:off x="730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55</a:t>
              </a:r>
            </a:p>
          </p:txBody>
        </p:sp>
        <p:sp>
          <p:nvSpPr>
            <p:cNvPr id="17" name="任意形状 43"/>
            <p:cNvSpPr/>
            <p:nvPr/>
          </p:nvSpPr>
          <p:spPr>
            <a:xfrm>
              <a:off x="2208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58</a:t>
              </a:r>
            </a:p>
          </p:txBody>
        </p:sp>
        <p:sp>
          <p:nvSpPr>
            <p:cNvPr id="20" name="任意形状 44"/>
            <p:cNvSpPr/>
            <p:nvPr/>
          </p:nvSpPr>
          <p:spPr>
            <a:xfrm>
              <a:off x="368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31</a:t>
              </a:r>
            </a:p>
          </p:txBody>
        </p:sp>
        <p:sp>
          <p:nvSpPr>
            <p:cNvPr id="22" name="任意形状 45"/>
            <p:cNvSpPr/>
            <p:nvPr/>
          </p:nvSpPr>
          <p:spPr>
            <a:xfrm>
              <a:off x="516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42</a:t>
              </a:r>
            </a:p>
          </p:txBody>
        </p:sp>
        <p:sp>
          <p:nvSpPr>
            <p:cNvPr id="24" name="任意形状 46"/>
            <p:cNvSpPr/>
            <p:nvPr/>
          </p:nvSpPr>
          <p:spPr>
            <a:xfrm>
              <a:off x="6644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56</a:t>
              </a:r>
            </a:p>
          </p:txBody>
        </p:sp>
        <p:sp>
          <p:nvSpPr>
            <p:cNvPr id="30" name="任意形状 47"/>
            <p:cNvSpPr/>
            <p:nvPr/>
          </p:nvSpPr>
          <p:spPr>
            <a:xfrm>
              <a:off x="8122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72</a:t>
              </a:r>
            </a:p>
          </p:txBody>
        </p:sp>
        <p:sp>
          <p:nvSpPr>
            <p:cNvPr id="32" name="任意形状 48"/>
            <p:cNvSpPr/>
            <p:nvPr/>
          </p:nvSpPr>
          <p:spPr>
            <a:xfrm>
              <a:off x="960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84</a:t>
              </a:r>
            </a:p>
          </p:txBody>
        </p:sp>
        <p:sp>
          <p:nvSpPr>
            <p:cNvPr id="33" name="任意形状 49"/>
            <p:cNvSpPr/>
            <p:nvPr/>
          </p:nvSpPr>
          <p:spPr>
            <a:xfrm>
              <a:off x="1108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34</a:t>
              </a:r>
            </a:p>
          </p:txBody>
        </p:sp>
        <p:sp>
          <p:nvSpPr>
            <p:cNvPr id="34" name="任意形状 50"/>
            <p:cNvSpPr/>
            <p:nvPr/>
          </p:nvSpPr>
          <p:spPr>
            <a:xfrm>
              <a:off x="12558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1 w 938529"/>
                <a:gd name="connsiteY1" fmla="*/ 0 h 440690"/>
                <a:gd name="connsiteX2" fmla="*/ 938531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1" y="0"/>
                  </a:lnTo>
                  <a:lnTo>
                    <a:pt x="938531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58</a:t>
              </a:r>
            </a:p>
          </p:txBody>
        </p:sp>
        <p:sp>
          <p:nvSpPr>
            <p:cNvPr id="35" name="任意形状 51"/>
            <p:cNvSpPr/>
            <p:nvPr/>
          </p:nvSpPr>
          <p:spPr>
            <a:xfrm>
              <a:off x="1403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62</a:t>
              </a:r>
            </a:p>
          </p:txBody>
        </p:sp>
        <p:sp>
          <p:nvSpPr>
            <p:cNvPr id="36" name="任意形状 52"/>
            <p:cNvSpPr/>
            <p:nvPr/>
          </p:nvSpPr>
          <p:spPr>
            <a:xfrm>
              <a:off x="1551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70</a:t>
              </a:r>
            </a:p>
          </p:txBody>
        </p:sp>
        <p:sp>
          <p:nvSpPr>
            <p:cNvPr id="39" name="任意形状 53"/>
            <p:cNvSpPr/>
            <p:nvPr/>
          </p:nvSpPr>
          <p:spPr>
            <a:xfrm>
              <a:off x="16994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46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402080" y="2322830"/>
            <a:ext cx="10327640" cy="440690"/>
            <a:chOff x="730" y="1655"/>
            <a:chExt cx="17742" cy="694"/>
          </a:xfrm>
        </p:grpSpPr>
        <p:sp>
          <p:nvSpPr>
            <p:cNvPr id="55" name="任意形状 42"/>
            <p:cNvSpPr/>
            <p:nvPr/>
          </p:nvSpPr>
          <p:spPr>
            <a:xfrm>
              <a:off x="730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28</a:t>
              </a:r>
            </a:p>
          </p:txBody>
        </p:sp>
        <p:sp>
          <p:nvSpPr>
            <p:cNvPr id="65" name="任意形状 43"/>
            <p:cNvSpPr/>
            <p:nvPr/>
          </p:nvSpPr>
          <p:spPr>
            <a:xfrm>
              <a:off x="2207" y="1655"/>
              <a:ext cx="1477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42</a:t>
              </a:r>
            </a:p>
          </p:txBody>
        </p:sp>
        <p:sp>
          <p:nvSpPr>
            <p:cNvPr id="66" name="任意形状 44"/>
            <p:cNvSpPr/>
            <p:nvPr/>
          </p:nvSpPr>
          <p:spPr>
            <a:xfrm>
              <a:off x="3683" y="1655"/>
              <a:ext cx="1481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24</a:t>
              </a:r>
            </a:p>
          </p:txBody>
        </p:sp>
        <p:sp>
          <p:nvSpPr>
            <p:cNvPr id="70" name="任意形状 45"/>
            <p:cNvSpPr/>
            <p:nvPr/>
          </p:nvSpPr>
          <p:spPr>
            <a:xfrm>
              <a:off x="516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40</a:t>
              </a:r>
            </a:p>
          </p:txBody>
        </p:sp>
        <p:sp>
          <p:nvSpPr>
            <p:cNvPr id="72" name="任意形状 46"/>
            <p:cNvSpPr/>
            <p:nvPr/>
          </p:nvSpPr>
          <p:spPr>
            <a:xfrm>
              <a:off x="6644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62</a:t>
              </a:r>
            </a:p>
          </p:txBody>
        </p:sp>
        <p:sp>
          <p:nvSpPr>
            <p:cNvPr id="73" name="任意形状 47"/>
            <p:cNvSpPr/>
            <p:nvPr/>
          </p:nvSpPr>
          <p:spPr>
            <a:xfrm>
              <a:off x="8122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48</a:t>
              </a:r>
            </a:p>
          </p:txBody>
        </p:sp>
        <p:sp>
          <p:nvSpPr>
            <p:cNvPr id="74" name="任意形状 48"/>
            <p:cNvSpPr/>
            <p:nvPr/>
          </p:nvSpPr>
          <p:spPr>
            <a:xfrm>
              <a:off x="960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51</a:t>
              </a:r>
            </a:p>
          </p:txBody>
        </p:sp>
        <p:sp>
          <p:nvSpPr>
            <p:cNvPr id="75" name="任意形状 49"/>
            <p:cNvSpPr/>
            <p:nvPr/>
          </p:nvSpPr>
          <p:spPr>
            <a:xfrm>
              <a:off x="1108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71</a:t>
              </a:r>
            </a:p>
          </p:txBody>
        </p:sp>
        <p:sp>
          <p:nvSpPr>
            <p:cNvPr id="76" name="任意形状 50"/>
            <p:cNvSpPr/>
            <p:nvPr/>
          </p:nvSpPr>
          <p:spPr>
            <a:xfrm>
              <a:off x="12558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1 w 938529"/>
                <a:gd name="connsiteY1" fmla="*/ 0 h 440690"/>
                <a:gd name="connsiteX2" fmla="*/ 938531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1" y="0"/>
                  </a:lnTo>
                  <a:lnTo>
                    <a:pt x="938531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62</a:t>
              </a:r>
            </a:p>
          </p:txBody>
        </p:sp>
        <p:sp>
          <p:nvSpPr>
            <p:cNvPr id="77" name="任意形状 51"/>
            <p:cNvSpPr/>
            <p:nvPr/>
          </p:nvSpPr>
          <p:spPr>
            <a:xfrm>
              <a:off x="1403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52</a:t>
              </a:r>
            </a:p>
          </p:txBody>
        </p:sp>
        <p:sp>
          <p:nvSpPr>
            <p:cNvPr id="78" name="任意形状 52"/>
            <p:cNvSpPr/>
            <p:nvPr/>
          </p:nvSpPr>
          <p:spPr>
            <a:xfrm>
              <a:off x="1551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48</a:t>
              </a:r>
            </a:p>
          </p:txBody>
        </p:sp>
        <p:sp>
          <p:nvSpPr>
            <p:cNvPr id="79" name="任意形状 53"/>
            <p:cNvSpPr/>
            <p:nvPr/>
          </p:nvSpPr>
          <p:spPr>
            <a:xfrm>
              <a:off x="16994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52</a:t>
              </a:r>
            </a:p>
          </p:txBody>
        </p:sp>
      </p:grpSp>
      <p:sp>
        <p:nvSpPr>
          <p:cNvPr id="105" name="Rounded Rectangle 4"/>
          <p:cNvSpPr/>
          <p:nvPr/>
        </p:nvSpPr>
        <p:spPr>
          <a:xfrm>
            <a:off x="2423478" y="289235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06" name="Rounded Rectangle 4"/>
          <p:cNvSpPr/>
          <p:nvPr/>
        </p:nvSpPr>
        <p:spPr>
          <a:xfrm>
            <a:off x="2423795" y="2892425"/>
            <a:ext cx="4582795" cy="2514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07" name="Rounded Rectangle 4"/>
          <p:cNvSpPr/>
          <p:nvPr/>
        </p:nvSpPr>
        <p:spPr>
          <a:xfrm>
            <a:off x="2423478" y="336369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08" name="Rounded Rectangle 4"/>
          <p:cNvSpPr/>
          <p:nvPr/>
        </p:nvSpPr>
        <p:spPr>
          <a:xfrm>
            <a:off x="2423160" y="3363595"/>
            <a:ext cx="3904615" cy="2514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09" name="Rounded Rectangle 4"/>
          <p:cNvSpPr/>
          <p:nvPr/>
        </p:nvSpPr>
        <p:spPr>
          <a:xfrm>
            <a:off x="2423478" y="385662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10" name="Rounded Rectangle 4"/>
          <p:cNvSpPr/>
          <p:nvPr/>
        </p:nvSpPr>
        <p:spPr>
          <a:xfrm>
            <a:off x="2423795" y="3856355"/>
            <a:ext cx="6740525" cy="2514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11" name="Rounded Rectangle 4"/>
          <p:cNvSpPr/>
          <p:nvPr/>
        </p:nvSpPr>
        <p:spPr>
          <a:xfrm>
            <a:off x="2423478" y="432796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12" name="Rounded Rectangle 4"/>
          <p:cNvSpPr/>
          <p:nvPr/>
        </p:nvSpPr>
        <p:spPr>
          <a:xfrm>
            <a:off x="2423160" y="4328160"/>
            <a:ext cx="5283835" cy="27051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13" name="Rounded Rectangle 4"/>
          <p:cNvSpPr/>
          <p:nvPr/>
        </p:nvSpPr>
        <p:spPr>
          <a:xfrm>
            <a:off x="2423478" y="4854647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14" name="Rounded Rectangle 4"/>
          <p:cNvSpPr/>
          <p:nvPr/>
        </p:nvSpPr>
        <p:spPr>
          <a:xfrm>
            <a:off x="2423160" y="4854575"/>
            <a:ext cx="7553325" cy="2514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7006425" y="2818916"/>
            <a:ext cx="296381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50%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6327688" y="3282001"/>
            <a:ext cx="296381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45%</a:t>
            </a:r>
          </a:p>
        </p:txBody>
      </p:sp>
      <p:sp>
        <p:nvSpPr>
          <p:cNvPr id="117" name="文本框 116"/>
          <p:cNvSpPr txBox="1"/>
          <p:nvPr/>
        </p:nvSpPr>
        <p:spPr>
          <a:xfrm>
            <a:off x="9164691" y="3783186"/>
            <a:ext cx="274685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72%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7706902" y="4255161"/>
            <a:ext cx="296381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50%</a:t>
            </a:r>
          </a:p>
        </p:txBody>
      </p:sp>
      <p:sp>
        <p:nvSpPr>
          <p:cNvPr id="120" name="文本框 119"/>
          <p:cNvSpPr txBox="1"/>
          <p:nvPr/>
        </p:nvSpPr>
        <p:spPr>
          <a:xfrm>
            <a:off x="9970032" y="4769047"/>
            <a:ext cx="1727091" cy="368300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80%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21" name="任意形状 42"/>
          <p:cNvSpPr/>
          <p:nvPr/>
        </p:nvSpPr>
        <p:spPr>
          <a:xfrm>
            <a:off x="463550" y="964565"/>
            <a:ext cx="939165" cy="440690"/>
          </a:xfrm>
          <a:custGeom>
            <a:avLst/>
            <a:gdLst>
              <a:gd name="connsiteX0" fmla="*/ 0 w 938530"/>
              <a:gd name="connsiteY0" fmla="*/ 0 h 440690"/>
              <a:gd name="connsiteX1" fmla="*/ 938530 w 938530"/>
              <a:gd name="connsiteY1" fmla="*/ 0 h 440690"/>
              <a:gd name="connsiteX2" fmla="*/ 938530 w 938530"/>
              <a:gd name="connsiteY2" fmla="*/ 440690 h 440690"/>
              <a:gd name="connsiteX3" fmla="*/ 0 w 938530"/>
              <a:gd name="connsiteY3" fmla="*/ 440690 h 44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530" h="440690">
                <a:moveTo>
                  <a:pt x="0" y="0"/>
                </a:moveTo>
                <a:lnTo>
                  <a:pt x="938530" y="0"/>
                </a:lnTo>
                <a:lnTo>
                  <a:pt x="938530" y="440690"/>
                </a:lnTo>
                <a:lnTo>
                  <a:pt x="0" y="440690"/>
                </a:lnTo>
                <a:close/>
              </a:path>
            </a:pathLst>
          </a:custGeom>
          <a:solidFill>
            <a:schemeClr val="accent2"/>
          </a:solidFill>
          <a:ln w="127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数据明细</a:t>
            </a:r>
          </a:p>
        </p:txBody>
      </p:sp>
      <p:sp>
        <p:nvSpPr>
          <p:cNvPr id="122" name="任意形状 42"/>
          <p:cNvSpPr/>
          <p:nvPr/>
        </p:nvSpPr>
        <p:spPr>
          <a:xfrm>
            <a:off x="462915" y="1807210"/>
            <a:ext cx="939165" cy="440690"/>
          </a:xfrm>
          <a:custGeom>
            <a:avLst/>
            <a:gdLst>
              <a:gd name="connsiteX0" fmla="*/ 0 w 938530"/>
              <a:gd name="connsiteY0" fmla="*/ 0 h 440690"/>
              <a:gd name="connsiteX1" fmla="*/ 938530 w 938530"/>
              <a:gd name="connsiteY1" fmla="*/ 0 h 440690"/>
              <a:gd name="connsiteX2" fmla="*/ 938530 w 938530"/>
              <a:gd name="connsiteY2" fmla="*/ 440690 h 440690"/>
              <a:gd name="connsiteX3" fmla="*/ 0 w 938530"/>
              <a:gd name="connsiteY3" fmla="*/ 440690 h 44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530" h="440690">
                <a:moveTo>
                  <a:pt x="0" y="0"/>
                </a:moveTo>
                <a:lnTo>
                  <a:pt x="938530" y="0"/>
                </a:lnTo>
                <a:lnTo>
                  <a:pt x="938530" y="440690"/>
                </a:lnTo>
                <a:lnTo>
                  <a:pt x="0" y="440690"/>
                </a:lnTo>
                <a:close/>
              </a:path>
            </a:pathLst>
          </a:custGeom>
          <a:solidFill>
            <a:schemeClr val="accent2"/>
          </a:solidFill>
          <a:ln w="127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月度营收</a:t>
            </a:r>
          </a:p>
        </p:txBody>
      </p:sp>
      <p:sp>
        <p:nvSpPr>
          <p:cNvPr id="123" name="任意形状 42"/>
          <p:cNvSpPr/>
          <p:nvPr/>
        </p:nvSpPr>
        <p:spPr>
          <a:xfrm>
            <a:off x="462915" y="2319020"/>
            <a:ext cx="939800" cy="440690"/>
          </a:xfrm>
          <a:custGeom>
            <a:avLst/>
            <a:gdLst>
              <a:gd name="connsiteX0" fmla="*/ 0 w 938530"/>
              <a:gd name="connsiteY0" fmla="*/ 0 h 440690"/>
              <a:gd name="connsiteX1" fmla="*/ 938530 w 938530"/>
              <a:gd name="connsiteY1" fmla="*/ 0 h 440690"/>
              <a:gd name="connsiteX2" fmla="*/ 938530 w 938530"/>
              <a:gd name="connsiteY2" fmla="*/ 440690 h 440690"/>
              <a:gd name="connsiteX3" fmla="*/ 0 w 938530"/>
              <a:gd name="connsiteY3" fmla="*/ 440690 h 44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530" h="440690">
                <a:moveTo>
                  <a:pt x="0" y="0"/>
                </a:moveTo>
                <a:lnTo>
                  <a:pt x="938530" y="0"/>
                </a:lnTo>
                <a:lnTo>
                  <a:pt x="938530" y="440690"/>
                </a:lnTo>
                <a:lnTo>
                  <a:pt x="0" y="440690"/>
                </a:lnTo>
                <a:close/>
              </a:path>
            </a:pathLst>
          </a:custGeom>
          <a:solidFill>
            <a:schemeClr val="accent2"/>
          </a:solidFill>
          <a:ln w="127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活跃用户数</a:t>
            </a:r>
          </a:p>
        </p:txBody>
      </p:sp>
      <p:sp>
        <p:nvSpPr>
          <p:cNvPr id="126" name="圆角矩形 125"/>
          <p:cNvSpPr/>
          <p:nvPr/>
        </p:nvSpPr>
        <p:spPr>
          <a:xfrm flipH="1">
            <a:off x="905129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28" name="圆角矩形 127"/>
          <p:cNvSpPr/>
          <p:nvPr/>
        </p:nvSpPr>
        <p:spPr>
          <a:xfrm flipH="1">
            <a:off x="618871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29" name="圆角矩形 128"/>
          <p:cNvSpPr/>
          <p:nvPr/>
        </p:nvSpPr>
        <p:spPr>
          <a:xfrm flipH="1">
            <a:off x="332613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30" name="圆角矩形 129"/>
          <p:cNvSpPr/>
          <p:nvPr/>
        </p:nvSpPr>
        <p:spPr>
          <a:xfrm flipH="1">
            <a:off x="46355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509270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月：短视频推广启动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在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月数据点旁添加橙色 “播放” 图标，配文字气泡 “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月短视频推广：抖音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快手投放，单月营收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+ 29%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、用户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+ 26%”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；</a:t>
            </a:r>
          </a:p>
        </p:txBody>
      </p:sp>
      <p:sp>
        <p:nvSpPr>
          <p:cNvPr id="132" name="文本框 131"/>
          <p:cNvSpPr txBox="1"/>
          <p:nvPr/>
        </p:nvSpPr>
        <p:spPr>
          <a:xfrm>
            <a:off x="3371215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8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3.0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版本全量上线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配文字气泡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“8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V3.0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上线：优化操作流程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+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新增核心功能，用户留存率提升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12%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，带动后续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3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个月用户稳步增长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；</a:t>
            </a:r>
          </a:p>
        </p:txBody>
      </p:sp>
      <p:sp>
        <p:nvSpPr>
          <p:cNvPr id="133" name="文本框 132"/>
          <p:cNvSpPr txBox="1"/>
          <p:nvPr/>
        </p:nvSpPr>
        <p:spPr>
          <a:xfrm>
            <a:off x="6233160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9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月：产品体验升级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产品体验优化推动用户粘性提升，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8-11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月活跃用户月均增长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5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万，营收月均增长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8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万元，形成持续增长曲线。</a:t>
            </a:r>
          </a:p>
        </p:txBody>
      </p:sp>
      <p:sp>
        <p:nvSpPr>
          <p:cNvPr id="134" name="文本框 133"/>
          <p:cNvSpPr txBox="1"/>
          <p:nvPr/>
        </p:nvSpPr>
        <p:spPr>
          <a:xfrm>
            <a:off x="9095105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11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月：双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11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流量高峰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配文字气泡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“11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月双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11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活动：满减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+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专属权益，单月营收创年度峰值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110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万，用户达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52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万（年度目标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148%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）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；</a:t>
            </a:r>
          </a:p>
        </p:txBody>
      </p:sp>
      <p:cxnSp>
        <p:nvCxnSpPr>
          <p:cNvPr id="135" name="直接连接符 134"/>
          <p:cNvCxnSpPr/>
          <p:nvPr/>
        </p:nvCxnSpPr>
        <p:spPr>
          <a:xfrm>
            <a:off x="3225165" y="5524401"/>
            <a:ext cx="0" cy="914400"/>
          </a:xfrm>
          <a:prstGeom prst="line">
            <a:avLst/>
          </a:prstGeom>
          <a:ln w="28575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/>
          <p:cNvCxnSpPr/>
          <p:nvPr/>
        </p:nvCxnSpPr>
        <p:spPr>
          <a:xfrm>
            <a:off x="6087110" y="5524401"/>
            <a:ext cx="0" cy="914400"/>
          </a:xfrm>
          <a:prstGeom prst="line">
            <a:avLst/>
          </a:prstGeom>
          <a:ln w="28575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/>
          <p:cNvCxnSpPr/>
          <p:nvPr/>
        </p:nvCxnSpPr>
        <p:spPr>
          <a:xfrm>
            <a:off x="8949055" y="5566311"/>
            <a:ext cx="0" cy="914400"/>
          </a:xfrm>
          <a:prstGeom prst="line">
            <a:avLst/>
          </a:prstGeom>
          <a:ln w="28575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/>
          <p:cNvSpPr/>
          <p:nvPr/>
        </p:nvSpPr>
        <p:spPr>
          <a:xfrm>
            <a:off x="192088" y="1116240"/>
            <a:ext cx="3766155" cy="1126344"/>
          </a:xfrm>
          <a:prstGeom prst="roundRect">
            <a:avLst>
              <a:gd name="adj" fmla="val 1080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4251055" y="2410134"/>
            <a:ext cx="3729672" cy="4254412"/>
          </a:xfrm>
          <a:prstGeom prst="roundRect">
            <a:avLst>
              <a:gd name="adj" fmla="val 329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4412932" y="3170280"/>
            <a:ext cx="3384232" cy="2818832"/>
          </a:xfrm>
          <a:prstGeom prst="roundRect">
            <a:avLst>
              <a:gd name="adj" fmla="val 38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210329" y="2410134"/>
            <a:ext cx="3729672" cy="4254412"/>
          </a:xfrm>
          <a:prstGeom prst="roundRect">
            <a:avLst>
              <a:gd name="adj" fmla="val 2981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364808" y="3170280"/>
            <a:ext cx="3384232" cy="2818832"/>
          </a:xfrm>
          <a:prstGeom prst="roundRect">
            <a:avLst>
              <a:gd name="adj" fmla="val 38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9938" y="63770"/>
            <a:ext cx="47949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季度目标完成情况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8295078" y="2410134"/>
            <a:ext cx="3729672" cy="4254412"/>
          </a:xfrm>
          <a:prstGeom prst="roundRect">
            <a:avLst>
              <a:gd name="adj" fmla="val 2671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35" name="图表 34"/>
          <p:cNvGraphicFramePr/>
          <p:nvPr/>
        </p:nvGraphicFramePr>
        <p:xfrm>
          <a:off x="477817" y="3274891"/>
          <a:ext cx="3480426" cy="2714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9" name="文本框 38"/>
          <p:cNvSpPr txBox="1"/>
          <p:nvPr/>
        </p:nvSpPr>
        <p:spPr>
          <a:xfrm>
            <a:off x="347201" y="6128471"/>
            <a:ext cx="3419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因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618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活动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达峰值，同比增长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，增速显著高于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44421" y="3928985"/>
            <a:ext cx="66738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280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</a:p>
        </p:txBody>
      </p:sp>
      <p:sp>
        <p:nvSpPr>
          <p:cNvPr id="43" name="矩形 42"/>
          <p:cNvSpPr/>
          <p:nvPr/>
        </p:nvSpPr>
        <p:spPr>
          <a:xfrm>
            <a:off x="1859833" y="3269047"/>
            <a:ext cx="66738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</a:p>
        </p:txBody>
      </p:sp>
      <p:sp>
        <p:nvSpPr>
          <p:cNvPr id="44" name="矩形 43"/>
          <p:cNvSpPr/>
          <p:nvPr/>
        </p:nvSpPr>
        <p:spPr>
          <a:xfrm>
            <a:off x="2854785" y="3775096"/>
            <a:ext cx="66738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320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</a:p>
        </p:txBody>
      </p:sp>
      <p:sp>
        <p:nvSpPr>
          <p:cNvPr id="45" name="矩形 44"/>
          <p:cNvSpPr/>
          <p:nvPr/>
        </p:nvSpPr>
        <p:spPr>
          <a:xfrm>
            <a:off x="1066628" y="4419628"/>
            <a:ext cx="5228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15%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932074" y="3855182"/>
            <a:ext cx="5229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35%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741713" y="4222232"/>
            <a:ext cx="5229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22%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: 圆顶角 49"/>
          <p:cNvSpPr/>
          <p:nvPr/>
        </p:nvSpPr>
        <p:spPr>
          <a:xfrm flipV="1">
            <a:off x="501569" y="2419010"/>
            <a:ext cx="3110710" cy="496024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: 圆顶角 50"/>
          <p:cNvSpPr/>
          <p:nvPr/>
        </p:nvSpPr>
        <p:spPr>
          <a:xfrm flipV="1">
            <a:off x="4540645" y="2419010"/>
            <a:ext cx="3110710" cy="496024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: 圆顶角 51"/>
          <p:cNvSpPr/>
          <p:nvPr/>
        </p:nvSpPr>
        <p:spPr>
          <a:xfrm flipV="1">
            <a:off x="8590354" y="2419010"/>
            <a:ext cx="3110710" cy="496024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95013" y="2482356"/>
            <a:ext cx="272382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季度业绩规模与增长态势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5080338" y="2482356"/>
            <a:ext cx="203132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季度关键运营成果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9199777" y="2482356"/>
            <a:ext cx="189186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Q3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私域贡献结构</a:t>
            </a:r>
          </a:p>
        </p:txBody>
      </p:sp>
      <p:graphicFrame>
        <p:nvGraphicFramePr>
          <p:cNvPr id="59" name="图表 58"/>
          <p:cNvGraphicFramePr/>
          <p:nvPr/>
        </p:nvGraphicFramePr>
        <p:xfrm>
          <a:off x="4404526" y="3269047"/>
          <a:ext cx="3364727" cy="2667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1" name="文本框 60"/>
          <p:cNvSpPr txBox="1"/>
          <p:nvPr/>
        </p:nvSpPr>
        <p:spPr>
          <a:xfrm>
            <a:off x="4412932" y="6128471"/>
            <a:ext cx="3419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受活动驱动，回头客较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个百分点，新客转化率也同步达季度顶峰</a:t>
            </a:r>
          </a:p>
        </p:txBody>
      </p:sp>
      <p:sp>
        <p:nvSpPr>
          <p:cNvPr id="62" name="矩形: 圆角 61"/>
          <p:cNvSpPr/>
          <p:nvPr/>
        </p:nvSpPr>
        <p:spPr>
          <a:xfrm>
            <a:off x="8453593" y="3170280"/>
            <a:ext cx="3384232" cy="2818832"/>
          </a:xfrm>
          <a:prstGeom prst="roundRect">
            <a:avLst>
              <a:gd name="adj" fmla="val 38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8443160" y="6128471"/>
            <a:ext cx="3419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通过社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裂变实现私域突破，私域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贡献占比接近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，成为新增量来源</a:t>
            </a:r>
          </a:p>
        </p:txBody>
      </p:sp>
      <p:graphicFrame>
        <p:nvGraphicFramePr>
          <p:cNvPr id="66" name="图表 65"/>
          <p:cNvGraphicFramePr/>
          <p:nvPr/>
        </p:nvGraphicFramePr>
        <p:xfrm>
          <a:off x="7832379" y="2851688"/>
          <a:ext cx="4731104" cy="31540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7" name="文本框 66"/>
          <p:cNvSpPr txBox="1"/>
          <p:nvPr/>
        </p:nvSpPr>
        <p:spPr>
          <a:xfrm>
            <a:off x="9746523" y="4221547"/>
            <a:ext cx="9028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公域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私域占比</a:t>
            </a:r>
          </a:p>
        </p:txBody>
      </p:sp>
      <p:sp>
        <p:nvSpPr>
          <p:cNvPr id="17" name="矩形: 圆角 16"/>
          <p:cNvSpPr/>
          <p:nvPr/>
        </p:nvSpPr>
        <p:spPr>
          <a:xfrm>
            <a:off x="4232814" y="1116240"/>
            <a:ext cx="3766155" cy="1126344"/>
          </a:xfrm>
          <a:prstGeom prst="roundRect">
            <a:avLst>
              <a:gd name="adj" fmla="val 1080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8276837" y="1116240"/>
            <a:ext cx="3766155" cy="1126344"/>
          </a:xfrm>
          <a:prstGeom prst="roundRect">
            <a:avLst>
              <a:gd name="adj" fmla="val 1080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93422" y="1455088"/>
            <a:ext cx="2475816" cy="842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 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1100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24" name="矩形: 圆角 23"/>
          <p:cNvSpPr/>
          <p:nvPr/>
        </p:nvSpPr>
        <p:spPr>
          <a:xfrm>
            <a:off x="351049" y="1204383"/>
            <a:ext cx="2171933" cy="3669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09517" y="1203178"/>
            <a:ext cx="185499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Q1-Q3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GMV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累计</a:t>
            </a:r>
          </a:p>
        </p:txBody>
      </p:sp>
      <p:sp>
        <p:nvSpPr>
          <p:cNvPr id="26" name="矩形 25"/>
          <p:cNvSpPr/>
          <p:nvPr/>
        </p:nvSpPr>
        <p:spPr>
          <a:xfrm>
            <a:off x="4297541" y="1469468"/>
            <a:ext cx="2475816" cy="842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 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 20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4454707" y="1204384"/>
            <a:ext cx="2171933" cy="3669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609971" y="1203178"/>
            <a:ext cx="186140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Q2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回头客飙升至</a:t>
            </a:r>
          </a:p>
        </p:txBody>
      </p:sp>
      <p:sp>
        <p:nvSpPr>
          <p:cNvPr id="32" name="矩形 31"/>
          <p:cNvSpPr/>
          <p:nvPr/>
        </p:nvSpPr>
        <p:spPr>
          <a:xfrm>
            <a:off x="8527732" y="1455088"/>
            <a:ext cx="2475816" cy="842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18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占比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8527732" y="1204384"/>
            <a:ext cx="2171933" cy="3669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638112" y="1203178"/>
            <a:ext cx="195117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Q3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私域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GMV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运营</a:t>
            </a:r>
          </a:p>
        </p:txBody>
      </p:sp>
      <p:sp>
        <p:nvSpPr>
          <p:cNvPr id="41" name="任意多边形: 形状 40"/>
          <p:cNvSpPr/>
          <p:nvPr/>
        </p:nvSpPr>
        <p:spPr>
          <a:xfrm rot="1489271">
            <a:off x="5861874" y="1676888"/>
            <a:ext cx="395395" cy="533835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统计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76880" y="1361440"/>
            <a:ext cx="635635" cy="635635"/>
          </a:xfrm>
          <a:prstGeom prst="rect">
            <a:avLst/>
          </a:prstGeom>
        </p:spPr>
      </p:pic>
      <p:pic>
        <p:nvPicPr>
          <p:cNvPr id="6" name="图片 5" descr="统计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1365" y="1361440"/>
            <a:ext cx="635635" cy="635635"/>
          </a:xfrm>
          <a:prstGeom prst="rect">
            <a:avLst/>
          </a:prstGeom>
        </p:spPr>
      </p:pic>
      <p:pic>
        <p:nvPicPr>
          <p:cNvPr id="7" name="图片 6" descr="统计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91545" y="1361440"/>
            <a:ext cx="635635" cy="63563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圆角 62"/>
          <p:cNvSpPr/>
          <p:nvPr/>
        </p:nvSpPr>
        <p:spPr>
          <a:xfrm>
            <a:off x="6774048" y="1129225"/>
            <a:ext cx="2487776" cy="5580186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3983039" y="1125415"/>
            <a:ext cx="2487776" cy="5580186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192088" y="1089025"/>
            <a:ext cx="3495922" cy="5646483"/>
          </a:xfrm>
          <a:prstGeom prst="roundRect">
            <a:avLst>
              <a:gd name="adj" fmla="val 420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302543" y="4087756"/>
            <a:ext cx="3275012" cy="1092754"/>
          </a:xfrm>
          <a:prstGeom prst="roundRect">
            <a:avLst>
              <a:gd name="adj" fmla="val 106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1930950" y="4206232"/>
            <a:ext cx="1569660" cy="855803"/>
          </a:xfrm>
          <a:prstGeom prst="roundRect">
            <a:avLst>
              <a:gd name="adj" fmla="val 142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302543" y="2773680"/>
            <a:ext cx="3275012" cy="1092754"/>
          </a:xfrm>
          <a:prstGeom prst="roundRect">
            <a:avLst>
              <a:gd name="adj" fmla="val 106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302543" y="5401832"/>
            <a:ext cx="3275012" cy="1092754"/>
          </a:xfrm>
          <a:prstGeom prst="roundRect">
            <a:avLst>
              <a:gd name="adj" fmla="val 106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1930950" y="2892156"/>
            <a:ext cx="1569660" cy="855803"/>
          </a:xfrm>
          <a:prstGeom prst="roundRect">
            <a:avLst>
              <a:gd name="adj" fmla="val 142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1930950" y="5520308"/>
            <a:ext cx="1569660" cy="855803"/>
          </a:xfrm>
          <a:prstGeom prst="roundRect">
            <a:avLst>
              <a:gd name="adj" fmla="val 142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7088" y="63770"/>
            <a:ext cx="47949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销售渠道收入分析</a:t>
            </a:r>
          </a:p>
        </p:txBody>
      </p:sp>
      <p:sp>
        <p:nvSpPr>
          <p:cNvPr id="13" name="矩形 12"/>
          <p:cNvSpPr/>
          <p:nvPr/>
        </p:nvSpPr>
        <p:spPr>
          <a:xfrm>
            <a:off x="230188" y="1340529"/>
            <a:ext cx="2164746" cy="499521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2025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总销售额</a:t>
            </a:r>
          </a:p>
        </p:txBody>
      </p:sp>
      <p:sp>
        <p:nvSpPr>
          <p:cNvPr id="17" name="矩形 16"/>
          <p:cNvSpPr/>
          <p:nvPr/>
        </p:nvSpPr>
        <p:spPr>
          <a:xfrm>
            <a:off x="192088" y="1653094"/>
            <a:ext cx="2399030" cy="86677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1.85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亿元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56257" y="2996892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三大核心渠道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收入均突破</a:t>
            </a:r>
          </a:p>
        </p:txBody>
      </p:sp>
      <p:sp>
        <p:nvSpPr>
          <p:cNvPr id="19" name="矩形 18"/>
          <p:cNvSpPr/>
          <p:nvPr/>
        </p:nvSpPr>
        <p:spPr>
          <a:xfrm>
            <a:off x="356257" y="4310968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直播电商渠道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</a:t>
            </a:r>
          </a:p>
        </p:txBody>
      </p:sp>
      <p:sp>
        <p:nvSpPr>
          <p:cNvPr id="20" name="矩形 19"/>
          <p:cNvSpPr/>
          <p:nvPr/>
        </p:nvSpPr>
        <p:spPr>
          <a:xfrm>
            <a:off x="356257" y="5625044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整体销售目标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达成率</a:t>
            </a:r>
          </a:p>
        </p:txBody>
      </p:sp>
      <p:sp>
        <p:nvSpPr>
          <p:cNvPr id="21" name="矩形: 圆顶角 20"/>
          <p:cNvSpPr/>
          <p:nvPr/>
        </p:nvSpPr>
        <p:spPr>
          <a:xfrm>
            <a:off x="3983039" y="1078865"/>
            <a:ext cx="2487776" cy="735278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854006" y="3008741"/>
            <a:ext cx="1723549" cy="622632"/>
          </a:xfrm>
          <a:prstGeom prst="rect">
            <a:avLst/>
          </a:prstGeom>
          <a:effectLst/>
        </p:spPr>
        <p:txBody>
          <a:bodyPr wrap="squar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4000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25" name="矩形 24"/>
          <p:cNvSpPr/>
          <p:nvPr/>
        </p:nvSpPr>
        <p:spPr>
          <a:xfrm>
            <a:off x="1854006" y="4322817"/>
            <a:ext cx="1723549" cy="622632"/>
          </a:xfrm>
          <a:prstGeom prst="rect">
            <a:avLst/>
          </a:prstGeom>
          <a:effectLst/>
        </p:spPr>
        <p:txBody>
          <a:bodyPr wrap="squar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58.0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854006" y="5636893"/>
            <a:ext cx="1723549" cy="622632"/>
          </a:xfrm>
          <a:prstGeom prst="rect">
            <a:avLst/>
          </a:prstGeom>
          <a:effectLst/>
        </p:spPr>
        <p:txBody>
          <a:bodyPr wrap="squar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115.6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365152" y="1246449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线下门店渠道</a:t>
            </a:r>
          </a:p>
        </p:txBody>
      </p:sp>
      <p:graphicFrame>
        <p:nvGraphicFramePr>
          <p:cNvPr id="30" name="图表 29"/>
          <p:cNvGraphicFramePr/>
          <p:nvPr/>
        </p:nvGraphicFramePr>
        <p:xfrm>
          <a:off x="4033514" y="2197854"/>
          <a:ext cx="2386827" cy="3067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矩形 31"/>
          <p:cNvSpPr/>
          <p:nvPr/>
        </p:nvSpPr>
        <p:spPr>
          <a:xfrm>
            <a:off x="5284322" y="1913254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单位：万元</a:t>
            </a:r>
          </a:p>
        </p:txBody>
      </p:sp>
      <p:sp>
        <p:nvSpPr>
          <p:cNvPr id="38" name="Rounded Rectangle 36+"/>
          <p:cNvSpPr/>
          <p:nvPr/>
        </p:nvSpPr>
        <p:spPr>
          <a:xfrm>
            <a:off x="4100883" y="559722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4103699" y="5597227"/>
            <a:ext cx="1025318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Rounded Rectangle 36+"/>
          <p:cNvSpPr/>
          <p:nvPr/>
        </p:nvSpPr>
        <p:spPr>
          <a:xfrm>
            <a:off x="4100883" y="609975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4103699" y="6099757"/>
            <a:ext cx="1102263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246862" y="563804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目标占比</a:t>
            </a:r>
          </a:p>
        </p:txBody>
      </p:sp>
      <p:sp>
        <p:nvSpPr>
          <p:cNvPr id="49" name="矩形 48"/>
          <p:cNvSpPr/>
          <p:nvPr/>
        </p:nvSpPr>
        <p:spPr>
          <a:xfrm>
            <a:off x="5246862" y="614057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年度占比</a:t>
            </a:r>
          </a:p>
        </p:txBody>
      </p:sp>
      <p:sp>
        <p:nvSpPr>
          <p:cNvPr id="50" name="矩形 49"/>
          <p:cNvSpPr/>
          <p:nvPr/>
        </p:nvSpPr>
        <p:spPr>
          <a:xfrm>
            <a:off x="4223679" y="560726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38.9%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4241896" y="610979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40.0%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: 圆顶角 63"/>
          <p:cNvSpPr/>
          <p:nvPr/>
        </p:nvSpPr>
        <p:spPr>
          <a:xfrm>
            <a:off x="6774048" y="1078865"/>
            <a:ext cx="2487776" cy="735278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7156161" y="1246449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传统电商渠道</a:t>
            </a:r>
          </a:p>
        </p:txBody>
      </p:sp>
      <p:sp>
        <p:nvSpPr>
          <p:cNvPr id="67" name="矩形 66"/>
          <p:cNvSpPr/>
          <p:nvPr/>
        </p:nvSpPr>
        <p:spPr>
          <a:xfrm>
            <a:off x="8060631" y="1913254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单位：万元</a:t>
            </a:r>
          </a:p>
        </p:txBody>
      </p:sp>
      <p:sp>
        <p:nvSpPr>
          <p:cNvPr id="82" name="矩形: 圆角 81"/>
          <p:cNvSpPr/>
          <p:nvPr/>
        </p:nvSpPr>
        <p:spPr>
          <a:xfrm>
            <a:off x="9550058" y="1125415"/>
            <a:ext cx="2487776" cy="5580186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: 圆顶角 82"/>
          <p:cNvSpPr/>
          <p:nvPr/>
        </p:nvSpPr>
        <p:spPr>
          <a:xfrm>
            <a:off x="9541611" y="1078865"/>
            <a:ext cx="2487776" cy="735278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923724" y="1246449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直播电商渠道</a:t>
            </a:r>
          </a:p>
        </p:txBody>
      </p:sp>
      <p:sp>
        <p:nvSpPr>
          <p:cNvPr id="90" name="Rounded Rectangle 36+"/>
          <p:cNvSpPr/>
          <p:nvPr/>
        </p:nvSpPr>
        <p:spPr>
          <a:xfrm>
            <a:off x="9659455" y="559722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1" name="矩形: 圆角 90"/>
          <p:cNvSpPr/>
          <p:nvPr/>
        </p:nvSpPr>
        <p:spPr>
          <a:xfrm>
            <a:off x="9660863" y="5597227"/>
            <a:ext cx="841270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Rounded Rectangle 36+"/>
          <p:cNvSpPr/>
          <p:nvPr/>
        </p:nvSpPr>
        <p:spPr>
          <a:xfrm>
            <a:off x="9659455" y="609975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3" name="矩形: 圆角 92"/>
          <p:cNvSpPr/>
          <p:nvPr/>
        </p:nvSpPr>
        <p:spPr>
          <a:xfrm>
            <a:off x="9669972" y="6099757"/>
            <a:ext cx="823052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0805434" y="563804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目标占比</a:t>
            </a:r>
          </a:p>
        </p:txBody>
      </p:sp>
      <p:sp>
        <p:nvSpPr>
          <p:cNvPr id="97" name="矩形 96"/>
          <p:cNvSpPr/>
          <p:nvPr/>
        </p:nvSpPr>
        <p:spPr>
          <a:xfrm>
            <a:off x="10805434" y="614057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年度占比</a:t>
            </a:r>
          </a:p>
        </p:txBody>
      </p:sp>
      <p:sp>
        <p:nvSpPr>
          <p:cNvPr id="98" name="矩形 97"/>
          <p:cNvSpPr/>
          <p:nvPr/>
        </p:nvSpPr>
        <p:spPr>
          <a:xfrm>
            <a:off x="9668564" y="560726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29.7%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9668564" y="610979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25.0%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对话气泡: 圆角矩形 102"/>
          <p:cNvSpPr/>
          <p:nvPr/>
        </p:nvSpPr>
        <p:spPr>
          <a:xfrm>
            <a:off x="4087673" y="2040839"/>
            <a:ext cx="1047664" cy="590278"/>
          </a:xfrm>
          <a:prstGeom prst="wedgeRoundRectCallout">
            <a:avLst>
              <a:gd name="adj1" fmla="val -7199"/>
              <a:gd name="adj2" fmla="val 6792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076098" y="2060753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同比增长率</a:t>
            </a:r>
          </a:p>
        </p:txBody>
      </p:sp>
      <p:sp>
        <p:nvSpPr>
          <p:cNvPr id="47" name="矩形 46"/>
          <p:cNvSpPr/>
          <p:nvPr/>
        </p:nvSpPr>
        <p:spPr>
          <a:xfrm>
            <a:off x="4204339" y="2261785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12.5%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Rounded Rectangle 36+"/>
          <p:cNvSpPr/>
          <p:nvPr/>
        </p:nvSpPr>
        <p:spPr>
          <a:xfrm>
            <a:off x="6921868" y="559722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矩形: 圆角 104"/>
          <p:cNvSpPr/>
          <p:nvPr/>
        </p:nvSpPr>
        <p:spPr>
          <a:xfrm>
            <a:off x="6926719" y="5597227"/>
            <a:ext cx="861342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Rounded Rectangle 36+"/>
          <p:cNvSpPr/>
          <p:nvPr/>
        </p:nvSpPr>
        <p:spPr>
          <a:xfrm>
            <a:off x="6921868" y="609975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矩形: 圆角 106"/>
          <p:cNvSpPr/>
          <p:nvPr/>
        </p:nvSpPr>
        <p:spPr>
          <a:xfrm>
            <a:off x="6924685" y="6099757"/>
            <a:ext cx="865455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8067847" y="563804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目标占比</a:t>
            </a:r>
          </a:p>
        </p:txBody>
      </p:sp>
      <p:sp>
        <p:nvSpPr>
          <p:cNvPr id="109" name="矩形 108"/>
          <p:cNvSpPr/>
          <p:nvPr/>
        </p:nvSpPr>
        <p:spPr>
          <a:xfrm>
            <a:off x="8067847" y="614057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年度占比</a:t>
            </a:r>
          </a:p>
        </p:txBody>
      </p:sp>
      <p:sp>
        <p:nvSpPr>
          <p:cNvPr id="110" name="矩形 109"/>
          <p:cNvSpPr/>
          <p:nvPr/>
        </p:nvSpPr>
        <p:spPr>
          <a:xfrm>
            <a:off x="6921868" y="560726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31.4%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6921868" y="610979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31.0%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124" name="图表 123"/>
          <p:cNvGraphicFramePr/>
          <p:nvPr/>
        </p:nvGraphicFramePr>
        <p:xfrm>
          <a:off x="6824523" y="2197854"/>
          <a:ext cx="2386827" cy="3067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5" name="图表 124"/>
          <p:cNvGraphicFramePr/>
          <p:nvPr/>
        </p:nvGraphicFramePr>
        <p:xfrm>
          <a:off x="9600533" y="2197854"/>
          <a:ext cx="2386827" cy="3067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5" name="对话气泡: 圆角矩形 114"/>
          <p:cNvSpPr/>
          <p:nvPr/>
        </p:nvSpPr>
        <p:spPr>
          <a:xfrm>
            <a:off x="7034455" y="2438457"/>
            <a:ext cx="1047664" cy="590278"/>
          </a:xfrm>
          <a:prstGeom prst="wedgeRoundRectCallout">
            <a:avLst>
              <a:gd name="adj1" fmla="val -7199"/>
              <a:gd name="adj2" fmla="val 6792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7022880" y="2458371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同比增长率</a:t>
            </a:r>
          </a:p>
        </p:txBody>
      </p:sp>
      <p:sp>
        <p:nvSpPr>
          <p:cNvPr id="117" name="矩形 116"/>
          <p:cNvSpPr/>
          <p:nvPr/>
        </p:nvSpPr>
        <p:spPr>
          <a:xfrm>
            <a:off x="7151120" y="2659403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18.3%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846090" y="1913254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单位：万元</a:t>
            </a:r>
          </a:p>
        </p:txBody>
      </p:sp>
      <p:sp>
        <p:nvSpPr>
          <p:cNvPr id="121" name="对话气泡: 圆角矩形 120"/>
          <p:cNvSpPr/>
          <p:nvPr/>
        </p:nvSpPr>
        <p:spPr>
          <a:xfrm>
            <a:off x="9775317" y="2616632"/>
            <a:ext cx="1047664" cy="590278"/>
          </a:xfrm>
          <a:prstGeom prst="wedgeRoundRectCallout">
            <a:avLst>
              <a:gd name="adj1" fmla="val -7199"/>
              <a:gd name="adj2" fmla="val 6792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9763742" y="2636546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同比增长率</a:t>
            </a:r>
          </a:p>
        </p:txBody>
      </p:sp>
      <p:sp>
        <p:nvSpPr>
          <p:cNvPr id="123" name="矩形 122"/>
          <p:cNvSpPr/>
          <p:nvPr/>
        </p:nvSpPr>
        <p:spPr>
          <a:xfrm>
            <a:off x="9891982" y="2837578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58.0%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6" name="任意多边形: 形状 125"/>
          <p:cNvSpPr/>
          <p:nvPr/>
        </p:nvSpPr>
        <p:spPr>
          <a:xfrm rot="1580144">
            <a:off x="7863226" y="3010060"/>
            <a:ext cx="270940" cy="489503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7" name="任意多边形: 形状 126"/>
          <p:cNvSpPr/>
          <p:nvPr/>
        </p:nvSpPr>
        <p:spPr>
          <a:xfrm rot="1580144">
            <a:off x="5059346" y="2523556"/>
            <a:ext cx="270940" cy="489503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8" name="任意多边形: 形状 127"/>
          <p:cNvSpPr/>
          <p:nvPr/>
        </p:nvSpPr>
        <p:spPr>
          <a:xfrm rot="1580144">
            <a:off x="10544399" y="3299205"/>
            <a:ext cx="286381" cy="517400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统计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62885" y="1605915"/>
            <a:ext cx="742950" cy="7429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直接连接符 64"/>
          <p:cNvCxnSpPr/>
          <p:nvPr/>
        </p:nvCxnSpPr>
        <p:spPr>
          <a:xfrm flipV="1">
            <a:off x="2504230" y="1991849"/>
            <a:ext cx="916305" cy="70612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 flipH="1" flipV="1">
            <a:off x="722670" y="2484222"/>
            <a:ext cx="650875" cy="479425"/>
          </a:xfrm>
          <a:prstGeom prst="line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 flipV="1">
            <a:off x="1107501" y="5127577"/>
            <a:ext cx="739775" cy="549275"/>
          </a:xfrm>
          <a:prstGeom prst="line">
            <a:avLst/>
          </a:prstGeom>
          <a:ln>
            <a:solidFill>
              <a:schemeClr val="accent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 flipV="1">
            <a:off x="4351559" y="5018143"/>
            <a:ext cx="196215" cy="635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49628" y="63770"/>
            <a:ext cx="41433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业绩成果展示</a:t>
            </a:r>
          </a:p>
        </p:txBody>
      </p:sp>
      <p:graphicFrame>
        <p:nvGraphicFramePr>
          <p:cNvPr id="4" name="图表 3"/>
          <p:cNvGraphicFramePr/>
          <p:nvPr/>
        </p:nvGraphicFramePr>
        <p:xfrm>
          <a:off x="192089" y="1089024"/>
          <a:ext cx="5141911" cy="5820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矩形 8"/>
          <p:cNvSpPr/>
          <p:nvPr/>
        </p:nvSpPr>
        <p:spPr>
          <a:xfrm>
            <a:off x="3656297" y="5679401"/>
            <a:ext cx="11079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堂食业务</a:t>
            </a:r>
          </a:p>
        </p:txBody>
      </p:sp>
      <p:sp>
        <p:nvSpPr>
          <p:cNvPr id="10" name="矩形 9"/>
          <p:cNvSpPr/>
          <p:nvPr/>
        </p:nvSpPr>
        <p:spPr>
          <a:xfrm>
            <a:off x="3682058" y="6060654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营收</a:t>
            </a:r>
          </a:p>
        </p:txBody>
      </p:sp>
      <p:sp>
        <p:nvSpPr>
          <p:cNvPr id="11" name="矩形 10"/>
          <p:cNvSpPr/>
          <p:nvPr/>
        </p:nvSpPr>
        <p:spPr>
          <a:xfrm>
            <a:off x="3682058" y="6327302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占比</a:t>
            </a:r>
          </a:p>
        </p:txBody>
      </p:sp>
      <p:sp>
        <p:nvSpPr>
          <p:cNvPr id="12" name="矩形 11"/>
          <p:cNvSpPr/>
          <p:nvPr/>
        </p:nvSpPr>
        <p:spPr>
          <a:xfrm>
            <a:off x="4175029" y="6029876"/>
            <a:ext cx="117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4200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13" name="矩形 12"/>
          <p:cNvSpPr/>
          <p:nvPr/>
        </p:nvSpPr>
        <p:spPr>
          <a:xfrm>
            <a:off x="4175029" y="6296524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42%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75000"/>
                </a:srgbClr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49714" y="566754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外卖业务</a:t>
            </a:r>
          </a:p>
        </p:txBody>
      </p:sp>
      <p:sp>
        <p:nvSpPr>
          <p:cNvPr id="17" name="矩形 16"/>
          <p:cNvSpPr/>
          <p:nvPr/>
        </p:nvSpPr>
        <p:spPr>
          <a:xfrm>
            <a:off x="175475" y="6048793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营收</a:t>
            </a:r>
          </a:p>
        </p:txBody>
      </p:sp>
      <p:sp>
        <p:nvSpPr>
          <p:cNvPr id="18" name="矩形 17"/>
          <p:cNvSpPr/>
          <p:nvPr/>
        </p:nvSpPr>
        <p:spPr>
          <a:xfrm>
            <a:off x="175475" y="6337211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占比</a:t>
            </a:r>
          </a:p>
        </p:txBody>
      </p:sp>
      <p:sp>
        <p:nvSpPr>
          <p:cNvPr id="19" name="矩形 18"/>
          <p:cNvSpPr/>
          <p:nvPr/>
        </p:nvSpPr>
        <p:spPr>
          <a:xfrm>
            <a:off x="668446" y="6018015"/>
            <a:ext cx="117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3800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20" name="矩形 19"/>
          <p:cNvSpPr/>
          <p:nvPr/>
        </p:nvSpPr>
        <p:spPr>
          <a:xfrm>
            <a:off x="668446" y="6306433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38%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0811" y="144356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团餐业务</a:t>
            </a:r>
          </a:p>
        </p:txBody>
      </p:sp>
      <p:sp>
        <p:nvSpPr>
          <p:cNvPr id="22" name="矩形 21"/>
          <p:cNvSpPr/>
          <p:nvPr/>
        </p:nvSpPr>
        <p:spPr>
          <a:xfrm>
            <a:off x="106572" y="1824819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营收</a:t>
            </a:r>
          </a:p>
        </p:txBody>
      </p:sp>
      <p:sp>
        <p:nvSpPr>
          <p:cNvPr id="23" name="矩形 22"/>
          <p:cNvSpPr/>
          <p:nvPr/>
        </p:nvSpPr>
        <p:spPr>
          <a:xfrm>
            <a:off x="106572" y="2091467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占比</a:t>
            </a:r>
          </a:p>
        </p:txBody>
      </p:sp>
      <p:sp>
        <p:nvSpPr>
          <p:cNvPr id="24" name="矩形 23"/>
          <p:cNvSpPr/>
          <p:nvPr/>
        </p:nvSpPr>
        <p:spPr>
          <a:xfrm>
            <a:off x="599543" y="1794041"/>
            <a:ext cx="117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1500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25" name="矩形 24"/>
          <p:cNvSpPr/>
          <p:nvPr/>
        </p:nvSpPr>
        <p:spPr>
          <a:xfrm>
            <a:off x="599543" y="2060689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15%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515738" y="127233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食材零售业务</a:t>
            </a:r>
          </a:p>
        </p:txBody>
      </p:sp>
      <p:sp>
        <p:nvSpPr>
          <p:cNvPr id="27" name="矩形 26"/>
          <p:cNvSpPr/>
          <p:nvPr/>
        </p:nvSpPr>
        <p:spPr>
          <a:xfrm>
            <a:off x="3548396" y="1653585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营收</a:t>
            </a:r>
          </a:p>
        </p:txBody>
      </p:sp>
      <p:sp>
        <p:nvSpPr>
          <p:cNvPr id="28" name="矩形 27"/>
          <p:cNvSpPr/>
          <p:nvPr/>
        </p:nvSpPr>
        <p:spPr>
          <a:xfrm>
            <a:off x="3548396" y="1931118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占比</a:t>
            </a:r>
          </a:p>
        </p:txBody>
      </p:sp>
      <p:sp>
        <p:nvSpPr>
          <p:cNvPr id="29" name="矩形 28"/>
          <p:cNvSpPr/>
          <p:nvPr/>
        </p:nvSpPr>
        <p:spPr>
          <a:xfrm>
            <a:off x="4041367" y="1622807"/>
            <a:ext cx="1045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500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30" name="矩形 29"/>
          <p:cNvSpPr/>
          <p:nvPr/>
        </p:nvSpPr>
        <p:spPr>
          <a:xfrm>
            <a:off x="4041367" y="1900340"/>
            <a:ext cx="4876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60000"/>
                  <a:lumOff val="40000"/>
                </a:srgbClr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33" name="任意多边形: 形状 32"/>
          <p:cNvSpPr/>
          <p:nvPr/>
        </p:nvSpPr>
        <p:spPr>
          <a:xfrm>
            <a:off x="315686" y="1709057"/>
            <a:ext cx="500743" cy="1230086"/>
          </a:xfrm>
          <a:custGeom>
            <a:avLst/>
            <a:gdLst>
              <a:gd name="connsiteX0" fmla="*/ 500743 w 500743"/>
              <a:gd name="connsiteY0" fmla="*/ 1230086 h 1230086"/>
              <a:gd name="connsiteX1" fmla="*/ 43543 w 500743"/>
              <a:gd name="connsiteY1" fmla="*/ 968829 h 1230086"/>
              <a:gd name="connsiteX2" fmla="*/ 0 w 500743"/>
              <a:gd name="connsiteY2" fmla="*/ 0 h 123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0743" h="1230086">
                <a:moveTo>
                  <a:pt x="500743" y="1230086"/>
                </a:moveTo>
                <a:lnTo>
                  <a:pt x="43543" y="968829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1" name="椭圆 100"/>
          <p:cNvSpPr/>
          <p:nvPr/>
        </p:nvSpPr>
        <p:spPr>
          <a:xfrm>
            <a:off x="1824698" y="3038528"/>
            <a:ext cx="1890952" cy="100148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2164880" y="3185327"/>
            <a:ext cx="12105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核心业务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结构分析</a:t>
            </a:r>
          </a:p>
        </p:txBody>
      </p:sp>
      <p:sp>
        <p:nvSpPr>
          <p:cNvPr id="103" name="矩形: 圆角 102"/>
          <p:cNvSpPr/>
          <p:nvPr/>
        </p:nvSpPr>
        <p:spPr>
          <a:xfrm rot="5400000">
            <a:off x="7698677" y="-908748"/>
            <a:ext cx="2338540" cy="6336959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矩形: 圆角 103"/>
          <p:cNvSpPr/>
          <p:nvPr/>
        </p:nvSpPr>
        <p:spPr>
          <a:xfrm>
            <a:off x="5699467" y="3533423"/>
            <a:ext cx="6336960" cy="1114336"/>
          </a:xfrm>
          <a:prstGeom prst="roundRect">
            <a:avLst>
              <a:gd name="adj" fmla="val 595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矩形: 圆角 105"/>
          <p:cNvSpPr/>
          <p:nvPr/>
        </p:nvSpPr>
        <p:spPr>
          <a:xfrm>
            <a:off x="8903940" y="4752180"/>
            <a:ext cx="3125896" cy="1953420"/>
          </a:xfrm>
          <a:prstGeom prst="roundRect">
            <a:avLst>
              <a:gd name="adj" fmla="val 29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矩形: 圆角 106"/>
          <p:cNvSpPr/>
          <p:nvPr/>
        </p:nvSpPr>
        <p:spPr>
          <a:xfrm>
            <a:off x="5711194" y="4778286"/>
            <a:ext cx="3125896" cy="1953420"/>
          </a:xfrm>
          <a:prstGeom prst="roundRect">
            <a:avLst>
              <a:gd name="adj" fmla="val 297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矩形: 圆顶角 108"/>
          <p:cNvSpPr/>
          <p:nvPr/>
        </p:nvSpPr>
        <p:spPr>
          <a:xfrm flipV="1">
            <a:off x="7172883" y="1089025"/>
            <a:ext cx="3390128" cy="390002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7296844" y="1130138"/>
            <a:ext cx="31422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2024-2025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年月度营收对比及趋势表</a:t>
            </a:r>
          </a:p>
        </p:txBody>
      </p:sp>
      <p:graphicFrame>
        <p:nvGraphicFramePr>
          <p:cNvPr id="114" name="图表 113"/>
          <p:cNvGraphicFramePr/>
          <p:nvPr/>
        </p:nvGraphicFramePr>
        <p:xfrm>
          <a:off x="5767572" y="1400745"/>
          <a:ext cx="6846358" cy="2080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5" name="矩形 114"/>
          <p:cNvSpPr/>
          <p:nvPr/>
        </p:nvSpPr>
        <p:spPr>
          <a:xfrm>
            <a:off x="5837989" y="3732275"/>
            <a:ext cx="12618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全年营收总额达</a:t>
            </a:r>
          </a:p>
        </p:txBody>
      </p:sp>
      <p:sp>
        <p:nvSpPr>
          <p:cNvPr id="116" name="矩形 115"/>
          <p:cNvSpPr/>
          <p:nvPr/>
        </p:nvSpPr>
        <p:spPr>
          <a:xfrm>
            <a:off x="5798689" y="3990621"/>
            <a:ext cx="1340485" cy="435610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10000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7540110" y="3732275"/>
            <a:ext cx="12618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年度营收增长率</a:t>
            </a:r>
          </a:p>
        </p:txBody>
      </p:sp>
      <p:sp>
        <p:nvSpPr>
          <p:cNvPr id="120" name="矩形 119"/>
          <p:cNvSpPr/>
          <p:nvPr/>
        </p:nvSpPr>
        <p:spPr>
          <a:xfrm>
            <a:off x="7721472" y="3990621"/>
            <a:ext cx="899160" cy="435610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18.2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9190751" y="3732275"/>
            <a:ext cx="110799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增长时间集中</a:t>
            </a:r>
          </a:p>
        </p:txBody>
      </p:sp>
      <p:sp>
        <p:nvSpPr>
          <p:cNvPr id="123" name="矩形 122"/>
          <p:cNvSpPr/>
          <p:nvPr/>
        </p:nvSpPr>
        <p:spPr>
          <a:xfrm>
            <a:off x="9227542" y="3990621"/>
            <a:ext cx="1034415" cy="435610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5-12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125" name="矩形 124"/>
          <p:cNvSpPr/>
          <p:nvPr/>
        </p:nvSpPr>
        <p:spPr>
          <a:xfrm>
            <a:off x="10687502" y="3732275"/>
            <a:ext cx="12618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主要增长业务线</a:t>
            </a:r>
          </a:p>
        </p:txBody>
      </p:sp>
      <p:sp>
        <p:nvSpPr>
          <p:cNvPr id="126" name="矩形 125"/>
          <p:cNvSpPr/>
          <p:nvPr/>
        </p:nvSpPr>
        <p:spPr>
          <a:xfrm>
            <a:off x="10829183" y="4036788"/>
            <a:ext cx="978523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外卖业务</a:t>
            </a:r>
          </a:p>
        </p:txBody>
      </p:sp>
      <p:cxnSp>
        <p:nvCxnSpPr>
          <p:cNvPr id="128" name="直接连接符 127"/>
          <p:cNvCxnSpPr/>
          <p:nvPr/>
        </p:nvCxnSpPr>
        <p:spPr>
          <a:xfrm>
            <a:off x="7345732" y="3731796"/>
            <a:ext cx="0" cy="71759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8996373" y="3731796"/>
            <a:ext cx="0" cy="71759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/>
          <p:cNvCxnSpPr/>
          <p:nvPr/>
        </p:nvCxnSpPr>
        <p:spPr>
          <a:xfrm>
            <a:off x="10493125" y="3731796"/>
            <a:ext cx="0" cy="71759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矩形: 圆顶角 131"/>
          <p:cNvSpPr/>
          <p:nvPr/>
        </p:nvSpPr>
        <p:spPr>
          <a:xfrm flipV="1">
            <a:off x="6601052" y="4726074"/>
            <a:ext cx="1272891" cy="390002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3" name="矩形: 圆顶角 132"/>
          <p:cNvSpPr/>
          <p:nvPr/>
        </p:nvSpPr>
        <p:spPr>
          <a:xfrm flipV="1">
            <a:off x="9830443" y="4726074"/>
            <a:ext cx="1272891" cy="390002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6508044" y="4721020"/>
            <a:ext cx="14492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线上业务</a:t>
            </a:r>
          </a:p>
        </p:txBody>
      </p:sp>
      <p:sp>
        <p:nvSpPr>
          <p:cNvPr id="135" name="矩形 134"/>
          <p:cNvSpPr/>
          <p:nvPr/>
        </p:nvSpPr>
        <p:spPr>
          <a:xfrm>
            <a:off x="9827722" y="4721020"/>
            <a:ext cx="12783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线下业务</a:t>
            </a:r>
          </a:p>
        </p:txBody>
      </p:sp>
      <p:grpSp>
        <p:nvGrpSpPr>
          <p:cNvPr id="146" name="组合 145"/>
          <p:cNvGrpSpPr/>
          <p:nvPr/>
        </p:nvGrpSpPr>
        <p:grpSpPr>
          <a:xfrm>
            <a:off x="9032009" y="5245554"/>
            <a:ext cx="2852782" cy="1288222"/>
            <a:chOff x="5874658" y="5245554"/>
            <a:chExt cx="2852782" cy="1288222"/>
          </a:xfrm>
        </p:grpSpPr>
        <p:cxnSp>
          <p:nvCxnSpPr>
            <p:cNvPr id="147" name="直接连接符 146"/>
            <p:cNvCxnSpPr/>
            <p:nvPr/>
          </p:nvCxnSpPr>
          <p:spPr>
            <a:xfrm>
              <a:off x="7301049" y="5245554"/>
              <a:ext cx="0" cy="1288222"/>
            </a:xfrm>
            <a:prstGeom prst="line">
              <a:avLst/>
            </a:prstGeom>
            <a:ln>
              <a:solidFill>
                <a:schemeClr val="accent2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>
              <a:off x="5874658" y="5889665"/>
              <a:ext cx="2852782" cy="0"/>
            </a:xfrm>
            <a:prstGeom prst="line">
              <a:avLst/>
            </a:prstGeom>
            <a:ln>
              <a:solidFill>
                <a:schemeClr val="accent2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" name="组合 144"/>
          <p:cNvGrpSpPr/>
          <p:nvPr/>
        </p:nvGrpSpPr>
        <p:grpSpPr>
          <a:xfrm>
            <a:off x="5806283" y="5245554"/>
            <a:ext cx="2852782" cy="1288222"/>
            <a:chOff x="5874658" y="5245554"/>
            <a:chExt cx="2852782" cy="1288222"/>
          </a:xfrm>
        </p:grpSpPr>
        <p:cxnSp>
          <p:nvCxnSpPr>
            <p:cNvPr id="141" name="直接连接符 140"/>
            <p:cNvCxnSpPr/>
            <p:nvPr/>
          </p:nvCxnSpPr>
          <p:spPr>
            <a:xfrm>
              <a:off x="7301049" y="5245554"/>
              <a:ext cx="0" cy="1288222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/>
          </p:nvCxnSpPr>
          <p:spPr>
            <a:xfrm>
              <a:off x="5874658" y="5889665"/>
              <a:ext cx="2852782" cy="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矩形 148"/>
          <p:cNvSpPr/>
          <p:nvPr/>
        </p:nvSpPr>
        <p:spPr>
          <a:xfrm>
            <a:off x="6196226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营收</a:t>
            </a:r>
          </a:p>
        </p:txBody>
      </p:sp>
      <p:sp>
        <p:nvSpPr>
          <p:cNvPr id="151" name="矩形 150"/>
          <p:cNvSpPr/>
          <p:nvPr/>
        </p:nvSpPr>
        <p:spPr>
          <a:xfrm>
            <a:off x="5952570" y="5512396"/>
            <a:ext cx="9541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4300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165" name="矩形 164"/>
          <p:cNvSpPr/>
          <p:nvPr/>
        </p:nvSpPr>
        <p:spPr>
          <a:xfrm>
            <a:off x="7780751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本钱</a:t>
            </a:r>
          </a:p>
        </p:txBody>
      </p:sp>
      <p:sp>
        <p:nvSpPr>
          <p:cNvPr id="166" name="矩形 165"/>
          <p:cNvSpPr/>
          <p:nvPr/>
        </p:nvSpPr>
        <p:spPr>
          <a:xfrm>
            <a:off x="7537095" y="5512396"/>
            <a:ext cx="9541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2800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175" name="矩形 174"/>
          <p:cNvSpPr/>
          <p:nvPr/>
        </p:nvSpPr>
        <p:spPr>
          <a:xfrm>
            <a:off x="6196226" y="6017583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</a:t>
            </a:r>
          </a:p>
        </p:txBody>
      </p:sp>
      <p:sp>
        <p:nvSpPr>
          <p:cNvPr id="176" name="矩形 175"/>
          <p:cNvSpPr/>
          <p:nvPr/>
        </p:nvSpPr>
        <p:spPr>
          <a:xfrm>
            <a:off x="5952570" y="6235253"/>
            <a:ext cx="9541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1500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178" name="矩形 177"/>
          <p:cNvSpPr/>
          <p:nvPr/>
        </p:nvSpPr>
        <p:spPr>
          <a:xfrm>
            <a:off x="7710219" y="6017583"/>
            <a:ext cx="6078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利润率</a:t>
            </a:r>
          </a:p>
        </p:txBody>
      </p:sp>
      <p:sp>
        <p:nvSpPr>
          <p:cNvPr id="179" name="矩形 178"/>
          <p:cNvSpPr/>
          <p:nvPr/>
        </p:nvSpPr>
        <p:spPr>
          <a:xfrm>
            <a:off x="7674953" y="6235253"/>
            <a:ext cx="678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34.9%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81" name="矩形 180"/>
          <p:cNvSpPr/>
          <p:nvPr/>
        </p:nvSpPr>
        <p:spPr>
          <a:xfrm>
            <a:off x="9473947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营收</a:t>
            </a:r>
          </a:p>
        </p:txBody>
      </p:sp>
      <p:sp>
        <p:nvSpPr>
          <p:cNvPr id="182" name="矩形 181"/>
          <p:cNvSpPr/>
          <p:nvPr/>
        </p:nvSpPr>
        <p:spPr>
          <a:xfrm>
            <a:off x="9230291" y="5512396"/>
            <a:ext cx="9541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5700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183" name="矩形 182"/>
          <p:cNvSpPr/>
          <p:nvPr/>
        </p:nvSpPr>
        <p:spPr>
          <a:xfrm>
            <a:off x="11058472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本钱</a:t>
            </a:r>
          </a:p>
        </p:txBody>
      </p:sp>
      <p:sp>
        <p:nvSpPr>
          <p:cNvPr id="184" name="矩形 183"/>
          <p:cNvSpPr/>
          <p:nvPr/>
        </p:nvSpPr>
        <p:spPr>
          <a:xfrm>
            <a:off x="10814816" y="5512396"/>
            <a:ext cx="9541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3200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185" name="矩形 184"/>
          <p:cNvSpPr/>
          <p:nvPr/>
        </p:nvSpPr>
        <p:spPr>
          <a:xfrm>
            <a:off x="9473947" y="6017583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</a:t>
            </a:r>
          </a:p>
        </p:txBody>
      </p:sp>
      <p:sp>
        <p:nvSpPr>
          <p:cNvPr id="186" name="矩形 185"/>
          <p:cNvSpPr/>
          <p:nvPr/>
        </p:nvSpPr>
        <p:spPr>
          <a:xfrm>
            <a:off x="9230291" y="6235253"/>
            <a:ext cx="9541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2500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187" name="矩形 186"/>
          <p:cNvSpPr/>
          <p:nvPr/>
        </p:nvSpPr>
        <p:spPr>
          <a:xfrm>
            <a:off x="10987940" y="6017583"/>
            <a:ext cx="6078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利润率</a:t>
            </a:r>
          </a:p>
        </p:txBody>
      </p:sp>
      <p:sp>
        <p:nvSpPr>
          <p:cNvPr id="188" name="矩形 187"/>
          <p:cNvSpPr/>
          <p:nvPr/>
        </p:nvSpPr>
        <p:spPr>
          <a:xfrm>
            <a:off x="10952674" y="6235253"/>
            <a:ext cx="678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43.9%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矩形 1423"/>
          <p:cNvSpPr/>
          <p:nvPr/>
        </p:nvSpPr>
        <p:spPr>
          <a:xfrm>
            <a:off x="238588" y="3257631"/>
            <a:ext cx="11714823" cy="335225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22859" tIns="22859" rIns="22859" bIns="2285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9848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甘特图页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工作进度汇报​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98599" y="825789"/>
            <a:ext cx="7380613" cy="1443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7013" y="825789"/>
            <a:ext cx="1271586" cy="14435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378150" y="825789"/>
            <a:ext cx="1586838" cy="1443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06565" y="825789"/>
            <a:ext cx="1271586" cy="144359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2738" y="1753925"/>
            <a:ext cx="1100136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项目情况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192290" y="1753925"/>
            <a:ext cx="1100136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项目进度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0480455" y="1866208"/>
            <a:ext cx="1227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项目完成度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0480455" y="1389000"/>
            <a:ext cx="1227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100%</a:t>
            </a:r>
          </a:p>
        </p:txBody>
      </p:sp>
      <p:sp>
        <p:nvSpPr>
          <p:cNvPr id="14" name="任意多边形: 形状 13"/>
          <p:cNvSpPr/>
          <p:nvPr/>
        </p:nvSpPr>
        <p:spPr>
          <a:xfrm>
            <a:off x="9531256" y="1101213"/>
            <a:ext cx="422204" cy="505256"/>
          </a:xfrm>
          <a:custGeom>
            <a:avLst/>
            <a:gdLst>
              <a:gd name="connsiteX0" fmla="*/ 395287 w 1532765"/>
              <a:gd name="connsiteY0" fmla="*/ 1455182 h 1834277"/>
              <a:gd name="connsiteX1" fmla="*/ 405765 w 1532765"/>
              <a:gd name="connsiteY1" fmla="*/ 1455182 h 1834277"/>
              <a:gd name="connsiteX2" fmla="*/ 838200 w 1532765"/>
              <a:gd name="connsiteY2" fmla="*/ 1455182 h 1834277"/>
              <a:gd name="connsiteX3" fmla="*/ 865822 w 1532765"/>
              <a:gd name="connsiteY3" fmla="*/ 1469470 h 1834277"/>
              <a:gd name="connsiteX4" fmla="*/ 849630 w 1532765"/>
              <a:gd name="connsiteY4" fmla="*/ 1505665 h 1834277"/>
              <a:gd name="connsiteX5" fmla="*/ 831532 w 1532765"/>
              <a:gd name="connsiteY5" fmla="*/ 1506617 h 1834277"/>
              <a:gd name="connsiteX6" fmla="*/ 620078 w 1532765"/>
              <a:gd name="connsiteY6" fmla="*/ 1505665 h 1834277"/>
              <a:gd name="connsiteX7" fmla="*/ 406718 w 1532765"/>
              <a:gd name="connsiteY7" fmla="*/ 1505665 h 1834277"/>
              <a:gd name="connsiteX8" fmla="*/ 381000 w 1532765"/>
              <a:gd name="connsiteY8" fmla="*/ 1498045 h 1834277"/>
              <a:gd name="connsiteX9" fmla="*/ 378143 w 1532765"/>
              <a:gd name="connsiteY9" fmla="*/ 1466612 h 1834277"/>
              <a:gd name="connsiteX10" fmla="*/ 395287 w 1532765"/>
              <a:gd name="connsiteY10" fmla="*/ 1455182 h 1834277"/>
              <a:gd name="connsiteX11" fmla="*/ 225742 w 1532765"/>
              <a:gd name="connsiteY11" fmla="*/ 1361838 h 1834277"/>
              <a:gd name="connsiteX12" fmla="*/ 171449 w 1532765"/>
              <a:gd name="connsiteY12" fmla="*/ 1418035 h 1834277"/>
              <a:gd name="connsiteX13" fmla="*/ 225742 w 1532765"/>
              <a:gd name="connsiteY13" fmla="*/ 1474232 h 1834277"/>
              <a:gd name="connsiteX14" fmla="*/ 282892 w 1532765"/>
              <a:gd name="connsiteY14" fmla="*/ 1418988 h 1834277"/>
              <a:gd name="connsiteX15" fmla="*/ 225742 w 1532765"/>
              <a:gd name="connsiteY15" fmla="*/ 1361838 h 1834277"/>
              <a:gd name="connsiteX16" fmla="*/ 408622 w 1532765"/>
              <a:gd name="connsiteY16" fmla="*/ 1327547 h 1834277"/>
              <a:gd name="connsiteX17" fmla="*/ 567690 w 1532765"/>
              <a:gd name="connsiteY17" fmla="*/ 1327547 h 1834277"/>
              <a:gd name="connsiteX18" fmla="*/ 721995 w 1532765"/>
              <a:gd name="connsiteY18" fmla="*/ 1327547 h 1834277"/>
              <a:gd name="connsiteX19" fmla="*/ 756285 w 1532765"/>
              <a:gd name="connsiteY19" fmla="*/ 1356122 h 1834277"/>
              <a:gd name="connsiteX20" fmla="*/ 727710 w 1532765"/>
              <a:gd name="connsiteY20" fmla="*/ 1382792 h 1834277"/>
              <a:gd name="connsiteX21" fmla="*/ 563880 w 1532765"/>
              <a:gd name="connsiteY21" fmla="*/ 1382792 h 1834277"/>
              <a:gd name="connsiteX22" fmla="*/ 403860 w 1532765"/>
              <a:gd name="connsiteY22" fmla="*/ 1382792 h 1834277"/>
              <a:gd name="connsiteX23" fmla="*/ 377190 w 1532765"/>
              <a:gd name="connsiteY23" fmla="*/ 1343739 h 1834277"/>
              <a:gd name="connsiteX24" fmla="*/ 408622 w 1532765"/>
              <a:gd name="connsiteY24" fmla="*/ 1327547 h 1834277"/>
              <a:gd name="connsiteX25" fmla="*/ 225742 w 1532765"/>
              <a:gd name="connsiteY25" fmla="*/ 1309450 h 1834277"/>
              <a:gd name="connsiteX26" fmla="*/ 333374 w 1532765"/>
              <a:gd name="connsiteY26" fmla="*/ 1417082 h 1834277"/>
              <a:gd name="connsiteX27" fmla="*/ 226694 w 1532765"/>
              <a:gd name="connsiteY27" fmla="*/ 1525667 h 1834277"/>
              <a:gd name="connsiteX28" fmla="*/ 118109 w 1532765"/>
              <a:gd name="connsiteY28" fmla="*/ 1417082 h 1834277"/>
              <a:gd name="connsiteX29" fmla="*/ 225742 w 1532765"/>
              <a:gd name="connsiteY29" fmla="*/ 1309450 h 1834277"/>
              <a:gd name="connsiteX30" fmla="*/ 405765 w 1532765"/>
              <a:gd name="connsiteY30" fmla="*/ 1125617 h 1834277"/>
              <a:gd name="connsiteX31" fmla="*/ 577215 w 1532765"/>
              <a:gd name="connsiteY31" fmla="*/ 1125617 h 1834277"/>
              <a:gd name="connsiteX32" fmla="*/ 619125 w 1532765"/>
              <a:gd name="connsiteY32" fmla="*/ 1125617 h 1834277"/>
              <a:gd name="connsiteX33" fmla="*/ 647700 w 1532765"/>
              <a:gd name="connsiteY33" fmla="*/ 1151334 h 1834277"/>
              <a:gd name="connsiteX34" fmla="*/ 619125 w 1532765"/>
              <a:gd name="connsiteY34" fmla="*/ 1181814 h 1834277"/>
              <a:gd name="connsiteX35" fmla="*/ 510540 w 1532765"/>
              <a:gd name="connsiteY35" fmla="*/ 1182767 h 1834277"/>
              <a:gd name="connsiteX36" fmla="*/ 402907 w 1532765"/>
              <a:gd name="connsiteY36" fmla="*/ 1182767 h 1834277"/>
              <a:gd name="connsiteX37" fmla="*/ 377190 w 1532765"/>
              <a:gd name="connsiteY37" fmla="*/ 1142762 h 1834277"/>
              <a:gd name="connsiteX38" fmla="*/ 405765 w 1532765"/>
              <a:gd name="connsiteY38" fmla="*/ 1125617 h 1834277"/>
              <a:gd name="connsiteX39" fmla="*/ 226694 w 1532765"/>
              <a:gd name="connsiteY39" fmla="*/ 1039893 h 1834277"/>
              <a:gd name="connsiteX40" fmla="*/ 170497 w 1532765"/>
              <a:gd name="connsiteY40" fmla="*/ 1091327 h 1834277"/>
              <a:gd name="connsiteX41" fmla="*/ 224789 w 1532765"/>
              <a:gd name="connsiteY41" fmla="*/ 1146572 h 1834277"/>
              <a:gd name="connsiteX42" fmla="*/ 280987 w 1532765"/>
              <a:gd name="connsiteY42" fmla="*/ 1092280 h 1834277"/>
              <a:gd name="connsiteX43" fmla="*/ 226694 w 1532765"/>
              <a:gd name="connsiteY43" fmla="*/ 1039893 h 1834277"/>
              <a:gd name="connsiteX44" fmla="*/ 395287 w 1532765"/>
              <a:gd name="connsiteY44" fmla="*/ 1003697 h 1834277"/>
              <a:gd name="connsiteX45" fmla="*/ 454342 w 1532765"/>
              <a:gd name="connsiteY45" fmla="*/ 1003697 h 1834277"/>
              <a:gd name="connsiteX46" fmla="*/ 833437 w 1532765"/>
              <a:gd name="connsiteY46" fmla="*/ 1003697 h 1834277"/>
              <a:gd name="connsiteX47" fmla="*/ 863917 w 1532765"/>
              <a:gd name="connsiteY47" fmla="*/ 1017985 h 1834277"/>
              <a:gd name="connsiteX48" fmla="*/ 863917 w 1532765"/>
              <a:gd name="connsiteY48" fmla="*/ 1039892 h 1834277"/>
              <a:gd name="connsiteX49" fmla="*/ 834389 w 1532765"/>
              <a:gd name="connsiteY49" fmla="*/ 1054180 h 1834277"/>
              <a:gd name="connsiteX50" fmla="*/ 619124 w 1532765"/>
              <a:gd name="connsiteY50" fmla="*/ 1055132 h 1834277"/>
              <a:gd name="connsiteX51" fmla="*/ 404812 w 1532765"/>
              <a:gd name="connsiteY51" fmla="*/ 1055132 h 1834277"/>
              <a:gd name="connsiteX52" fmla="*/ 380999 w 1532765"/>
              <a:gd name="connsiteY52" fmla="*/ 1047512 h 1834277"/>
              <a:gd name="connsiteX53" fmla="*/ 377189 w 1532765"/>
              <a:gd name="connsiteY53" fmla="*/ 1017032 h 1834277"/>
              <a:gd name="connsiteX54" fmla="*/ 395287 w 1532765"/>
              <a:gd name="connsiteY54" fmla="*/ 1003697 h 1834277"/>
              <a:gd name="connsiteX55" fmla="*/ 226694 w 1532765"/>
              <a:gd name="connsiteY55" fmla="*/ 983695 h 1834277"/>
              <a:gd name="connsiteX56" fmla="*/ 333374 w 1532765"/>
              <a:gd name="connsiteY56" fmla="*/ 1092280 h 1834277"/>
              <a:gd name="connsiteX57" fmla="*/ 225742 w 1532765"/>
              <a:gd name="connsiteY57" fmla="*/ 1199913 h 1834277"/>
              <a:gd name="connsiteX58" fmla="*/ 118109 w 1532765"/>
              <a:gd name="connsiteY58" fmla="*/ 1092280 h 1834277"/>
              <a:gd name="connsiteX59" fmla="*/ 226694 w 1532765"/>
              <a:gd name="connsiteY59" fmla="*/ 983695 h 1834277"/>
              <a:gd name="connsiteX60" fmla="*/ 406717 w 1532765"/>
              <a:gd name="connsiteY60" fmla="*/ 802720 h 1834277"/>
              <a:gd name="connsiteX61" fmla="*/ 563880 w 1532765"/>
              <a:gd name="connsiteY61" fmla="*/ 802720 h 1834277"/>
              <a:gd name="connsiteX62" fmla="*/ 726757 w 1532765"/>
              <a:gd name="connsiteY62" fmla="*/ 802720 h 1834277"/>
              <a:gd name="connsiteX63" fmla="*/ 755332 w 1532765"/>
              <a:gd name="connsiteY63" fmla="*/ 831295 h 1834277"/>
              <a:gd name="connsiteX64" fmla="*/ 734377 w 1532765"/>
              <a:gd name="connsiteY64" fmla="*/ 854155 h 1834277"/>
              <a:gd name="connsiteX65" fmla="*/ 723900 w 1532765"/>
              <a:gd name="connsiteY65" fmla="*/ 854155 h 1834277"/>
              <a:gd name="connsiteX66" fmla="*/ 406717 w 1532765"/>
              <a:gd name="connsiteY66" fmla="*/ 854155 h 1834277"/>
              <a:gd name="connsiteX67" fmla="*/ 381000 w 1532765"/>
              <a:gd name="connsiteY67" fmla="*/ 845583 h 1834277"/>
              <a:gd name="connsiteX68" fmla="*/ 380047 w 1532765"/>
              <a:gd name="connsiteY68" fmla="*/ 811293 h 1834277"/>
              <a:gd name="connsiteX69" fmla="*/ 406717 w 1532765"/>
              <a:gd name="connsiteY69" fmla="*/ 802720 h 1834277"/>
              <a:gd name="connsiteX70" fmla="*/ 226694 w 1532765"/>
              <a:gd name="connsiteY70" fmla="*/ 710327 h 1834277"/>
              <a:gd name="connsiteX71" fmla="*/ 171449 w 1532765"/>
              <a:gd name="connsiteY71" fmla="*/ 763667 h 1834277"/>
              <a:gd name="connsiteX72" fmla="*/ 226694 w 1532765"/>
              <a:gd name="connsiteY72" fmla="*/ 817960 h 1834277"/>
              <a:gd name="connsiteX73" fmla="*/ 281939 w 1532765"/>
              <a:gd name="connsiteY73" fmla="*/ 762715 h 1834277"/>
              <a:gd name="connsiteX74" fmla="*/ 226694 w 1532765"/>
              <a:gd name="connsiteY74" fmla="*/ 710327 h 1834277"/>
              <a:gd name="connsiteX75" fmla="*/ 405764 w 1532765"/>
              <a:gd name="connsiteY75" fmla="*/ 676037 h 1834277"/>
              <a:gd name="connsiteX76" fmla="*/ 506729 w 1532765"/>
              <a:gd name="connsiteY76" fmla="*/ 676037 h 1834277"/>
              <a:gd name="connsiteX77" fmla="*/ 722947 w 1532765"/>
              <a:gd name="connsiteY77" fmla="*/ 676037 h 1834277"/>
              <a:gd name="connsiteX78" fmla="*/ 755332 w 1532765"/>
              <a:gd name="connsiteY78" fmla="*/ 704612 h 1834277"/>
              <a:gd name="connsiteX79" fmla="*/ 725804 w 1532765"/>
              <a:gd name="connsiteY79" fmla="*/ 732235 h 1834277"/>
              <a:gd name="connsiteX80" fmla="*/ 563879 w 1532765"/>
              <a:gd name="connsiteY80" fmla="*/ 732235 h 1834277"/>
              <a:gd name="connsiteX81" fmla="*/ 404812 w 1532765"/>
              <a:gd name="connsiteY81" fmla="*/ 732235 h 1834277"/>
              <a:gd name="connsiteX82" fmla="*/ 376237 w 1532765"/>
              <a:gd name="connsiteY82" fmla="*/ 693182 h 1834277"/>
              <a:gd name="connsiteX83" fmla="*/ 405764 w 1532765"/>
              <a:gd name="connsiteY83" fmla="*/ 676037 h 1834277"/>
              <a:gd name="connsiteX84" fmla="*/ 226694 w 1532765"/>
              <a:gd name="connsiteY84" fmla="*/ 653177 h 1834277"/>
              <a:gd name="connsiteX85" fmla="*/ 335279 w 1532765"/>
              <a:gd name="connsiteY85" fmla="*/ 762715 h 1834277"/>
              <a:gd name="connsiteX86" fmla="*/ 225742 w 1532765"/>
              <a:gd name="connsiteY86" fmla="*/ 869395 h 1834277"/>
              <a:gd name="connsiteX87" fmla="*/ 118109 w 1532765"/>
              <a:gd name="connsiteY87" fmla="*/ 761762 h 1834277"/>
              <a:gd name="connsiteX88" fmla="*/ 226694 w 1532765"/>
              <a:gd name="connsiteY88" fmla="*/ 653177 h 1834277"/>
              <a:gd name="connsiteX89" fmla="*/ 193357 w 1532765"/>
              <a:gd name="connsiteY89" fmla="*/ 399812 h 1834277"/>
              <a:gd name="connsiteX90" fmla="*/ 319087 w 1532765"/>
              <a:gd name="connsiteY90" fmla="*/ 399812 h 1834277"/>
              <a:gd name="connsiteX91" fmla="*/ 355282 w 1532765"/>
              <a:gd name="connsiteY91" fmla="*/ 402670 h 1834277"/>
              <a:gd name="connsiteX92" fmla="*/ 375284 w 1532765"/>
              <a:gd name="connsiteY92" fmla="*/ 418862 h 1834277"/>
              <a:gd name="connsiteX93" fmla="*/ 365759 w 1532765"/>
              <a:gd name="connsiteY93" fmla="*/ 447437 h 1834277"/>
              <a:gd name="connsiteX94" fmla="*/ 345757 w 1532765"/>
              <a:gd name="connsiteY94" fmla="*/ 454105 h 1834277"/>
              <a:gd name="connsiteX95" fmla="*/ 259079 w 1532765"/>
              <a:gd name="connsiteY95" fmla="*/ 454105 h 1834277"/>
              <a:gd name="connsiteX96" fmla="*/ 167639 w 1532765"/>
              <a:gd name="connsiteY96" fmla="*/ 454105 h 1834277"/>
              <a:gd name="connsiteX97" fmla="*/ 140969 w 1532765"/>
              <a:gd name="connsiteY97" fmla="*/ 427435 h 1834277"/>
              <a:gd name="connsiteX98" fmla="*/ 160019 w 1532765"/>
              <a:gd name="connsiteY98" fmla="*/ 403622 h 1834277"/>
              <a:gd name="connsiteX99" fmla="*/ 193357 w 1532765"/>
              <a:gd name="connsiteY99" fmla="*/ 399812 h 1834277"/>
              <a:gd name="connsiteX100" fmla="*/ 1445657 w 1532765"/>
              <a:gd name="connsiteY100" fmla="*/ 318492 h 1834277"/>
              <a:gd name="connsiteX101" fmla="*/ 1422082 w 1532765"/>
              <a:gd name="connsiteY101" fmla="*/ 325517 h 1834277"/>
              <a:gd name="connsiteX102" fmla="*/ 1372553 w 1532765"/>
              <a:gd name="connsiteY102" fmla="*/ 373142 h 1834277"/>
              <a:gd name="connsiteX103" fmla="*/ 1318260 w 1532765"/>
              <a:gd name="connsiteY103" fmla="*/ 426482 h 1834277"/>
              <a:gd name="connsiteX104" fmla="*/ 1266825 w 1532765"/>
              <a:gd name="connsiteY104" fmla="*/ 477917 h 1834277"/>
              <a:gd name="connsiteX105" fmla="*/ 1220153 w 1532765"/>
              <a:gd name="connsiteY105" fmla="*/ 525542 h 1834277"/>
              <a:gd name="connsiteX106" fmla="*/ 1150620 w 1532765"/>
              <a:gd name="connsiteY106" fmla="*/ 595074 h 1834277"/>
              <a:gd name="connsiteX107" fmla="*/ 1127760 w 1532765"/>
              <a:gd name="connsiteY107" fmla="*/ 612219 h 1834277"/>
              <a:gd name="connsiteX108" fmla="*/ 1096328 w 1532765"/>
              <a:gd name="connsiteY108" fmla="*/ 601742 h 1834277"/>
              <a:gd name="connsiteX109" fmla="*/ 1000125 w 1532765"/>
              <a:gd name="connsiteY109" fmla="*/ 505539 h 1834277"/>
              <a:gd name="connsiteX110" fmla="*/ 973455 w 1532765"/>
              <a:gd name="connsiteY110" fmla="*/ 489347 h 1834277"/>
              <a:gd name="connsiteX111" fmla="*/ 939165 w 1532765"/>
              <a:gd name="connsiteY111" fmla="*/ 521732 h 1834277"/>
              <a:gd name="connsiteX112" fmla="*/ 952500 w 1532765"/>
              <a:gd name="connsiteY112" fmla="*/ 550307 h 1834277"/>
              <a:gd name="connsiteX113" fmla="*/ 1029653 w 1532765"/>
              <a:gd name="connsiteY113" fmla="*/ 627459 h 1834277"/>
              <a:gd name="connsiteX114" fmla="*/ 1097280 w 1532765"/>
              <a:gd name="connsiteY114" fmla="*/ 696039 h 1834277"/>
              <a:gd name="connsiteX115" fmla="*/ 1141095 w 1532765"/>
              <a:gd name="connsiteY115" fmla="*/ 698897 h 1834277"/>
              <a:gd name="connsiteX116" fmla="*/ 1183005 w 1532765"/>
              <a:gd name="connsiteY116" fmla="*/ 658892 h 1834277"/>
              <a:gd name="connsiteX117" fmla="*/ 1234440 w 1532765"/>
              <a:gd name="connsiteY117" fmla="*/ 605552 h 1834277"/>
              <a:gd name="connsiteX118" fmla="*/ 1297305 w 1532765"/>
              <a:gd name="connsiteY118" fmla="*/ 544592 h 1834277"/>
              <a:gd name="connsiteX119" fmla="*/ 1348740 w 1532765"/>
              <a:gd name="connsiteY119" fmla="*/ 491252 h 1834277"/>
              <a:gd name="connsiteX120" fmla="*/ 1425893 w 1532765"/>
              <a:gd name="connsiteY120" fmla="*/ 415052 h 1834277"/>
              <a:gd name="connsiteX121" fmla="*/ 1463040 w 1532765"/>
              <a:gd name="connsiteY121" fmla="*/ 376952 h 1834277"/>
              <a:gd name="connsiteX122" fmla="*/ 1467803 w 1532765"/>
              <a:gd name="connsiteY122" fmla="*/ 329327 h 1834277"/>
              <a:gd name="connsiteX123" fmla="*/ 1445657 w 1532765"/>
              <a:gd name="connsiteY123" fmla="*/ 318492 h 1834277"/>
              <a:gd name="connsiteX124" fmla="*/ 485775 w 1532765"/>
              <a:gd name="connsiteY124" fmla="*/ 58817 h 1834277"/>
              <a:gd name="connsiteX125" fmla="*/ 442913 w 1532765"/>
              <a:gd name="connsiteY125" fmla="*/ 67389 h 1834277"/>
              <a:gd name="connsiteX126" fmla="*/ 420053 w 1532765"/>
              <a:gd name="connsiteY126" fmla="*/ 100727 h 1834277"/>
              <a:gd name="connsiteX127" fmla="*/ 418147 w 1532765"/>
              <a:gd name="connsiteY127" fmla="*/ 237887 h 1834277"/>
              <a:gd name="connsiteX128" fmla="*/ 421005 w 1532765"/>
              <a:gd name="connsiteY128" fmla="*/ 252174 h 1834277"/>
              <a:gd name="connsiteX129" fmla="*/ 839153 w 1532765"/>
              <a:gd name="connsiteY129" fmla="*/ 253127 h 1834277"/>
              <a:gd name="connsiteX130" fmla="*/ 841057 w 1532765"/>
              <a:gd name="connsiteY130" fmla="*/ 238839 h 1834277"/>
              <a:gd name="connsiteX131" fmla="*/ 841057 w 1532765"/>
              <a:gd name="connsiteY131" fmla="*/ 113109 h 1834277"/>
              <a:gd name="connsiteX132" fmla="*/ 833438 w 1532765"/>
              <a:gd name="connsiteY132" fmla="*/ 85487 h 1834277"/>
              <a:gd name="connsiteX133" fmla="*/ 794385 w 1532765"/>
              <a:gd name="connsiteY133" fmla="*/ 59769 h 1834277"/>
              <a:gd name="connsiteX134" fmla="*/ 775335 w 1532765"/>
              <a:gd name="connsiteY134" fmla="*/ 58817 h 1834277"/>
              <a:gd name="connsiteX135" fmla="*/ 485775 w 1532765"/>
              <a:gd name="connsiteY135" fmla="*/ 58817 h 1834277"/>
              <a:gd name="connsiteX136" fmla="*/ 480179 w 1532765"/>
              <a:gd name="connsiteY136" fmla="*/ 0 h 1834277"/>
              <a:gd name="connsiteX137" fmla="*/ 524828 w 1532765"/>
              <a:gd name="connsiteY137" fmla="*/ 1667 h 1834277"/>
              <a:gd name="connsiteX138" fmla="*/ 781050 w 1532765"/>
              <a:gd name="connsiteY138" fmla="*/ 1667 h 1834277"/>
              <a:gd name="connsiteX139" fmla="*/ 872490 w 1532765"/>
              <a:gd name="connsiteY139" fmla="*/ 46434 h 1834277"/>
              <a:gd name="connsiteX140" fmla="*/ 890588 w 1532765"/>
              <a:gd name="connsiteY140" fmla="*/ 85487 h 1834277"/>
              <a:gd name="connsiteX141" fmla="*/ 897255 w 1532765"/>
              <a:gd name="connsiteY141" fmla="*/ 144542 h 1834277"/>
              <a:gd name="connsiteX142" fmla="*/ 911543 w 1532765"/>
              <a:gd name="connsiteY142" fmla="*/ 144542 h 1834277"/>
              <a:gd name="connsiteX143" fmla="*/ 1178243 w 1532765"/>
              <a:gd name="connsiteY143" fmla="*/ 145494 h 1834277"/>
              <a:gd name="connsiteX144" fmla="*/ 1248728 w 1532765"/>
              <a:gd name="connsiteY144" fmla="*/ 191214 h 1834277"/>
              <a:gd name="connsiteX145" fmla="*/ 1261110 w 1532765"/>
              <a:gd name="connsiteY145" fmla="*/ 261699 h 1834277"/>
              <a:gd name="connsiteX146" fmla="*/ 1272540 w 1532765"/>
              <a:gd name="connsiteY146" fmla="*/ 279797 h 1834277"/>
              <a:gd name="connsiteX147" fmla="*/ 1329690 w 1532765"/>
              <a:gd name="connsiteY147" fmla="*/ 309324 h 1834277"/>
              <a:gd name="connsiteX148" fmla="*/ 1339215 w 1532765"/>
              <a:gd name="connsiteY148" fmla="*/ 315992 h 1834277"/>
              <a:gd name="connsiteX149" fmla="*/ 1361123 w 1532765"/>
              <a:gd name="connsiteY149" fmla="*/ 308372 h 1834277"/>
              <a:gd name="connsiteX150" fmla="*/ 1392555 w 1532765"/>
              <a:gd name="connsiteY150" fmla="*/ 275987 h 1834277"/>
              <a:gd name="connsiteX151" fmla="*/ 1405890 w 1532765"/>
              <a:gd name="connsiteY151" fmla="*/ 268367 h 1834277"/>
              <a:gd name="connsiteX152" fmla="*/ 1470660 w 1532765"/>
              <a:gd name="connsiteY152" fmla="*/ 264557 h 1834277"/>
              <a:gd name="connsiteX153" fmla="*/ 1508760 w 1532765"/>
              <a:gd name="connsiteY153" fmla="*/ 288369 h 1834277"/>
              <a:gd name="connsiteX154" fmla="*/ 1526857 w 1532765"/>
              <a:gd name="connsiteY154" fmla="*/ 319802 h 1834277"/>
              <a:gd name="connsiteX155" fmla="*/ 1532573 w 1532765"/>
              <a:gd name="connsiteY155" fmla="*/ 342662 h 1834277"/>
              <a:gd name="connsiteX156" fmla="*/ 1502093 w 1532765"/>
              <a:gd name="connsiteY156" fmla="*/ 416957 h 1834277"/>
              <a:gd name="connsiteX157" fmla="*/ 1440180 w 1532765"/>
              <a:gd name="connsiteY157" fmla="*/ 479822 h 1834277"/>
              <a:gd name="connsiteX158" fmla="*/ 1387793 w 1532765"/>
              <a:gd name="connsiteY158" fmla="*/ 531257 h 1834277"/>
              <a:gd name="connsiteX159" fmla="*/ 1325880 w 1532765"/>
              <a:gd name="connsiteY159" fmla="*/ 594122 h 1834277"/>
              <a:gd name="connsiteX160" fmla="*/ 1273493 w 1532765"/>
              <a:gd name="connsiteY160" fmla="*/ 645557 h 1834277"/>
              <a:gd name="connsiteX161" fmla="*/ 1211580 w 1532765"/>
              <a:gd name="connsiteY161" fmla="*/ 708422 h 1834277"/>
              <a:gd name="connsiteX162" fmla="*/ 1159193 w 1532765"/>
              <a:gd name="connsiteY162" fmla="*/ 751284 h 1834277"/>
              <a:gd name="connsiteX163" fmla="*/ 1103948 w 1532765"/>
              <a:gd name="connsiteY163" fmla="*/ 756999 h 1834277"/>
              <a:gd name="connsiteX164" fmla="*/ 1068705 w 1532765"/>
              <a:gd name="connsiteY164" fmla="*/ 739854 h 1834277"/>
              <a:gd name="connsiteX165" fmla="*/ 1042035 w 1532765"/>
              <a:gd name="connsiteY165" fmla="*/ 716042 h 1834277"/>
              <a:gd name="connsiteX166" fmla="*/ 978218 w 1532765"/>
              <a:gd name="connsiteY166" fmla="*/ 653177 h 1834277"/>
              <a:gd name="connsiteX167" fmla="*/ 926782 w 1532765"/>
              <a:gd name="connsiteY167" fmla="*/ 599837 h 1834277"/>
              <a:gd name="connsiteX168" fmla="*/ 902970 w 1532765"/>
              <a:gd name="connsiteY168" fmla="*/ 574119 h 1834277"/>
              <a:gd name="connsiteX169" fmla="*/ 889635 w 1532765"/>
              <a:gd name="connsiteY169" fmla="*/ 546497 h 1834277"/>
              <a:gd name="connsiteX170" fmla="*/ 883920 w 1532765"/>
              <a:gd name="connsiteY170" fmla="*/ 525542 h 1834277"/>
              <a:gd name="connsiteX171" fmla="*/ 913447 w 1532765"/>
              <a:gd name="connsiteY171" fmla="*/ 456009 h 1834277"/>
              <a:gd name="connsiteX172" fmla="*/ 992505 w 1532765"/>
              <a:gd name="connsiteY172" fmla="*/ 434102 h 1834277"/>
              <a:gd name="connsiteX173" fmla="*/ 1041082 w 1532765"/>
              <a:gd name="connsiteY173" fmla="*/ 464582 h 1834277"/>
              <a:gd name="connsiteX174" fmla="*/ 1094423 w 1532765"/>
              <a:gd name="connsiteY174" fmla="*/ 517922 h 1834277"/>
              <a:gd name="connsiteX175" fmla="*/ 1123950 w 1532765"/>
              <a:gd name="connsiteY175" fmla="*/ 546497 h 1834277"/>
              <a:gd name="connsiteX176" fmla="*/ 1177290 w 1532765"/>
              <a:gd name="connsiteY176" fmla="*/ 491252 h 1834277"/>
              <a:gd name="connsiteX177" fmla="*/ 1231582 w 1532765"/>
              <a:gd name="connsiteY177" fmla="*/ 439817 h 1834277"/>
              <a:gd name="connsiteX178" fmla="*/ 1291590 w 1532765"/>
              <a:gd name="connsiteY178" fmla="*/ 376952 h 1834277"/>
              <a:gd name="connsiteX179" fmla="*/ 1297305 w 1532765"/>
              <a:gd name="connsiteY179" fmla="*/ 373142 h 1834277"/>
              <a:gd name="connsiteX180" fmla="*/ 1293495 w 1532765"/>
              <a:gd name="connsiteY180" fmla="*/ 355044 h 1834277"/>
              <a:gd name="connsiteX181" fmla="*/ 1244918 w 1532765"/>
              <a:gd name="connsiteY181" fmla="*/ 328374 h 1834277"/>
              <a:gd name="connsiteX182" fmla="*/ 1213485 w 1532765"/>
              <a:gd name="connsiteY182" fmla="*/ 319802 h 1834277"/>
              <a:gd name="connsiteX183" fmla="*/ 1148715 w 1532765"/>
              <a:gd name="connsiteY183" fmla="*/ 308372 h 1834277"/>
              <a:gd name="connsiteX184" fmla="*/ 1123950 w 1532765"/>
              <a:gd name="connsiteY184" fmla="*/ 310277 h 1834277"/>
              <a:gd name="connsiteX185" fmla="*/ 1096328 w 1532765"/>
              <a:gd name="connsiteY185" fmla="*/ 313134 h 1834277"/>
              <a:gd name="connsiteX186" fmla="*/ 1044893 w 1532765"/>
              <a:gd name="connsiteY186" fmla="*/ 326469 h 1834277"/>
              <a:gd name="connsiteX187" fmla="*/ 1007745 w 1532765"/>
              <a:gd name="connsiteY187" fmla="*/ 341709 h 1834277"/>
              <a:gd name="connsiteX188" fmla="*/ 969645 w 1532765"/>
              <a:gd name="connsiteY188" fmla="*/ 364569 h 1834277"/>
              <a:gd name="connsiteX189" fmla="*/ 937260 w 1532765"/>
              <a:gd name="connsiteY189" fmla="*/ 391239 h 1834277"/>
              <a:gd name="connsiteX190" fmla="*/ 911543 w 1532765"/>
              <a:gd name="connsiteY190" fmla="*/ 421719 h 1834277"/>
              <a:gd name="connsiteX191" fmla="*/ 887730 w 1532765"/>
              <a:gd name="connsiteY191" fmla="*/ 457914 h 1834277"/>
              <a:gd name="connsiteX192" fmla="*/ 869632 w 1532765"/>
              <a:gd name="connsiteY192" fmla="*/ 499824 h 1834277"/>
              <a:gd name="connsiteX193" fmla="*/ 861060 w 1532765"/>
              <a:gd name="connsiteY193" fmla="*/ 530304 h 1834277"/>
              <a:gd name="connsiteX194" fmla="*/ 854393 w 1532765"/>
              <a:gd name="connsiteY194" fmla="*/ 585549 h 1834277"/>
              <a:gd name="connsiteX195" fmla="*/ 856297 w 1532765"/>
              <a:gd name="connsiteY195" fmla="*/ 639842 h 1834277"/>
              <a:gd name="connsiteX196" fmla="*/ 868680 w 1532765"/>
              <a:gd name="connsiteY196" fmla="*/ 685562 h 1834277"/>
              <a:gd name="connsiteX197" fmla="*/ 877253 w 1532765"/>
              <a:gd name="connsiteY197" fmla="*/ 712232 h 1834277"/>
              <a:gd name="connsiteX198" fmla="*/ 892493 w 1532765"/>
              <a:gd name="connsiteY198" fmla="*/ 741759 h 1834277"/>
              <a:gd name="connsiteX199" fmla="*/ 920115 w 1532765"/>
              <a:gd name="connsiteY199" fmla="*/ 778907 h 1834277"/>
              <a:gd name="connsiteX200" fmla="*/ 973455 w 1532765"/>
              <a:gd name="connsiteY200" fmla="*/ 827484 h 1834277"/>
              <a:gd name="connsiteX201" fmla="*/ 1028700 w 1532765"/>
              <a:gd name="connsiteY201" fmla="*/ 859869 h 1834277"/>
              <a:gd name="connsiteX202" fmla="*/ 1060132 w 1532765"/>
              <a:gd name="connsiteY202" fmla="*/ 870347 h 1834277"/>
              <a:gd name="connsiteX203" fmla="*/ 1109663 w 1532765"/>
              <a:gd name="connsiteY203" fmla="*/ 882729 h 1834277"/>
              <a:gd name="connsiteX204" fmla="*/ 1173480 w 1532765"/>
              <a:gd name="connsiteY204" fmla="*/ 879872 h 1834277"/>
              <a:gd name="connsiteX205" fmla="*/ 1181100 w 1532765"/>
              <a:gd name="connsiteY205" fmla="*/ 877967 h 1834277"/>
              <a:gd name="connsiteX206" fmla="*/ 1229678 w 1532765"/>
              <a:gd name="connsiteY206" fmla="*/ 869394 h 1834277"/>
              <a:gd name="connsiteX207" fmla="*/ 1273493 w 1532765"/>
              <a:gd name="connsiteY207" fmla="*/ 849392 h 1834277"/>
              <a:gd name="connsiteX208" fmla="*/ 1328738 w 1532765"/>
              <a:gd name="connsiteY208" fmla="*/ 813197 h 1834277"/>
              <a:gd name="connsiteX209" fmla="*/ 1385888 w 1532765"/>
              <a:gd name="connsiteY209" fmla="*/ 744617 h 1834277"/>
              <a:gd name="connsiteX210" fmla="*/ 1411605 w 1532765"/>
              <a:gd name="connsiteY210" fmla="*/ 694134 h 1834277"/>
              <a:gd name="connsiteX211" fmla="*/ 1420178 w 1532765"/>
              <a:gd name="connsiteY211" fmla="*/ 657939 h 1834277"/>
              <a:gd name="connsiteX212" fmla="*/ 1428750 w 1532765"/>
              <a:gd name="connsiteY212" fmla="*/ 599837 h 1834277"/>
              <a:gd name="connsiteX213" fmla="*/ 1454468 w 1532765"/>
              <a:gd name="connsiteY213" fmla="*/ 578882 h 1834277"/>
              <a:gd name="connsiteX214" fmla="*/ 1478280 w 1532765"/>
              <a:gd name="connsiteY214" fmla="*/ 597932 h 1834277"/>
              <a:gd name="connsiteX215" fmla="*/ 1480185 w 1532765"/>
              <a:gd name="connsiteY215" fmla="*/ 619839 h 1834277"/>
              <a:gd name="connsiteX216" fmla="*/ 1478280 w 1532765"/>
              <a:gd name="connsiteY216" fmla="*/ 641747 h 1834277"/>
              <a:gd name="connsiteX217" fmla="*/ 1464945 w 1532765"/>
              <a:gd name="connsiteY217" fmla="*/ 697944 h 1834277"/>
              <a:gd name="connsiteX218" fmla="*/ 1457325 w 1532765"/>
              <a:gd name="connsiteY218" fmla="*/ 719852 h 1834277"/>
              <a:gd name="connsiteX219" fmla="*/ 1422082 w 1532765"/>
              <a:gd name="connsiteY219" fmla="*/ 788432 h 1834277"/>
              <a:gd name="connsiteX220" fmla="*/ 1372553 w 1532765"/>
              <a:gd name="connsiteY220" fmla="*/ 845582 h 1834277"/>
              <a:gd name="connsiteX221" fmla="*/ 1325880 w 1532765"/>
              <a:gd name="connsiteY221" fmla="*/ 884634 h 1834277"/>
              <a:gd name="connsiteX222" fmla="*/ 1269682 w 1532765"/>
              <a:gd name="connsiteY222" fmla="*/ 914162 h 1834277"/>
              <a:gd name="connsiteX223" fmla="*/ 1263968 w 1532765"/>
              <a:gd name="connsiteY223" fmla="*/ 922734 h 1834277"/>
              <a:gd name="connsiteX224" fmla="*/ 1263968 w 1532765"/>
              <a:gd name="connsiteY224" fmla="*/ 936069 h 1834277"/>
              <a:gd name="connsiteX225" fmla="*/ 1263968 w 1532765"/>
              <a:gd name="connsiteY225" fmla="*/ 1738074 h 1834277"/>
              <a:gd name="connsiteX226" fmla="*/ 1256348 w 1532765"/>
              <a:gd name="connsiteY226" fmla="*/ 1780937 h 1834277"/>
              <a:gd name="connsiteX227" fmla="*/ 1221105 w 1532765"/>
              <a:gd name="connsiteY227" fmla="*/ 1820942 h 1834277"/>
              <a:gd name="connsiteX228" fmla="*/ 1162050 w 1532765"/>
              <a:gd name="connsiteY228" fmla="*/ 1834277 h 1834277"/>
              <a:gd name="connsiteX229" fmla="*/ 99060 w 1532765"/>
              <a:gd name="connsiteY229" fmla="*/ 1834277 h 1834277"/>
              <a:gd name="connsiteX230" fmla="*/ 39053 w 1532765"/>
              <a:gd name="connsiteY230" fmla="*/ 1819037 h 1834277"/>
              <a:gd name="connsiteX231" fmla="*/ 5715 w 1532765"/>
              <a:gd name="connsiteY231" fmla="*/ 1777127 h 1834277"/>
              <a:gd name="connsiteX232" fmla="*/ 0 w 1532765"/>
              <a:gd name="connsiteY232" fmla="*/ 1731407 h 1834277"/>
              <a:gd name="connsiteX233" fmla="*/ 0 w 1532765"/>
              <a:gd name="connsiteY233" fmla="*/ 244554 h 1834277"/>
              <a:gd name="connsiteX234" fmla="*/ 15240 w 1532765"/>
              <a:gd name="connsiteY234" fmla="*/ 188357 h 1834277"/>
              <a:gd name="connsiteX235" fmla="*/ 59055 w 1532765"/>
              <a:gd name="connsiteY235" fmla="*/ 154067 h 1834277"/>
              <a:gd name="connsiteX236" fmla="*/ 112395 w 1532765"/>
              <a:gd name="connsiteY236" fmla="*/ 148352 h 1834277"/>
              <a:gd name="connsiteX237" fmla="*/ 265747 w 1532765"/>
              <a:gd name="connsiteY237" fmla="*/ 148352 h 1834277"/>
              <a:gd name="connsiteX238" fmla="*/ 292418 w 1532765"/>
              <a:gd name="connsiteY238" fmla="*/ 165497 h 1834277"/>
              <a:gd name="connsiteX239" fmla="*/ 285750 w 1532765"/>
              <a:gd name="connsiteY239" fmla="*/ 195977 h 1834277"/>
              <a:gd name="connsiteX240" fmla="*/ 260032 w 1532765"/>
              <a:gd name="connsiteY240" fmla="*/ 203597 h 1834277"/>
              <a:gd name="connsiteX241" fmla="*/ 94297 w 1532765"/>
              <a:gd name="connsiteY241" fmla="*/ 203597 h 1834277"/>
              <a:gd name="connsiteX242" fmla="*/ 56197 w 1532765"/>
              <a:gd name="connsiteY242" fmla="*/ 241697 h 1834277"/>
              <a:gd name="connsiteX243" fmla="*/ 56197 w 1532765"/>
              <a:gd name="connsiteY243" fmla="*/ 251222 h 1834277"/>
              <a:gd name="connsiteX244" fmla="*/ 56197 w 1532765"/>
              <a:gd name="connsiteY244" fmla="*/ 1730454 h 1834277"/>
              <a:gd name="connsiteX245" fmla="*/ 57150 w 1532765"/>
              <a:gd name="connsiteY245" fmla="*/ 1754267 h 1834277"/>
              <a:gd name="connsiteX246" fmla="*/ 80010 w 1532765"/>
              <a:gd name="connsiteY246" fmla="*/ 1777127 h 1834277"/>
              <a:gd name="connsiteX247" fmla="*/ 100965 w 1532765"/>
              <a:gd name="connsiteY247" fmla="*/ 1778079 h 1834277"/>
              <a:gd name="connsiteX248" fmla="*/ 1164907 w 1532765"/>
              <a:gd name="connsiteY248" fmla="*/ 1778079 h 1834277"/>
              <a:gd name="connsiteX249" fmla="*/ 1204913 w 1532765"/>
              <a:gd name="connsiteY249" fmla="*/ 1761887 h 1834277"/>
              <a:gd name="connsiteX250" fmla="*/ 1208723 w 1532765"/>
              <a:gd name="connsiteY250" fmla="*/ 1752362 h 1834277"/>
              <a:gd name="connsiteX251" fmla="*/ 1209675 w 1532765"/>
              <a:gd name="connsiteY251" fmla="*/ 1733312 h 1834277"/>
              <a:gd name="connsiteX252" fmla="*/ 1209675 w 1532765"/>
              <a:gd name="connsiteY252" fmla="*/ 949404 h 1834277"/>
              <a:gd name="connsiteX253" fmla="*/ 1192530 w 1532765"/>
              <a:gd name="connsiteY253" fmla="*/ 933212 h 1834277"/>
              <a:gd name="connsiteX254" fmla="*/ 1094423 w 1532765"/>
              <a:gd name="connsiteY254" fmla="*/ 933212 h 1834277"/>
              <a:gd name="connsiteX255" fmla="*/ 1046797 w 1532765"/>
              <a:gd name="connsiteY255" fmla="*/ 921782 h 1834277"/>
              <a:gd name="connsiteX256" fmla="*/ 1022032 w 1532765"/>
              <a:gd name="connsiteY256" fmla="*/ 914162 h 1834277"/>
              <a:gd name="connsiteX257" fmla="*/ 955357 w 1532765"/>
              <a:gd name="connsiteY257" fmla="*/ 879872 h 1834277"/>
              <a:gd name="connsiteX258" fmla="*/ 896303 w 1532765"/>
              <a:gd name="connsiteY258" fmla="*/ 833199 h 1834277"/>
              <a:gd name="connsiteX259" fmla="*/ 872490 w 1532765"/>
              <a:gd name="connsiteY259" fmla="*/ 803672 h 1834277"/>
              <a:gd name="connsiteX260" fmla="*/ 837247 w 1532765"/>
              <a:gd name="connsiteY260" fmla="*/ 751284 h 1834277"/>
              <a:gd name="connsiteX261" fmla="*/ 828675 w 1532765"/>
              <a:gd name="connsiteY261" fmla="*/ 726519 h 1834277"/>
              <a:gd name="connsiteX262" fmla="*/ 822007 w 1532765"/>
              <a:gd name="connsiteY262" fmla="*/ 710327 h 1834277"/>
              <a:gd name="connsiteX263" fmla="*/ 809625 w 1532765"/>
              <a:gd name="connsiteY263" fmla="*/ 675084 h 1834277"/>
              <a:gd name="connsiteX264" fmla="*/ 808672 w 1532765"/>
              <a:gd name="connsiteY264" fmla="*/ 672227 h 1834277"/>
              <a:gd name="connsiteX265" fmla="*/ 802005 w 1532765"/>
              <a:gd name="connsiteY265" fmla="*/ 562689 h 1834277"/>
              <a:gd name="connsiteX266" fmla="*/ 816293 w 1532765"/>
              <a:gd name="connsiteY266" fmla="*/ 496014 h 1834277"/>
              <a:gd name="connsiteX267" fmla="*/ 834390 w 1532765"/>
              <a:gd name="connsiteY267" fmla="*/ 454104 h 1834277"/>
              <a:gd name="connsiteX268" fmla="*/ 850582 w 1532765"/>
              <a:gd name="connsiteY268" fmla="*/ 418862 h 1834277"/>
              <a:gd name="connsiteX269" fmla="*/ 880110 w 1532765"/>
              <a:gd name="connsiteY269" fmla="*/ 378857 h 1834277"/>
              <a:gd name="connsiteX270" fmla="*/ 920115 w 1532765"/>
              <a:gd name="connsiteY270" fmla="*/ 339804 h 1834277"/>
              <a:gd name="connsiteX271" fmla="*/ 952500 w 1532765"/>
              <a:gd name="connsiteY271" fmla="*/ 314087 h 1834277"/>
              <a:gd name="connsiteX272" fmla="*/ 994410 w 1532765"/>
              <a:gd name="connsiteY272" fmla="*/ 289322 h 1834277"/>
              <a:gd name="connsiteX273" fmla="*/ 1046797 w 1532765"/>
              <a:gd name="connsiteY273" fmla="*/ 270272 h 1834277"/>
              <a:gd name="connsiteX274" fmla="*/ 1089660 w 1532765"/>
              <a:gd name="connsiteY274" fmla="*/ 257889 h 1834277"/>
              <a:gd name="connsiteX275" fmla="*/ 1098232 w 1532765"/>
              <a:gd name="connsiteY275" fmla="*/ 256937 h 1834277"/>
              <a:gd name="connsiteX276" fmla="*/ 1183005 w 1532765"/>
              <a:gd name="connsiteY276" fmla="*/ 256937 h 1834277"/>
              <a:gd name="connsiteX277" fmla="*/ 1203960 w 1532765"/>
              <a:gd name="connsiteY277" fmla="*/ 261699 h 1834277"/>
              <a:gd name="connsiteX278" fmla="*/ 1190625 w 1532765"/>
              <a:gd name="connsiteY278" fmla="*/ 208359 h 1834277"/>
              <a:gd name="connsiteX279" fmla="*/ 1181100 w 1532765"/>
              <a:gd name="connsiteY279" fmla="*/ 203597 h 1834277"/>
              <a:gd name="connsiteX280" fmla="*/ 1148715 w 1532765"/>
              <a:gd name="connsiteY280" fmla="*/ 202644 h 1834277"/>
              <a:gd name="connsiteX281" fmla="*/ 910590 w 1532765"/>
              <a:gd name="connsiteY281" fmla="*/ 202644 h 1834277"/>
              <a:gd name="connsiteX282" fmla="*/ 895350 w 1532765"/>
              <a:gd name="connsiteY282" fmla="*/ 202644 h 1834277"/>
              <a:gd name="connsiteX283" fmla="*/ 895350 w 1532765"/>
              <a:gd name="connsiteY283" fmla="*/ 239792 h 1834277"/>
              <a:gd name="connsiteX284" fmla="*/ 831532 w 1532765"/>
              <a:gd name="connsiteY284" fmla="*/ 304562 h 1834277"/>
              <a:gd name="connsiteX285" fmla="*/ 635318 w 1532765"/>
              <a:gd name="connsiteY285" fmla="*/ 303609 h 1834277"/>
              <a:gd name="connsiteX286" fmla="*/ 428625 w 1532765"/>
              <a:gd name="connsiteY286" fmla="*/ 303609 h 1834277"/>
              <a:gd name="connsiteX287" fmla="*/ 379095 w 1532765"/>
              <a:gd name="connsiteY287" fmla="*/ 286464 h 1834277"/>
              <a:gd name="connsiteX288" fmla="*/ 370522 w 1532765"/>
              <a:gd name="connsiteY288" fmla="*/ 274082 h 1834277"/>
              <a:gd name="connsiteX289" fmla="*/ 360997 w 1532765"/>
              <a:gd name="connsiteY289" fmla="*/ 246459 h 1834277"/>
              <a:gd name="connsiteX290" fmla="*/ 360997 w 1532765"/>
              <a:gd name="connsiteY290" fmla="*/ 104537 h 1834277"/>
              <a:gd name="connsiteX291" fmla="*/ 373380 w 1532765"/>
              <a:gd name="connsiteY291" fmla="*/ 64532 h 1834277"/>
              <a:gd name="connsiteX292" fmla="*/ 413385 w 1532765"/>
              <a:gd name="connsiteY292" fmla="*/ 17859 h 1834277"/>
              <a:gd name="connsiteX293" fmla="*/ 436245 w 1532765"/>
              <a:gd name="connsiteY293" fmla="*/ 8334 h 1834277"/>
              <a:gd name="connsiteX294" fmla="*/ 480179 w 1532765"/>
              <a:gd name="connsiteY294" fmla="*/ 0 h 1834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</a:cxnLst>
            <a:rect l="l" t="t" r="r" b="b"/>
            <a:pathLst>
              <a:path w="1532765" h="1834277">
                <a:moveTo>
                  <a:pt x="395287" y="1455182"/>
                </a:moveTo>
                <a:cubicBezTo>
                  <a:pt x="398145" y="1454230"/>
                  <a:pt x="401955" y="1455182"/>
                  <a:pt x="405765" y="1455182"/>
                </a:cubicBezTo>
                <a:cubicBezTo>
                  <a:pt x="549593" y="1455182"/>
                  <a:pt x="693420" y="1455182"/>
                  <a:pt x="838200" y="1455182"/>
                </a:cubicBezTo>
                <a:cubicBezTo>
                  <a:pt x="850582" y="1455182"/>
                  <a:pt x="859155" y="1458040"/>
                  <a:pt x="865822" y="1469470"/>
                </a:cubicBezTo>
                <a:cubicBezTo>
                  <a:pt x="873443" y="1481852"/>
                  <a:pt x="864870" y="1503760"/>
                  <a:pt x="849630" y="1505665"/>
                </a:cubicBezTo>
                <a:cubicBezTo>
                  <a:pt x="843915" y="1506617"/>
                  <a:pt x="837247" y="1506617"/>
                  <a:pt x="831532" y="1506617"/>
                </a:cubicBezTo>
                <a:cubicBezTo>
                  <a:pt x="760095" y="1505665"/>
                  <a:pt x="690563" y="1505665"/>
                  <a:pt x="620078" y="1505665"/>
                </a:cubicBezTo>
                <a:cubicBezTo>
                  <a:pt x="548640" y="1505665"/>
                  <a:pt x="477203" y="1505665"/>
                  <a:pt x="406718" y="1505665"/>
                </a:cubicBezTo>
                <a:cubicBezTo>
                  <a:pt x="398145" y="1505665"/>
                  <a:pt x="388620" y="1507570"/>
                  <a:pt x="381000" y="1498045"/>
                </a:cubicBezTo>
                <a:cubicBezTo>
                  <a:pt x="372428" y="1487567"/>
                  <a:pt x="375285" y="1476137"/>
                  <a:pt x="378143" y="1466612"/>
                </a:cubicBezTo>
                <a:cubicBezTo>
                  <a:pt x="379095" y="1461850"/>
                  <a:pt x="388620" y="1458040"/>
                  <a:pt x="395287" y="1455182"/>
                </a:cubicBezTo>
                <a:close/>
                <a:moveTo>
                  <a:pt x="225742" y="1361838"/>
                </a:moveTo>
                <a:cubicBezTo>
                  <a:pt x="197167" y="1365647"/>
                  <a:pt x="172402" y="1387555"/>
                  <a:pt x="171449" y="1418035"/>
                </a:cubicBezTo>
                <a:cubicBezTo>
                  <a:pt x="170497" y="1444705"/>
                  <a:pt x="200024" y="1474232"/>
                  <a:pt x="225742" y="1474232"/>
                </a:cubicBezTo>
                <a:cubicBezTo>
                  <a:pt x="254317" y="1474232"/>
                  <a:pt x="282892" y="1445657"/>
                  <a:pt x="282892" y="1418988"/>
                </a:cubicBezTo>
                <a:cubicBezTo>
                  <a:pt x="281939" y="1391365"/>
                  <a:pt x="251459" y="1361838"/>
                  <a:pt x="225742" y="1361838"/>
                </a:cubicBezTo>
                <a:close/>
                <a:moveTo>
                  <a:pt x="408622" y="1327547"/>
                </a:moveTo>
                <a:cubicBezTo>
                  <a:pt x="461962" y="1327547"/>
                  <a:pt x="514350" y="1327547"/>
                  <a:pt x="567690" y="1327547"/>
                </a:cubicBezTo>
                <a:cubicBezTo>
                  <a:pt x="619125" y="1327547"/>
                  <a:pt x="670560" y="1327547"/>
                  <a:pt x="721995" y="1327547"/>
                </a:cubicBezTo>
                <a:cubicBezTo>
                  <a:pt x="739140" y="1327547"/>
                  <a:pt x="757237" y="1340882"/>
                  <a:pt x="756285" y="1356122"/>
                </a:cubicBezTo>
                <a:cubicBezTo>
                  <a:pt x="755332" y="1369457"/>
                  <a:pt x="741997" y="1382792"/>
                  <a:pt x="727710" y="1382792"/>
                </a:cubicBezTo>
                <a:cubicBezTo>
                  <a:pt x="672465" y="1382792"/>
                  <a:pt x="618172" y="1382792"/>
                  <a:pt x="563880" y="1382792"/>
                </a:cubicBezTo>
                <a:cubicBezTo>
                  <a:pt x="510540" y="1382792"/>
                  <a:pt x="457200" y="1382792"/>
                  <a:pt x="403860" y="1382792"/>
                </a:cubicBezTo>
                <a:cubicBezTo>
                  <a:pt x="379095" y="1382792"/>
                  <a:pt x="370522" y="1362789"/>
                  <a:pt x="377190" y="1343739"/>
                </a:cubicBezTo>
                <a:cubicBezTo>
                  <a:pt x="381000" y="1332310"/>
                  <a:pt x="395287" y="1327547"/>
                  <a:pt x="408622" y="1327547"/>
                </a:cubicBezTo>
                <a:close/>
                <a:moveTo>
                  <a:pt x="225742" y="1309450"/>
                </a:moveTo>
                <a:cubicBezTo>
                  <a:pt x="282892" y="1309450"/>
                  <a:pt x="337184" y="1359932"/>
                  <a:pt x="333374" y="1417082"/>
                </a:cubicBezTo>
                <a:cubicBezTo>
                  <a:pt x="337184" y="1476138"/>
                  <a:pt x="283844" y="1525667"/>
                  <a:pt x="226694" y="1525667"/>
                </a:cubicBezTo>
                <a:cubicBezTo>
                  <a:pt x="167639" y="1525667"/>
                  <a:pt x="118109" y="1476138"/>
                  <a:pt x="118109" y="1417082"/>
                </a:cubicBezTo>
                <a:cubicBezTo>
                  <a:pt x="118109" y="1360885"/>
                  <a:pt x="168592" y="1309450"/>
                  <a:pt x="225742" y="1309450"/>
                </a:cubicBezTo>
                <a:close/>
                <a:moveTo>
                  <a:pt x="405765" y="1125617"/>
                </a:moveTo>
                <a:cubicBezTo>
                  <a:pt x="462915" y="1125617"/>
                  <a:pt x="520065" y="1125617"/>
                  <a:pt x="577215" y="1125617"/>
                </a:cubicBezTo>
                <a:cubicBezTo>
                  <a:pt x="591502" y="1125617"/>
                  <a:pt x="605790" y="1125617"/>
                  <a:pt x="619125" y="1125617"/>
                </a:cubicBezTo>
                <a:cubicBezTo>
                  <a:pt x="633412" y="1125617"/>
                  <a:pt x="646747" y="1138000"/>
                  <a:pt x="647700" y="1151334"/>
                </a:cubicBezTo>
                <a:cubicBezTo>
                  <a:pt x="648652" y="1168480"/>
                  <a:pt x="636269" y="1181814"/>
                  <a:pt x="619125" y="1181814"/>
                </a:cubicBezTo>
                <a:cubicBezTo>
                  <a:pt x="582930" y="1182767"/>
                  <a:pt x="546735" y="1182767"/>
                  <a:pt x="510540" y="1182767"/>
                </a:cubicBezTo>
                <a:cubicBezTo>
                  <a:pt x="474344" y="1182767"/>
                  <a:pt x="439102" y="1182767"/>
                  <a:pt x="402907" y="1182767"/>
                </a:cubicBezTo>
                <a:cubicBezTo>
                  <a:pt x="383857" y="1182767"/>
                  <a:pt x="367665" y="1159907"/>
                  <a:pt x="377190" y="1142762"/>
                </a:cubicBezTo>
                <a:cubicBezTo>
                  <a:pt x="382905" y="1132284"/>
                  <a:pt x="392430" y="1125617"/>
                  <a:pt x="405765" y="1125617"/>
                </a:cubicBezTo>
                <a:close/>
                <a:moveTo>
                  <a:pt x="226694" y="1039893"/>
                </a:moveTo>
                <a:cubicBezTo>
                  <a:pt x="190499" y="1037035"/>
                  <a:pt x="171449" y="1064658"/>
                  <a:pt x="170497" y="1091327"/>
                </a:cubicBezTo>
                <a:cubicBezTo>
                  <a:pt x="169544" y="1117997"/>
                  <a:pt x="194309" y="1146572"/>
                  <a:pt x="224789" y="1146572"/>
                </a:cubicBezTo>
                <a:cubicBezTo>
                  <a:pt x="253364" y="1146572"/>
                  <a:pt x="283844" y="1119902"/>
                  <a:pt x="280987" y="1092280"/>
                </a:cubicBezTo>
                <a:cubicBezTo>
                  <a:pt x="279081" y="1066562"/>
                  <a:pt x="264794" y="1037987"/>
                  <a:pt x="226694" y="1039893"/>
                </a:cubicBezTo>
                <a:close/>
                <a:moveTo>
                  <a:pt x="395287" y="1003697"/>
                </a:moveTo>
                <a:cubicBezTo>
                  <a:pt x="415289" y="1003697"/>
                  <a:pt x="435292" y="1003697"/>
                  <a:pt x="454342" y="1003697"/>
                </a:cubicBezTo>
                <a:cubicBezTo>
                  <a:pt x="581024" y="1003697"/>
                  <a:pt x="706754" y="1003697"/>
                  <a:pt x="833437" y="1003697"/>
                </a:cubicBezTo>
                <a:cubicBezTo>
                  <a:pt x="846772" y="1003697"/>
                  <a:pt x="856297" y="1005602"/>
                  <a:pt x="863917" y="1017985"/>
                </a:cubicBezTo>
                <a:cubicBezTo>
                  <a:pt x="868679" y="1026557"/>
                  <a:pt x="868679" y="1032272"/>
                  <a:pt x="863917" y="1039892"/>
                </a:cubicBezTo>
                <a:cubicBezTo>
                  <a:pt x="857249" y="1052274"/>
                  <a:pt x="847724" y="1054180"/>
                  <a:pt x="834389" y="1054180"/>
                </a:cubicBezTo>
                <a:cubicBezTo>
                  <a:pt x="763904" y="1055132"/>
                  <a:pt x="691514" y="1055132"/>
                  <a:pt x="619124" y="1055132"/>
                </a:cubicBezTo>
                <a:cubicBezTo>
                  <a:pt x="547687" y="1055132"/>
                  <a:pt x="476249" y="1055132"/>
                  <a:pt x="404812" y="1055132"/>
                </a:cubicBezTo>
                <a:cubicBezTo>
                  <a:pt x="396239" y="1055132"/>
                  <a:pt x="388619" y="1057037"/>
                  <a:pt x="380999" y="1047512"/>
                </a:cubicBezTo>
                <a:cubicBezTo>
                  <a:pt x="372427" y="1037035"/>
                  <a:pt x="375284" y="1026557"/>
                  <a:pt x="377189" y="1017032"/>
                </a:cubicBezTo>
                <a:cubicBezTo>
                  <a:pt x="378142" y="1010364"/>
                  <a:pt x="385762" y="1003697"/>
                  <a:pt x="395287" y="1003697"/>
                </a:cubicBezTo>
                <a:close/>
                <a:moveTo>
                  <a:pt x="226694" y="983695"/>
                </a:moveTo>
                <a:cubicBezTo>
                  <a:pt x="281939" y="983695"/>
                  <a:pt x="336231" y="1029415"/>
                  <a:pt x="333374" y="1092280"/>
                </a:cubicBezTo>
                <a:cubicBezTo>
                  <a:pt x="337184" y="1150382"/>
                  <a:pt x="282892" y="1199913"/>
                  <a:pt x="225742" y="1199913"/>
                </a:cubicBezTo>
                <a:cubicBezTo>
                  <a:pt x="168592" y="1199913"/>
                  <a:pt x="117156" y="1148477"/>
                  <a:pt x="118109" y="1092280"/>
                </a:cubicBezTo>
                <a:cubicBezTo>
                  <a:pt x="119062" y="1030368"/>
                  <a:pt x="168592" y="983695"/>
                  <a:pt x="226694" y="983695"/>
                </a:cubicBezTo>
                <a:close/>
                <a:moveTo>
                  <a:pt x="406717" y="802720"/>
                </a:moveTo>
                <a:cubicBezTo>
                  <a:pt x="458152" y="802720"/>
                  <a:pt x="511492" y="802720"/>
                  <a:pt x="563880" y="802720"/>
                </a:cubicBezTo>
                <a:cubicBezTo>
                  <a:pt x="618172" y="802720"/>
                  <a:pt x="672465" y="802720"/>
                  <a:pt x="726757" y="802720"/>
                </a:cubicBezTo>
                <a:cubicBezTo>
                  <a:pt x="745807" y="802720"/>
                  <a:pt x="756285" y="813197"/>
                  <a:pt x="755332" y="831295"/>
                </a:cubicBezTo>
                <a:cubicBezTo>
                  <a:pt x="754380" y="839868"/>
                  <a:pt x="741997" y="853202"/>
                  <a:pt x="734377" y="854155"/>
                </a:cubicBezTo>
                <a:cubicBezTo>
                  <a:pt x="730567" y="854155"/>
                  <a:pt x="727710" y="854155"/>
                  <a:pt x="723900" y="854155"/>
                </a:cubicBezTo>
                <a:cubicBezTo>
                  <a:pt x="618172" y="854155"/>
                  <a:pt x="512445" y="854155"/>
                  <a:pt x="406717" y="854155"/>
                </a:cubicBezTo>
                <a:cubicBezTo>
                  <a:pt x="397192" y="854155"/>
                  <a:pt x="388620" y="854155"/>
                  <a:pt x="381000" y="845583"/>
                </a:cubicBezTo>
                <a:cubicBezTo>
                  <a:pt x="376237" y="838915"/>
                  <a:pt x="375285" y="817008"/>
                  <a:pt x="380047" y="811293"/>
                </a:cubicBezTo>
                <a:cubicBezTo>
                  <a:pt x="387667" y="802720"/>
                  <a:pt x="396240" y="802720"/>
                  <a:pt x="406717" y="802720"/>
                </a:cubicBezTo>
                <a:close/>
                <a:moveTo>
                  <a:pt x="226694" y="710327"/>
                </a:moveTo>
                <a:cubicBezTo>
                  <a:pt x="188594" y="706517"/>
                  <a:pt x="171449" y="738902"/>
                  <a:pt x="171449" y="763667"/>
                </a:cubicBezTo>
                <a:cubicBezTo>
                  <a:pt x="171449" y="791290"/>
                  <a:pt x="197167" y="817007"/>
                  <a:pt x="226694" y="817960"/>
                </a:cubicBezTo>
                <a:cubicBezTo>
                  <a:pt x="253364" y="818912"/>
                  <a:pt x="281939" y="789385"/>
                  <a:pt x="281939" y="762715"/>
                </a:cubicBezTo>
                <a:cubicBezTo>
                  <a:pt x="281939" y="733187"/>
                  <a:pt x="258127" y="710327"/>
                  <a:pt x="226694" y="710327"/>
                </a:cubicBezTo>
                <a:close/>
                <a:moveTo>
                  <a:pt x="405764" y="676037"/>
                </a:moveTo>
                <a:cubicBezTo>
                  <a:pt x="439102" y="676037"/>
                  <a:pt x="472439" y="676037"/>
                  <a:pt x="506729" y="676037"/>
                </a:cubicBezTo>
                <a:cubicBezTo>
                  <a:pt x="579119" y="676037"/>
                  <a:pt x="650557" y="676037"/>
                  <a:pt x="722947" y="676037"/>
                </a:cubicBezTo>
                <a:cubicBezTo>
                  <a:pt x="740092" y="676037"/>
                  <a:pt x="755332" y="689372"/>
                  <a:pt x="755332" y="704612"/>
                </a:cubicBezTo>
                <a:cubicBezTo>
                  <a:pt x="755332" y="719852"/>
                  <a:pt x="741997" y="732235"/>
                  <a:pt x="725804" y="732235"/>
                </a:cubicBezTo>
                <a:cubicBezTo>
                  <a:pt x="671512" y="732235"/>
                  <a:pt x="617219" y="732235"/>
                  <a:pt x="563879" y="732235"/>
                </a:cubicBezTo>
                <a:cubicBezTo>
                  <a:pt x="510539" y="732235"/>
                  <a:pt x="458152" y="732235"/>
                  <a:pt x="404812" y="732235"/>
                </a:cubicBezTo>
                <a:cubicBezTo>
                  <a:pt x="380047" y="732235"/>
                  <a:pt x="371474" y="713185"/>
                  <a:pt x="376237" y="693182"/>
                </a:cubicBezTo>
                <a:cubicBezTo>
                  <a:pt x="378142" y="685562"/>
                  <a:pt x="395287" y="676037"/>
                  <a:pt x="405764" y="676037"/>
                </a:cubicBezTo>
                <a:close/>
                <a:moveTo>
                  <a:pt x="226694" y="653177"/>
                </a:moveTo>
                <a:cubicBezTo>
                  <a:pt x="283844" y="653177"/>
                  <a:pt x="334327" y="702707"/>
                  <a:pt x="335279" y="762715"/>
                </a:cubicBezTo>
                <a:cubicBezTo>
                  <a:pt x="334327" y="819865"/>
                  <a:pt x="282892" y="874157"/>
                  <a:pt x="225742" y="869395"/>
                </a:cubicBezTo>
                <a:cubicBezTo>
                  <a:pt x="167639" y="874157"/>
                  <a:pt x="117157" y="817960"/>
                  <a:pt x="118109" y="761762"/>
                </a:cubicBezTo>
                <a:cubicBezTo>
                  <a:pt x="119062" y="703660"/>
                  <a:pt x="168592" y="653177"/>
                  <a:pt x="226694" y="653177"/>
                </a:cubicBezTo>
                <a:close/>
                <a:moveTo>
                  <a:pt x="193357" y="399812"/>
                </a:moveTo>
                <a:cubicBezTo>
                  <a:pt x="235267" y="399812"/>
                  <a:pt x="277177" y="399812"/>
                  <a:pt x="319087" y="399812"/>
                </a:cubicBezTo>
                <a:cubicBezTo>
                  <a:pt x="331469" y="399812"/>
                  <a:pt x="342899" y="402670"/>
                  <a:pt x="355282" y="402670"/>
                </a:cubicBezTo>
                <a:cubicBezTo>
                  <a:pt x="365759" y="403622"/>
                  <a:pt x="372427" y="409337"/>
                  <a:pt x="375284" y="418862"/>
                </a:cubicBezTo>
                <a:cubicBezTo>
                  <a:pt x="378142" y="429340"/>
                  <a:pt x="377189" y="440770"/>
                  <a:pt x="365759" y="447437"/>
                </a:cubicBezTo>
                <a:cubicBezTo>
                  <a:pt x="360044" y="450295"/>
                  <a:pt x="352424" y="454105"/>
                  <a:pt x="345757" y="454105"/>
                </a:cubicBezTo>
                <a:cubicBezTo>
                  <a:pt x="317182" y="455057"/>
                  <a:pt x="287654" y="454105"/>
                  <a:pt x="259079" y="454105"/>
                </a:cubicBezTo>
                <a:cubicBezTo>
                  <a:pt x="228599" y="454105"/>
                  <a:pt x="198119" y="454105"/>
                  <a:pt x="167639" y="454105"/>
                </a:cubicBezTo>
                <a:cubicBezTo>
                  <a:pt x="154304" y="454105"/>
                  <a:pt x="140969" y="439817"/>
                  <a:pt x="140969" y="427435"/>
                </a:cubicBezTo>
                <a:cubicBezTo>
                  <a:pt x="140969" y="416957"/>
                  <a:pt x="149542" y="405527"/>
                  <a:pt x="160019" y="403622"/>
                </a:cubicBezTo>
                <a:cubicBezTo>
                  <a:pt x="171449" y="401717"/>
                  <a:pt x="182879" y="399812"/>
                  <a:pt x="193357" y="399812"/>
                </a:cubicBezTo>
                <a:close/>
                <a:moveTo>
                  <a:pt x="1445657" y="318492"/>
                </a:moveTo>
                <a:cubicBezTo>
                  <a:pt x="1437084" y="317659"/>
                  <a:pt x="1428274" y="319802"/>
                  <a:pt x="1422082" y="325517"/>
                </a:cubicBezTo>
                <a:cubicBezTo>
                  <a:pt x="1404938" y="340757"/>
                  <a:pt x="1388745" y="356949"/>
                  <a:pt x="1372553" y="373142"/>
                </a:cubicBezTo>
                <a:cubicBezTo>
                  <a:pt x="1354455" y="391239"/>
                  <a:pt x="1336357" y="409337"/>
                  <a:pt x="1318260" y="426482"/>
                </a:cubicBezTo>
                <a:cubicBezTo>
                  <a:pt x="1301115" y="443627"/>
                  <a:pt x="1283970" y="460772"/>
                  <a:pt x="1266825" y="477917"/>
                </a:cubicBezTo>
                <a:cubicBezTo>
                  <a:pt x="1251585" y="493157"/>
                  <a:pt x="1236345" y="509349"/>
                  <a:pt x="1220153" y="525542"/>
                </a:cubicBezTo>
                <a:cubicBezTo>
                  <a:pt x="1197293" y="548402"/>
                  <a:pt x="1174432" y="572214"/>
                  <a:pt x="1150620" y="595074"/>
                </a:cubicBezTo>
                <a:cubicBezTo>
                  <a:pt x="1143953" y="601742"/>
                  <a:pt x="1136332" y="608409"/>
                  <a:pt x="1127760" y="612219"/>
                </a:cubicBezTo>
                <a:cubicBezTo>
                  <a:pt x="1115378" y="616982"/>
                  <a:pt x="1104900" y="610314"/>
                  <a:pt x="1096328" y="601742"/>
                </a:cubicBezTo>
                <a:cubicBezTo>
                  <a:pt x="1063943" y="570309"/>
                  <a:pt x="1032510" y="536972"/>
                  <a:pt x="1000125" y="505539"/>
                </a:cubicBezTo>
                <a:cubicBezTo>
                  <a:pt x="995363" y="495062"/>
                  <a:pt x="986790" y="485537"/>
                  <a:pt x="973455" y="489347"/>
                </a:cubicBezTo>
                <a:cubicBezTo>
                  <a:pt x="954405" y="486489"/>
                  <a:pt x="938213" y="503634"/>
                  <a:pt x="939165" y="521732"/>
                </a:cubicBezTo>
                <a:cubicBezTo>
                  <a:pt x="940118" y="533162"/>
                  <a:pt x="943928" y="541734"/>
                  <a:pt x="952500" y="550307"/>
                </a:cubicBezTo>
                <a:cubicBezTo>
                  <a:pt x="979170" y="575072"/>
                  <a:pt x="1003935" y="601742"/>
                  <a:pt x="1029653" y="627459"/>
                </a:cubicBezTo>
                <a:cubicBezTo>
                  <a:pt x="1052513" y="650319"/>
                  <a:pt x="1075373" y="673179"/>
                  <a:pt x="1097280" y="696039"/>
                </a:cubicBezTo>
                <a:cubicBezTo>
                  <a:pt x="1107757" y="707469"/>
                  <a:pt x="1129665" y="709374"/>
                  <a:pt x="1141095" y="698897"/>
                </a:cubicBezTo>
                <a:cubicBezTo>
                  <a:pt x="1155382" y="686514"/>
                  <a:pt x="1169670" y="672227"/>
                  <a:pt x="1183005" y="658892"/>
                </a:cubicBezTo>
                <a:cubicBezTo>
                  <a:pt x="1200150" y="641747"/>
                  <a:pt x="1217295" y="622697"/>
                  <a:pt x="1234440" y="605552"/>
                </a:cubicBezTo>
                <a:cubicBezTo>
                  <a:pt x="1255395" y="584597"/>
                  <a:pt x="1276350" y="565547"/>
                  <a:pt x="1297305" y="544592"/>
                </a:cubicBezTo>
                <a:cubicBezTo>
                  <a:pt x="1314450" y="527447"/>
                  <a:pt x="1331595" y="508397"/>
                  <a:pt x="1348740" y="491252"/>
                </a:cubicBezTo>
                <a:cubicBezTo>
                  <a:pt x="1374457" y="465534"/>
                  <a:pt x="1400175" y="440769"/>
                  <a:pt x="1425893" y="415052"/>
                </a:cubicBezTo>
                <a:cubicBezTo>
                  <a:pt x="1438275" y="402669"/>
                  <a:pt x="1449705" y="389334"/>
                  <a:pt x="1463040" y="376952"/>
                </a:cubicBezTo>
                <a:cubicBezTo>
                  <a:pt x="1477328" y="363617"/>
                  <a:pt x="1480185" y="342662"/>
                  <a:pt x="1467803" y="329327"/>
                </a:cubicBezTo>
                <a:cubicBezTo>
                  <a:pt x="1462564" y="323135"/>
                  <a:pt x="1454229" y="319325"/>
                  <a:pt x="1445657" y="318492"/>
                </a:cubicBezTo>
                <a:close/>
                <a:moveTo>
                  <a:pt x="485775" y="58817"/>
                </a:moveTo>
                <a:cubicBezTo>
                  <a:pt x="471488" y="58817"/>
                  <a:pt x="456247" y="57864"/>
                  <a:pt x="442913" y="67389"/>
                </a:cubicBezTo>
                <a:cubicBezTo>
                  <a:pt x="430530" y="75962"/>
                  <a:pt x="421005" y="86439"/>
                  <a:pt x="420053" y="100727"/>
                </a:cubicBezTo>
                <a:cubicBezTo>
                  <a:pt x="418147" y="146447"/>
                  <a:pt x="418147" y="192167"/>
                  <a:pt x="418147" y="237887"/>
                </a:cubicBezTo>
                <a:cubicBezTo>
                  <a:pt x="418147" y="242649"/>
                  <a:pt x="420053" y="247412"/>
                  <a:pt x="421005" y="252174"/>
                </a:cubicBezTo>
                <a:cubicBezTo>
                  <a:pt x="560070" y="253127"/>
                  <a:pt x="699135" y="253127"/>
                  <a:pt x="839153" y="253127"/>
                </a:cubicBezTo>
                <a:cubicBezTo>
                  <a:pt x="840105" y="247412"/>
                  <a:pt x="841057" y="243602"/>
                  <a:pt x="841057" y="238839"/>
                </a:cubicBezTo>
                <a:cubicBezTo>
                  <a:pt x="841057" y="196929"/>
                  <a:pt x="842010" y="155019"/>
                  <a:pt x="841057" y="113109"/>
                </a:cubicBezTo>
                <a:cubicBezTo>
                  <a:pt x="841057" y="103584"/>
                  <a:pt x="838200" y="93107"/>
                  <a:pt x="833438" y="85487"/>
                </a:cubicBezTo>
                <a:cubicBezTo>
                  <a:pt x="823913" y="73104"/>
                  <a:pt x="813435" y="59769"/>
                  <a:pt x="794385" y="59769"/>
                </a:cubicBezTo>
                <a:cubicBezTo>
                  <a:pt x="787718" y="59769"/>
                  <a:pt x="781050" y="58817"/>
                  <a:pt x="775335" y="58817"/>
                </a:cubicBezTo>
                <a:cubicBezTo>
                  <a:pt x="679132" y="58817"/>
                  <a:pt x="582930" y="58817"/>
                  <a:pt x="485775" y="58817"/>
                </a:cubicBezTo>
                <a:close/>
                <a:moveTo>
                  <a:pt x="480179" y="0"/>
                </a:moveTo>
                <a:cubicBezTo>
                  <a:pt x="495062" y="0"/>
                  <a:pt x="510064" y="1667"/>
                  <a:pt x="524828" y="1667"/>
                </a:cubicBezTo>
                <a:cubicBezTo>
                  <a:pt x="610553" y="714"/>
                  <a:pt x="695325" y="1667"/>
                  <a:pt x="781050" y="1667"/>
                </a:cubicBezTo>
                <a:cubicBezTo>
                  <a:pt x="819150" y="1667"/>
                  <a:pt x="849630" y="17859"/>
                  <a:pt x="872490" y="46434"/>
                </a:cubicBezTo>
                <a:cubicBezTo>
                  <a:pt x="881063" y="56912"/>
                  <a:pt x="885825" y="71199"/>
                  <a:pt x="890588" y="85487"/>
                </a:cubicBezTo>
                <a:cubicBezTo>
                  <a:pt x="897255" y="104537"/>
                  <a:pt x="894397" y="123587"/>
                  <a:pt x="897255" y="144542"/>
                </a:cubicBezTo>
                <a:cubicBezTo>
                  <a:pt x="902018" y="144542"/>
                  <a:pt x="906780" y="144542"/>
                  <a:pt x="911543" y="144542"/>
                </a:cubicBezTo>
                <a:cubicBezTo>
                  <a:pt x="1000125" y="144542"/>
                  <a:pt x="1088707" y="143589"/>
                  <a:pt x="1178243" y="145494"/>
                </a:cubicBezTo>
                <a:cubicBezTo>
                  <a:pt x="1208723" y="146447"/>
                  <a:pt x="1232535" y="162639"/>
                  <a:pt x="1248728" y="191214"/>
                </a:cubicBezTo>
                <a:cubicBezTo>
                  <a:pt x="1262063" y="214074"/>
                  <a:pt x="1262063" y="237887"/>
                  <a:pt x="1261110" y="261699"/>
                </a:cubicBezTo>
                <a:cubicBezTo>
                  <a:pt x="1261110" y="271224"/>
                  <a:pt x="1265873" y="275987"/>
                  <a:pt x="1272540" y="279797"/>
                </a:cubicBezTo>
                <a:cubicBezTo>
                  <a:pt x="1291590" y="290274"/>
                  <a:pt x="1310640" y="299799"/>
                  <a:pt x="1329690" y="309324"/>
                </a:cubicBezTo>
                <a:cubicBezTo>
                  <a:pt x="1332548" y="311229"/>
                  <a:pt x="1335405" y="314087"/>
                  <a:pt x="1339215" y="315992"/>
                </a:cubicBezTo>
                <a:cubicBezTo>
                  <a:pt x="1348740" y="320754"/>
                  <a:pt x="1355407" y="314087"/>
                  <a:pt x="1361123" y="308372"/>
                </a:cubicBezTo>
                <a:cubicBezTo>
                  <a:pt x="1371600" y="297894"/>
                  <a:pt x="1382078" y="286464"/>
                  <a:pt x="1392555" y="275987"/>
                </a:cubicBezTo>
                <a:cubicBezTo>
                  <a:pt x="1396365" y="272177"/>
                  <a:pt x="1401128" y="269319"/>
                  <a:pt x="1405890" y="268367"/>
                </a:cubicBezTo>
                <a:cubicBezTo>
                  <a:pt x="1426845" y="261699"/>
                  <a:pt x="1446848" y="254079"/>
                  <a:pt x="1470660" y="264557"/>
                </a:cubicBezTo>
                <a:cubicBezTo>
                  <a:pt x="1484948" y="271224"/>
                  <a:pt x="1499235" y="276939"/>
                  <a:pt x="1508760" y="288369"/>
                </a:cubicBezTo>
                <a:cubicBezTo>
                  <a:pt x="1516380" y="297894"/>
                  <a:pt x="1522095" y="308372"/>
                  <a:pt x="1526857" y="319802"/>
                </a:cubicBezTo>
                <a:cubicBezTo>
                  <a:pt x="1529715" y="326469"/>
                  <a:pt x="1532573" y="335042"/>
                  <a:pt x="1532573" y="342662"/>
                </a:cubicBezTo>
                <a:cubicBezTo>
                  <a:pt x="1534478" y="372189"/>
                  <a:pt x="1522095" y="396002"/>
                  <a:pt x="1502093" y="416957"/>
                </a:cubicBezTo>
                <a:cubicBezTo>
                  <a:pt x="1481138" y="437912"/>
                  <a:pt x="1461135" y="458867"/>
                  <a:pt x="1440180" y="479822"/>
                </a:cubicBezTo>
                <a:cubicBezTo>
                  <a:pt x="1423035" y="496967"/>
                  <a:pt x="1404938" y="514112"/>
                  <a:pt x="1387793" y="531257"/>
                </a:cubicBezTo>
                <a:cubicBezTo>
                  <a:pt x="1366838" y="552212"/>
                  <a:pt x="1346835" y="573167"/>
                  <a:pt x="1325880" y="594122"/>
                </a:cubicBezTo>
                <a:cubicBezTo>
                  <a:pt x="1308735" y="611267"/>
                  <a:pt x="1290638" y="628412"/>
                  <a:pt x="1273493" y="645557"/>
                </a:cubicBezTo>
                <a:cubicBezTo>
                  <a:pt x="1252538" y="666512"/>
                  <a:pt x="1232535" y="688419"/>
                  <a:pt x="1211580" y="708422"/>
                </a:cubicBezTo>
                <a:cubicBezTo>
                  <a:pt x="1195388" y="723662"/>
                  <a:pt x="1179195" y="741759"/>
                  <a:pt x="1159193" y="751284"/>
                </a:cubicBezTo>
                <a:cubicBezTo>
                  <a:pt x="1143953" y="758904"/>
                  <a:pt x="1124903" y="765572"/>
                  <a:pt x="1103948" y="756999"/>
                </a:cubicBezTo>
                <a:cubicBezTo>
                  <a:pt x="1091565" y="751284"/>
                  <a:pt x="1079182" y="748427"/>
                  <a:pt x="1068705" y="739854"/>
                </a:cubicBezTo>
                <a:cubicBezTo>
                  <a:pt x="1059180" y="732234"/>
                  <a:pt x="1050607" y="724614"/>
                  <a:pt x="1042035" y="716042"/>
                </a:cubicBezTo>
                <a:cubicBezTo>
                  <a:pt x="1021080" y="695087"/>
                  <a:pt x="999172" y="674132"/>
                  <a:pt x="978218" y="653177"/>
                </a:cubicBezTo>
                <a:cubicBezTo>
                  <a:pt x="961072" y="636032"/>
                  <a:pt x="943928" y="617934"/>
                  <a:pt x="926782" y="599837"/>
                </a:cubicBezTo>
                <a:cubicBezTo>
                  <a:pt x="918210" y="591264"/>
                  <a:pt x="910590" y="582692"/>
                  <a:pt x="902970" y="574119"/>
                </a:cubicBezTo>
                <a:cubicBezTo>
                  <a:pt x="896303" y="566499"/>
                  <a:pt x="889635" y="557927"/>
                  <a:pt x="889635" y="546497"/>
                </a:cubicBezTo>
                <a:cubicBezTo>
                  <a:pt x="889635" y="539829"/>
                  <a:pt x="884872" y="533162"/>
                  <a:pt x="883920" y="525542"/>
                </a:cubicBezTo>
                <a:cubicBezTo>
                  <a:pt x="882015" y="497919"/>
                  <a:pt x="893445" y="474107"/>
                  <a:pt x="913447" y="456009"/>
                </a:cubicBezTo>
                <a:cubicBezTo>
                  <a:pt x="935355" y="435054"/>
                  <a:pt x="962978" y="427434"/>
                  <a:pt x="992505" y="434102"/>
                </a:cubicBezTo>
                <a:cubicBezTo>
                  <a:pt x="1010603" y="438864"/>
                  <a:pt x="1027747" y="449342"/>
                  <a:pt x="1041082" y="464582"/>
                </a:cubicBezTo>
                <a:cubicBezTo>
                  <a:pt x="1058228" y="482679"/>
                  <a:pt x="1076325" y="500777"/>
                  <a:pt x="1094423" y="517922"/>
                </a:cubicBezTo>
                <a:cubicBezTo>
                  <a:pt x="1103948" y="527447"/>
                  <a:pt x="1113473" y="536019"/>
                  <a:pt x="1123950" y="546497"/>
                </a:cubicBezTo>
                <a:cubicBezTo>
                  <a:pt x="1141095" y="528399"/>
                  <a:pt x="1158240" y="509349"/>
                  <a:pt x="1177290" y="491252"/>
                </a:cubicBezTo>
                <a:cubicBezTo>
                  <a:pt x="1195388" y="473154"/>
                  <a:pt x="1213485" y="456962"/>
                  <a:pt x="1231582" y="439817"/>
                </a:cubicBezTo>
                <a:cubicBezTo>
                  <a:pt x="1252538" y="418862"/>
                  <a:pt x="1271588" y="397907"/>
                  <a:pt x="1291590" y="376952"/>
                </a:cubicBezTo>
                <a:cubicBezTo>
                  <a:pt x="1293495" y="375047"/>
                  <a:pt x="1296353" y="375047"/>
                  <a:pt x="1297305" y="373142"/>
                </a:cubicBezTo>
                <a:cubicBezTo>
                  <a:pt x="1306830" y="362664"/>
                  <a:pt x="1306830" y="361712"/>
                  <a:pt x="1293495" y="355044"/>
                </a:cubicBezTo>
                <a:cubicBezTo>
                  <a:pt x="1277303" y="346472"/>
                  <a:pt x="1262063" y="335994"/>
                  <a:pt x="1244918" y="328374"/>
                </a:cubicBezTo>
                <a:cubicBezTo>
                  <a:pt x="1235393" y="323612"/>
                  <a:pt x="1223963" y="321707"/>
                  <a:pt x="1213485" y="319802"/>
                </a:cubicBezTo>
                <a:cubicBezTo>
                  <a:pt x="1192530" y="315039"/>
                  <a:pt x="1170623" y="311229"/>
                  <a:pt x="1148715" y="308372"/>
                </a:cubicBezTo>
                <a:cubicBezTo>
                  <a:pt x="1141095" y="307419"/>
                  <a:pt x="1132523" y="309324"/>
                  <a:pt x="1123950" y="310277"/>
                </a:cubicBezTo>
                <a:cubicBezTo>
                  <a:pt x="1114425" y="311229"/>
                  <a:pt x="1104900" y="313134"/>
                  <a:pt x="1096328" y="313134"/>
                </a:cubicBezTo>
                <a:cubicBezTo>
                  <a:pt x="1078230" y="314087"/>
                  <a:pt x="1061085" y="318849"/>
                  <a:pt x="1044893" y="326469"/>
                </a:cubicBezTo>
                <a:cubicBezTo>
                  <a:pt x="1032510" y="332184"/>
                  <a:pt x="1019175" y="335994"/>
                  <a:pt x="1007745" y="341709"/>
                </a:cubicBezTo>
                <a:cubicBezTo>
                  <a:pt x="994410" y="348377"/>
                  <a:pt x="982028" y="355997"/>
                  <a:pt x="969645" y="364569"/>
                </a:cubicBezTo>
                <a:cubicBezTo>
                  <a:pt x="958215" y="372189"/>
                  <a:pt x="947738" y="381714"/>
                  <a:pt x="937260" y="391239"/>
                </a:cubicBezTo>
                <a:cubicBezTo>
                  <a:pt x="927735" y="400764"/>
                  <a:pt x="919163" y="411242"/>
                  <a:pt x="911543" y="421719"/>
                </a:cubicBezTo>
                <a:cubicBezTo>
                  <a:pt x="902970" y="433149"/>
                  <a:pt x="894397" y="444579"/>
                  <a:pt x="887730" y="457914"/>
                </a:cubicBezTo>
                <a:cubicBezTo>
                  <a:pt x="880110" y="471249"/>
                  <a:pt x="875347" y="485537"/>
                  <a:pt x="869632" y="499824"/>
                </a:cubicBezTo>
                <a:cubicBezTo>
                  <a:pt x="865822" y="509349"/>
                  <a:pt x="862965" y="519827"/>
                  <a:pt x="861060" y="530304"/>
                </a:cubicBezTo>
                <a:cubicBezTo>
                  <a:pt x="858203" y="548402"/>
                  <a:pt x="855345" y="566499"/>
                  <a:pt x="854393" y="585549"/>
                </a:cubicBezTo>
                <a:cubicBezTo>
                  <a:pt x="853440" y="603647"/>
                  <a:pt x="853440" y="622697"/>
                  <a:pt x="856297" y="639842"/>
                </a:cubicBezTo>
                <a:cubicBezTo>
                  <a:pt x="858203" y="655082"/>
                  <a:pt x="864870" y="670322"/>
                  <a:pt x="868680" y="685562"/>
                </a:cubicBezTo>
                <a:cubicBezTo>
                  <a:pt x="871538" y="694134"/>
                  <a:pt x="873443" y="703659"/>
                  <a:pt x="877253" y="712232"/>
                </a:cubicBezTo>
                <a:cubicBezTo>
                  <a:pt x="882015" y="722709"/>
                  <a:pt x="886778" y="733187"/>
                  <a:pt x="892493" y="741759"/>
                </a:cubicBezTo>
                <a:cubicBezTo>
                  <a:pt x="901065" y="755094"/>
                  <a:pt x="909638" y="767477"/>
                  <a:pt x="920115" y="778907"/>
                </a:cubicBezTo>
                <a:cubicBezTo>
                  <a:pt x="936307" y="796052"/>
                  <a:pt x="951547" y="815102"/>
                  <a:pt x="973455" y="827484"/>
                </a:cubicBezTo>
                <a:cubicBezTo>
                  <a:pt x="992505" y="837962"/>
                  <a:pt x="1009650" y="850344"/>
                  <a:pt x="1028700" y="859869"/>
                </a:cubicBezTo>
                <a:cubicBezTo>
                  <a:pt x="1038225" y="864632"/>
                  <a:pt x="1049655" y="867489"/>
                  <a:pt x="1060132" y="870347"/>
                </a:cubicBezTo>
                <a:cubicBezTo>
                  <a:pt x="1076325" y="875109"/>
                  <a:pt x="1092518" y="880824"/>
                  <a:pt x="1109663" y="882729"/>
                </a:cubicBezTo>
                <a:cubicBezTo>
                  <a:pt x="1130618" y="884634"/>
                  <a:pt x="1152525" y="888444"/>
                  <a:pt x="1173480" y="879872"/>
                </a:cubicBezTo>
                <a:cubicBezTo>
                  <a:pt x="1175385" y="878919"/>
                  <a:pt x="1178243" y="878919"/>
                  <a:pt x="1181100" y="877967"/>
                </a:cubicBezTo>
                <a:cubicBezTo>
                  <a:pt x="1197293" y="875109"/>
                  <a:pt x="1214438" y="874157"/>
                  <a:pt x="1229678" y="869394"/>
                </a:cubicBezTo>
                <a:cubicBezTo>
                  <a:pt x="1244918" y="864632"/>
                  <a:pt x="1258253" y="855107"/>
                  <a:pt x="1273493" y="849392"/>
                </a:cubicBezTo>
                <a:cubicBezTo>
                  <a:pt x="1294448" y="840819"/>
                  <a:pt x="1311593" y="827484"/>
                  <a:pt x="1328738" y="813197"/>
                </a:cubicBezTo>
                <a:cubicBezTo>
                  <a:pt x="1352550" y="794147"/>
                  <a:pt x="1370648" y="771287"/>
                  <a:pt x="1385888" y="744617"/>
                </a:cubicBezTo>
                <a:cubicBezTo>
                  <a:pt x="1395413" y="727472"/>
                  <a:pt x="1404938" y="711279"/>
                  <a:pt x="1411605" y="694134"/>
                </a:cubicBezTo>
                <a:cubicBezTo>
                  <a:pt x="1416368" y="682704"/>
                  <a:pt x="1418273" y="670322"/>
                  <a:pt x="1420178" y="657939"/>
                </a:cubicBezTo>
                <a:cubicBezTo>
                  <a:pt x="1423035" y="638889"/>
                  <a:pt x="1425893" y="618887"/>
                  <a:pt x="1428750" y="599837"/>
                </a:cubicBezTo>
                <a:cubicBezTo>
                  <a:pt x="1429703" y="591264"/>
                  <a:pt x="1444943" y="579834"/>
                  <a:pt x="1454468" y="578882"/>
                </a:cubicBezTo>
                <a:cubicBezTo>
                  <a:pt x="1463040" y="577929"/>
                  <a:pt x="1474470" y="588407"/>
                  <a:pt x="1478280" y="597932"/>
                </a:cubicBezTo>
                <a:cubicBezTo>
                  <a:pt x="1481138" y="605552"/>
                  <a:pt x="1482090" y="612219"/>
                  <a:pt x="1480185" y="619839"/>
                </a:cubicBezTo>
                <a:cubicBezTo>
                  <a:pt x="1478280" y="626507"/>
                  <a:pt x="1478280" y="634127"/>
                  <a:pt x="1478280" y="641747"/>
                </a:cubicBezTo>
                <a:cubicBezTo>
                  <a:pt x="1477328" y="661749"/>
                  <a:pt x="1473518" y="679847"/>
                  <a:pt x="1464945" y="697944"/>
                </a:cubicBezTo>
                <a:cubicBezTo>
                  <a:pt x="1462088" y="704612"/>
                  <a:pt x="1460182" y="712232"/>
                  <a:pt x="1457325" y="719852"/>
                </a:cubicBezTo>
                <a:cubicBezTo>
                  <a:pt x="1449705" y="745569"/>
                  <a:pt x="1436370" y="766524"/>
                  <a:pt x="1422082" y="788432"/>
                </a:cubicBezTo>
                <a:cubicBezTo>
                  <a:pt x="1407795" y="810339"/>
                  <a:pt x="1390650" y="828437"/>
                  <a:pt x="1372553" y="845582"/>
                </a:cubicBezTo>
                <a:cubicBezTo>
                  <a:pt x="1358265" y="859869"/>
                  <a:pt x="1343025" y="873204"/>
                  <a:pt x="1325880" y="884634"/>
                </a:cubicBezTo>
                <a:cubicBezTo>
                  <a:pt x="1307782" y="896064"/>
                  <a:pt x="1287780" y="903684"/>
                  <a:pt x="1269682" y="914162"/>
                </a:cubicBezTo>
                <a:cubicBezTo>
                  <a:pt x="1266825" y="916067"/>
                  <a:pt x="1263968" y="919877"/>
                  <a:pt x="1263968" y="922734"/>
                </a:cubicBezTo>
                <a:cubicBezTo>
                  <a:pt x="1263015" y="927497"/>
                  <a:pt x="1263968" y="932259"/>
                  <a:pt x="1263968" y="936069"/>
                </a:cubicBezTo>
                <a:cubicBezTo>
                  <a:pt x="1263968" y="1203722"/>
                  <a:pt x="1263968" y="1471374"/>
                  <a:pt x="1263968" y="1738074"/>
                </a:cubicBezTo>
                <a:cubicBezTo>
                  <a:pt x="1263968" y="1752362"/>
                  <a:pt x="1262063" y="1768554"/>
                  <a:pt x="1256348" y="1780937"/>
                </a:cubicBezTo>
                <a:cubicBezTo>
                  <a:pt x="1249680" y="1797129"/>
                  <a:pt x="1238250" y="1811417"/>
                  <a:pt x="1221105" y="1820942"/>
                </a:cubicBezTo>
                <a:cubicBezTo>
                  <a:pt x="1202055" y="1832372"/>
                  <a:pt x="1183005" y="1834277"/>
                  <a:pt x="1162050" y="1834277"/>
                </a:cubicBezTo>
                <a:cubicBezTo>
                  <a:pt x="807720" y="1834277"/>
                  <a:pt x="453390" y="1834277"/>
                  <a:pt x="99060" y="1834277"/>
                </a:cubicBezTo>
                <a:cubicBezTo>
                  <a:pt x="77153" y="1834277"/>
                  <a:pt x="56197" y="1832372"/>
                  <a:pt x="39053" y="1819037"/>
                </a:cubicBezTo>
                <a:cubicBezTo>
                  <a:pt x="24765" y="1808559"/>
                  <a:pt x="12382" y="1795224"/>
                  <a:pt x="5715" y="1777127"/>
                </a:cubicBezTo>
                <a:cubicBezTo>
                  <a:pt x="0" y="1761887"/>
                  <a:pt x="0" y="1746647"/>
                  <a:pt x="0" y="1731407"/>
                </a:cubicBezTo>
                <a:cubicBezTo>
                  <a:pt x="0" y="1236107"/>
                  <a:pt x="0" y="739854"/>
                  <a:pt x="0" y="244554"/>
                </a:cubicBezTo>
                <a:cubicBezTo>
                  <a:pt x="0" y="224552"/>
                  <a:pt x="2857" y="204549"/>
                  <a:pt x="15240" y="188357"/>
                </a:cubicBezTo>
                <a:cubicBezTo>
                  <a:pt x="26670" y="173117"/>
                  <a:pt x="40957" y="161687"/>
                  <a:pt x="59055" y="154067"/>
                </a:cubicBezTo>
                <a:cubicBezTo>
                  <a:pt x="77153" y="146447"/>
                  <a:pt x="94297" y="148352"/>
                  <a:pt x="112395" y="148352"/>
                </a:cubicBezTo>
                <a:cubicBezTo>
                  <a:pt x="163830" y="147399"/>
                  <a:pt x="214313" y="148352"/>
                  <a:pt x="265747" y="148352"/>
                </a:cubicBezTo>
                <a:cubicBezTo>
                  <a:pt x="279082" y="148352"/>
                  <a:pt x="286703" y="156924"/>
                  <a:pt x="292418" y="165497"/>
                </a:cubicBezTo>
                <a:cubicBezTo>
                  <a:pt x="297180" y="172164"/>
                  <a:pt x="293370" y="192167"/>
                  <a:pt x="285750" y="195977"/>
                </a:cubicBezTo>
                <a:cubicBezTo>
                  <a:pt x="278130" y="200739"/>
                  <a:pt x="268605" y="203597"/>
                  <a:pt x="260032" y="203597"/>
                </a:cubicBezTo>
                <a:cubicBezTo>
                  <a:pt x="204788" y="204549"/>
                  <a:pt x="149543" y="204549"/>
                  <a:pt x="94297" y="203597"/>
                </a:cubicBezTo>
                <a:cubicBezTo>
                  <a:pt x="65722" y="202644"/>
                  <a:pt x="55245" y="218837"/>
                  <a:pt x="56197" y="241697"/>
                </a:cubicBezTo>
                <a:cubicBezTo>
                  <a:pt x="56197" y="244554"/>
                  <a:pt x="56197" y="247412"/>
                  <a:pt x="56197" y="251222"/>
                </a:cubicBezTo>
                <a:cubicBezTo>
                  <a:pt x="56197" y="744617"/>
                  <a:pt x="56197" y="1237059"/>
                  <a:pt x="56197" y="1730454"/>
                </a:cubicBezTo>
                <a:cubicBezTo>
                  <a:pt x="56197" y="1738074"/>
                  <a:pt x="56197" y="1746647"/>
                  <a:pt x="57150" y="1754267"/>
                </a:cubicBezTo>
                <a:cubicBezTo>
                  <a:pt x="59055" y="1767602"/>
                  <a:pt x="65722" y="1775222"/>
                  <a:pt x="80010" y="1777127"/>
                </a:cubicBezTo>
                <a:cubicBezTo>
                  <a:pt x="86678" y="1778079"/>
                  <a:pt x="93345" y="1778079"/>
                  <a:pt x="100965" y="1778079"/>
                </a:cubicBezTo>
                <a:cubicBezTo>
                  <a:pt x="455295" y="1778079"/>
                  <a:pt x="810578" y="1778079"/>
                  <a:pt x="1164907" y="1778079"/>
                </a:cubicBezTo>
                <a:cubicBezTo>
                  <a:pt x="1180148" y="1778079"/>
                  <a:pt x="1196340" y="1778079"/>
                  <a:pt x="1204913" y="1761887"/>
                </a:cubicBezTo>
                <a:cubicBezTo>
                  <a:pt x="1206818" y="1759029"/>
                  <a:pt x="1207770" y="1756172"/>
                  <a:pt x="1208723" y="1752362"/>
                </a:cubicBezTo>
                <a:cubicBezTo>
                  <a:pt x="1209675" y="1745694"/>
                  <a:pt x="1209675" y="1739027"/>
                  <a:pt x="1209675" y="1733312"/>
                </a:cubicBezTo>
                <a:cubicBezTo>
                  <a:pt x="1209675" y="1472327"/>
                  <a:pt x="1209675" y="1210389"/>
                  <a:pt x="1209675" y="949404"/>
                </a:cubicBezTo>
                <a:cubicBezTo>
                  <a:pt x="1209675" y="932259"/>
                  <a:pt x="1209675" y="932259"/>
                  <a:pt x="1192530" y="933212"/>
                </a:cubicBezTo>
                <a:cubicBezTo>
                  <a:pt x="1160145" y="933212"/>
                  <a:pt x="1126807" y="935117"/>
                  <a:pt x="1094423" y="933212"/>
                </a:cubicBezTo>
                <a:cubicBezTo>
                  <a:pt x="1078230" y="932259"/>
                  <a:pt x="1062990" y="925592"/>
                  <a:pt x="1046797" y="921782"/>
                </a:cubicBezTo>
                <a:cubicBezTo>
                  <a:pt x="1038225" y="919877"/>
                  <a:pt x="1030605" y="917019"/>
                  <a:pt x="1022032" y="914162"/>
                </a:cubicBezTo>
                <a:cubicBezTo>
                  <a:pt x="998220" y="905589"/>
                  <a:pt x="977265" y="894159"/>
                  <a:pt x="955357" y="879872"/>
                </a:cubicBezTo>
                <a:cubicBezTo>
                  <a:pt x="934403" y="865584"/>
                  <a:pt x="915353" y="849392"/>
                  <a:pt x="896303" y="833199"/>
                </a:cubicBezTo>
                <a:cubicBezTo>
                  <a:pt x="886778" y="824627"/>
                  <a:pt x="880110" y="814149"/>
                  <a:pt x="872490" y="803672"/>
                </a:cubicBezTo>
                <a:cubicBezTo>
                  <a:pt x="860107" y="786527"/>
                  <a:pt x="848678" y="769382"/>
                  <a:pt x="837247" y="751284"/>
                </a:cubicBezTo>
                <a:cubicBezTo>
                  <a:pt x="832485" y="743664"/>
                  <a:pt x="831532" y="735092"/>
                  <a:pt x="828675" y="726519"/>
                </a:cubicBezTo>
                <a:cubicBezTo>
                  <a:pt x="826770" y="720804"/>
                  <a:pt x="823913" y="716042"/>
                  <a:pt x="822007" y="710327"/>
                </a:cubicBezTo>
                <a:cubicBezTo>
                  <a:pt x="818197" y="698897"/>
                  <a:pt x="813435" y="686514"/>
                  <a:pt x="809625" y="675084"/>
                </a:cubicBezTo>
                <a:cubicBezTo>
                  <a:pt x="809625" y="674132"/>
                  <a:pt x="808672" y="673179"/>
                  <a:pt x="808672" y="672227"/>
                </a:cubicBezTo>
                <a:cubicBezTo>
                  <a:pt x="802957" y="636032"/>
                  <a:pt x="797243" y="598884"/>
                  <a:pt x="802005" y="562689"/>
                </a:cubicBezTo>
                <a:cubicBezTo>
                  <a:pt x="804863" y="539829"/>
                  <a:pt x="809625" y="517922"/>
                  <a:pt x="816293" y="496014"/>
                </a:cubicBezTo>
                <a:cubicBezTo>
                  <a:pt x="820103" y="481727"/>
                  <a:pt x="828675" y="467439"/>
                  <a:pt x="834390" y="454104"/>
                </a:cubicBezTo>
                <a:cubicBezTo>
                  <a:pt x="840105" y="442674"/>
                  <a:pt x="843915" y="430292"/>
                  <a:pt x="850582" y="418862"/>
                </a:cubicBezTo>
                <a:cubicBezTo>
                  <a:pt x="859155" y="404574"/>
                  <a:pt x="868680" y="391239"/>
                  <a:pt x="880110" y="378857"/>
                </a:cubicBezTo>
                <a:cubicBezTo>
                  <a:pt x="892493" y="364569"/>
                  <a:pt x="905828" y="352187"/>
                  <a:pt x="920115" y="339804"/>
                </a:cubicBezTo>
                <a:cubicBezTo>
                  <a:pt x="930593" y="330279"/>
                  <a:pt x="941070" y="321707"/>
                  <a:pt x="952500" y="314087"/>
                </a:cubicBezTo>
                <a:cubicBezTo>
                  <a:pt x="965835" y="305514"/>
                  <a:pt x="980122" y="295989"/>
                  <a:pt x="994410" y="289322"/>
                </a:cubicBezTo>
                <a:cubicBezTo>
                  <a:pt x="1011555" y="281702"/>
                  <a:pt x="1028700" y="275987"/>
                  <a:pt x="1046797" y="270272"/>
                </a:cubicBezTo>
                <a:cubicBezTo>
                  <a:pt x="1061085" y="265509"/>
                  <a:pt x="1075373" y="261699"/>
                  <a:pt x="1089660" y="257889"/>
                </a:cubicBezTo>
                <a:cubicBezTo>
                  <a:pt x="1092518" y="256937"/>
                  <a:pt x="1095375" y="256937"/>
                  <a:pt x="1098232" y="256937"/>
                </a:cubicBezTo>
                <a:cubicBezTo>
                  <a:pt x="1126807" y="256937"/>
                  <a:pt x="1154430" y="255984"/>
                  <a:pt x="1183005" y="256937"/>
                </a:cubicBezTo>
                <a:cubicBezTo>
                  <a:pt x="1187768" y="255032"/>
                  <a:pt x="1195388" y="258842"/>
                  <a:pt x="1203960" y="261699"/>
                </a:cubicBezTo>
                <a:cubicBezTo>
                  <a:pt x="1204913" y="241697"/>
                  <a:pt x="1211580" y="221694"/>
                  <a:pt x="1190625" y="208359"/>
                </a:cubicBezTo>
                <a:cubicBezTo>
                  <a:pt x="1187768" y="206454"/>
                  <a:pt x="1184910" y="204549"/>
                  <a:pt x="1181100" y="203597"/>
                </a:cubicBezTo>
                <a:cubicBezTo>
                  <a:pt x="1170623" y="202644"/>
                  <a:pt x="1160145" y="202644"/>
                  <a:pt x="1148715" y="202644"/>
                </a:cubicBezTo>
                <a:cubicBezTo>
                  <a:pt x="1069657" y="202644"/>
                  <a:pt x="990600" y="202644"/>
                  <a:pt x="910590" y="202644"/>
                </a:cubicBezTo>
                <a:cubicBezTo>
                  <a:pt x="905828" y="202644"/>
                  <a:pt x="902018" y="202644"/>
                  <a:pt x="895350" y="202644"/>
                </a:cubicBezTo>
                <a:cubicBezTo>
                  <a:pt x="895350" y="215979"/>
                  <a:pt x="895350" y="228362"/>
                  <a:pt x="895350" y="239792"/>
                </a:cubicBezTo>
                <a:cubicBezTo>
                  <a:pt x="895350" y="271224"/>
                  <a:pt x="866775" y="306467"/>
                  <a:pt x="831532" y="304562"/>
                </a:cubicBezTo>
                <a:cubicBezTo>
                  <a:pt x="765810" y="302657"/>
                  <a:pt x="700088" y="303609"/>
                  <a:pt x="635318" y="303609"/>
                </a:cubicBezTo>
                <a:cubicBezTo>
                  <a:pt x="566738" y="303609"/>
                  <a:pt x="497205" y="303609"/>
                  <a:pt x="428625" y="303609"/>
                </a:cubicBezTo>
                <a:cubicBezTo>
                  <a:pt x="409575" y="303609"/>
                  <a:pt x="392430" y="300752"/>
                  <a:pt x="379095" y="286464"/>
                </a:cubicBezTo>
                <a:cubicBezTo>
                  <a:pt x="375285" y="282654"/>
                  <a:pt x="372428" y="278844"/>
                  <a:pt x="370522" y="274082"/>
                </a:cubicBezTo>
                <a:cubicBezTo>
                  <a:pt x="366713" y="265509"/>
                  <a:pt x="361950" y="255984"/>
                  <a:pt x="360997" y="246459"/>
                </a:cubicBezTo>
                <a:cubicBezTo>
                  <a:pt x="360045" y="198834"/>
                  <a:pt x="360045" y="152162"/>
                  <a:pt x="360997" y="104537"/>
                </a:cubicBezTo>
                <a:cubicBezTo>
                  <a:pt x="360997" y="91202"/>
                  <a:pt x="369570" y="77867"/>
                  <a:pt x="373380" y="64532"/>
                </a:cubicBezTo>
                <a:cubicBezTo>
                  <a:pt x="379095" y="42624"/>
                  <a:pt x="398145" y="31194"/>
                  <a:pt x="413385" y="17859"/>
                </a:cubicBezTo>
                <a:cubicBezTo>
                  <a:pt x="419100" y="13097"/>
                  <a:pt x="428625" y="12144"/>
                  <a:pt x="436245" y="8334"/>
                </a:cubicBezTo>
                <a:cubicBezTo>
                  <a:pt x="450533" y="1666"/>
                  <a:pt x="465297" y="0"/>
                  <a:pt x="480179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" name="任意多边形: 形状 14"/>
          <p:cNvSpPr/>
          <p:nvPr/>
        </p:nvSpPr>
        <p:spPr>
          <a:xfrm>
            <a:off x="607452" y="1099049"/>
            <a:ext cx="510708" cy="509584"/>
          </a:xfrm>
          <a:custGeom>
            <a:avLst/>
            <a:gdLst>
              <a:gd name="connsiteX0" fmla="*/ 809772 w 1832527"/>
              <a:gd name="connsiteY0" fmla="*/ 1679258 h 1828493"/>
              <a:gd name="connsiteX1" fmla="*/ 798342 w 1832527"/>
              <a:gd name="connsiteY1" fmla="*/ 1684973 h 1828493"/>
              <a:gd name="connsiteX2" fmla="*/ 806915 w 1832527"/>
              <a:gd name="connsiteY2" fmla="*/ 1740218 h 1828493"/>
              <a:gd name="connsiteX3" fmla="*/ 849777 w 1832527"/>
              <a:gd name="connsiteY3" fmla="*/ 1765936 h 1828493"/>
              <a:gd name="connsiteX4" fmla="*/ 985985 w 1832527"/>
              <a:gd name="connsiteY4" fmla="*/ 1765936 h 1828493"/>
              <a:gd name="connsiteX5" fmla="*/ 1012655 w 1832527"/>
              <a:gd name="connsiteY5" fmla="*/ 1758316 h 1828493"/>
              <a:gd name="connsiteX6" fmla="*/ 1035515 w 1832527"/>
              <a:gd name="connsiteY6" fmla="*/ 1731646 h 1828493"/>
              <a:gd name="connsiteX7" fmla="*/ 1041230 w 1832527"/>
              <a:gd name="connsiteY7" fmla="*/ 1693546 h 1828493"/>
              <a:gd name="connsiteX8" fmla="*/ 1026942 w 1832527"/>
              <a:gd name="connsiteY8" fmla="*/ 1679258 h 1828493"/>
              <a:gd name="connsiteX9" fmla="*/ 918357 w 1832527"/>
              <a:gd name="connsiteY9" fmla="*/ 1679258 h 1828493"/>
              <a:gd name="connsiteX10" fmla="*/ 809772 w 1832527"/>
              <a:gd name="connsiteY10" fmla="*/ 1679258 h 1828493"/>
              <a:gd name="connsiteX11" fmla="*/ 806915 w 1832527"/>
              <a:gd name="connsiteY11" fmla="*/ 1557338 h 1828493"/>
              <a:gd name="connsiteX12" fmla="*/ 797390 w 1832527"/>
              <a:gd name="connsiteY12" fmla="*/ 1566863 h 1828493"/>
              <a:gd name="connsiteX13" fmla="*/ 797390 w 1832527"/>
              <a:gd name="connsiteY13" fmla="*/ 1602106 h 1828493"/>
              <a:gd name="connsiteX14" fmla="*/ 810725 w 1832527"/>
              <a:gd name="connsiteY14" fmla="*/ 1615441 h 1828493"/>
              <a:gd name="connsiteX15" fmla="*/ 917405 w 1832527"/>
              <a:gd name="connsiteY15" fmla="*/ 1615441 h 1828493"/>
              <a:gd name="connsiteX16" fmla="*/ 1027895 w 1832527"/>
              <a:gd name="connsiteY16" fmla="*/ 1615441 h 1828493"/>
              <a:gd name="connsiteX17" fmla="*/ 1040277 w 1832527"/>
              <a:gd name="connsiteY17" fmla="*/ 1604011 h 1828493"/>
              <a:gd name="connsiteX18" fmla="*/ 1040277 w 1832527"/>
              <a:gd name="connsiteY18" fmla="*/ 1569721 h 1828493"/>
              <a:gd name="connsiteX19" fmla="*/ 1028847 w 1832527"/>
              <a:gd name="connsiteY19" fmla="*/ 1557338 h 1828493"/>
              <a:gd name="connsiteX20" fmla="*/ 806915 w 1832527"/>
              <a:gd name="connsiteY20" fmla="*/ 1557338 h 1828493"/>
              <a:gd name="connsiteX21" fmla="*/ 1314597 w 1832527"/>
              <a:gd name="connsiteY21" fmla="*/ 1372553 h 1828493"/>
              <a:gd name="connsiteX22" fmla="*/ 1370795 w 1832527"/>
              <a:gd name="connsiteY22" fmla="*/ 1372553 h 1828493"/>
              <a:gd name="connsiteX23" fmla="*/ 1372700 w 1832527"/>
              <a:gd name="connsiteY23" fmla="*/ 1388745 h 1828493"/>
              <a:gd name="connsiteX24" fmla="*/ 1372700 w 1832527"/>
              <a:gd name="connsiteY24" fmla="*/ 1572578 h 1828493"/>
              <a:gd name="connsiteX25" fmla="*/ 1359365 w 1832527"/>
              <a:gd name="connsiteY25" fmla="*/ 1585913 h 1828493"/>
              <a:gd name="connsiteX26" fmla="*/ 1326027 w 1832527"/>
              <a:gd name="connsiteY26" fmla="*/ 1585913 h 1828493"/>
              <a:gd name="connsiteX27" fmla="*/ 1312692 w 1832527"/>
              <a:gd name="connsiteY27" fmla="*/ 1573530 h 1828493"/>
              <a:gd name="connsiteX28" fmla="*/ 1312692 w 1832527"/>
              <a:gd name="connsiteY28" fmla="*/ 1431608 h 1828493"/>
              <a:gd name="connsiteX29" fmla="*/ 1312692 w 1832527"/>
              <a:gd name="connsiteY29" fmla="*/ 1387793 h 1828493"/>
              <a:gd name="connsiteX30" fmla="*/ 1314597 w 1832527"/>
              <a:gd name="connsiteY30" fmla="*/ 1372553 h 1828493"/>
              <a:gd name="connsiteX31" fmla="*/ 885972 w 1832527"/>
              <a:gd name="connsiteY31" fmla="*/ 1344930 h 1828493"/>
              <a:gd name="connsiteX32" fmla="*/ 949790 w 1832527"/>
              <a:gd name="connsiteY32" fmla="*/ 1344930 h 1828493"/>
              <a:gd name="connsiteX33" fmla="*/ 949790 w 1832527"/>
              <a:gd name="connsiteY33" fmla="*/ 1427797 h 1828493"/>
              <a:gd name="connsiteX34" fmla="*/ 940265 w 1832527"/>
              <a:gd name="connsiteY34" fmla="*/ 1436370 h 1828493"/>
              <a:gd name="connsiteX35" fmla="*/ 896449 w 1832527"/>
              <a:gd name="connsiteY35" fmla="*/ 1436370 h 1828493"/>
              <a:gd name="connsiteX36" fmla="*/ 885972 w 1832527"/>
              <a:gd name="connsiteY36" fmla="*/ 1426845 h 1828493"/>
              <a:gd name="connsiteX37" fmla="*/ 885972 w 1832527"/>
              <a:gd name="connsiteY37" fmla="*/ 1344930 h 1828493"/>
              <a:gd name="connsiteX38" fmla="*/ 1484142 w 1832527"/>
              <a:gd name="connsiteY38" fmla="*/ 1295400 h 1828493"/>
              <a:gd name="connsiteX39" fmla="*/ 1502240 w 1832527"/>
              <a:gd name="connsiteY39" fmla="*/ 1307783 h 1828493"/>
              <a:gd name="connsiteX40" fmla="*/ 1551770 w 1832527"/>
              <a:gd name="connsiteY40" fmla="*/ 1348740 h 1828493"/>
              <a:gd name="connsiteX41" fmla="*/ 1616540 w 1832527"/>
              <a:gd name="connsiteY41" fmla="*/ 1401128 h 1828493"/>
              <a:gd name="connsiteX42" fmla="*/ 1661308 w 1832527"/>
              <a:gd name="connsiteY42" fmla="*/ 1438275 h 1828493"/>
              <a:gd name="connsiteX43" fmla="*/ 1661308 w 1832527"/>
              <a:gd name="connsiteY43" fmla="*/ 1446847 h 1828493"/>
              <a:gd name="connsiteX44" fmla="*/ 1631780 w 1832527"/>
              <a:gd name="connsiteY44" fmla="*/ 1481138 h 1828493"/>
              <a:gd name="connsiteX45" fmla="*/ 1613683 w 1832527"/>
              <a:gd name="connsiteY45" fmla="*/ 1479233 h 1828493"/>
              <a:gd name="connsiteX46" fmla="*/ 1543198 w 1832527"/>
              <a:gd name="connsiteY46" fmla="*/ 1422083 h 1828493"/>
              <a:gd name="connsiteX47" fmla="*/ 1482237 w 1832527"/>
              <a:gd name="connsiteY47" fmla="*/ 1367790 h 1828493"/>
              <a:gd name="connsiteX48" fmla="*/ 1452710 w 1832527"/>
              <a:gd name="connsiteY48" fmla="*/ 1343978 h 1828493"/>
              <a:gd name="connsiteX49" fmla="*/ 1446995 w 1832527"/>
              <a:gd name="connsiteY49" fmla="*/ 1335405 h 1828493"/>
              <a:gd name="connsiteX50" fmla="*/ 1466045 w 1832527"/>
              <a:gd name="connsiteY50" fmla="*/ 1309688 h 1828493"/>
              <a:gd name="connsiteX51" fmla="*/ 1484142 w 1832527"/>
              <a:gd name="connsiteY51" fmla="*/ 1295400 h 1828493"/>
              <a:gd name="connsiteX52" fmla="*/ 1706075 w 1832527"/>
              <a:gd name="connsiteY52" fmla="*/ 1129665 h 1828493"/>
              <a:gd name="connsiteX53" fmla="*/ 1706075 w 1832527"/>
              <a:gd name="connsiteY53" fmla="*/ 1193483 h 1828493"/>
              <a:gd name="connsiteX54" fmla="*/ 1694645 w 1832527"/>
              <a:gd name="connsiteY54" fmla="*/ 1193483 h 1828493"/>
              <a:gd name="connsiteX55" fmla="*/ 1509860 w 1832527"/>
              <a:gd name="connsiteY55" fmla="*/ 1193483 h 1828493"/>
              <a:gd name="connsiteX56" fmla="*/ 1493667 w 1832527"/>
              <a:gd name="connsiteY56" fmla="*/ 1177290 h 1828493"/>
              <a:gd name="connsiteX57" fmla="*/ 1493667 w 1832527"/>
              <a:gd name="connsiteY57" fmla="*/ 1141095 h 1828493"/>
              <a:gd name="connsiteX58" fmla="*/ 1504145 w 1832527"/>
              <a:gd name="connsiteY58" fmla="*/ 1130617 h 1828493"/>
              <a:gd name="connsiteX59" fmla="*/ 1706075 w 1832527"/>
              <a:gd name="connsiteY59" fmla="*/ 1129665 h 1828493"/>
              <a:gd name="connsiteX60" fmla="*/ 392577 w 1832527"/>
              <a:gd name="connsiteY60" fmla="*/ 950596 h 1828493"/>
              <a:gd name="connsiteX61" fmla="*/ 304947 w 1832527"/>
              <a:gd name="connsiteY61" fmla="*/ 989648 h 1828493"/>
              <a:gd name="connsiteX62" fmla="*/ 271610 w 1832527"/>
              <a:gd name="connsiteY62" fmla="*/ 1070611 h 1828493"/>
              <a:gd name="connsiteX63" fmla="*/ 277325 w 1832527"/>
              <a:gd name="connsiteY63" fmla="*/ 1099186 h 1828493"/>
              <a:gd name="connsiteX64" fmla="*/ 294470 w 1832527"/>
              <a:gd name="connsiteY64" fmla="*/ 1141096 h 1828493"/>
              <a:gd name="connsiteX65" fmla="*/ 384005 w 1832527"/>
              <a:gd name="connsiteY65" fmla="*/ 1191578 h 1828493"/>
              <a:gd name="connsiteX66" fmla="*/ 431630 w 1832527"/>
              <a:gd name="connsiteY66" fmla="*/ 1183958 h 1828493"/>
              <a:gd name="connsiteX67" fmla="*/ 475445 w 1832527"/>
              <a:gd name="connsiteY67" fmla="*/ 1156336 h 1828493"/>
              <a:gd name="connsiteX68" fmla="*/ 504020 w 1832527"/>
              <a:gd name="connsiteY68" fmla="*/ 1117283 h 1828493"/>
              <a:gd name="connsiteX69" fmla="*/ 504020 w 1832527"/>
              <a:gd name="connsiteY69" fmla="*/ 1107758 h 1828493"/>
              <a:gd name="connsiteX70" fmla="*/ 480207 w 1832527"/>
              <a:gd name="connsiteY70" fmla="*/ 1079183 h 1828493"/>
              <a:gd name="connsiteX71" fmla="*/ 441155 w 1832527"/>
              <a:gd name="connsiteY71" fmla="*/ 1028701 h 1828493"/>
              <a:gd name="connsiteX72" fmla="*/ 424962 w 1832527"/>
              <a:gd name="connsiteY72" fmla="*/ 1002031 h 1828493"/>
              <a:gd name="connsiteX73" fmla="*/ 395435 w 1832527"/>
              <a:gd name="connsiteY73" fmla="*/ 951548 h 1828493"/>
              <a:gd name="connsiteX74" fmla="*/ 392577 w 1832527"/>
              <a:gd name="connsiteY74" fmla="*/ 950596 h 1828493"/>
              <a:gd name="connsiteX75" fmla="*/ 343047 w 1832527"/>
              <a:gd name="connsiteY75" fmla="*/ 793433 h 1828493"/>
              <a:gd name="connsiteX76" fmla="*/ 332570 w 1832527"/>
              <a:gd name="connsiteY76" fmla="*/ 825818 h 1828493"/>
              <a:gd name="connsiteX77" fmla="*/ 299232 w 1832527"/>
              <a:gd name="connsiteY77" fmla="*/ 854393 h 1828493"/>
              <a:gd name="connsiteX78" fmla="*/ 236367 w 1832527"/>
              <a:gd name="connsiteY78" fmla="*/ 842011 h 1828493"/>
              <a:gd name="connsiteX79" fmla="*/ 194457 w 1832527"/>
              <a:gd name="connsiteY79" fmla="*/ 812483 h 1828493"/>
              <a:gd name="connsiteX80" fmla="*/ 170645 w 1832527"/>
              <a:gd name="connsiteY80" fmla="*/ 815341 h 1828493"/>
              <a:gd name="connsiteX81" fmla="*/ 130640 w 1832527"/>
              <a:gd name="connsiteY81" fmla="*/ 860108 h 1828493"/>
              <a:gd name="connsiteX82" fmla="*/ 143975 w 1832527"/>
              <a:gd name="connsiteY82" fmla="*/ 883921 h 1828493"/>
              <a:gd name="connsiteX83" fmla="*/ 180170 w 1832527"/>
              <a:gd name="connsiteY83" fmla="*/ 940118 h 1828493"/>
              <a:gd name="connsiteX84" fmla="*/ 175407 w 1832527"/>
              <a:gd name="connsiteY84" fmla="*/ 989648 h 1828493"/>
              <a:gd name="connsiteX85" fmla="*/ 129687 w 1832527"/>
              <a:gd name="connsiteY85" fmla="*/ 1020128 h 1828493"/>
              <a:gd name="connsiteX86" fmla="*/ 79205 w 1832527"/>
              <a:gd name="connsiteY86" fmla="*/ 1027748 h 1828493"/>
              <a:gd name="connsiteX87" fmla="*/ 61107 w 1832527"/>
              <a:gd name="connsiteY87" fmla="*/ 1046798 h 1828493"/>
              <a:gd name="connsiteX88" fmla="*/ 61107 w 1832527"/>
              <a:gd name="connsiteY88" fmla="*/ 1082993 h 1828493"/>
              <a:gd name="connsiteX89" fmla="*/ 79205 w 1832527"/>
              <a:gd name="connsiteY89" fmla="*/ 1107758 h 1828493"/>
              <a:gd name="connsiteX90" fmla="*/ 81110 w 1832527"/>
              <a:gd name="connsiteY90" fmla="*/ 1108711 h 1828493"/>
              <a:gd name="connsiteX91" fmla="*/ 128735 w 1832527"/>
              <a:gd name="connsiteY91" fmla="*/ 1120141 h 1828493"/>
              <a:gd name="connsiteX92" fmla="*/ 183980 w 1832527"/>
              <a:gd name="connsiteY92" fmla="*/ 1180148 h 1828493"/>
              <a:gd name="connsiteX93" fmla="*/ 169692 w 1832527"/>
              <a:gd name="connsiteY93" fmla="*/ 1217296 h 1828493"/>
              <a:gd name="connsiteX94" fmla="*/ 136355 w 1832527"/>
              <a:gd name="connsiteY94" fmla="*/ 1264921 h 1828493"/>
              <a:gd name="connsiteX95" fmla="*/ 137307 w 1832527"/>
              <a:gd name="connsiteY95" fmla="*/ 1285876 h 1828493"/>
              <a:gd name="connsiteX96" fmla="*/ 169692 w 1832527"/>
              <a:gd name="connsiteY96" fmla="*/ 1319213 h 1828493"/>
              <a:gd name="connsiteX97" fmla="*/ 195410 w 1832527"/>
              <a:gd name="connsiteY97" fmla="*/ 1325881 h 1828493"/>
              <a:gd name="connsiteX98" fmla="*/ 238272 w 1832527"/>
              <a:gd name="connsiteY98" fmla="*/ 1295401 h 1828493"/>
              <a:gd name="connsiteX99" fmla="*/ 271610 w 1832527"/>
              <a:gd name="connsiteY99" fmla="*/ 1279208 h 1828493"/>
              <a:gd name="connsiteX100" fmla="*/ 333522 w 1832527"/>
              <a:gd name="connsiteY100" fmla="*/ 1310641 h 1828493"/>
              <a:gd name="connsiteX101" fmla="*/ 342095 w 1832527"/>
              <a:gd name="connsiteY101" fmla="*/ 1340168 h 1828493"/>
              <a:gd name="connsiteX102" fmla="*/ 354477 w 1832527"/>
              <a:gd name="connsiteY102" fmla="*/ 1391603 h 1828493"/>
              <a:gd name="connsiteX103" fmla="*/ 364955 w 1832527"/>
              <a:gd name="connsiteY103" fmla="*/ 1401128 h 1828493"/>
              <a:gd name="connsiteX104" fmla="*/ 416390 w 1832527"/>
              <a:gd name="connsiteY104" fmla="*/ 1401128 h 1828493"/>
              <a:gd name="connsiteX105" fmla="*/ 432582 w 1832527"/>
              <a:gd name="connsiteY105" fmla="*/ 1386841 h 1828493"/>
              <a:gd name="connsiteX106" fmla="*/ 446870 w 1832527"/>
              <a:gd name="connsiteY106" fmla="*/ 1320166 h 1828493"/>
              <a:gd name="connsiteX107" fmla="*/ 500210 w 1832527"/>
              <a:gd name="connsiteY107" fmla="*/ 1277303 h 1828493"/>
              <a:gd name="connsiteX108" fmla="*/ 568790 w 1832527"/>
              <a:gd name="connsiteY108" fmla="*/ 1308736 h 1828493"/>
              <a:gd name="connsiteX109" fmla="*/ 594507 w 1832527"/>
              <a:gd name="connsiteY109" fmla="*/ 1325881 h 1828493"/>
              <a:gd name="connsiteX110" fmla="*/ 611652 w 1832527"/>
              <a:gd name="connsiteY110" fmla="*/ 1323023 h 1828493"/>
              <a:gd name="connsiteX111" fmla="*/ 657372 w 1832527"/>
              <a:gd name="connsiteY111" fmla="*/ 1276351 h 1828493"/>
              <a:gd name="connsiteX112" fmla="*/ 663087 w 1832527"/>
              <a:gd name="connsiteY112" fmla="*/ 1260158 h 1828493"/>
              <a:gd name="connsiteX113" fmla="*/ 643085 w 1832527"/>
              <a:gd name="connsiteY113" fmla="*/ 1223963 h 1828493"/>
              <a:gd name="connsiteX114" fmla="*/ 603080 w 1832527"/>
              <a:gd name="connsiteY114" fmla="*/ 1185863 h 1828493"/>
              <a:gd name="connsiteX115" fmla="*/ 566885 w 1832527"/>
              <a:gd name="connsiteY115" fmla="*/ 1162051 h 1828493"/>
              <a:gd name="connsiteX116" fmla="*/ 554502 w 1832527"/>
              <a:gd name="connsiteY116" fmla="*/ 1154431 h 1828493"/>
              <a:gd name="connsiteX117" fmla="*/ 527832 w 1832527"/>
              <a:gd name="connsiteY117" fmla="*/ 1187768 h 1828493"/>
              <a:gd name="connsiteX118" fmla="*/ 487827 w 1832527"/>
              <a:gd name="connsiteY118" fmla="*/ 1221106 h 1828493"/>
              <a:gd name="connsiteX119" fmla="*/ 458300 w 1832527"/>
              <a:gd name="connsiteY119" fmla="*/ 1236346 h 1828493"/>
              <a:gd name="connsiteX120" fmla="*/ 418295 w 1832527"/>
              <a:gd name="connsiteY120" fmla="*/ 1247776 h 1828493"/>
              <a:gd name="connsiteX121" fmla="*/ 322092 w 1832527"/>
              <a:gd name="connsiteY121" fmla="*/ 1235393 h 1828493"/>
              <a:gd name="connsiteX122" fmla="*/ 285897 w 1832527"/>
              <a:gd name="connsiteY122" fmla="*/ 1216343 h 1828493"/>
              <a:gd name="connsiteX123" fmla="*/ 238272 w 1832527"/>
              <a:gd name="connsiteY123" fmla="*/ 1165861 h 1828493"/>
              <a:gd name="connsiteX124" fmla="*/ 213507 w 1832527"/>
              <a:gd name="connsiteY124" fmla="*/ 1109663 h 1828493"/>
              <a:gd name="connsiteX125" fmla="*/ 217317 w 1832527"/>
              <a:gd name="connsiteY125" fmla="*/ 1015366 h 1828493"/>
              <a:gd name="connsiteX126" fmla="*/ 245892 w 1832527"/>
              <a:gd name="connsiteY126" fmla="*/ 960121 h 1828493"/>
              <a:gd name="connsiteX127" fmla="*/ 306852 w 1832527"/>
              <a:gd name="connsiteY127" fmla="*/ 906781 h 1828493"/>
              <a:gd name="connsiteX128" fmla="*/ 357335 w 1832527"/>
              <a:gd name="connsiteY128" fmla="*/ 890588 h 1828493"/>
              <a:gd name="connsiteX129" fmla="*/ 364955 w 1832527"/>
              <a:gd name="connsiteY129" fmla="*/ 875348 h 1828493"/>
              <a:gd name="connsiteX130" fmla="*/ 361145 w 1832527"/>
              <a:gd name="connsiteY130" fmla="*/ 864871 h 1828493"/>
              <a:gd name="connsiteX131" fmla="*/ 351620 w 1832527"/>
              <a:gd name="connsiteY131" fmla="*/ 822008 h 1828493"/>
              <a:gd name="connsiteX132" fmla="*/ 343047 w 1832527"/>
              <a:gd name="connsiteY132" fmla="*/ 793433 h 1828493"/>
              <a:gd name="connsiteX133" fmla="*/ 269943 w 1832527"/>
              <a:gd name="connsiteY133" fmla="*/ 465893 h 1828493"/>
              <a:gd name="connsiteX134" fmla="*/ 277325 w 1832527"/>
              <a:gd name="connsiteY134" fmla="*/ 474346 h 1828493"/>
              <a:gd name="connsiteX135" fmla="*/ 284945 w 1832527"/>
              <a:gd name="connsiteY135" fmla="*/ 510541 h 1828493"/>
              <a:gd name="connsiteX136" fmla="*/ 271610 w 1832527"/>
              <a:gd name="connsiteY136" fmla="*/ 527686 h 1828493"/>
              <a:gd name="connsiteX137" fmla="*/ 197315 w 1832527"/>
              <a:gd name="connsiteY137" fmla="*/ 543878 h 1828493"/>
              <a:gd name="connsiteX138" fmla="*/ 142070 w 1832527"/>
              <a:gd name="connsiteY138" fmla="*/ 557213 h 1828493"/>
              <a:gd name="connsiteX139" fmla="*/ 103970 w 1832527"/>
              <a:gd name="connsiteY139" fmla="*/ 569596 h 1828493"/>
              <a:gd name="connsiteX140" fmla="*/ 102065 w 1832527"/>
              <a:gd name="connsiteY140" fmla="*/ 569596 h 1828493"/>
              <a:gd name="connsiteX141" fmla="*/ 53487 w 1832527"/>
              <a:gd name="connsiteY141" fmla="*/ 579121 h 1828493"/>
              <a:gd name="connsiteX142" fmla="*/ 41105 w 1832527"/>
              <a:gd name="connsiteY142" fmla="*/ 569596 h 1828493"/>
              <a:gd name="connsiteX143" fmla="*/ 33485 w 1832527"/>
              <a:gd name="connsiteY143" fmla="*/ 538163 h 1828493"/>
              <a:gd name="connsiteX144" fmla="*/ 47772 w 1832527"/>
              <a:gd name="connsiteY144" fmla="*/ 521018 h 1828493"/>
              <a:gd name="connsiteX145" fmla="*/ 86825 w 1832527"/>
              <a:gd name="connsiteY145" fmla="*/ 509588 h 1828493"/>
              <a:gd name="connsiteX146" fmla="*/ 88730 w 1832527"/>
              <a:gd name="connsiteY146" fmla="*/ 508636 h 1828493"/>
              <a:gd name="connsiteX147" fmla="*/ 132545 w 1832527"/>
              <a:gd name="connsiteY147" fmla="*/ 500063 h 1828493"/>
              <a:gd name="connsiteX148" fmla="*/ 172550 w 1832527"/>
              <a:gd name="connsiteY148" fmla="*/ 487681 h 1828493"/>
              <a:gd name="connsiteX149" fmla="*/ 202077 w 1832527"/>
              <a:gd name="connsiteY149" fmla="*/ 480061 h 1828493"/>
              <a:gd name="connsiteX150" fmla="*/ 246845 w 1832527"/>
              <a:gd name="connsiteY150" fmla="*/ 470536 h 1828493"/>
              <a:gd name="connsiteX151" fmla="*/ 258275 w 1832527"/>
              <a:gd name="connsiteY151" fmla="*/ 466726 h 1828493"/>
              <a:gd name="connsiteX152" fmla="*/ 269943 w 1832527"/>
              <a:gd name="connsiteY152" fmla="*/ 465893 h 1828493"/>
              <a:gd name="connsiteX153" fmla="*/ 1305072 w 1832527"/>
              <a:gd name="connsiteY153" fmla="*/ 350521 h 1828493"/>
              <a:gd name="connsiteX154" fmla="*/ 1121240 w 1832527"/>
              <a:gd name="connsiteY154" fmla="*/ 531496 h 1828493"/>
              <a:gd name="connsiteX155" fmla="*/ 1303167 w 1832527"/>
              <a:gd name="connsiteY155" fmla="*/ 714376 h 1828493"/>
              <a:gd name="connsiteX156" fmla="*/ 1485095 w 1832527"/>
              <a:gd name="connsiteY156" fmla="*/ 532448 h 1828493"/>
              <a:gd name="connsiteX157" fmla="*/ 1305072 w 1832527"/>
              <a:gd name="connsiteY157" fmla="*/ 350521 h 1828493"/>
              <a:gd name="connsiteX158" fmla="*/ 687256 w 1832527"/>
              <a:gd name="connsiteY158" fmla="*/ 349568 h 1828493"/>
              <a:gd name="connsiteX159" fmla="*/ 694519 w 1832527"/>
              <a:gd name="connsiteY159" fmla="*/ 354331 h 1828493"/>
              <a:gd name="connsiteX160" fmla="*/ 719284 w 1832527"/>
              <a:gd name="connsiteY160" fmla="*/ 390526 h 1828493"/>
              <a:gd name="connsiteX161" fmla="*/ 716427 w 1832527"/>
              <a:gd name="connsiteY161" fmla="*/ 401003 h 1828493"/>
              <a:gd name="connsiteX162" fmla="*/ 651657 w 1832527"/>
              <a:gd name="connsiteY162" fmla="*/ 458153 h 1828493"/>
              <a:gd name="connsiteX163" fmla="*/ 621177 w 1832527"/>
              <a:gd name="connsiteY163" fmla="*/ 495301 h 1828493"/>
              <a:gd name="connsiteX164" fmla="*/ 593554 w 1832527"/>
              <a:gd name="connsiteY164" fmla="*/ 539116 h 1828493"/>
              <a:gd name="connsiteX165" fmla="*/ 578314 w 1832527"/>
              <a:gd name="connsiteY165" fmla="*/ 580073 h 1828493"/>
              <a:gd name="connsiteX166" fmla="*/ 558312 w 1832527"/>
              <a:gd name="connsiteY166" fmla="*/ 642938 h 1828493"/>
              <a:gd name="connsiteX167" fmla="*/ 557359 w 1832527"/>
              <a:gd name="connsiteY167" fmla="*/ 654368 h 1828493"/>
              <a:gd name="connsiteX168" fmla="*/ 557359 w 1832527"/>
              <a:gd name="connsiteY168" fmla="*/ 752476 h 1828493"/>
              <a:gd name="connsiteX169" fmla="*/ 568789 w 1832527"/>
              <a:gd name="connsiteY169" fmla="*/ 804863 h 1828493"/>
              <a:gd name="connsiteX170" fmla="*/ 585934 w 1832527"/>
              <a:gd name="connsiteY170" fmla="*/ 856298 h 1828493"/>
              <a:gd name="connsiteX171" fmla="*/ 600222 w 1832527"/>
              <a:gd name="connsiteY171" fmla="*/ 885826 h 1828493"/>
              <a:gd name="connsiteX172" fmla="*/ 626892 w 1832527"/>
              <a:gd name="connsiteY172" fmla="*/ 924878 h 1828493"/>
              <a:gd name="connsiteX173" fmla="*/ 704997 w 1832527"/>
              <a:gd name="connsiteY173" fmla="*/ 1001078 h 1828493"/>
              <a:gd name="connsiteX174" fmla="*/ 753574 w 1832527"/>
              <a:gd name="connsiteY174" fmla="*/ 1029653 h 1828493"/>
              <a:gd name="connsiteX175" fmla="*/ 815487 w 1832527"/>
              <a:gd name="connsiteY175" fmla="*/ 1059181 h 1828493"/>
              <a:gd name="connsiteX176" fmla="*/ 885972 w 1832527"/>
              <a:gd name="connsiteY176" fmla="*/ 1118236 h 1828493"/>
              <a:gd name="connsiteX177" fmla="*/ 918357 w 1832527"/>
              <a:gd name="connsiteY177" fmla="*/ 1163956 h 1828493"/>
              <a:gd name="connsiteX178" fmla="*/ 925977 w 1832527"/>
              <a:gd name="connsiteY178" fmla="*/ 1179196 h 1828493"/>
              <a:gd name="connsiteX179" fmla="*/ 935502 w 1832527"/>
              <a:gd name="connsiteY179" fmla="*/ 1207771 h 1828493"/>
              <a:gd name="connsiteX180" fmla="*/ 947884 w 1832527"/>
              <a:gd name="connsiteY180" fmla="*/ 1254443 h 1828493"/>
              <a:gd name="connsiteX181" fmla="*/ 926929 w 1832527"/>
              <a:gd name="connsiteY181" fmla="*/ 1283971 h 1828493"/>
              <a:gd name="connsiteX182" fmla="*/ 917404 w 1832527"/>
              <a:gd name="connsiteY182" fmla="*/ 1283971 h 1828493"/>
              <a:gd name="connsiteX183" fmla="*/ 911689 w 1832527"/>
              <a:gd name="connsiteY183" fmla="*/ 1283971 h 1828493"/>
              <a:gd name="connsiteX184" fmla="*/ 885019 w 1832527"/>
              <a:gd name="connsiteY184" fmla="*/ 1258253 h 1828493"/>
              <a:gd name="connsiteX185" fmla="*/ 871684 w 1832527"/>
              <a:gd name="connsiteY185" fmla="*/ 1211581 h 1828493"/>
              <a:gd name="connsiteX186" fmla="*/ 849777 w 1832527"/>
              <a:gd name="connsiteY186" fmla="*/ 1169671 h 1828493"/>
              <a:gd name="connsiteX187" fmla="*/ 781197 w 1832527"/>
              <a:gd name="connsiteY187" fmla="*/ 1109663 h 1828493"/>
              <a:gd name="connsiteX188" fmla="*/ 739287 w 1832527"/>
              <a:gd name="connsiteY188" fmla="*/ 1092518 h 1828493"/>
              <a:gd name="connsiteX189" fmla="*/ 683089 w 1832527"/>
              <a:gd name="connsiteY189" fmla="*/ 1059181 h 1828493"/>
              <a:gd name="connsiteX190" fmla="*/ 617367 w 1832527"/>
              <a:gd name="connsiteY190" fmla="*/ 1007746 h 1828493"/>
              <a:gd name="connsiteX191" fmla="*/ 591649 w 1832527"/>
              <a:gd name="connsiteY191" fmla="*/ 975361 h 1828493"/>
              <a:gd name="connsiteX192" fmla="*/ 561169 w 1832527"/>
              <a:gd name="connsiteY192" fmla="*/ 936308 h 1828493"/>
              <a:gd name="connsiteX193" fmla="*/ 549739 w 1832527"/>
              <a:gd name="connsiteY193" fmla="*/ 918211 h 1828493"/>
              <a:gd name="connsiteX194" fmla="*/ 530689 w 1832527"/>
              <a:gd name="connsiteY194" fmla="*/ 882016 h 1828493"/>
              <a:gd name="connsiteX195" fmla="*/ 523069 w 1832527"/>
              <a:gd name="connsiteY195" fmla="*/ 864871 h 1828493"/>
              <a:gd name="connsiteX196" fmla="*/ 513544 w 1832527"/>
              <a:gd name="connsiteY196" fmla="*/ 836296 h 1828493"/>
              <a:gd name="connsiteX197" fmla="*/ 501162 w 1832527"/>
              <a:gd name="connsiteY197" fmla="*/ 795338 h 1828493"/>
              <a:gd name="connsiteX198" fmla="*/ 499257 w 1832527"/>
              <a:gd name="connsiteY198" fmla="*/ 791528 h 1828493"/>
              <a:gd name="connsiteX199" fmla="*/ 493542 w 1832527"/>
              <a:gd name="connsiteY199" fmla="*/ 664846 h 1828493"/>
              <a:gd name="connsiteX200" fmla="*/ 507829 w 1832527"/>
              <a:gd name="connsiteY200" fmla="*/ 591503 h 1828493"/>
              <a:gd name="connsiteX201" fmla="*/ 528784 w 1832527"/>
              <a:gd name="connsiteY201" fmla="*/ 531496 h 1828493"/>
              <a:gd name="connsiteX202" fmla="*/ 569742 w 1832527"/>
              <a:gd name="connsiteY202" fmla="*/ 461963 h 1828493"/>
              <a:gd name="connsiteX203" fmla="*/ 632607 w 1832527"/>
              <a:gd name="connsiteY203" fmla="*/ 391478 h 1828493"/>
              <a:gd name="connsiteX204" fmla="*/ 679279 w 1832527"/>
              <a:gd name="connsiteY204" fmla="*/ 353378 h 1828493"/>
              <a:gd name="connsiteX205" fmla="*/ 687256 w 1832527"/>
              <a:gd name="connsiteY205" fmla="*/ 349568 h 1828493"/>
              <a:gd name="connsiteX206" fmla="*/ 1303167 w 1832527"/>
              <a:gd name="connsiteY206" fmla="*/ 289561 h 1828493"/>
              <a:gd name="connsiteX207" fmla="*/ 1442232 w 1832527"/>
              <a:gd name="connsiteY207" fmla="*/ 333376 h 1828493"/>
              <a:gd name="connsiteX208" fmla="*/ 1547960 w 1832527"/>
              <a:gd name="connsiteY208" fmla="*/ 534353 h 1828493"/>
              <a:gd name="connsiteX209" fmla="*/ 1303167 w 1832527"/>
              <a:gd name="connsiteY209" fmla="*/ 773431 h 1828493"/>
              <a:gd name="connsiteX210" fmla="*/ 1062185 w 1832527"/>
              <a:gd name="connsiteY210" fmla="*/ 530543 h 1828493"/>
              <a:gd name="connsiteX211" fmla="*/ 1109810 w 1832527"/>
              <a:gd name="connsiteY211" fmla="*/ 387668 h 1828493"/>
              <a:gd name="connsiteX212" fmla="*/ 1303167 w 1832527"/>
              <a:gd name="connsiteY212" fmla="*/ 289561 h 1828493"/>
              <a:gd name="connsiteX213" fmla="*/ 116352 w 1832527"/>
              <a:gd name="connsiteY213" fmla="*/ 166688 h 1828493"/>
              <a:gd name="connsiteX214" fmla="*/ 146832 w 1832527"/>
              <a:gd name="connsiteY214" fmla="*/ 186691 h 1828493"/>
              <a:gd name="connsiteX215" fmla="*/ 201125 w 1832527"/>
              <a:gd name="connsiteY215" fmla="*/ 228601 h 1828493"/>
              <a:gd name="connsiteX216" fmla="*/ 243035 w 1832527"/>
              <a:gd name="connsiteY216" fmla="*/ 257176 h 1828493"/>
              <a:gd name="connsiteX217" fmla="*/ 281135 w 1832527"/>
              <a:gd name="connsiteY217" fmla="*/ 285751 h 1828493"/>
              <a:gd name="connsiteX218" fmla="*/ 323045 w 1832527"/>
              <a:gd name="connsiteY218" fmla="*/ 314326 h 1828493"/>
              <a:gd name="connsiteX219" fmla="*/ 323997 w 1832527"/>
              <a:gd name="connsiteY219" fmla="*/ 322898 h 1828493"/>
              <a:gd name="connsiteX220" fmla="*/ 298280 w 1832527"/>
              <a:gd name="connsiteY220" fmla="*/ 359093 h 1828493"/>
              <a:gd name="connsiteX221" fmla="*/ 285897 w 1832527"/>
              <a:gd name="connsiteY221" fmla="*/ 360998 h 1828493"/>
              <a:gd name="connsiteX222" fmla="*/ 217317 w 1832527"/>
              <a:gd name="connsiteY222" fmla="*/ 312421 h 1828493"/>
              <a:gd name="connsiteX223" fmla="*/ 177312 w 1832527"/>
              <a:gd name="connsiteY223" fmla="*/ 281941 h 1828493"/>
              <a:gd name="connsiteX224" fmla="*/ 118257 w 1832527"/>
              <a:gd name="connsiteY224" fmla="*/ 240983 h 1828493"/>
              <a:gd name="connsiteX225" fmla="*/ 87777 w 1832527"/>
              <a:gd name="connsiteY225" fmla="*/ 220028 h 1828493"/>
              <a:gd name="connsiteX226" fmla="*/ 88730 w 1832527"/>
              <a:gd name="connsiteY226" fmla="*/ 203835 h 1828493"/>
              <a:gd name="connsiteX227" fmla="*/ 116352 w 1832527"/>
              <a:gd name="connsiteY227" fmla="*/ 166688 h 1828493"/>
              <a:gd name="connsiteX228" fmla="*/ 1311740 w 1832527"/>
              <a:gd name="connsiteY228" fmla="*/ 71676 h 1828493"/>
              <a:gd name="connsiteX229" fmla="*/ 1306025 w 1832527"/>
              <a:gd name="connsiteY229" fmla="*/ 78106 h 1828493"/>
              <a:gd name="connsiteX230" fmla="*/ 1298405 w 1832527"/>
              <a:gd name="connsiteY230" fmla="*/ 122873 h 1828493"/>
              <a:gd name="connsiteX231" fmla="*/ 1284117 w 1832527"/>
              <a:gd name="connsiteY231" fmla="*/ 188596 h 1828493"/>
              <a:gd name="connsiteX232" fmla="*/ 1259352 w 1832527"/>
              <a:gd name="connsiteY232" fmla="*/ 219076 h 1828493"/>
              <a:gd name="connsiteX233" fmla="*/ 1209822 w 1832527"/>
              <a:gd name="connsiteY233" fmla="*/ 236221 h 1828493"/>
              <a:gd name="connsiteX234" fmla="*/ 1138385 w 1832527"/>
              <a:gd name="connsiteY234" fmla="*/ 207646 h 1828493"/>
              <a:gd name="connsiteX235" fmla="*/ 1090760 w 1832527"/>
              <a:gd name="connsiteY235" fmla="*/ 145733 h 1828493"/>
              <a:gd name="connsiteX236" fmla="*/ 1065042 w 1832527"/>
              <a:gd name="connsiteY236" fmla="*/ 140018 h 1828493"/>
              <a:gd name="connsiteX237" fmla="*/ 1037420 w 1832527"/>
              <a:gd name="connsiteY237" fmla="*/ 161926 h 1828493"/>
              <a:gd name="connsiteX238" fmla="*/ 987890 w 1832527"/>
              <a:gd name="connsiteY238" fmla="*/ 197168 h 1828493"/>
              <a:gd name="connsiteX239" fmla="*/ 986937 w 1832527"/>
              <a:gd name="connsiteY239" fmla="*/ 211456 h 1828493"/>
              <a:gd name="connsiteX240" fmla="*/ 1003130 w 1832527"/>
              <a:gd name="connsiteY240" fmla="*/ 230506 h 1828493"/>
              <a:gd name="connsiteX241" fmla="*/ 1030752 w 1832527"/>
              <a:gd name="connsiteY241" fmla="*/ 269558 h 1828493"/>
              <a:gd name="connsiteX242" fmla="*/ 1052660 w 1832527"/>
              <a:gd name="connsiteY242" fmla="*/ 330518 h 1828493"/>
              <a:gd name="connsiteX243" fmla="*/ 1047897 w 1832527"/>
              <a:gd name="connsiteY243" fmla="*/ 346711 h 1828493"/>
              <a:gd name="connsiteX244" fmla="*/ 1033610 w 1832527"/>
              <a:gd name="connsiteY244" fmla="*/ 380048 h 1828493"/>
              <a:gd name="connsiteX245" fmla="*/ 963125 w 1832527"/>
              <a:gd name="connsiteY245" fmla="*/ 419101 h 1828493"/>
              <a:gd name="connsiteX246" fmla="*/ 914547 w 1832527"/>
              <a:gd name="connsiteY246" fmla="*/ 412433 h 1828493"/>
              <a:gd name="connsiteX247" fmla="*/ 876447 w 1832527"/>
              <a:gd name="connsiteY247" fmla="*/ 406718 h 1828493"/>
              <a:gd name="connsiteX248" fmla="*/ 863112 w 1832527"/>
              <a:gd name="connsiteY248" fmla="*/ 405766 h 1828493"/>
              <a:gd name="connsiteX249" fmla="*/ 855492 w 1832527"/>
              <a:gd name="connsiteY249" fmla="*/ 426721 h 1828493"/>
              <a:gd name="connsiteX250" fmla="*/ 845967 w 1832527"/>
              <a:gd name="connsiteY250" fmla="*/ 518161 h 1828493"/>
              <a:gd name="connsiteX251" fmla="*/ 850730 w 1832527"/>
              <a:gd name="connsiteY251" fmla="*/ 526733 h 1828493"/>
              <a:gd name="connsiteX252" fmla="*/ 884067 w 1832527"/>
              <a:gd name="connsiteY252" fmla="*/ 533401 h 1828493"/>
              <a:gd name="connsiteX253" fmla="*/ 942170 w 1832527"/>
              <a:gd name="connsiteY253" fmla="*/ 541973 h 1828493"/>
              <a:gd name="connsiteX254" fmla="*/ 967887 w 1832527"/>
              <a:gd name="connsiteY254" fmla="*/ 553403 h 1828493"/>
              <a:gd name="connsiteX255" fmla="*/ 999320 w 1832527"/>
              <a:gd name="connsiteY255" fmla="*/ 590551 h 1828493"/>
              <a:gd name="connsiteX256" fmla="*/ 1009797 w 1832527"/>
              <a:gd name="connsiteY256" fmla="*/ 635318 h 1828493"/>
              <a:gd name="connsiteX257" fmla="*/ 1004082 w 1832527"/>
              <a:gd name="connsiteY257" fmla="*/ 654368 h 1828493"/>
              <a:gd name="connsiteX258" fmla="*/ 995510 w 1832527"/>
              <a:gd name="connsiteY258" fmla="*/ 677228 h 1828493"/>
              <a:gd name="connsiteX259" fmla="*/ 984080 w 1832527"/>
              <a:gd name="connsiteY259" fmla="*/ 690563 h 1828493"/>
              <a:gd name="connsiteX260" fmla="*/ 937407 w 1832527"/>
              <a:gd name="connsiteY260" fmla="*/ 727711 h 1828493"/>
              <a:gd name="connsiteX261" fmla="*/ 914547 w 1832527"/>
              <a:gd name="connsiteY261" fmla="*/ 743903 h 1828493"/>
              <a:gd name="connsiteX262" fmla="*/ 905022 w 1832527"/>
              <a:gd name="connsiteY262" fmla="*/ 761048 h 1828493"/>
              <a:gd name="connsiteX263" fmla="*/ 941217 w 1832527"/>
              <a:gd name="connsiteY263" fmla="*/ 811531 h 1828493"/>
              <a:gd name="connsiteX264" fmla="*/ 963125 w 1832527"/>
              <a:gd name="connsiteY264" fmla="*/ 838201 h 1828493"/>
              <a:gd name="connsiteX265" fmla="*/ 977412 w 1832527"/>
              <a:gd name="connsiteY265" fmla="*/ 848678 h 1828493"/>
              <a:gd name="connsiteX266" fmla="*/ 985985 w 1832527"/>
              <a:gd name="connsiteY266" fmla="*/ 842011 h 1828493"/>
              <a:gd name="connsiteX267" fmla="*/ 1033610 w 1832527"/>
              <a:gd name="connsiteY267" fmla="*/ 806768 h 1828493"/>
              <a:gd name="connsiteX268" fmla="*/ 1069805 w 1832527"/>
              <a:gd name="connsiteY268" fmla="*/ 785813 h 1828493"/>
              <a:gd name="connsiteX269" fmla="*/ 1116477 w 1832527"/>
              <a:gd name="connsiteY269" fmla="*/ 782956 h 1828493"/>
              <a:gd name="connsiteX270" fmla="*/ 1163150 w 1832527"/>
              <a:gd name="connsiteY270" fmla="*/ 806768 h 1828493"/>
              <a:gd name="connsiteX271" fmla="*/ 1189820 w 1832527"/>
              <a:gd name="connsiteY271" fmla="*/ 862013 h 1828493"/>
              <a:gd name="connsiteX272" fmla="*/ 1189820 w 1832527"/>
              <a:gd name="connsiteY272" fmla="*/ 886778 h 1828493"/>
              <a:gd name="connsiteX273" fmla="*/ 1183152 w 1832527"/>
              <a:gd name="connsiteY273" fmla="*/ 930593 h 1828493"/>
              <a:gd name="connsiteX274" fmla="*/ 1180295 w 1832527"/>
              <a:gd name="connsiteY274" fmla="*/ 970598 h 1828493"/>
              <a:gd name="connsiteX275" fmla="*/ 1298405 w 1832527"/>
              <a:gd name="connsiteY275" fmla="*/ 991553 h 1828493"/>
              <a:gd name="connsiteX276" fmla="*/ 1306025 w 1832527"/>
              <a:gd name="connsiteY276" fmla="*/ 950596 h 1828493"/>
              <a:gd name="connsiteX277" fmla="*/ 1320312 w 1832527"/>
              <a:gd name="connsiteY277" fmla="*/ 879158 h 1828493"/>
              <a:gd name="connsiteX278" fmla="*/ 1371747 w 1832527"/>
              <a:gd name="connsiteY278" fmla="*/ 830581 h 1828493"/>
              <a:gd name="connsiteX279" fmla="*/ 1431755 w 1832527"/>
              <a:gd name="connsiteY279" fmla="*/ 830581 h 1828493"/>
              <a:gd name="connsiteX280" fmla="*/ 1463187 w 1832527"/>
              <a:gd name="connsiteY280" fmla="*/ 850583 h 1828493"/>
              <a:gd name="connsiteX281" fmla="*/ 1481285 w 1832527"/>
              <a:gd name="connsiteY281" fmla="*/ 871538 h 1828493"/>
              <a:gd name="connsiteX282" fmla="*/ 1521290 w 1832527"/>
              <a:gd name="connsiteY282" fmla="*/ 924878 h 1828493"/>
              <a:gd name="connsiteX283" fmla="*/ 1533672 w 1832527"/>
              <a:gd name="connsiteY283" fmla="*/ 927736 h 1828493"/>
              <a:gd name="connsiteX284" fmla="*/ 1546055 w 1832527"/>
              <a:gd name="connsiteY284" fmla="*/ 920116 h 1828493"/>
              <a:gd name="connsiteX285" fmla="*/ 1616540 w 1832527"/>
              <a:gd name="connsiteY285" fmla="*/ 864871 h 1828493"/>
              <a:gd name="connsiteX286" fmla="*/ 1617492 w 1832527"/>
              <a:gd name="connsiteY286" fmla="*/ 849631 h 1828493"/>
              <a:gd name="connsiteX287" fmla="*/ 1613682 w 1832527"/>
              <a:gd name="connsiteY287" fmla="*/ 844868 h 1828493"/>
              <a:gd name="connsiteX288" fmla="*/ 1580345 w 1832527"/>
              <a:gd name="connsiteY288" fmla="*/ 800101 h 1828493"/>
              <a:gd name="connsiteX289" fmla="*/ 1557485 w 1832527"/>
              <a:gd name="connsiteY289" fmla="*/ 759143 h 1828493"/>
              <a:gd name="connsiteX290" fmla="*/ 1575582 w 1832527"/>
              <a:gd name="connsiteY290" fmla="*/ 675323 h 1828493"/>
              <a:gd name="connsiteX291" fmla="*/ 1646067 w 1832527"/>
              <a:gd name="connsiteY291" fmla="*/ 642938 h 1828493"/>
              <a:gd name="connsiteX292" fmla="*/ 1723220 w 1832527"/>
              <a:gd name="connsiteY292" fmla="*/ 651511 h 1828493"/>
              <a:gd name="connsiteX293" fmla="*/ 1727030 w 1832527"/>
              <a:gd name="connsiteY293" fmla="*/ 653416 h 1828493"/>
              <a:gd name="connsiteX294" fmla="*/ 1747985 w 1832527"/>
              <a:gd name="connsiteY294" fmla="*/ 640081 h 1828493"/>
              <a:gd name="connsiteX295" fmla="*/ 1755605 w 1832527"/>
              <a:gd name="connsiteY295" fmla="*/ 565786 h 1828493"/>
              <a:gd name="connsiteX296" fmla="*/ 1758462 w 1832527"/>
              <a:gd name="connsiteY296" fmla="*/ 558166 h 1828493"/>
              <a:gd name="connsiteX297" fmla="*/ 1763225 w 1832527"/>
              <a:gd name="connsiteY297" fmla="*/ 537211 h 1828493"/>
              <a:gd name="connsiteX298" fmla="*/ 1671785 w 1832527"/>
              <a:gd name="connsiteY298" fmla="*/ 521971 h 1828493"/>
              <a:gd name="connsiteX299" fmla="*/ 1629875 w 1832527"/>
              <a:gd name="connsiteY299" fmla="*/ 503873 h 1828493"/>
              <a:gd name="connsiteX300" fmla="*/ 1600347 w 1832527"/>
              <a:gd name="connsiteY300" fmla="*/ 458153 h 1828493"/>
              <a:gd name="connsiteX301" fmla="*/ 1624160 w 1832527"/>
              <a:gd name="connsiteY301" fmla="*/ 368618 h 1828493"/>
              <a:gd name="connsiteX302" fmla="*/ 1665117 w 1832527"/>
              <a:gd name="connsiteY302" fmla="*/ 335281 h 1828493"/>
              <a:gd name="connsiteX303" fmla="*/ 1687977 w 1832527"/>
              <a:gd name="connsiteY303" fmla="*/ 319088 h 1828493"/>
              <a:gd name="connsiteX304" fmla="*/ 1695597 w 1832527"/>
              <a:gd name="connsiteY304" fmla="*/ 295276 h 1828493"/>
              <a:gd name="connsiteX305" fmla="*/ 1674642 w 1832527"/>
              <a:gd name="connsiteY305" fmla="*/ 266701 h 1828493"/>
              <a:gd name="connsiteX306" fmla="*/ 1633685 w 1832527"/>
              <a:gd name="connsiteY306" fmla="*/ 217171 h 1828493"/>
              <a:gd name="connsiteX307" fmla="*/ 1619397 w 1832527"/>
              <a:gd name="connsiteY307" fmla="*/ 216218 h 1828493"/>
              <a:gd name="connsiteX308" fmla="*/ 1614635 w 1832527"/>
              <a:gd name="connsiteY308" fmla="*/ 220981 h 1828493"/>
              <a:gd name="connsiteX309" fmla="*/ 1568915 w 1832527"/>
              <a:gd name="connsiteY309" fmla="*/ 255271 h 1828493"/>
              <a:gd name="connsiteX310" fmla="*/ 1532720 w 1832527"/>
              <a:gd name="connsiteY310" fmla="*/ 277178 h 1828493"/>
              <a:gd name="connsiteX311" fmla="*/ 1466045 w 1832527"/>
              <a:gd name="connsiteY311" fmla="*/ 272416 h 1828493"/>
              <a:gd name="connsiteX312" fmla="*/ 1424135 w 1832527"/>
              <a:gd name="connsiteY312" fmla="*/ 231458 h 1828493"/>
              <a:gd name="connsiteX313" fmla="*/ 1415562 w 1832527"/>
              <a:gd name="connsiteY313" fmla="*/ 208598 h 1828493"/>
              <a:gd name="connsiteX314" fmla="*/ 1413657 w 1832527"/>
              <a:gd name="connsiteY314" fmla="*/ 173356 h 1828493"/>
              <a:gd name="connsiteX315" fmla="*/ 1425087 w 1832527"/>
              <a:gd name="connsiteY315" fmla="*/ 97156 h 1828493"/>
              <a:gd name="connsiteX316" fmla="*/ 1416515 w 1832527"/>
              <a:gd name="connsiteY316" fmla="*/ 86678 h 1828493"/>
              <a:gd name="connsiteX317" fmla="*/ 1347935 w 1832527"/>
              <a:gd name="connsiteY317" fmla="*/ 78106 h 1828493"/>
              <a:gd name="connsiteX318" fmla="*/ 1320312 w 1832527"/>
              <a:gd name="connsiteY318" fmla="*/ 72391 h 1828493"/>
              <a:gd name="connsiteX319" fmla="*/ 1311740 w 1832527"/>
              <a:gd name="connsiteY319" fmla="*/ 71676 h 1828493"/>
              <a:gd name="connsiteX320" fmla="*/ 1289356 w 1832527"/>
              <a:gd name="connsiteY320" fmla="*/ 11550 h 1828493"/>
              <a:gd name="connsiteX321" fmla="*/ 1306025 w 1832527"/>
              <a:gd name="connsiteY321" fmla="*/ 13336 h 1828493"/>
              <a:gd name="connsiteX322" fmla="*/ 1326027 w 1832527"/>
              <a:gd name="connsiteY322" fmla="*/ 17146 h 1828493"/>
              <a:gd name="connsiteX323" fmla="*/ 1414610 w 1832527"/>
              <a:gd name="connsiteY323" fmla="*/ 30481 h 1828493"/>
              <a:gd name="connsiteX324" fmla="*/ 1437470 w 1832527"/>
              <a:gd name="connsiteY324" fmla="*/ 32386 h 1828493"/>
              <a:gd name="connsiteX325" fmla="*/ 1479380 w 1832527"/>
              <a:gd name="connsiteY325" fmla="*/ 40958 h 1828493"/>
              <a:gd name="connsiteX326" fmla="*/ 1496525 w 1832527"/>
              <a:gd name="connsiteY326" fmla="*/ 63818 h 1828493"/>
              <a:gd name="connsiteX327" fmla="*/ 1490810 w 1832527"/>
              <a:gd name="connsiteY327" fmla="*/ 104776 h 1828493"/>
              <a:gd name="connsiteX328" fmla="*/ 1490810 w 1832527"/>
              <a:gd name="connsiteY328" fmla="*/ 105728 h 1828493"/>
              <a:gd name="connsiteX329" fmla="*/ 1482237 w 1832527"/>
              <a:gd name="connsiteY329" fmla="*/ 197168 h 1828493"/>
              <a:gd name="connsiteX330" fmla="*/ 1517480 w 1832527"/>
              <a:gd name="connsiteY330" fmla="*/ 223838 h 1828493"/>
              <a:gd name="connsiteX331" fmla="*/ 1544150 w 1832527"/>
              <a:gd name="connsiteY331" fmla="*/ 206693 h 1828493"/>
              <a:gd name="connsiteX332" fmla="*/ 1591775 w 1832527"/>
              <a:gd name="connsiteY332" fmla="*/ 168593 h 1828493"/>
              <a:gd name="connsiteX333" fmla="*/ 1628922 w 1832527"/>
              <a:gd name="connsiteY333" fmla="*/ 144781 h 1828493"/>
              <a:gd name="connsiteX334" fmla="*/ 1668927 w 1832527"/>
              <a:gd name="connsiteY334" fmla="*/ 155258 h 1828493"/>
              <a:gd name="connsiteX335" fmla="*/ 1718457 w 1832527"/>
              <a:gd name="connsiteY335" fmla="*/ 220981 h 1828493"/>
              <a:gd name="connsiteX336" fmla="*/ 1767035 w 1832527"/>
              <a:gd name="connsiteY336" fmla="*/ 282893 h 1828493"/>
              <a:gd name="connsiteX337" fmla="*/ 1781322 w 1832527"/>
              <a:gd name="connsiteY337" fmla="*/ 306706 h 1828493"/>
              <a:gd name="connsiteX338" fmla="*/ 1771797 w 1832527"/>
              <a:gd name="connsiteY338" fmla="*/ 338138 h 1828493"/>
              <a:gd name="connsiteX339" fmla="*/ 1722267 w 1832527"/>
              <a:gd name="connsiteY339" fmla="*/ 375286 h 1828493"/>
              <a:gd name="connsiteX340" fmla="*/ 1671785 w 1832527"/>
              <a:gd name="connsiteY340" fmla="*/ 416243 h 1828493"/>
              <a:gd name="connsiteX341" fmla="*/ 1678452 w 1832527"/>
              <a:gd name="connsiteY341" fmla="*/ 461011 h 1828493"/>
              <a:gd name="connsiteX342" fmla="*/ 1706075 w 1832527"/>
              <a:gd name="connsiteY342" fmla="*/ 467678 h 1828493"/>
              <a:gd name="connsiteX343" fmla="*/ 1774655 w 1832527"/>
              <a:gd name="connsiteY343" fmla="*/ 480061 h 1828493"/>
              <a:gd name="connsiteX344" fmla="*/ 1791800 w 1832527"/>
              <a:gd name="connsiteY344" fmla="*/ 481966 h 1828493"/>
              <a:gd name="connsiteX345" fmla="*/ 1828947 w 1832527"/>
              <a:gd name="connsiteY345" fmla="*/ 541021 h 1828493"/>
              <a:gd name="connsiteX346" fmla="*/ 1827042 w 1832527"/>
              <a:gd name="connsiteY346" fmla="*/ 546736 h 1828493"/>
              <a:gd name="connsiteX347" fmla="*/ 1817517 w 1832527"/>
              <a:gd name="connsiteY347" fmla="*/ 622936 h 1828493"/>
              <a:gd name="connsiteX348" fmla="*/ 1808945 w 1832527"/>
              <a:gd name="connsiteY348" fmla="*/ 684848 h 1828493"/>
              <a:gd name="connsiteX349" fmla="*/ 1790847 w 1832527"/>
              <a:gd name="connsiteY349" fmla="*/ 720091 h 1828493"/>
              <a:gd name="connsiteX350" fmla="*/ 1755605 w 1832527"/>
              <a:gd name="connsiteY350" fmla="*/ 722948 h 1828493"/>
              <a:gd name="connsiteX351" fmla="*/ 1746080 w 1832527"/>
              <a:gd name="connsiteY351" fmla="*/ 719138 h 1828493"/>
              <a:gd name="connsiteX352" fmla="*/ 1653687 w 1832527"/>
              <a:gd name="connsiteY352" fmla="*/ 709613 h 1828493"/>
              <a:gd name="connsiteX353" fmla="*/ 1619397 w 1832527"/>
              <a:gd name="connsiteY353" fmla="*/ 741046 h 1828493"/>
              <a:gd name="connsiteX354" fmla="*/ 1633685 w 1832527"/>
              <a:gd name="connsiteY354" fmla="*/ 767716 h 1828493"/>
              <a:gd name="connsiteX355" fmla="*/ 1668927 w 1832527"/>
              <a:gd name="connsiteY355" fmla="*/ 813436 h 1828493"/>
              <a:gd name="connsiteX356" fmla="*/ 1699407 w 1832527"/>
              <a:gd name="connsiteY356" fmla="*/ 857251 h 1828493"/>
              <a:gd name="connsiteX357" fmla="*/ 1694645 w 1832527"/>
              <a:gd name="connsiteY357" fmla="*/ 889636 h 1828493"/>
              <a:gd name="connsiteX358" fmla="*/ 1636542 w 1832527"/>
              <a:gd name="connsiteY358" fmla="*/ 933451 h 1828493"/>
              <a:gd name="connsiteX359" fmla="*/ 1596537 w 1832527"/>
              <a:gd name="connsiteY359" fmla="*/ 965836 h 1828493"/>
              <a:gd name="connsiteX360" fmla="*/ 1532720 w 1832527"/>
              <a:gd name="connsiteY360" fmla="*/ 1008698 h 1828493"/>
              <a:gd name="connsiteX361" fmla="*/ 1498430 w 1832527"/>
              <a:gd name="connsiteY361" fmla="*/ 991553 h 1828493"/>
              <a:gd name="connsiteX362" fmla="*/ 1464140 w 1832527"/>
              <a:gd name="connsiteY362" fmla="*/ 946786 h 1828493"/>
              <a:gd name="connsiteX363" fmla="*/ 1433660 w 1832527"/>
              <a:gd name="connsiteY363" fmla="*/ 905828 h 1828493"/>
              <a:gd name="connsiteX364" fmla="*/ 1385082 w 1832527"/>
              <a:gd name="connsiteY364" fmla="*/ 900113 h 1828493"/>
              <a:gd name="connsiteX365" fmla="*/ 1375557 w 1832527"/>
              <a:gd name="connsiteY365" fmla="*/ 923926 h 1828493"/>
              <a:gd name="connsiteX366" fmla="*/ 1366985 w 1832527"/>
              <a:gd name="connsiteY366" fmla="*/ 997268 h 1828493"/>
              <a:gd name="connsiteX367" fmla="*/ 1360317 w 1832527"/>
              <a:gd name="connsiteY367" fmla="*/ 1036321 h 1828493"/>
              <a:gd name="connsiteX368" fmla="*/ 1314597 w 1832527"/>
              <a:gd name="connsiteY368" fmla="*/ 1060133 h 1828493"/>
              <a:gd name="connsiteX369" fmla="*/ 1306977 w 1832527"/>
              <a:gd name="connsiteY369" fmla="*/ 1057276 h 1828493"/>
              <a:gd name="connsiteX370" fmla="*/ 1227920 w 1832527"/>
              <a:gd name="connsiteY370" fmla="*/ 1047751 h 1828493"/>
              <a:gd name="connsiteX371" fmla="*/ 1168865 w 1832527"/>
              <a:gd name="connsiteY371" fmla="*/ 1040131 h 1828493"/>
              <a:gd name="connsiteX372" fmla="*/ 1138385 w 1832527"/>
              <a:gd name="connsiteY372" fmla="*/ 1033463 h 1828493"/>
              <a:gd name="connsiteX373" fmla="*/ 1126002 w 1832527"/>
              <a:gd name="connsiteY373" fmla="*/ 1024891 h 1828493"/>
              <a:gd name="connsiteX374" fmla="*/ 1123145 w 1832527"/>
              <a:gd name="connsiteY374" fmla="*/ 982981 h 1828493"/>
              <a:gd name="connsiteX375" fmla="*/ 1124097 w 1832527"/>
              <a:gd name="connsiteY375" fmla="*/ 980123 h 1828493"/>
              <a:gd name="connsiteX376" fmla="*/ 1131717 w 1832527"/>
              <a:gd name="connsiteY376" fmla="*/ 911543 h 1828493"/>
              <a:gd name="connsiteX377" fmla="*/ 1136480 w 1832527"/>
              <a:gd name="connsiteY377" fmla="*/ 883921 h 1828493"/>
              <a:gd name="connsiteX378" fmla="*/ 1122192 w 1832527"/>
              <a:gd name="connsiteY378" fmla="*/ 854393 h 1828493"/>
              <a:gd name="connsiteX379" fmla="*/ 1096475 w 1832527"/>
              <a:gd name="connsiteY379" fmla="*/ 849631 h 1828493"/>
              <a:gd name="connsiteX380" fmla="*/ 1074567 w 1832527"/>
              <a:gd name="connsiteY380" fmla="*/ 862966 h 1828493"/>
              <a:gd name="connsiteX381" fmla="*/ 1027895 w 1832527"/>
              <a:gd name="connsiteY381" fmla="*/ 899161 h 1828493"/>
              <a:gd name="connsiteX382" fmla="*/ 995510 w 1832527"/>
              <a:gd name="connsiteY382" fmla="*/ 924878 h 1828493"/>
              <a:gd name="connsiteX383" fmla="*/ 953600 w 1832527"/>
              <a:gd name="connsiteY383" fmla="*/ 922021 h 1828493"/>
              <a:gd name="connsiteX384" fmla="*/ 910737 w 1832527"/>
              <a:gd name="connsiteY384" fmla="*/ 866776 h 1828493"/>
              <a:gd name="connsiteX385" fmla="*/ 878352 w 1832527"/>
              <a:gd name="connsiteY385" fmla="*/ 824866 h 1828493"/>
              <a:gd name="connsiteX386" fmla="*/ 840252 w 1832527"/>
              <a:gd name="connsiteY386" fmla="*/ 773431 h 1828493"/>
              <a:gd name="connsiteX387" fmla="*/ 853587 w 1832527"/>
              <a:gd name="connsiteY387" fmla="*/ 725806 h 1828493"/>
              <a:gd name="connsiteX388" fmla="*/ 903117 w 1832527"/>
              <a:gd name="connsiteY388" fmla="*/ 687706 h 1828493"/>
              <a:gd name="connsiteX389" fmla="*/ 936455 w 1832527"/>
              <a:gd name="connsiteY389" fmla="*/ 662941 h 1828493"/>
              <a:gd name="connsiteX390" fmla="*/ 952647 w 1832527"/>
              <a:gd name="connsiteY390" fmla="*/ 625793 h 1828493"/>
              <a:gd name="connsiteX391" fmla="*/ 928835 w 1832527"/>
              <a:gd name="connsiteY391" fmla="*/ 604838 h 1828493"/>
              <a:gd name="connsiteX392" fmla="*/ 862160 w 1832527"/>
              <a:gd name="connsiteY392" fmla="*/ 596266 h 1828493"/>
              <a:gd name="connsiteX393" fmla="*/ 801200 w 1832527"/>
              <a:gd name="connsiteY393" fmla="*/ 582931 h 1828493"/>
              <a:gd name="connsiteX394" fmla="*/ 785960 w 1832527"/>
              <a:gd name="connsiteY394" fmla="*/ 545783 h 1828493"/>
              <a:gd name="connsiteX395" fmla="*/ 787865 w 1832527"/>
              <a:gd name="connsiteY395" fmla="*/ 540068 h 1828493"/>
              <a:gd name="connsiteX396" fmla="*/ 796437 w 1832527"/>
              <a:gd name="connsiteY396" fmla="*/ 466726 h 1828493"/>
              <a:gd name="connsiteX397" fmla="*/ 808820 w 1832527"/>
              <a:gd name="connsiteY397" fmla="*/ 389573 h 1828493"/>
              <a:gd name="connsiteX398" fmla="*/ 810725 w 1832527"/>
              <a:gd name="connsiteY398" fmla="*/ 371476 h 1828493"/>
              <a:gd name="connsiteX399" fmla="*/ 838347 w 1832527"/>
              <a:gd name="connsiteY399" fmla="*/ 345758 h 1828493"/>
              <a:gd name="connsiteX400" fmla="*/ 873590 w 1832527"/>
              <a:gd name="connsiteY400" fmla="*/ 351473 h 1828493"/>
              <a:gd name="connsiteX401" fmla="*/ 874542 w 1832527"/>
              <a:gd name="connsiteY401" fmla="*/ 351473 h 1828493"/>
              <a:gd name="connsiteX402" fmla="*/ 971697 w 1832527"/>
              <a:gd name="connsiteY402" fmla="*/ 360046 h 1828493"/>
              <a:gd name="connsiteX403" fmla="*/ 995510 w 1832527"/>
              <a:gd name="connsiteY403" fmla="*/ 320041 h 1828493"/>
              <a:gd name="connsiteX404" fmla="*/ 972650 w 1832527"/>
              <a:gd name="connsiteY404" fmla="*/ 288608 h 1828493"/>
              <a:gd name="connsiteX405" fmla="*/ 938360 w 1832527"/>
              <a:gd name="connsiteY405" fmla="*/ 241936 h 1828493"/>
              <a:gd name="connsiteX406" fmla="*/ 929787 w 1832527"/>
              <a:gd name="connsiteY406" fmla="*/ 231458 h 1828493"/>
              <a:gd name="connsiteX407" fmla="*/ 916452 w 1832527"/>
              <a:gd name="connsiteY407" fmla="*/ 207646 h 1828493"/>
              <a:gd name="connsiteX408" fmla="*/ 900260 w 1832527"/>
              <a:gd name="connsiteY408" fmla="*/ 195263 h 1828493"/>
              <a:gd name="connsiteX409" fmla="*/ 854540 w 1832527"/>
              <a:gd name="connsiteY409" fmla="*/ 197168 h 1828493"/>
              <a:gd name="connsiteX410" fmla="*/ 797390 w 1832527"/>
              <a:gd name="connsiteY410" fmla="*/ 209551 h 1828493"/>
              <a:gd name="connsiteX411" fmla="*/ 760242 w 1832527"/>
              <a:gd name="connsiteY411" fmla="*/ 218123 h 1828493"/>
              <a:gd name="connsiteX412" fmla="*/ 729762 w 1832527"/>
              <a:gd name="connsiteY412" fmla="*/ 230506 h 1828493"/>
              <a:gd name="connsiteX413" fmla="*/ 693567 w 1832527"/>
              <a:gd name="connsiteY413" fmla="*/ 245746 h 1828493"/>
              <a:gd name="connsiteX414" fmla="*/ 660230 w 1832527"/>
              <a:gd name="connsiteY414" fmla="*/ 261938 h 1828493"/>
              <a:gd name="connsiteX415" fmla="*/ 628797 w 1832527"/>
              <a:gd name="connsiteY415" fmla="*/ 282893 h 1828493"/>
              <a:gd name="connsiteX416" fmla="*/ 552597 w 1832527"/>
              <a:gd name="connsiteY416" fmla="*/ 345758 h 1828493"/>
              <a:gd name="connsiteX417" fmla="*/ 504020 w 1832527"/>
              <a:gd name="connsiteY417" fmla="*/ 400051 h 1828493"/>
              <a:gd name="connsiteX418" fmla="*/ 473540 w 1832527"/>
              <a:gd name="connsiteY418" fmla="*/ 451486 h 1828493"/>
              <a:gd name="connsiteX419" fmla="*/ 446870 w 1832527"/>
              <a:gd name="connsiteY419" fmla="*/ 498158 h 1828493"/>
              <a:gd name="connsiteX420" fmla="*/ 427820 w 1832527"/>
              <a:gd name="connsiteY420" fmla="*/ 539116 h 1828493"/>
              <a:gd name="connsiteX421" fmla="*/ 415437 w 1832527"/>
              <a:gd name="connsiteY421" fmla="*/ 572453 h 1828493"/>
              <a:gd name="connsiteX422" fmla="*/ 414485 w 1832527"/>
              <a:gd name="connsiteY422" fmla="*/ 574358 h 1828493"/>
              <a:gd name="connsiteX423" fmla="*/ 406865 w 1832527"/>
              <a:gd name="connsiteY423" fmla="*/ 622936 h 1828493"/>
              <a:gd name="connsiteX424" fmla="*/ 401150 w 1832527"/>
              <a:gd name="connsiteY424" fmla="*/ 738188 h 1828493"/>
              <a:gd name="connsiteX425" fmla="*/ 413532 w 1832527"/>
              <a:gd name="connsiteY425" fmla="*/ 814388 h 1828493"/>
              <a:gd name="connsiteX426" fmla="*/ 422105 w 1832527"/>
              <a:gd name="connsiteY426" fmla="*/ 856298 h 1828493"/>
              <a:gd name="connsiteX427" fmla="*/ 434487 w 1832527"/>
              <a:gd name="connsiteY427" fmla="*/ 884873 h 1828493"/>
              <a:gd name="connsiteX428" fmla="*/ 442107 w 1832527"/>
              <a:gd name="connsiteY428" fmla="*/ 903923 h 1828493"/>
              <a:gd name="connsiteX429" fmla="*/ 472587 w 1832527"/>
              <a:gd name="connsiteY429" fmla="*/ 963931 h 1828493"/>
              <a:gd name="connsiteX430" fmla="*/ 530690 w 1832527"/>
              <a:gd name="connsiteY430" fmla="*/ 1044893 h 1828493"/>
              <a:gd name="connsiteX431" fmla="*/ 604985 w 1832527"/>
              <a:gd name="connsiteY431" fmla="*/ 1112521 h 1828493"/>
              <a:gd name="connsiteX432" fmla="*/ 670707 w 1832527"/>
              <a:gd name="connsiteY432" fmla="*/ 1162051 h 1828493"/>
              <a:gd name="connsiteX433" fmla="*/ 709760 w 1832527"/>
              <a:gd name="connsiteY433" fmla="*/ 1209676 h 1828493"/>
              <a:gd name="connsiteX434" fmla="*/ 730715 w 1832527"/>
              <a:gd name="connsiteY434" fmla="*/ 1263016 h 1828493"/>
              <a:gd name="connsiteX435" fmla="*/ 737382 w 1832527"/>
              <a:gd name="connsiteY435" fmla="*/ 1348741 h 1828493"/>
              <a:gd name="connsiteX436" fmla="*/ 737382 w 1832527"/>
              <a:gd name="connsiteY436" fmla="*/ 1430656 h 1828493"/>
              <a:gd name="connsiteX437" fmla="*/ 760242 w 1832527"/>
              <a:gd name="connsiteY437" fmla="*/ 1479233 h 1828493"/>
              <a:gd name="connsiteX438" fmla="*/ 789770 w 1832527"/>
              <a:gd name="connsiteY438" fmla="*/ 1491616 h 1828493"/>
              <a:gd name="connsiteX439" fmla="*/ 1048850 w 1832527"/>
              <a:gd name="connsiteY439" fmla="*/ 1491616 h 1828493"/>
              <a:gd name="connsiteX440" fmla="*/ 1094570 w 1832527"/>
              <a:gd name="connsiteY440" fmla="*/ 1458278 h 1828493"/>
              <a:gd name="connsiteX441" fmla="*/ 1100285 w 1832527"/>
              <a:gd name="connsiteY441" fmla="*/ 1421131 h 1828493"/>
              <a:gd name="connsiteX442" fmla="*/ 1101237 w 1832527"/>
              <a:gd name="connsiteY442" fmla="*/ 1300163 h 1828493"/>
              <a:gd name="connsiteX443" fmla="*/ 1113620 w 1832527"/>
              <a:gd name="connsiteY443" fmla="*/ 1247776 h 1828493"/>
              <a:gd name="connsiteX444" fmla="*/ 1127907 w 1832527"/>
              <a:gd name="connsiteY444" fmla="*/ 1213486 h 1828493"/>
              <a:gd name="connsiteX445" fmla="*/ 1167912 w 1832527"/>
              <a:gd name="connsiteY445" fmla="*/ 1163003 h 1828493"/>
              <a:gd name="connsiteX446" fmla="*/ 1226967 w 1832527"/>
              <a:gd name="connsiteY446" fmla="*/ 1120141 h 1828493"/>
              <a:gd name="connsiteX447" fmla="*/ 1255542 w 1832527"/>
              <a:gd name="connsiteY447" fmla="*/ 1095376 h 1828493"/>
              <a:gd name="connsiteX448" fmla="*/ 1268877 w 1832527"/>
              <a:gd name="connsiteY448" fmla="*/ 1096328 h 1828493"/>
              <a:gd name="connsiteX449" fmla="*/ 1298405 w 1832527"/>
              <a:gd name="connsiteY449" fmla="*/ 1128713 h 1828493"/>
              <a:gd name="connsiteX450" fmla="*/ 1297452 w 1832527"/>
              <a:gd name="connsiteY450" fmla="*/ 1141096 h 1828493"/>
              <a:gd name="connsiteX451" fmla="*/ 1266020 w 1832527"/>
              <a:gd name="connsiteY451" fmla="*/ 1164908 h 1828493"/>
              <a:gd name="connsiteX452" fmla="*/ 1225062 w 1832527"/>
              <a:gd name="connsiteY452" fmla="*/ 1193483 h 1828493"/>
              <a:gd name="connsiteX453" fmla="*/ 1186010 w 1832527"/>
              <a:gd name="connsiteY453" fmla="*/ 1236346 h 1828493"/>
              <a:gd name="connsiteX454" fmla="*/ 1166960 w 1832527"/>
              <a:gd name="connsiteY454" fmla="*/ 1273493 h 1828493"/>
              <a:gd name="connsiteX455" fmla="*/ 1166007 w 1832527"/>
              <a:gd name="connsiteY455" fmla="*/ 1285876 h 1828493"/>
              <a:gd name="connsiteX456" fmla="*/ 1164102 w 1832527"/>
              <a:gd name="connsiteY456" fmla="*/ 1427798 h 1828493"/>
              <a:gd name="connsiteX457" fmla="*/ 1121240 w 1832527"/>
              <a:gd name="connsiteY457" fmla="*/ 1524001 h 1828493"/>
              <a:gd name="connsiteX458" fmla="*/ 1107905 w 1832527"/>
              <a:gd name="connsiteY458" fmla="*/ 1533526 h 1828493"/>
              <a:gd name="connsiteX459" fmla="*/ 1101237 w 1832527"/>
              <a:gd name="connsiteY459" fmla="*/ 1548766 h 1828493"/>
              <a:gd name="connsiteX460" fmla="*/ 1100285 w 1832527"/>
              <a:gd name="connsiteY460" fmla="*/ 1716406 h 1828493"/>
              <a:gd name="connsiteX461" fmla="*/ 1073615 w 1832527"/>
              <a:gd name="connsiteY461" fmla="*/ 1779271 h 1828493"/>
              <a:gd name="connsiteX462" fmla="*/ 1042182 w 1832527"/>
              <a:gd name="connsiteY462" fmla="*/ 1808798 h 1828493"/>
              <a:gd name="connsiteX463" fmla="*/ 1014560 w 1832527"/>
              <a:gd name="connsiteY463" fmla="*/ 1820228 h 1828493"/>
              <a:gd name="connsiteX464" fmla="*/ 841205 w 1832527"/>
              <a:gd name="connsiteY464" fmla="*/ 1825943 h 1828493"/>
              <a:gd name="connsiteX465" fmla="*/ 778340 w 1832527"/>
              <a:gd name="connsiteY465" fmla="*/ 1796416 h 1828493"/>
              <a:gd name="connsiteX466" fmla="*/ 736430 w 1832527"/>
              <a:gd name="connsiteY466" fmla="*/ 1703071 h 1828493"/>
              <a:gd name="connsiteX467" fmla="*/ 736430 w 1832527"/>
              <a:gd name="connsiteY467" fmla="*/ 1550671 h 1828493"/>
              <a:gd name="connsiteX468" fmla="*/ 722142 w 1832527"/>
              <a:gd name="connsiteY468" fmla="*/ 1526858 h 1828493"/>
              <a:gd name="connsiteX469" fmla="*/ 684995 w 1832527"/>
              <a:gd name="connsiteY469" fmla="*/ 1478281 h 1828493"/>
              <a:gd name="connsiteX470" fmla="*/ 677375 w 1832527"/>
              <a:gd name="connsiteY470" fmla="*/ 1414463 h 1828493"/>
              <a:gd name="connsiteX471" fmla="*/ 677375 w 1832527"/>
              <a:gd name="connsiteY471" fmla="*/ 1351598 h 1828493"/>
              <a:gd name="connsiteX472" fmla="*/ 674517 w 1832527"/>
              <a:gd name="connsiteY472" fmla="*/ 1349693 h 1828493"/>
              <a:gd name="connsiteX473" fmla="*/ 649752 w 1832527"/>
              <a:gd name="connsiteY473" fmla="*/ 1372553 h 1828493"/>
              <a:gd name="connsiteX474" fmla="*/ 616415 w 1832527"/>
              <a:gd name="connsiteY474" fmla="*/ 1398271 h 1828493"/>
              <a:gd name="connsiteX475" fmla="*/ 583077 w 1832527"/>
              <a:gd name="connsiteY475" fmla="*/ 1391603 h 1828493"/>
              <a:gd name="connsiteX476" fmla="*/ 516402 w 1832527"/>
              <a:gd name="connsiteY476" fmla="*/ 1346836 h 1828493"/>
              <a:gd name="connsiteX477" fmla="*/ 511640 w 1832527"/>
              <a:gd name="connsiteY477" fmla="*/ 1341121 h 1828493"/>
              <a:gd name="connsiteX478" fmla="*/ 506877 w 1832527"/>
              <a:gd name="connsiteY478" fmla="*/ 1343978 h 1828493"/>
              <a:gd name="connsiteX479" fmla="*/ 499257 w 1832527"/>
              <a:gd name="connsiteY479" fmla="*/ 1368743 h 1828493"/>
              <a:gd name="connsiteX480" fmla="*/ 490685 w 1832527"/>
              <a:gd name="connsiteY480" fmla="*/ 1417321 h 1828493"/>
              <a:gd name="connsiteX481" fmla="*/ 477350 w 1832527"/>
              <a:gd name="connsiteY481" fmla="*/ 1452563 h 1828493"/>
              <a:gd name="connsiteX482" fmla="*/ 456395 w 1832527"/>
              <a:gd name="connsiteY482" fmla="*/ 1464946 h 1828493"/>
              <a:gd name="connsiteX483" fmla="*/ 330665 w 1832527"/>
              <a:gd name="connsiteY483" fmla="*/ 1465898 h 1828493"/>
              <a:gd name="connsiteX484" fmla="*/ 305900 w 1832527"/>
              <a:gd name="connsiteY484" fmla="*/ 1444943 h 1828493"/>
              <a:gd name="connsiteX485" fmla="*/ 291612 w 1832527"/>
              <a:gd name="connsiteY485" fmla="*/ 1378268 h 1828493"/>
              <a:gd name="connsiteX486" fmla="*/ 282087 w 1832527"/>
              <a:gd name="connsiteY486" fmla="*/ 1343978 h 1828493"/>
              <a:gd name="connsiteX487" fmla="*/ 257322 w 1832527"/>
              <a:gd name="connsiteY487" fmla="*/ 1359218 h 1828493"/>
              <a:gd name="connsiteX488" fmla="*/ 218270 w 1832527"/>
              <a:gd name="connsiteY488" fmla="*/ 1386841 h 1828493"/>
              <a:gd name="connsiteX489" fmla="*/ 201125 w 1832527"/>
              <a:gd name="connsiteY489" fmla="*/ 1397318 h 1828493"/>
              <a:gd name="connsiteX490" fmla="*/ 155405 w 1832527"/>
              <a:gd name="connsiteY490" fmla="*/ 1391603 h 1828493"/>
              <a:gd name="connsiteX491" fmla="*/ 103017 w 1832527"/>
              <a:gd name="connsiteY491" fmla="*/ 1339216 h 1828493"/>
              <a:gd name="connsiteX492" fmla="*/ 65870 w 1832527"/>
              <a:gd name="connsiteY492" fmla="*/ 1302068 h 1828493"/>
              <a:gd name="connsiteX493" fmla="*/ 65870 w 1832527"/>
              <a:gd name="connsiteY493" fmla="*/ 1265873 h 1828493"/>
              <a:gd name="connsiteX494" fmla="*/ 106827 w 1832527"/>
              <a:gd name="connsiteY494" fmla="*/ 1204913 h 1828493"/>
              <a:gd name="connsiteX495" fmla="*/ 123020 w 1832527"/>
              <a:gd name="connsiteY495" fmla="*/ 1183958 h 1828493"/>
              <a:gd name="connsiteX496" fmla="*/ 68727 w 1832527"/>
              <a:gd name="connsiteY496" fmla="*/ 1173481 h 1828493"/>
              <a:gd name="connsiteX497" fmla="*/ 16340 w 1832527"/>
              <a:gd name="connsiteY497" fmla="*/ 1159193 h 1828493"/>
              <a:gd name="connsiteX498" fmla="*/ 1100 w 1832527"/>
              <a:gd name="connsiteY498" fmla="*/ 1137286 h 1828493"/>
              <a:gd name="connsiteX499" fmla="*/ 1100 w 1832527"/>
              <a:gd name="connsiteY499" fmla="*/ 1009651 h 1828493"/>
              <a:gd name="connsiteX500" fmla="*/ 27770 w 1832527"/>
              <a:gd name="connsiteY500" fmla="*/ 982028 h 1828493"/>
              <a:gd name="connsiteX501" fmla="*/ 74442 w 1832527"/>
              <a:gd name="connsiteY501" fmla="*/ 974408 h 1828493"/>
              <a:gd name="connsiteX502" fmla="*/ 106827 w 1832527"/>
              <a:gd name="connsiteY502" fmla="*/ 967741 h 1828493"/>
              <a:gd name="connsiteX503" fmla="*/ 123020 w 1832527"/>
              <a:gd name="connsiteY503" fmla="*/ 959168 h 1828493"/>
              <a:gd name="connsiteX504" fmla="*/ 95397 w 1832527"/>
              <a:gd name="connsiteY504" fmla="*/ 921068 h 1828493"/>
              <a:gd name="connsiteX505" fmla="*/ 71585 w 1832527"/>
              <a:gd name="connsiteY505" fmla="*/ 883921 h 1828493"/>
              <a:gd name="connsiteX506" fmla="*/ 75395 w 1832527"/>
              <a:gd name="connsiteY506" fmla="*/ 833438 h 1828493"/>
              <a:gd name="connsiteX507" fmla="*/ 145880 w 1832527"/>
              <a:gd name="connsiteY507" fmla="*/ 762953 h 1828493"/>
              <a:gd name="connsiteX508" fmla="*/ 185885 w 1832527"/>
              <a:gd name="connsiteY508" fmla="*/ 740093 h 1828493"/>
              <a:gd name="connsiteX509" fmla="*/ 208745 w 1832527"/>
              <a:gd name="connsiteY509" fmla="*/ 748666 h 1828493"/>
              <a:gd name="connsiteX510" fmla="*/ 246845 w 1832527"/>
              <a:gd name="connsiteY510" fmla="*/ 775336 h 1828493"/>
              <a:gd name="connsiteX511" fmla="*/ 272562 w 1832527"/>
              <a:gd name="connsiteY511" fmla="*/ 792481 h 1828493"/>
              <a:gd name="connsiteX512" fmla="*/ 284945 w 1832527"/>
              <a:gd name="connsiteY512" fmla="*/ 800101 h 1828493"/>
              <a:gd name="connsiteX513" fmla="*/ 294470 w 1832527"/>
              <a:gd name="connsiteY513" fmla="*/ 767716 h 1828493"/>
              <a:gd name="connsiteX514" fmla="*/ 302090 w 1832527"/>
              <a:gd name="connsiteY514" fmla="*/ 720091 h 1828493"/>
              <a:gd name="connsiteX515" fmla="*/ 316377 w 1832527"/>
              <a:gd name="connsiteY515" fmla="*/ 686753 h 1828493"/>
              <a:gd name="connsiteX516" fmla="*/ 330665 w 1832527"/>
              <a:gd name="connsiteY516" fmla="*/ 681991 h 1828493"/>
              <a:gd name="connsiteX517" fmla="*/ 344000 w 1832527"/>
              <a:gd name="connsiteY517" fmla="*/ 668656 h 1828493"/>
              <a:gd name="connsiteX518" fmla="*/ 352572 w 1832527"/>
              <a:gd name="connsiteY518" fmla="*/ 601028 h 1828493"/>
              <a:gd name="connsiteX519" fmla="*/ 364955 w 1832527"/>
              <a:gd name="connsiteY519" fmla="*/ 558166 h 1828493"/>
              <a:gd name="connsiteX520" fmla="*/ 373527 w 1832527"/>
              <a:gd name="connsiteY520" fmla="*/ 523876 h 1828493"/>
              <a:gd name="connsiteX521" fmla="*/ 382100 w 1832527"/>
              <a:gd name="connsiteY521" fmla="*/ 500063 h 1828493"/>
              <a:gd name="connsiteX522" fmla="*/ 402102 w 1832527"/>
              <a:gd name="connsiteY522" fmla="*/ 456248 h 1828493"/>
              <a:gd name="connsiteX523" fmla="*/ 422105 w 1832527"/>
              <a:gd name="connsiteY523" fmla="*/ 421958 h 1828493"/>
              <a:gd name="connsiteX524" fmla="*/ 445917 w 1832527"/>
              <a:gd name="connsiteY524" fmla="*/ 381001 h 1828493"/>
              <a:gd name="connsiteX525" fmla="*/ 460205 w 1832527"/>
              <a:gd name="connsiteY525" fmla="*/ 360998 h 1828493"/>
              <a:gd name="connsiteX526" fmla="*/ 537357 w 1832527"/>
              <a:gd name="connsiteY526" fmla="*/ 280036 h 1828493"/>
              <a:gd name="connsiteX527" fmla="*/ 583077 w 1832527"/>
              <a:gd name="connsiteY527" fmla="*/ 240031 h 1828493"/>
              <a:gd name="connsiteX528" fmla="*/ 635465 w 1832527"/>
              <a:gd name="connsiteY528" fmla="*/ 208598 h 1828493"/>
              <a:gd name="connsiteX529" fmla="*/ 667850 w 1832527"/>
              <a:gd name="connsiteY529" fmla="*/ 188596 h 1828493"/>
              <a:gd name="connsiteX530" fmla="*/ 684995 w 1832527"/>
              <a:gd name="connsiteY530" fmla="*/ 180976 h 1828493"/>
              <a:gd name="connsiteX531" fmla="*/ 728810 w 1832527"/>
              <a:gd name="connsiteY531" fmla="*/ 165736 h 1828493"/>
              <a:gd name="connsiteX532" fmla="*/ 785960 w 1832527"/>
              <a:gd name="connsiteY532" fmla="*/ 146686 h 1828493"/>
              <a:gd name="connsiteX533" fmla="*/ 819297 w 1832527"/>
              <a:gd name="connsiteY533" fmla="*/ 140018 h 1828493"/>
              <a:gd name="connsiteX534" fmla="*/ 959315 w 1832527"/>
              <a:gd name="connsiteY534" fmla="*/ 133351 h 1828493"/>
              <a:gd name="connsiteX535" fmla="*/ 1010750 w 1832527"/>
              <a:gd name="connsiteY535" fmla="*/ 113348 h 1828493"/>
              <a:gd name="connsiteX536" fmla="*/ 1062185 w 1832527"/>
              <a:gd name="connsiteY536" fmla="*/ 74296 h 1828493"/>
              <a:gd name="connsiteX537" fmla="*/ 1081235 w 1832527"/>
              <a:gd name="connsiteY537" fmla="*/ 62866 h 1828493"/>
              <a:gd name="connsiteX538" fmla="*/ 1110762 w 1832527"/>
              <a:gd name="connsiteY538" fmla="*/ 71438 h 1828493"/>
              <a:gd name="connsiteX539" fmla="*/ 1153625 w 1832527"/>
              <a:gd name="connsiteY539" fmla="*/ 127636 h 1828493"/>
              <a:gd name="connsiteX540" fmla="*/ 1187915 w 1832527"/>
              <a:gd name="connsiteY540" fmla="*/ 170498 h 1828493"/>
              <a:gd name="connsiteX541" fmla="*/ 1215537 w 1832527"/>
              <a:gd name="connsiteY541" fmla="*/ 180976 h 1828493"/>
              <a:gd name="connsiteX542" fmla="*/ 1239350 w 1832527"/>
              <a:gd name="connsiteY542" fmla="*/ 152401 h 1828493"/>
              <a:gd name="connsiteX543" fmla="*/ 1250780 w 1832527"/>
              <a:gd name="connsiteY543" fmla="*/ 80011 h 1828493"/>
              <a:gd name="connsiteX544" fmla="*/ 1253637 w 1832527"/>
              <a:gd name="connsiteY544" fmla="*/ 49531 h 1828493"/>
              <a:gd name="connsiteX545" fmla="*/ 1272687 w 1832527"/>
              <a:gd name="connsiteY545" fmla="*/ 16193 h 1828493"/>
              <a:gd name="connsiteX546" fmla="*/ 1289356 w 1832527"/>
              <a:gd name="connsiteY546" fmla="*/ 11550 h 1828493"/>
              <a:gd name="connsiteX547" fmla="*/ 399244 w 1832527"/>
              <a:gd name="connsiteY547" fmla="*/ 0 h 1828493"/>
              <a:gd name="connsiteX548" fmla="*/ 461157 w 1832527"/>
              <a:gd name="connsiteY548" fmla="*/ 242888 h 1828493"/>
              <a:gd name="connsiteX549" fmla="*/ 429724 w 1832527"/>
              <a:gd name="connsiteY549" fmla="*/ 251460 h 1828493"/>
              <a:gd name="connsiteX550" fmla="*/ 411627 w 1832527"/>
              <a:gd name="connsiteY550" fmla="*/ 257175 h 1828493"/>
              <a:gd name="connsiteX551" fmla="*/ 399244 w 1832527"/>
              <a:gd name="connsiteY551" fmla="*/ 248603 h 1828493"/>
              <a:gd name="connsiteX552" fmla="*/ 385909 w 1832527"/>
              <a:gd name="connsiteY552" fmla="*/ 199073 h 1828493"/>
              <a:gd name="connsiteX553" fmla="*/ 377337 w 1832527"/>
              <a:gd name="connsiteY553" fmla="*/ 161925 h 1828493"/>
              <a:gd name="connsiteX554" fmla="*/ 364955 w 1832527"/>
              <a:gd name="connsiteY554" fmla="*/ 120015 h 1828493"/>
              <a:gd name="connsiteX555" fmla="*/ 364002 w 1832527"/>
              <a:gd name="connsiteY555" fmla="*/ 118110 h 1828493"/>
              <a:gd name="connsiteX556" fmla="*/ 355430 w 1832527"/>
              <a:gd name="connsiteY556" fmla="*/ 77153 h 1828493"/>
              <a:gd name="connsiteX557" fmla="*/ 343047 w 1832527"/>
              <a:gd name="connsiteY557" fmla="*/ 35243 h 1828493"/>
              <a:gd name="connsiteX558" fmla="*/ 341142 w 1832527"/>
              <a:gd name="connsiteY558" fmla="*/ 16193 h 1828493"/>
              <a:gd name="connsiteX559" fmla="*/ 399244 w 1832527"/>
              <a:gd name="connsiteY559" fmla="*/ 0 h 182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</a:cxnLst>
            <a:rect l="l" t="t" r="r" b="b"/>
            <a:pathLst>
              <a:path w="1832527" h="1828493">
                <a:moveTo>
                  <a:pt x="809772" y="1679258"/>
                </a:moveTo>
                <a:cubicBezTo>
                  <a:pt x="805962" y="1679258"/>
                  <a:pt x="798342" y="1683068"/>
                  <a:pt x="798342" y="1684973"/>
                </a:cubicBezTo>
                <a:cubicBezTo>
                  <a:pt x="798342" y="1704023"/>
                  <a:pt x="793580" y="1724026"/>
                  <a:pt x="806915" y="1740218"/>
                </a:cubicBezTo>
                <a:cubicBezTo>
                  <a:pt x="818345" y="1754506"/>
                  <a:pt x="828822" y="1766888"/>
                  <a:pt x="849777" y="1765936"/>
                </a:cubicBezTo>
                <a:cubicBezTo>
                  <a:pt x="895497" y="1764983"/>
                  <a:pt x="940265" y="1765936"/>
                  <a:pt x="985985" y="1765936"/>
                </a:cubicBezTo>
                <a:cubicBezTo>
                  <a:pt x="995510" y="1765936"/>
                  <a:pt x="1005035" y="1765936"/>
                  <a:pt x="1012655" y="1758316"/>
                </a:cubicBezTo>
                <a:cubicBezTo>
                  <a:pt x="1020275" y="1749743"/>
                  <a:pt x="1030752" y="1742123"/>
                  <a:pt x="1035515" y="1731646"/>
                </a:cubicBezTo>
                <a:cubicBezTo>
                  <a:pt x="1040277" y="1720216"/>
                  <a:pt x="1039325" y="1706881"/>
                  <a:pt x="1041230" y="1693546"/>
                </a:cubicBezTo>
                <a:cubicBezTo>
                  <a:pt x="1042182" y="1682116"/>
                  <a:pt x="1037420" y="1679258"/>
                  <a:pt x="1026942" y="1679258"/>
                </a:cubicBezTo>
                <a:cubicBezTo>
                  <a:pt x="989795" y="1679258"/>
                  <a:pt x="953600" y="1679258"/>
                  <a:pt x="918357" y="1679258"/>
                </a:cubicBezTo>
                <a:cubicBezTo>
                  <a:pt x="882162" y="1679258"/>
                  <a:pt x="845967" y="1679258"/>
                  <a:pt x="809772" y="1679258"/>
                </a:cubicBezTo>
                <a:close/>
                <a:moveTo>
                  <a:pt x="806915" y="1557338"/>
                </a:moveTo>
                <a:cubicBezTo>
                  <a:pt x="800247" y="1557338"/>
                  <a:pt x="797390" y="1559243"/>
                  <a:pt x="797390" y="1566863"/>
                </a:cubicBezTo>
                <a:cubicBezTo>
                  <a:pt x="797390" y="1578293"/>
                  <a:pt x="798342" y="1590676"/>
                  <a:pt x="797390" y="1602106"/>
                </a:cubicBezTo>
                <a:cubicBezTo>
                  <a:pt x="796437" y="1612583"/>
                  <a:pt x="799295" y="1616393"/>
                  <a:pt x="810725" y="1615441"/>
                </a:cubicBezTo>
                <a:cubicBezTo>
                  <a:pt x="845967" y="1614488"/>
                  <a:pt x="881210" y="1615441"/>
                  <a:pt x="917405" y="1615441"/>
                </a:cubicBezTo>
                <a:cubicBezTo>
                  <a:pt x="954552" y="1615441"/>
                  <a:pt x="991700" y="1615441"/>
                  <a:pt x="1027895" y="1615441"/>
                </a:cubicBezTo>
                <a:cubicBezTo>
                  <a:pt x="1036467" y="1615441"/>
                  <a:pt x="1040277" y="1612583"/>
                  <a:pt x="1040277" y="1604011"/>
                </a:cubicBezTo>
                <a:cubicBezTo>
                  <a:pt x="1040277" y="1592581"/>
                  <a:pt x="1040277" y="1581151"/>
                  <a:pt x="1040277" y="1569721"/>
                </a:cubicBezTo>
                <a:cubicBezTo>
                  <a:pt x="1040277" y="1562101"/>
                  <a:pt x="1037420" y="1557338"/>
                  <a:pt x="1028847" y="1557338"/>
                </a:cubicBezTo>
                <a:cubicBezTo>
                  <a:pt x="954552" y="1557338"/>
                  <a:pt x="881210" y="1557338"/>
                  <a:pt x="806915" y="1557338"/>
                </a:cubicBezTo>
                <a:close/>
                <a:moveTo>
                  <a:pt x="1314597" y="1372553"/>
                </a:moveTo>
                <a:cubicBezTo>
                  <a:pt x="1333647" y="1372553"/>
                  <a:pt x="1351745" y="1372553"/>
                  <a:pt x="1370795" y="1372553"/>
                </a:cubicBezTo>
                <a:cubicBezTo>
                  <a:pt x="1371747" y="1378268"/>
                  <a:pt x="1372700" y="1383983"/>
                  <a:pt x="1372700" y="1388745"/>
                </a:cubicBezTo>
                <a:cubicBezTo>
                  <a:pt x="1372700" y="1449705"/>
                  <a:pt x="1372700" y="1511618"/>
                  <a:pt x="1372700" y="1572578"/>
                </a:cubicBezTo>
                <a:cubicBezTo>
                  <a:pt x="1372700" y="1582103"/>
                  <a:pt x="1370795" y="1586866"/>
                  <a:pt x="1359365" y="1585913"/>
                </a:cubicBezTo>
                <a:cubicBezTo>
                  <a:pt x="1348887" y="1584960"/>
                  <a:pt x="1337457" y="1584960"/>
                  <a:pt x="1326027" y="1585913"/>
                </a:cubicBezTo>
                <a:cubicBezTo>
                  <a:pt x="1316502" y="1586866"/>
                  <a:pt x="1312692" y="1583055"/>
                  <a:pt x="1312692" y="1573530"/>
                </a:cubicBezTo>
                <a:cubicBezTo>
                  <a:pt x="1313645" y="1525905"/>
                  <a:pt x="1312692" y="1479233"/>
                  <a:pt x="1312692" y="1431608"/>
                </a:cubicBezTo>
                <a:cubicBezTo>
                  <a:pt x="1312692" y="1417320"/>
                  <a:pt x="1312692" y="1403033"/>
                  <a:pt x="1312692" y="1387793"/>
                </a:cubicBezTo>
                <a:cubicBezTo>
                  <a:pt x="1312692" y="1383983"/>
                  <a:pt x="1313645" y="1379220"/>
                  <a:pt x="1314597" y="1372553"/>
                </a:cubicBezTo>
                <a:close/>
                <a:moveTo>
                  <a:pt x="885972" y="1344930"/>
                </a:moveTo>
                <a:cubicBezTo>
                  <a:pt x="907880" y="1344930"/>
                  <a:pt x="927882" y="1344930"/>
                  <a:pt x="949790" y="1344930"/>
                </a:cubicBezTo>
                <a:cubicBezTo>
                  <a:pt x="949790" y="1373505"/>
                  <a:pt x="949790" y="1400175"/>
                  <a:pt x="949790" y="1427797"/>
                </a:cubicBezTo>
                <a:cubicBezTo>
                  <a:pt x="949790" y="1434465"/>
                  <a:pt x="946932" y="1436370"/>
                  <a:pt x="940265" y="1436370"/>
                </a:cubicBezTo>
                <a:cubicBezTo>
                  <a:pt x="925977" y="1436370"/>
                  <a:pt x="911690" y="1436370"/>
                  <a:pt x="896449" y="1436370"/>
                </a:cubicBezTo>
                <a:cubicBezTo>
                  <a:pt x="889782" y="1436370"/>
                  <a:pt x="885972" y="1433513"/>
                  <a:pt x="885972" y="1426845"/>
                </a:cubicBezTo>
                <a:cubicBezTo>
                  <a:pt x="885972" y="1399222"/>
                  <a:pt x="885972" y="1372553"/>
                  <a:pt x="885972" y="1344930"/>
                </a:cubicBezTo>
                <a:close/>
                <a:moveTo>
                  <a:pt x="1484142" y="1295400"/>
                </a:moveTo>
                <a:cubicBezTo>
                  <a:pt x="1489858" y="1295400"/>
                  <a:pt x="1496525" y="1303020"/>
                  <a:pt x="1502240" y="1307783"/>
                </a:cubicBezTo>
                <a:cubicBezTo>
                  <a:pt x="1518433" y="1321117"/>
                  <a:pt x="1534625" y="1335405"/>
                  <a:pt x="1551770" y="1348740"/>
                </a:cubicBezTo>
                <a:cubicBezTo>
                  <a:pt x="1573678" y="1365885"/>
                  <a:pt x="1594633" y="1383983"/>
                  <a:pt x="1616540" y="1401128"/>
                </a:cubicBezTo>
                <a:cubicBezTo>
                  <a:pt x="1631780" y="1413510"/>
                  <a:pt x="1647020" y="1424940"/>
                  <a:pt x="1661308" y="1438275"/>
                </a:cubicBezTo>
                <a:cubicBezTo>
                  <a:pt x="1663212" y="1439228"/>
                  <a:pt x="1663212" y="1444942"/>
                  <a:pt x="1661308" y="1446847"/>
                </a:cubicBezTo>
                <a:cubicBezTo>
                  <a:pt x="1651783" y="1458278"/>
                  <a:pt x="1640353" y="1468755"/>
                  <a:pt x="1631780" y="1481138"/>
                </a:cubicBezTo>
                <a:cubicBezTo>
                  <a:pt x="1623208" y="1492567"/>
                  <a:pt x="1618445" y="1482090"/>
                  <a:pt x="1613683" y="1479233"/>
                </a:cubicBezTo>
                <a:cubicBezTo>
                  <a:pt x="1589870" y="1461135"/>
                  <a:pt x="1566058" y="1442085"/>
                  <a:pt x="1543198" y="1422083"/>
                </a:cubicBezTo>
                <a:cubicBezTo>
                  <a:pt x="1522242" y="1403985"/>
                  <a:pt x="1502240" y="1385888"/>
                  <a:pt x="1482237" y="1367790"/>
                </a:cubicBezTo>
                <a:cubicBezTo>
                  <a:pt x="1472712" y="1359217"/>
                  <a:pt x="1462235" y="1352550"/>
                  <a:pt x="1452710" y="1343978"/>
                </a:cubicBezTo>
                <a:cubicBezTo>
                  <a:pt x="1450805" y="1342072"/>
                  <a:pt x="1449853" y="1339215"/>
                  <a:pt x="1446995" y="1335405"/>
                </a:cubicBezTo>
                <a:cubicBezTo>
                  <a:pt x="1453662" y="1326833"/>
                  <a:pt x="1459378" y="1317308"/>
                  <a:pt x="1466045" y="1309688"/>
                </a:cubicBezTo>
                <a:cubicBezTo>
                  <a:pt x="1470808" y="1303972"/>
                  <a:pt x="1477475" y="1296353"/>
                  <a:pt x="1484142" y="1295400"/>
                </a:cubicBezTo>
                <a:close/>
                <a:moveTo>
                  <a:pt x="1706075" y="1129665"/>
                </a:moveTo>
                <a:cubicBezTo>
                  <a:pt x="1706075" y="1151573"/>
                  <a:pt x="1706075" y="1171575"/>
                  <a:pt x="1706075" y="1193483"/>
                </a:cubicBezTo>
                <a:cubicBezTo>
                  <a:pt x="1701312" y="1193483"/>
                  <a:pt x="1697502" y="1193483"/>
                  <a:pt x="1694645" y="1193483"/>
                </a:cubicBezTo>
                <a:cubicBezTo>
                  <a:pt x="1632732" y="1193483"/>
                  <a:pt x="1571772" y="1193483"/>
                  <a:pt x="1509860" y="1193483"/>
                </a:cubicBezTo>
                <a:cubicBezTo>
                  <a:pt x="1493667" y="1193483"/>
                  <a:pt x="1493667" y="1193483"/>
                  <a:pt x="1493667" y="1177290"/>
                </a:cubicBezTo>
                <a:cubicBezTo>
                  <a:pt x="1493667" y="1164908"/>
                  <a:pt x="1493667" y="1152525"/>
                  <a:pt x="1493667" y="1141095"/>
                </a:cubicBezTo>
                <a:cubicBezTo>
                  <a:pt x="1493667" y="1134428"/>
                  <a:pt x="1496525" y="1130617"/>
                  <a:pt x="1504145" y="1130617"/>
                </a:cubicBezTo>
                <a:cubicBezTo>
                  <a:pt x="1569867" y="1129665"/>
                  <a:pt x="1637495" y="1129665"/>
                  <a:pt x="1706075" y="1129665"/>
                </a:cubicBezTo>
                <a:close/>
                <a:moveTo>
                  <a:pt x="392577" y="950596"/>
                </a:moveTo>
                <a:cubicBezTo>
                  <a:pt x="356382" y="948691"/>
                  <a:pt x="329712" y="963931"/>
                  <a:pt x="304947" y="989648"/>
                </a:cubicBezTo>
                <a:cubicBezTo>
                  <a:pt x="282087" y="1012508"/>
                  <a:pt x="275420" y="1041083"/>
                  <a:pt x="271610" y="1070611"/>
                </a:cubicBezTo>
                <a:cubicBezTo>
                  <a:pt x="270657" y="1080136"/>
                  <a:pt x="274467" y="1089661"/>
                  <a:pt x="277325" y="1099186"/>
                </a:cubicBezTo>
                <a:cubicBezTo>
                  <a:pt x="282087" y="1113473"/>
                  <a:pt x="285897" y="1129666"/>
                  <a:pt x="294470" y="1141096"/>
                </a:cubicBezTo>
                <a:cubicBezTo>
                  <a:pt x="316377" y="1171576"/>
                  <a:pt x="348762" y="1186816"/>
                  <a:pt x="384005" y="1191578"/>
                </a:cubicBezTo>
                <a:cubicBezTo>
                  <a:pt x="399245" y="1193483"/>
                  <a:pt x="417342" y="1189673"/>
                  <a:pt x="431630" y="1183958"/>
                </a:cubicBezTo>
                <a:cubicBezTo>
                  <a:pt x="447822" y="1178243"/>
                  <a:pt x="463062" y="1167766"/>
                  <a:pt x="475445" y="1156336"/>
                </a:cubicBezTo>
                <a:cubicBezTo>
                  <a:pt x="486875" y="1145858"/>
                  <a:pt x="495447" y="1130618"/>
                  <a:pt x="504020" y="1117283"/>
                </a:cubicBezTo>
                <a:cubicBezTo>
                  <a:pt x="505925" y="1115378"/>
                  <a:pt x="504972" y="1109663"/>
                  <a:pt x="504020" y="1107758"/>
                </a:cubicBezTo>
                <a:cubicBezTo>
                  <a:pt x="496400" y="1098233"/>
                  <a:pt x="487827" y="1089661"/>
                  <a:pt x="480207" y="1079183"/>
                </a:cubicBezTo>
                <a:cubicBezTo>
                  <a:pt x="466872" y="1062038"/>
                  <a:pt x="453537" y="1045846"/>
                  <a:pt x="441155" y="1028701"/>
                </a:cubicBezTo>
                <a:cubicBezTo>
                  <a:pt x="435440" y="1020128"/>
                  <a:pt x="429725" y="1011556"/>
                  <a:pt x="424962" y="1002031"/>
                </a:cubicBezTo>
                <a:cubicBezTo>
                  <a:pt x="415437" y="986791"/>
                  <a:pt x="405912" y="969646"/>
                  <a:pt x="395435" y="951548"/>
                </a:cubicBezTo>
                <a:cubicBezTo>
                  <a:pt x="395435" y="951548"/>
                  <a:pt x="393530" y="951548"/>
                  <a:pt x="392577" y="950596"/>
                </a:cubicBezTo>
                <a:close/>
                <a:moveTo>
                  <a:pt x="343047" y="793433"/>
                </a:moveTo>
                <a:cubicBezTo>
                  <a:pt x="339237" y="804863"/>
                  <a:pt x="336380" y="815341"/>
                  <a:pt x="332570" y="825818"/>
                </a:cubicBezTo>
                <a:cubicBezTo>
                  <a:pt x="326855" y="842011"/>
                  <a:pt x="313520" y="851536"/>
                  <a:pt x="299232" y="854393"/>
                </a:cubicBezTo>
                <a:cubicBezTo>
                  <a:pt x="277325" y="859156"/>
                  <a:pt x="255417" y="858203"/>
                  <a:pt x="236367" y="842011"/>
                </a:cubicBezTo>
                <a:cubicBezTo>
                  <a:pt x="223032" y="830581"/>
                  <a:pt x="206840" y="823913"/>
                  <a:pt x="194457" y="812483"/>
                </a:cubicBezTo>
                <a:cubicBezTo>
                  <a:pt x="183027" y="802006"/>
                  <a:pt x="177312" y="809626"/>
                  <a:pt x="170645" y="815341"/>
                </a:cubicBezTo>
                <a:cubicBezTo>
                  <a:pt x="158262" y="831533"/>
                  <a:pt x="144927" y="846773"/>
                  <a:pt x="130640" y="860108"/>
                </a:cubicBezTo>
                <a:cubicBezTo>
                  <a:pt x="135402" y="868681"/>
                  <a:pt x="138260" y="877253"/>
                  <a:pt x="143975" y="883921"/>
                </a:cubicBezTo>
                <a:cubicBezTo>
                  <a:pt x="157310" y="902018"/>
                  <a:pt x="170645" y="920116"/>
                  <a:pt x="180170" y="940118"/>
                </a:cubicBezTo>
                <a:cubicBezTo>
                  <a:pt x="189695" y="959168"/>
                  <a:pt x="182075" y="974408"/>
                  <a:pt x="175407" y="989648"/>
                </a:cubicBezTo>
                <a:cubicBezTo>
                  <a:pt x="167787" y="1007746"/>
                  <a:pt x="147785" y="1015366"/>
                  <a:pt x="129687" y="1020128"/>
                </a:cubicBezTo>
                <a:cubicBezTo>
                  <a:pt x="113495" y="1024891"/>
                  <a:pt x="96350" y="1025843"/>
                  <a:pt x="79205" y="1027748"/>
                </a:cubicBezTo>
                <a:cubicBezTo>
                  <a:pt x="66822" y="1029653"/>
                  <a:pt x="61107" y="1034416"/>
                  <a:pt x="61107" y="1046798"/>
                </a:cubicBezTo>
                <a:cubicBezTo>
                  <a:pt x="61107" y="1059181"/>
                  <a:pt x="61107" y="1071563"/>
                  <a:pt x="61107" y="1082993"/>
                </a:cubicBezTo>
                <a:cubicBezTo>
                  <a:pt x="61107" y="1102996"/>
                  <a:pt x="61107" y="1102996"/>
                  <a:pt x="79205" y="1107758"/>
                </a:cubicBezTo>
                <a:cubicBezTo>
                  <a:pt x="80157" y="1107758"/>
                  <a:pt x="81110" y="1107758"/>
                  <a:pt x="81110" y="1108711"/>
                </a:cubicBezTo>
                <a:cubicBezTo>
                  <a:pt x="97302" y="1112521"/>
                  <a:pt x="112542" y="1120141"/>
                  <a:pt x="128735" y="1120141"/>
                </a:cubicBezTo>
                <a:cubicBezTo>
                  <a:pt x="154452" y="1120141"/>
                  <a:pt x="183980" y="1154431"/>
                  <a:pt x="183980" y="1180148"/>
                </a:cubicBezTo>
                <a:cubicBezTo>
                  <a:pt x="183980" y="1194436"/>
                  <a:pt x="178265" y="1206818"/>
                  <a:pt x="169692" y="1217296"/>
                </a:cubicBezTo>
                <a:cubicBezTo>
                  <a:pt x="158262" y="1233488"/>
                  <a:pt x="146832" y="1248728"/>
                  <a:pt x="136355" y="1264921"/>
                </a:cubicBezTo>
                <a:cubicBezTo>
                  <a:pt x="131592" y="1271588"/>
                  <a:pt x="130640" y="1279208"/>
                  <a:pt x="137307" y="1285876"/>
                </a:cubicBezTo>
                <a:cubicBezTo>
                  <a:pt x="148737" y="1296353"/>
                  <a:pt x="158262" y="1308736"/>
                  <a:pt x="169692" y="1319213"/>
                </a:cubicBezTo>
                <a:cubicBezTo>
                  <a:pt x="176360" y="1325881"/>
                  <a:pt x="184932" y="1332548"/>
                  <a:pt x="195410" y="1325881"/>
                </a:cubicBezTo>
                <a:cubicBezTo>
                  <a:pt x="210650" y="1316356"/>
                  <a:pt x="223985" y="1304926"/>
                  <a:pt x="238272" y="1295401"/>
                </a:cubicBezTo>
                <a:cubicBezTo>
                  <a:pt x="248750" y="1288733"/>
                  <a:pt x="259227" y="1282066"/>
                  <a:pt x="271610" y="1279208"/>
                </a:cubicBezTo>
                <a:cubicBezTo>
                  <a:pt x="297327" y="1273493"/>
                  <a:pt x="321140" y="1288733"/>
                  <a:pt x="333522" y="1310641"/>
                </a:cubicBezTo>
                <a:cubicBezTo>
                  <a:pt x="338285" y="1319213"/>
                  <a:pt x="339237" y="1330643"/>
                  <a:pt x="342095" y="1340168"/>
                </a:cubicBezTo>
                <a:cubicBezTo>
                  <a:pt x="346857" y="1357313"/>
                  <a:pt x="351620" y="1374458"/>
                  <a:pt x="354477" y="1391603"/>
                </a:cubicBezTo>
                <a:cubicBezTo>
                  <a:pt x="355430" y="1399223"/>
                  <a:pt x="358287" y="1401128"/>
                  <a:pt x="364955" y="1401128"/>
                </a:cubicBezTo>
                <a:cubicBezTo>
                  <a:pt x="382100" y="1401128"/>
                  <a:pt x="399245" y="1401128"/>
                  <a:pt x="416390" y="1401128"/>
                </a:cubicBezTo>
                <a:cubicBezTo>
                  <a:pt x="426867" y="1401128"/>
                  <a:pt x="430677" y="1394461"/>
                  <a:pt x="432582" y="1386841"/>
                </a:cubicBezTo>
                <a:cubicBezTo>
                  <a:pt x="438297" y="1364933"/>
                  <a:pt x="444012" y="1343026"/>
                  <a:pt x="446870" y="1320166"/>
                </a:cubicBezTo>
                <a:cubicBezTo>
                  <a:pt x="449727" y="1300163"/>
                  <a:pt x="481160" y="1278256"/>
                  <a:pt x="500210" y="1277303"/>
                </a:cubicBezTo>
                <a:cubicBezTo>
                  <a:pt x="528785" y="1276351"/>
                  <a:pt x="546882" y="1296353"/>
                  <a:pt x="568790" y="1308736"/>
                </a:cubicBezTo>
                <a:cubicBezTo>
                  <a:pt x="577362" y="1313498"/>
                  <a:pt x="584982" y="1322071"/>
                  <a:pt x="594507" y="1325881"/>
                </a:cubicBezTo>
                <a:cubicBezTo>
                  <a:pt x="599270" y="1327786"/>
                  <a:pt x="607842" y="1326833"/>
                  <a:pt x="611652" y="1323023"/>
                </a:cubicBezTo>
                <a:cubicBezTo>
                  <a:pt x="627845" y="1308736"/>
                  <a:pt x="642132" y="1292543"/>
                  <a:pt x="657372" y="1276351"/>
                </a:cubicBezTo>
                <a:cubicBezTo>
                  <a:pt x="661182" y="1272541"/>
                  <a:pt x="664040" y="1265873"/>
                  <a:pt x="663087" y="1260158"/>
                </a:cubicBezTo>
                <a:cubicBezTo>
                  <a:pt x="661182" y="1245871"/>
                  <a:pt x="653562" y="1233488"/>
                  <a:pt x="643085" y="1223963"/>
                </a:cubicBezTo>
                <a:cubicBezTo>
                  <a:pt x="629750" y="1210628"/>
                  <a:pt x="617367" y="1197293"/>
                  <a:pt x="603080" y="1185863"/>
                </a:cubicBezTo>
                <a:cubicBezTo>
                  <a:pt x="591650" y="1176338"/>
                  <a:pt x="579267" y="1169671"/>
                  <a:pt x="566885" y="1162051"/>
                </a:cubicBezTo>
                <a:cubicBezTo>
                  <a:pt x="562122" y="1159193"/>
                  <a:pt x="557360" y="1156336"/>
                  <a:pt x="554502" y="1154431"/>
                </a:cubicBezTo>
                <a:cubicBezTo>
                  <a:pt x="544025" y="1167766"/>
                  <a:pt x="537357" y="1178243"/>
                  <a:pt x="527832" y="1187768"/>
                </a:cubicBezTo>
                <a:cubicBezTo>
                  <a:pt x="515450" y="1200151"/>
                  <a:pt x="502115" y="1211581"/>
                  <a:pt x="487827" y="1221106"/>
                </a:cubicBezTo>
                <a:cubicBezTo>
                  <a:pt x="479255" y="1227773"/>
                  <a:pt x="468777" y="1232536"/>
                  <a:pt x="458300" y="1236346"/>
                </a:cubicBezTo>
                <a:cubicBezTo>
                  <a:pt x="444965" y="1241108"/>
                  <a:pt x="431630" y="1246823"/>
                  <a:pt x="418295" y="1247776"/>
                </a:cubicBezTo>
                <a:cubicBezTo>
                  <a:pt x="385910" y="1249681"/>
                  <a:pt x="352572" y="1252538"/>
                  <a:pt x="322092" y="1235393"/>
                </a:cubicBezTo>
                <a:cubicBezTo>
                  <a:pt x="310662" y="1228726"/>
                  <a:pt x="296375" y="1224916"/>
                  <a:pt x="285897" y="1216343"/>
                </a:cubicBezTo>
                <a:cubicBezTo>
                  <a:pt x="267800" y="1202056"/>
                  <a:pt x="251607" y="1185863"/>
                  <a:pt x="238272" y="1165861"/>
                </a:cubicBezTo>
                <a:cubicBezTo>
                  <a:pt x="226842" y="1147763"/>
                  <a:pt x="216365" y="1128713"/>
                  <a:pt x="213507" y="1109663"/>
                </a:cubicBezTo>
                <a:cubicBezTo>
                  <a:pt x="208745" y="1079183"/>
                  <a:pt x="205887" y="1046798"/>
                  <a:pt x="217317" y="1015366"/>
                </a:cubicBezTo>
                <a:cubicBezTo>
                  <a:pt x="224937" y="995363"/>
                  <a:pt x="233510" y="977266"/>
                  <a:pt x="245892" y="960121"/>
                </a:cubicBezTo>
                <a:cubicBezTo>
                  <a:pt x="262085" y="937261"/>
                  <a:pt x="283040" y="920116"/>
                  <a:pt x="306852" y="906781"/>
                </a:cubicBezTo>
                <a:cubicBezTo>
                  <a:pt x="322092" y="898208"/>
                  <a:pt x="338285" y="889636"/>
                  <a:pt x="357335" y="890588"/>
                </a:cubicBezTo>
                <a:cubicBezTo>
                  <a:pt x="368765" y="890588"/>
                  <a:pt x="370670" y="883921"/>
                  <a:pt x="364955" y="875348"/>
                </a:cubicBezTo>
                <a:cubicBezTo>
                  <a:pt x="363050" y="872491"/>
                  <a:pt x="362097" y="868681"/>
                  <a:pt x="361145" y="864871"/>
                </a:cubicBezTo>
                <a:cubicBezTo>
                  <a:pt x="358287" y="850583"/>
                  <a:pt x="355430" y="836296"/>
                  <a:pt x="351620" y="822008"/>
                </a:cubicBezTo>
                <a:cubicBezTo>
                  <a:pt x="349715" y="812483"/>
                  <a:pt x="345905" y="803911"/>
                  <a:pt x="343047" y="793433"/>
                </a:cubicBezTo>
                <a:close/>
                <a:moveTo>
                  <a:pt x="269943" y="465893"/>
                </a:moveTo>
                <a:cubicBezTo>
                  <a:pt x="273276" y="467202"/>
                  <a:pt x="275896" y="470060"/>
                  <a:pt x="277325" y="474346"/>
                </a:cubicBezTo>
                <a:cubicBezTo>
                  <a:pt x="280182" y="486728"/>
                  <a:pt x="283040" y="498158"/>
                  <a:pt x="284945" y="510541"/>
                </a:cubicBezTo>
                <a:cubicBezTo>
                  <a:pt x="287802" y="521018"/>
                  <a:pt x="281135" y="525781"/>
                  <a:pt x="271610" y="527686"/>
                </a:cubicBezTo>
                <a:cubicBezTo>
                  <a:pt x="246845" y="533401"/>
                  <a:pt x="222080" y="538163"/>
                  <a:pt x="197315" y="543878"/>
                </a:cubicBezTo>
                <a:cubicBezTo>
                  <a:pt x="179217" y="547688"/>
                  <a:pt x="160167" y="552451"/>
                  <a:pt x="142070" y="557213"/>
                </a:cubicBezTo>
                <a:cubicBezTo>
                  <a:pt x="129687" y="561023"/>
                  <a:pt x="116352" y="565786"/>
                  <a:pt x="103970" y="569596"/>
                </a:cubicBezTo>
                <a:cubicBezTo>
                  <a:pt x="103017" y="569596"/>
                  <a:pt x="102065" y="569596"/>
                  <a:pt x="102065" y="569596"/>
                </a:cubicBezTo>
                <a:cubicBezTo>
                  <a:pt x="85872" y="572453"/>
                  <a:pt x="69680" y="575311"/>
                  <a:pt x="53487" y="579121"/>
                </a:cubicBezTo>
                <a:cubicBezTo>
                  <a:pt x="45867" y="580073"/>
                  <a:pt x="42057" y="578168"/>
                  <a:pt x="41105" y="569596"/>
                </a:cubicBezTo>
                <a:cubicBezTo>
                  <a:pt x="40152" y="560071"/>
                  <a:pt x="36342" y="549593"/>
                  <a:pt x="33485" y="538163"/>
                </a:cubicBezTo>
                <a:cubicBezTo>
                  <a:pt x="31580" y="526733"/>
                  <a:pt x="35390" y="521971"/>
                  <a:pt x="47772" y="521018"/>
                </a:cubicBezTo>
                <a:cubicBezTo>
                  <a:pt x="61107" y="520066"/>
                  <a:pt x="73490" y="513398"/>
                  <a:pt x="86825" y="509588"/>
                </a:cubicBezTo>
                <a:cubicBezTo>
                  <a:pt x="87777" y="509588"/>
                  <a:pt x="88730" y="509588"/>
                  <a:pt x="88730" y="508636"/>
                </a:cubicBezTo>
                <a:cubicBezTo>
                  <a:pt x="103017" y="505778"/>
                  <a:pt x="118257" y="503873"/>
                  <a:pt x="132545" y="500063"/>
                </a:cubicBezTo>
                <a:cubicBezTo>
                  <a:pt x="145880" y="497206"/>
                  <a:pt x="159215" y="491491"/>
                  <a:pt x="172550" y="487681"/>
                </a:cubicBezTo>
                <a:cubicBezTo>
                  <a:pt x="182075" y="484823"/>
                  <a:pt x="191600" y="482918"/>
                  <a:pt x="202077" y="480061"/>
                </a:cubicBezTo>
                <a:cubicBezTo>
                  <a:pt x="217317" y="477203"/>
                  <a:pt x="231605" y="473393"/>
                  <a:pt x="246845" y="470536"/>
                </a:cubicBezTo>
                <a:cubicBezTo>
                  <a:pt x="250655" y="469583"/>
                  <a:pt x="254465" y="467678"/>
                  <a:pt x="258275" y="466726"/>
                </a:cubicBezTo>
                <a:cubicBezTo>
                  <a:pt x="262561" y="464821"/>
                  <a:pt x="266609" y="464583"/>
                  <a:pt x="269943" y="465893"/>
                </a:cubicBezTo>
                <a:close/>
                <a:moveTo>
                  <a:pt x="1305072" y="350521"/>
                </a:moveTo>
                <a:cubicBezTo>
                  <a:pt x="1203155" y="350521"/>
                  <a:pt x="1121240" y="436246"/>
                  <a:pt x="1121240" y="531496"/>
                </a:cubicBezTo>
                <a:cubicBezTo>
                  <a:pt x="1121240" y="631508"/>
                  <a:pt x="1202202" y="713423"/>
                  <a:pt x="1303167" y="714376"/>
                </a:cubicBezTo>
                <a:cubicBezTo>
                  <a:pt x="1400322" y="715328"/>
                  <a:pt x="1487952" y="631508"/>
                  <a:pt x="1485095" y="532448"/>
                </a:cubicBezTo>
                <a:cubicBezTo>
                  <a:pt x="1487952" y="434341"/>
                  <a:pt x="1401275" y="350521"/>
                  <a:pt x="1305072" y="350521"/>
                </a:cubicBezTo>
                <a:close/>
                <a:moveTo>
                  <a:pt x="687256" y="349568"/>
                </a:moveTo>
                <a:cubicBezTo>
                  <a:pt x="689757" y="349330"/>
                  <a:pt x="692138" y="350521"/>
                  <a:pt x="694519" y="354331"/>
                </a:cubicBezTo>
                <a:cubicBezTo>
                  <a:pt x="702139" y="366713"/>
                  <a:pt x="711664" y="378143"/>
                  <a:pt x="719284" y="390526"/>
                </a:cubicBezTo>
                <a:cubicBezTo>
                  <a:pt x="721189" y="393383"/>
                  <a:pt x="721189" y="397193"/>
                  <a:pt x="716427" y="401003"/>
                </a:cubicBezTo>
                <a:cubicBezTo>
                  <a:pt x="694519" y="419101"/>
                  <a:pt x="672612" y="438151"/>
                  <a:pt x="651657" y="458153"/>
                </a:cubicBezTo>
                <a:cubicBezTo>
                  <a:pt x="640227" y="469583"/>
                  <a:pt x="630702" y="482918"/>
                  <a:pt x="621177" y="495301"/>
                </a:cubicBezTo>
                <a:cubicBezTo>
                  <a:pt x="610699" y="509588"/>
                  <a:pt x="601174" y="523876"/>
                  <a:pt x="593554" y="539116"/>
                </a:cubicBezTo>
                <a:cubicBezTo>
                  <a:pt x="586887" y="552451"/>
                  <a:pt x="582124" y="566738"/>
                  <a:pt x="578314" y="580073"/>
                </a:cubicBezTo>
                <a:cubicBezTo>
                  <a:pt x="571647" y="601028"/>
                  <a:pt x="564979" y="621983"/>
                  <a:pt x="558312" y="642938"/>
                </a:cubicBezTo>
                <a:cubicBezTo>
                  <a:pt x="557359" y="646748"/>
                  <a:pt x="557359" y="650558"/>
                  <a:pt x="557359" y="654368"/>
                </a:cubicBezTo>
                <a:cubicBezTo>
                  <a:pt x="557359" y="686753"/>
                  <a:pt x="555454" y="720091"/>
                  <a:pt x="557359" y="752476"/>
                </a:cubicBezTo>
                <a:cubicBezTo>
                  <a:pt x="558312" y="770573"/>
                  <a:pt x="564027" y="787718"/>
                  <a:pt x="568789" y="804863"/>
                </a:cubicBezTo>
                <a:cubicBezTo>
                  <a:pt x="573552" y="822008"/>
                  <a:pt x="579267" y="839153"/>
                  <a:pt x="585934" y="856298"/>
                </a:cubicBezTo>
                <a:cubicBezTo>
                  <a:pt x="589744" y="866776"/>
                  <a:pt x="594507" y="876301"/>
                  <a:pt x="600222" y="885826"/>
                </a:cubicBezTo>
                <a:cubicBezTo>
                  <a:pt x="608794" y="899161"/>
                  <a:pt x="618319" y="911543"/>
                  <a:pt x="626892" y="924878"/>
                </a:cubicBezTo>
                <a:cubicBezTo>
                  <a:pt x="647847" y="955358"/>
                  <a:pt x="674517" y="980123"/>
                  <a:pt x="704997" y="1001078"/>
                </a:cubicBezTo>
                <a:cubicBezTo>
                  <a:pt x="720237" y="1011556"/>
                  <a:pt x="735477" y="1022986"/>
                  <a:pt x="753574" y="1029653"/>
                </a:cubicBezTo>
                <a:cubicBezTo>
                  <a:pt x="774529" y="1038226"/>
                  <a:pt x="796437" y="1046798"/>
                  <a:pt x="815487" y="1059181"/>
                </a:cubicBezTo>
                <a:cubicBezTo>
                  <a:pt x="841204" y="1075373"/>
                  <a:pt x="865969" y="1094423"/>
                  <a:pt x="885972" y="1118236"/>
                </a:cubicBezTo>
                <a:cubicBezTo>
                  <a:pt x="898354" y="1132523"/>
                  <a:pt x="907879" y="1148716"/>
                  <a:pt x="918357" y="1163956"/>
                </a:cubicBezTo>
                <a:cubicBezTo>
                  <a:pt x="921214" y="1168718"/>
                  <a:pt x="924072" y="1173481"/>
                  <a:pt x="925977" y="1179196"/>
                </a:cubicBezTo>
                <a:cubicBezTo>
                  <a:pt x="929787" y="1188721"/>
                  <a:pt x="932644" y="1198246"/>
                  <a:pt x="935502" y="1207771"/>
                </a:cubicBezTo>
                <a:cubicBezTo>
                  <a:pt x="939312" y="1223011"/>
                  <a:pt x="943122" y="1239203"/>
                  <a:pt x="947884" y="1254443"/>
                </a:cubicBezTo>
                <a:cubicBezTo>
                  <a:pt x="954552" y="1275398"/>
                  <a:pt x="948837" y="1283971"/>
                  <a:pt x="926929" y="1283971"/>
                </a:cubicBezTo>
                <a:cubicBezTo>
                  <a:pt x="923119" y="1283971"/>
                  <a:pt x="920262" y="1283971"/>
                  <a:pt x="917404" y="1283971"/>
                </a:cubicBezTo>
                <a:cubicBezTo>
                  <a:pt x="915499" y="1283971"/>
                  <a:pt x="913594" y="1283971"/>
                  <a:pt x="911689" y="1283971"/>
                </a:cubicBezTo>
                <a:cubicBezTo>
                  <a:pt x="884067" y="1283018"/>
                  <a:pt x="885019" y="1281113"/>
                  <a:pt x="885019" y="1258253"/>
                </a:cubicBezTo>
                <a:cubicBezTo>
                  <a:pt x="885019" y="1241108"/>
                  <a:pt x="880257" y="1225868"/>
                  <a:pt x="871684" y="1211581"/>
                </a:cubicBezTo>
                <a:cubicBezTo>
                  <a:pt x="864064" y="1197293"/>
                  <a:pt x="858349" y="1182053"/>
                  <a:pt x="849777" y="1169671"/>
                </a:cubicBezTo>
                <a:cubicBezTo>
                  <a:pt x="831679" y="1144906"/>
                  <a:pt x="808819" y="1124903"/>
                  <a:pt x="781197" y="1109663"/>
                </a:cubicBezTo>
                <a:cubicBezTo>
                  <a:pt x="767862" y="1102996"/>
                  <a:pt x="752622" y="1099186"/>
                  <a:pt x="739287" y="1092518"/>
                </a:cubicBezTo>
                <a:cubicBezTo>
                  <a:pt x="720237" y="1082041"/>
                  <a:pt x="701187" y="1071563"/>
                  <a:pt x="683089" y="1059181"/>
                </a:cubicBezTo>
                <a:cubicBezTo>
                  <a:pt x="660229" y="1042988"/>
                  <a:pt x="638322" y="1025843"/>
                  <a:pt x="617367" y="1007746"/>
                </a:cubicBezTo>
                <a:cubicBezTo>
                  <a:pt x="606889" y="999173"/>
                  <a:pt x="600222" y="986791"/>
                  <a:pt x="591649" y="975361"/>
                </a:cubicBezTo>
                <a:cubicBezTo>
                  <a:pt x="581172" y="962026"/>
                  <a:pt x="570694" y="949643"/>
                  <a:pt x="561169" y="936308"/>
                </a:cubicBezTo>
                <a:cubicBezTo>
                  <a:pt x="557359" y="930593"/>
                  <a:pt x="553549" y="923926"/>
                  <a:pt x="549739" y="918211"/>
                </a:cubicBezTo>
                <a:cubicBezTo>
                  <a:pt x="543072" y="906781"/>
                  <a:pt x="536404" y="894398"/>
                  <a:pt x="530689" y="882016"/>
                </a:cubicBezTo>
                <a:cubicBezTo>
                  <a:pt x="527832" y="876301"/>
                  <a:pt x="525927" y="870586"/>
                  <a:pt x="523069" y="864871"/>
                </a:cubicBezTo>
                <a:cubicBezTo>
                  <a:pt x="519259" y="855346"/>
                  <a:pt x="516402" y="845821"/>
                  <a:pt x="513544" y="836296"/>
                </a:cubicBezTo>
                <a:cubicBezTo>
                  <a:pt x="509734" y="822961"/>
                  <a:pt x="505924" y="809626"/>
                  <a:pt x="501162" y="795338"/>
                </a:cubicBezTo>
                <a:cubicBezTo>
                  <a:pt x="501162" y="793433"/>
                  <a:pt x="500209" y="792481"/>
                  <a:pt x="499257" y="791528"/>
                </a:cubicBezTo>
                <a:cubicBezTo>
                  <a:pt x="494494" y="749618"/>
                  <a:pt x="487827" y="706756"/>
                  <a:pt x="493542" y="664846"/>
                </a:cubicBezTo>
                <a:cubicBezTo>
                  <a:pt x="496399" y="640081"/>
                  <a:pt x="502114" y="616268"/>
                  <a:pt x="507829" y="591503"/>
                </a:cubicBezTo>
                <a:cubicBezTo>
                  <a:pt x="513544" y="570548"/>
                  <a:pt x="519259" y="550546"/>
                  <a:pt x="528784" y="531496"/>
                </a:cubicBezTo>
                <a:cubicBezTo>
                  <a:pt x="540214" y="507683"/>
                  <a:pt x="555454" y="484823"/>
                  <a:pt x="569742" y="461963"/>
                </a:cubicBezTo>
                <a:cubicBezTo>
                  <a:pt x="586887" y="435293"/>
                  <a:pt x="608794" y="413386"/>
                  <a:pt x="632607" y="391478"/>
                </a:cubicBezTo>
                <a:cubicBezTo>
                  <a:pt x="647847" y="377191"/>
                  <a:pt x="664039" y="365761"/>
                  <a:pt x="679279" y="353378"/>
                </a:cubicBezTo>
                <a:cubicBezTo>
                  <a:pt x="682136" y="351473"/>
                  <a:pt x="684756" y="349806"/>
                  <a:pt x="687256" y="349568"/>
                </a:cubicBezTo>
                <a:close/>
                <a:moveTo>
                  <a:pt x="1303167" y="289561"/>
                </a:moveTo>
                <a:cubicBezTo>
                  <a:pt x="1351745" y="288608"/>
                  <a:pt x="1400322" y="302896"/>
                  <a:pt x="1442232" y="333376"/>
                </a:cubicBezTo>
                <a:cubicBezTo>
                  <a:pt x="1510812" y="382906"/>
                  <a:pt x="1547960" y="451486"/>
                  <a:pt x="1547960" y="534353"/>
                </a:cubicBezTo>
                <a:cubicBezTo>
                  <a:pt x="1547007" y="661988"/>
                  <a:pt x="1444137" y="776288"/>
                  <a:pt x="1303167" y="773431"/>
                </a:cubicBezTo>
                <a:cubicBezTo>
                  <a:pt x="1172675" y="778193"/>
                  <a:pt x="1058375" y="661988"/>
                  <a:pt x="1062185" y="530543"/>
                </a:cubicBezTo>
                <a:cubicBezTo>
                  <a:pt x="1064090" y="477203"/>
                  <a:pt x="1078377" y="429578"/>
                  <a:pt x="1109810" y="387668"/>
                </a:cubicBezTo>
                <a:cubicBezTo>
                  <a:pt x="1157435" y="323851"/>
                  <a:pt x="1225062" y="290513"/>
                  <a:pt x="1303167" y="289561"/>
                </a:cubicBezTo>
                <a:close/>
                <a:moveTo>
                  <a:pt x="116352" y="166688"/>
                </a:moveTo>
                <a:cubicBezTo>
                  <a:pt x="126830" y="173356"/>
                  <a:pt x="137307" y="180023"/>
                  <a:pt x="146832" y="186691"/>
                </a:cubicBezTo>
                <a:cubicBezTo>
                  <a:pt x="164930" y="200026"/>
                  <a:pt x="183027" y="214313"/>
                  <a:pt x="201125" y="228601"/>
                </a:cubicBezTo>
                <a:cubicBezTo>
                  <a:pt x="214460" y="239078"/>
                  <a:pt x="229700" y="247651"/>
                  <a:pt x="243035" y="257176"/>
                </a:cubicBezTo>
                <a:cubicBezTo>
                  <a:pt x="256370" y="266701"/>
                  <a:pt x="268752" y="276226"/>
                  <a:pt x="281135" y="285751"/>
                </a:cubicBezTo>
                <a:cubicBezTo>
                  <a:pt x="294470" y="295276"/>
                  <a:pt x="308757" y="305753"/>
                  <a:pt x="323045" y="314326"/>
                </a:cubicBezTo>
                <a:cubicBezTo>
                  <a:pt x="327807" y="317183"/>
                  <a:pt x="327807" y="319088"/>
                  <a:pt x="323997" y="322898"/>
                </a:cubicBezTo>
                <a:cubicBezTo>
                  <a:pt x="314472" y="334328"/>
                  <a:pt x="307805" y="347663"/>
                  <a:pt x="298280" y="359093"/>
                </a:cubicBezTo>
                <a:cubicBezTo>
                  <a:pt x="296375" y="361951"/>
                  <a:pt x="288755" y="362903"/>
                  <a:pt x="285897" y="360998"/>
                </a:cubicBezTo>
                <a:cubicBezTo>
                  <a:pt x="262085" y="345758"/>
                  <a:pt x="239225" y="328613"/>
                  <a:pt x="217317" y="312421"/>
                </a:cubicBezTo>
                <a:cubicBezTo>
                  <a:pt x="203982" y="302896"/>
                  <a:pt x="190647" y="292418"/>
                  <a:pt x="177312" y="281941"/>
                </a:cubicBezTo>
                <a:cubicBezTo>
                  <a:pt x="157310" y="267653"/>
                  <a:pt x="138260" y="254318"/>
                  <a:pt x="118257" y="240983"/>
                </a:cubicBezTo>
                <a:cubicBezTo>
                  <a:pt x="107780" y="234316"/>
                  <a:pt x="96350" y="227648"/>
                  <a:pt x="87777" y="220028"/>
                </a:cubicBezTo>
                <a:cubicBezTo>
                  <a:pt x="84920" y="217170"/>
                  <a:pt x="85872" y="207645"/>
                  <a:pt x="88730" y="203835"/>
                </a:cubicBezTo>
                <a:cubicBezTo>
                  <a:pt x="96350" y="191453"/>
                  <a:pt x="106827" y="179070"/>
                  <a:pt x="116352" y="166688"/>
                </a:cubicBezTo>
                <a:close/>
                <a:moveTo>
                  <a:pt x="1311740" y="71676"/>
                </a:moveTo>
                <a:cubicBezTo>
                  <a:pt x="1309121" y="72152"/>
                  <a:pt x="1306978" y="73819"/>
                  <a:pt x="1306025" y="78106"/>
                </a:cubicBezTo>
                <a:cubicBezTo>
                  <a:pt x="1303167" y="93346"/>
                  <a:pt x="1299357" y="107633"/>
                  <a:pt x="1298405" y="122873"/>
                </a:cubicBezTo>
                <a:cubicBezTo>
                  <a:pt x="1296500" y="145733"/>
                  <a:pt x="1293642" y="167641"/>
                  <a:pt x="1284117" y="188596"/>
                </a:cubicBezTo>
                <a:cubicBezTo>
                  <a:pt x="1278402" y="201931"/>
                  <a:pt x="1269830" y="212408"/>
                  <a:pt x="1259352" y="219076"/>
                </a:cubicBezTo>
                <a:cubicBezTo>
                  <a:pt x="1245065" y="228601"/>
                  <a:pt x="1228872" y="236221"/>
                  <a:pt x="1209822" y="236221"/>
                </a:cubicBezTo>
                <a:cubicBezTo>
                  <a:pt x="1181247" y="236221"/>
                  <a:pt x="1156482" y="231458"/>
                  <a:pt x="1138385" y="207646"/>
                </a:cubicBezTo>
                <a:cubicBezTo>
                  <a:pt x="1122192" y="187643"/>
                  <a:pt x="1106000" y="166688"/>
                  <a:pt x="1090760" y="145733"/>
                </a:cubicBezTo>
                <a:cubicBezTo>
                  <a:pt x="1080282" y="131446"/>
                  <a:pt x="1079330" y="130493"/>
                  <a:pt x="1065042" y="140018"/>
                </a:cubicBezTo>
                <a:cubicBezTo>
                  <a:pt x="1055517" y="146686"/>
                  <a:pt x="1046945" y="154306"/>
                  <a:pt x="1037420" y="161926"/>
                </a:cubicBezTo>
                <a:cubicBezTo>
                  <a:pt x="1021227" y="174308"/>
                  <a:pt x="1005035" y="186691"/>
                  <a:pt x="987890" y="197168"/>
                </a:cubicBezTo>
                <a:cubicBezTo>
                  <a:pt x="980270" y="202883"/>
                  <a:pt x="982175" y="206693"/>
                  <a:pt x="986937" y="211456"/>
                </a:cubicBezTo>
                <a:cubicBezTo>
                  <a:pt x="992652" y="218123"/>
                  <a:pt x="998367" y="223838"/>
                  <a:pt x="1003130" y="230506"/>
                </a:cubicBezTo>
                <a:cubicBezTo>
                  <a:pt x="1012655" y="242888"/>
                  <a:pt x="1021227" y="257176"/>
                  <a:pt x="1030752" y="269558"/>
                </a:cubicBezTo>
                <a:cubicBezTo>
                  <a:pt x="1044087" y="287656"/>
                  <a:pt x="1051707" y="308611"/>
                  <a:pt x="1052660" y="330518"/>
                </a:cubicBezTo>
                <a:cubicBezTo>
                  <a:pt x="1052660" y="336233"/>
                  <a:pt x="1047897" y="340996"/>
                  <a:pt x="1047897" y="346711"/>
                </a:cubicBezTo>
                <a:cubicBezTo>
                  <a:pt x="1046945" y="360046"/>
                  <a:pt x="1041230" y="369571"/>
                  <a:pt x="1033610" y="380048"/>
                </a:cubicBezTo>
                <a:cubicBezTo>
                  <a:pt x="1016465" y="405766"/>
                  <a:pt x="991700" y="417196"/>
                  <a:pt x="963125" y="419101"/>
                </a:cubicBezTo>
                <a:cubicBezTo>
                  <a:pt x="946932" y="420053"/>
                  <a:pt x="930740" y="415291"/>
                  <a:pt x="914547" y="412433"/>
                </a:cubicBezTo>
                <a:cubicBezTo>
                  <a:pt x="902165" y="410528"/>
                  <a:pt x="889782" y="408623"/>
                  <a:pt x="876447" y="406718"/>
                </a:cubicBezTo>
                <a:cubicBezTo>
                  <a:pt x="871685" y="405766"/>
                  <a:pt x="866922" y="405766"/>
                  <a:pt x="863112" y="405766"/>
                </a:cubicBezTo>
                <a:cubicBezTo>
                  <a:pt x="860255" y="413386"/>
                  <a:pt x="856445" y="420053"/>
                  <a:pt x="855492" y="426721"/>
                </a:cubicBezTo>
                <a:cubicBezTo>
                  <a:pt x="851682" y="457201"/>
                  <a:pt x="848825" y="487681"/>
                  <a:pt x="845967" y="518161"/>
                </a:cubicBezTo>
                <a:cubicBezTo>
                  <a:pt x="845967" y="521018"/>
                  <a:pt x="848825" y="525781"/>
                  <a:pt x="850730" y="526733"/>
                </a:cubicBezTo>
                <a:cubicBezTo>
                  <a:pt x="861207" y="529591"/>
                  <a:pt x="872637" y="531496"/>
                  <a:pt x="884067" y="533401"/>
                </a:cubicBezTo>
                <a:cubicBezTo>
                  <a:pt x="903117" y="536258"/>
                  <a:pt x="923120" y="538163"/>
                  <a:pt x="942170" y="541973"/>
                </a:cubicBezTo>
                <a:cubicBezTo>
                  <a:pt x="950742" y="543878"/>
                  <a:pt x="960267" y="547688"/>
                  <a:pt x="967887" y="553403"/>
                </a:cubicBezTo>
                <a:cubicBezTo>
                  <a:pt x="981222" y="562928"/>
                  <a:pt x="992652" y="573406"/>
                  <a:pt x="999320" y="590551"/>
                </a:cubicBezTo>
                <a:cubicBezTo>
                  <a:pt x="1005035" y="604838"/>
                  <a:pt x="1011702" y="619126"/>
                  <a:pt x="1009797" y="635318"/>
                </a:cubicBezTo>
                <a:cubicBezTo>
                  <a:pt x="1008845" y="641986"/>
                  <a:pt x="1006940" y="648653"/>
                  <a:pt x="1004082" y="654368"/>
                </a:cubicBezTo>
                <a:cubicBezTo>
                  <a:pt x="1001225" y="661988"/>
                  <a:pt x="999320" y="670561"/>
                  <a:pt x="995510" y="677228"/>
                </a:cubicBezTo>
                <a:cubicBezTo>
                  <a:pt x="992652" y="681991"/>
                  <a:pt x="988842" y="686753"/>
                  <a:pt x="984080" y="690563"/>
                </a:cubicBezTo>
                <a:cubicBezTo>
                  <a:pt x="968840" y="702946"/>
                  <a:pt x="953600" y="715328"/>
                  <a:pt x="937407" y="727711"/>
                </a:cubicBezTo>
                <a:cubicBezTo>
                  <a:pt x="929787" y="733426"/>
                  <a:pt x="921215" y="737236"/>
                  <a:pt x="914547" y="743903"/>
                </a:cubicBezTo>
                <a:cubicBezTo>
                  <a:pt x="909785" y="748666"/>
                  <a:pt x="899307" y="752476"/>
                  <a:pt x="905022" y="761048"/>
                </a:cubicBezTo>
                <a:cubicBezTo>
                  <a:pt x="916452" y="778193"/>
                  <a:pt x="928835" y="794386"/>
                  <a:pt x="941217" y="811531"/>
                </a:cubicBezTo>
                <a:cubicBezTo>
                  <a:pt x="947885" y="821056"/>
                  <a:pt x="954552" y="829628"/>
                  <a:pt x="963125" y="838201"/>
                </a:cubicBezTo>
                <a:cubicBezTo>
                  <a:pt x="966935" y="842011"/>
                  <a:pt x="968840" y="851536"/>
                  <a:pt x="977412" y="848678"/>
                </a:cubicBezTo>
                <a:cubicBezTo>
                  <a:pt x="981222" y="847726"/>
                  <a:pt x="983127" y="843916"/>
                  <a:pt x="985985" y="842011"/>
                </a:cubicBezTo>
                <a:cubicBezTo>
                  <a:pt x="1002177" y="829628"/>
                  <a:pt x="1017417" y="818198"/>
                  <a:pt x="1033610" y="806768"/>
                </a:cubicBezTo>
                <a:cubicBezTo>
                  <a:pt x="1045040" y="799148"/>
                  <a:pt x="1056470" y="789623"/>
                  <a:pt x="1069805" y="785813"/>
                </a:cubicBezTo>
                <a:cubicBezTo>
                  <a:pt x="1084092" y="782003"/>
                  <a:pt x="1099332" y="778193"/>
                  <a:pt x="1116477" y="782956"/>
                </a:cubicBezTo>
                <a:cubicBezTo>
                  <a:pt x="1134575" y="787718"/>
                  <a:pt x="1150767" y="793433"/>
                  <a:pt x="1163150" y="806768"/>
                </a:cubicBezTo>
                <a:cubicBezTo>
                  <a:pt x="1178390" y="822008"/>
                  <a:pt x="1188867" y="840106"/>
                  <a:pt x="1189820" y="862013"/>
                </a:cubicBezTo>
                <a:cubicBezTo>
                  <a:pt x="1189820" y="870586"/>
                  <a:pt x="1190772" y="879158"/>
                  <a:pt x="1189820" y="886778"/>
                </a:cubicBezTo>
                <a:cubicBezTo>
                  <a:pt x="1187915" y="901066"/>
                  <a:pt x="1185057" y="915353"/>
                  <a:pt x="1183152" y="930593"/>
                </a:cubicBezTo>
                <a:cubicBezTo>
                  <a:pt x="1181247" y="942976"/>
                  <a:pt x="1181247" y="956311"/>
                  <a:pt x="1180295" y="970598"/>
                </a:cubicBezTo>
                <a:cubicBezTo>
                  <a:pt x="1218395" y="983933"/>
                  <a:pt x="1258400" y="982028"/>
                  <a:pt x="1298405" y="991553"/>
                </a:cubicBezTo>
                <a:cubicBezTo>
                  <a:pt x="1301262" y="978218"/>
                  <a:pt x="1305072" y="964883"/>
                  <a:pt x="1306025" y="950596"/>
                </a:cubicBezTo>
                <a:cubicBezTo>
                  <a:pt x="1307930" y="925831"/>
                  <a:pt x="1311740" y="902018"/>
                  <a:pt x="1320312" y="879158"/>
                </a:cubicBezTo>
                <a:cubicBezTo>
                  <a:pt x="1329837" y="854393"/>
                  <a:pt x="1348887" y="840106"/>
                  <a:pt x="1371747" y="830581"/>
                </a:cubicBezTo>
                <a:cubicBezTo>
                  <a:pt x="1390797" y="822008"/>
                  <a:pt x="1412705" y="824866"/>
                  <a:pt x="1431755" y="830581"/>
                </a:cubicBezTo>
                <a:cubicBezTo>
                  <a:pt x="1443185" y="833438"/>
                  <a:pt x="1453662" y="842963"/>
                  <a:pt x="1463187" y="850583"/>
                </a:cubicBezTo>
                <a:cubicBezTo>
                  <a:pt x="1469855" y="856298"/>
                  <a:pt x="1475570" y="863918"/>
                  <a:pt x="1481285" y="871538"/>
                </a:cubicBezTo>
                <a:cubicBezTo>
                  <a:pt x="1494620" y="889636"/>
                  <a:pt x="1507955" y="907733"/>
                  <a:pt x="1521290" y="924878"/>
                </a:cubicBezTo>
                <a:cubicBezTo>
                  <a:pt x="1523195" y="927736"/>
                  <a:pt x="1529862" y="928688"/>
                  <a:pt x="1533672" y="927736"/>
                </a:cubicBezTo>
                <a:cubicBezTo>
                  <a:pt x="1538435" y="926783"/>
                  <a:pt x="1542245" y="923926"/>
                  <a:pt x="1546055" y="920116"/>
                </a:cubicBezTo>
                <a:cubicBezTo>
                  <a:pt x="1569867" y="902018"/>
                  <a:pt x="1592727" y="882968"/>
                  <a:pt x="1616540" y="864871"/>
                </a:cubicBezTo>
                <a:cubicBezTo>
                  <a:pt x="1623207" y="860108"/>
                  <a:pt x="1621302" y="855346"/>
                  <a:pt x="1617492" y="849631"/>
                </a:cubicBezTo>
                <a:cubicBezTo>
                  <a:pt x="1616540" y="847726"/>
                  <a:pt x="1614635" y="846773"/>
                  <a:pt x="1613682" y="844868"/>
                </a:cubicBezTo>
                <a:cubicBezTo>
                  <a:pt x="1602252" y="829628"/>
                  <a:pt x="1592727" y="813436"/>
                  <a:pt x="1580345" y="800101"/>
                </a:cubicBezTo>
                <a:cubicBezTo>
                  <a:pt x="1568915" y="787718"/>
                  <a:pt x="1559390" y="773431"/>
                  <a:pt x="1557485" y="759143"/>
                </a:cubicBezTo>
                <a:cubicBezTo>
                  <a:pt x="1552722" y="729616"/>
                  <a:pt x="1550817" y="700088"/>
                  <a:pt x="1575582" y="675323"/>
                </a:cubicBezTo>
                <a:cubicBezTo>
                  <a:pt x="1595585" y="654368"/>
                  <a:pt x="1617492" y="641033"/>
                  <a:pt x="1646067" y="642938"/>
                </a:cubicBezTo>
                <a:cubicBezTo>
                  <a:pt x="1671785" y="644843"/>
                  <a:pt x="1697502" y="648653"/>
                  <a:pt x="1723220" y="651511"/>
                </a:cubicBezTo>
                <a:cubicBezTo>
                  <a:pt x="1725125" y="651511"/>
                  <a:pt x="1726077" y="652463"/>
                  <a:pt x="1727030" y="653416"/>
                </a:cubicBezTo>
                <a:cubicBezTo>
                  <a:pt x="1741317" y="658178"/>
                  <a:pt x="1746080" y="654368"/>
                  <a:pt x="1747985" y="640081"/>
                </a:cubicBezTo>
                <a:cubicBezTo>
                  <a:pt x="1749890" y="615316"/>
                  <a:pt x="1752747" y="590551"/>
                  <a:pt x="1755605" y="565786"/>
                </a:cubicBezTo>
                <a:cubicBezTo>
                  <a:pt x="1755605" y="562928"/>
                  <a:pt x="1757510" y="561023"/>
                  <a:pt x="1758462" y="558166"/>
                </a:cubicBezTo>
                <a:cubicBezTo>
                  <a:pt x="1760367" y="551498"/>
                  <a:pt x="1761320" y="544831"/>
                  <a:pt x="1763225" y="537211"/>
                </a:cubicBezTo>
                <a:cubicBezTo>
                  <a:pt x="1731792" y="531496"/>
                  <a:pt x="1702265" y="525781"/>
                  <a:pt x="1671785" y="521971"/>
                </a:cubicBezTo>
                <a:cubicBezTo>
                  <a:pt x="1655592" y="520066"/>
                  <a:pt x="1640352" y="513398"/>
                  <a:pt x="1629875" y="503873"/>
                </a:cubicBezTo>
                <a:cubicBezTo>
                  <a:pt x="1616540" y="492443"/>
                  <a:pt x="1604157" y="475298"/>
                  <a:pt x="1600347" y="458153"/>
                </a:cubicBezTo>
                <a:cubicBezTo>
                  <a:pt x="1591775" y="424816"/>
                  <a:pt x="1595585" y="392431"/>
                  <a:pt x="1624160" y="368618"/>
                </a:cubicBezTo>
                <a:cubicBezTo>
                  <a:pt x="1637495" y="357188"/>
                  <a:pt x="1651782" y="345758"/>
                  <a:pt x="1665117" y="335281"/>
                </a:cubicBezTo>
                <a:cubicBezTo>
                  <a:pt x="1672737" y="329566"/>
                  <a:pt x="1680357" y="324803"/>
                  <a:pt x="1687977" y="319088"/>
                </a:cubicBezTo>
                <a:cubicBezTo>
                  <a:pt x="1698455" y="312421"/>
                  <a:pt x="1701312" y="302896"/>
                  <a:pt x="1695597" y="295276"/>
                </a:cubicBezTo>
                <a:cubicBezTo>
                  <a:pt x="1688930" y="285751"/>
                  <a:pt x="1682262" y="276226"/>
                  <a:pt x="1674642" y="266701"/>
                </a:cubicBezTo>
                <a:cubicBezTo>
                  <a:pt x="1661307" y="249556"/>
                  <a:pt x="1647972" y="233363"/>
                  <a:pt x="1633685" y="217171"/>
                </a:cubicBezTo>
                <a:cubicBezTo>
                  <a:pt x="1631780" y="214313"/>
                  <a:pt x="1624160" y="216218"/>
                  <a:pt x="1619397" y="216218"/>
                </a:cubicBezTo>
                <a:cubicBezTo>
                  <a:pt x="1617492" y="216218"/>
                  <a:pt x="1616540" y="219076"/>
                  <a:pt x="1614635" y="220981"/>
                </a:cubicBezTo>
                <a:cubicBezTo>
                  <a:pt x="1599395" y="232411"/>
                  <a:pt x="1584155" y="243841"/>
                  <a:pt x="1568915" y="255271"/>
                </a:cubicBezTo>
                <a:cubicBezTo>
                  <a:pt x="1557485" y="262891"/>
                  <a:pt x="1546055" y="275273"/>
                  <a:pt x="1532720" y="277178"/>
                </a:cubicBezTo>
                <a:cubicBezTo>
                  <a:pt x="1510812" y="280036"/>
                  <a:pt x="1487952" y="284798"/>
                  <a:pt x="1466045" y="272416"/>
                </a:cubicBezTo>
                <a:cubicBezTo>
                  <a:pt x="1446995" y="262891"/>
                  <a:pt x="1433660" y="249556"/>
                  <a:pt x="1424135" y="231458"/>
                </a:cubicBezTo>
                <a:cubicBezTo>
                  <a:pt x="1420325" y="223838"/>
                  <a:pt x="1417467" y="216218"/>
                  <a:pt x="1415562" y="208598"/>
                </a:cubicBezTo>
                <a:cubicBezTo>
                  <a:pt x="1413657" y="197168"/>
                  <a:pt x="1411752" y="184786"/>
                  <a:pt x="1413657" y="173356"/>
                </a:cubicBezTo>
                <a:cubicBezTo>
                  <a:pt x="1416515" y="147638"/>
                  <a:pt x="1422230" y="122873"/>
                  <a:pt x="1425087" y="97156"/>
                </a:cubicBezTo>
                <a:cubicBezTo>
                  <a:pt x="1425087" y="94298"/>
                  <a:pt x="1419372" y="87631"/>
                  <a:pt x="1416515" y="86678"/>
                </a:cubicBezTo>
                <a:cubicBezTo>
                  <a:pt x="1393655" y="82868"/>
                  <a:pt x="1370795" y="80963"/>
                  <a:pt x="1347935" y="78106"/>
                </a:cubicBezTo>
                <a:cubicBezTo>
                  <a:pt x="1338410" y="77153"/>
                  <a:pt x="1329837" y="74296"/>
                  <a:pt x="1320312" y="72391"/>
                </a:cubicBezTo>
                <a:cubicBezTo>
                  <a:pt x="1317455" y="71914"/>
                  <a:pt x="1314359" y="71200"/>
                  <a:pt x="1311740" y="71676"/>
                </a:cubicBezTo>
                <a:close/>
                <a:moveTo>
                  <a:pt x="1289356" y="11550"/>
                </a:moveTo>
                <a:cubicBezTo>
                  <a:pt x="1294833" y="11669"/>
                  <a:pt x="1300310" y="12859"/>
                  <a:pt x="1306025" y="13336"/>
                </a:cubicBezTo>
                <a:cubicBezTo>
                  <a:pt x="1312692" y="14288"/>
                  <a:pt x="1319360" y="16193"/>
                  <a:pt x="1326027" y="17146"/>
                </a:cubicBezTo>
                <a:cubicBezTo>
                  <a:pt x="1355555" y="21908"/>
                  <a:pt x="1385082" y="25718"/>
                  <a:pt x="1414610" y="30481"/>
                </a:cubicBezTo>
                <a:cubicBezTo>
                  <a:pt x="1422230" y="31433"/>
                  <a:pt x="1429850" y="31433"/>
                  <a:pt x="1437470" y="32386"/>
                </a:cubicBezTo>
                <a:cubicBezTo>
                  <a:pt x="1451757" y="34291"/>
                  <a:pt x="1466045" y="35243"/>
                  <a:pt x="1479380" y="40958"/>
                </a:cubicBezTo>
                <a:cubicBezTo>
                  <a:pt x="1487952" y="44768"/>
                  <a:pt x="1497477" y="52388"/>
                  <a:pt x="1496525" y="63818"/>
                </a:cubicBezTo>
                <a:cubicBezTo>
                  <a:pt x="1495572" y="77153"/>
                  <a:pt x="1492715" y="91441"/>
                  <a:pt x="1490810" y="104776"/>
                </a:cubicBezTo>
                <a:cubicBezTo>
                  <a:pt x="1490810" y="104776"/>
                  <a:pt x="1490810" y="105728"/>
                  <a:pt x="1490810" y="105728"/>
                </a:cubicBezTo>
                <a:cubicBezTo>
                  <a:pt x="1487952" y="136208"/>
                  <a:pt x="1484142" y="166688"/>
                  <a:pt x="1482237" y="197168"/>
                </a:cubicBezTo>
                <a:cubicBezTo>
                  <a:pt x="1481285" y="214313"/>
                  <a:pt x="1500335" y="229553"/>
                  <a:pt x="1517480" y="223838"/>
                </a:cubicBezTo>
                <a:cubicBezTo>
                  <a:pt x="1527005" y="220981"/>
                  <a:pt x="1535577" y="213361"/>
                  <a:pt x="1544150" y="206693"/>
                </a:cubicBezTo>
                <a:cubicBezTo>
                  <a:pt x="1560342" y="194311"/>
                  <a:pt x="1575582" y="180976"/>
                  <a:pt x="1591775" y="168593"/>
                </a:cubicBezTo>
                <a:cubicBezTo>
                  <a:pt x="1603205" y="160021"/>
                  <a:pt x="1615587" y="151448"/>
                  <a:pt x="1628922" y="144781"/>
                </a:cubicBezTo>
                <a:cubicBezTo>
                  <a:pt x="1646067" y="136208"/>
                  <a:pt x="1657497" y="140018"/>
                  <a:pt x="1668927" y="155258"/>
                </a:cubicBezTo>
                <a:cubicBezTo>
                  <a:pt x="1685120" y="177166"/>
                  <a:pt x="1701312" y="199073"/>
                  <a:pt x="1718457" y="220981"/>
                </a:cubicBezTo>
                <a:cubicBezTo>
                  <a:pt x="1734650" y="241936"/>
                  <a:pt x="1750842" y="261938"/>
                  <a:pt x="1767035" y="282893"/>
                </a:cubicBezTo>
                <a:cubicBezTo>
                  <a:pt x="1772750" y="290513"/>
                  <a:pt x="1777512" y="298133"/>
                  <a:pt x="1781322" y="306706"/>
                </a:cubicBezTo>
                <a:cubicBezTo>
                  <a:pt x="1785132" y="314326"/>
                  <a:pt x="1781322" y="331471"/>
                  <a:pt x="1771797" y="338138"/>
                </a:cubicBezTo>
                <a:cubicBezTo>
                  <a:pt x="1755605" y="350521"/>
                  <a:pt x="1738460" y="361951"/>
                  <a:pt x="1722267" y="375286"/>
                </a:cubicBezTo>
                <a:cubicBezTo>
                  <a:pt x="1705122" y="388621"/>
                  <a:pt x="1687977" y="401956"/>
                  <a:pt x="1671785" y="416243"/>
                </a:cubicBezTo>
                <a:cubicBezTo>
                  <a:pt x="1655592" y="430531"/>
                  <a:pt x="1660355" y="450533"/>
                  <a:pt x="1678452" y="461011"/>
                </a:cubicBezTo>
                <a:cubicBezTo>
                  <a:pt x="1687977" y="466726"/>
                  <a:pt x="1696550" y="465773"/>
                  <a:pt x="1706075" y="467678"/>
                </a:cubicBezTo>
                <a:cubicBezTo>
                  <a:pt x="1728935" y="471488"/>
                  <a:pt x="1751795" y="476251"/>
                  <a:pt x="1774655" y="480061"/>
                </a:cubicBezTo>
                <a:cubicBezTo>
                  <a:pt x="1780370" y="481013"/>
                  <a:pt x="1786085" y="481966"/>
                  <a:pt x="1791800" y="481966"/>
                </a:cubicBezTo>
                <a:cubicBezTo>
                  <a:pt x="1832757" y="481966"/>
                  <a:pt x="1837520" y="510541"/>
                  <a:pt x="1828947" y="541021"/>
                </a:cubicBezTo>
                <a:cubicBezTo>
                  <a:pt x="1827995" y="542926"/>
                  <a:pt x="1827042" y="544831"/>
                  <a:pt x="1827042" y="546736"/>
                </a:cubicBezTo>
                <a:cubicBezTo>
                  <a:pt x="1824185" y="572453"/>
                  <a:pt x="1820375" y="598171"/>
                  <a:pt x="1817517" y="622936"/>
                </a:cubicBezTo>
                <a:cubicBezTo>
                  <a:pt x="1814660" y="643891"/>
                  <a:pt x="1814660" y="664846"/>
                  <a:pt x="1808945" y="684848"/>
                </a:cubicBezTo>
                <a:cubicBezTo>
                  <a:pt x="1805135" y="696278"/>
                  <a:pt x="1806087" y="711518"/>
                  <a:pt x="1790847" y="720091"/>
                </a:cubicBezTo>
                <a:cubicBezTo>
                  <a:pt x="1778465" y="726758"/>
                  <a:pt x="1767035" y="724853"/>
                  <a:pt x="1755605" y="722948"/>
                </a:cubicBezTo>
                <a:cubicBezTo>
                  <a:pt x="1752747" y="721996"/>
                  <a:pt x="1748937" y="720091"/>
                  <a:pt x="1746080" y="719138"/>
                </a:cubicBezTo>
                <a:cubicBezTo>
                  <a:pt x="1715600" y="715328"/>
                  <a:pt x="1684167" y="711518"/>
                  <a:pt x="1653687" y="709613"/>
                </a:cubicBezTo>
                <a:cubicBezTo>
                  <a:pt x="1632732" y="707708"/>
                  <a:pt x="1615587" y="723901"/>
                  <a:pt x="1619397" y="741046"/>
                </a:cubicBezTo>
                <a:cubicBezTo>
                  <a:pt x="1621302" y="750571"/>
                  <a:pt x="1627970" y="759143"/>
                  <a:pt x="1633685" y="767716"/>
                </a:cubicBezTo>
                <a:cubicBezTo>
                  <a:pt x="1645115" y="782956"/>
                  <a:pt x="1657497" y="798196"/>
                  <a:pt x="1668927" y="813436"/>
                </a:cubicBezTo>
                <a:cubicBezTo>
                  <a:pt x="1679405" y="827723"/>
                  <a:pt x="1689882" y="842011"/>
                  <a:pt x="1699407" y="857251"/>
                </a:cubicBezTo>
                <a:cubicBezTo>
                  <a:pt x="1707027" y="868681"/>
                  <a:pt x="1705122" y="881063"/>
                  <a:pt x="1694645" y="889636"/>
                </a:cubicBezTo>
                <a:cubicBezTo>
                  <a:pt x="1675595" y="904876"/>
                  <a:pt x="1655592" y="919163"/>
                  <a:pt x="1636542" y="933451"/>
                </a:cubicBezTo>
                <a:cubicBezTo>
                  <a:pt x="1623207" y="943928"/>
                  <a:pt x="1610825" y="956311"/>
                  <a:pt x="1596537" y="965836"/>
                </a:cubicBezTo>
                <a:cubicBezTo>
                  <a:pt x="1575582" y="981076"/>
                  <a:pt x="1553675" y="994411"/>
                  <a:pt x="1532720" y="1008698"/>
                </a:cubicBezTo>
                <a:cubicBezTo>
                  <a:pt x="1525100" y="1013461"/>
                  <a:pt x="1506050" y="1002031"/>
                  <a:pt x="1498430" y="991553"/>
                </a:cubicBezTo>
                <a:cubicBezTo>
                  <a:pt x="1487952" y="976313"/>
                  <a:pt x="1475570" y="961073"/>
                  <a:pt x="1464140" y="946786"/>
                </a:cubicBezTo>
                <a:cubicBezTo>
                  <a:pt x="1453662" y="933451"/>
                  <a:pt x="1443185" y="920116"/>
                  <a:pt x="1433660" y="905828"/>
                </a:cubicBezTo>
                <a:cubicBezTo>
                  <a:pt x="1422230" y="888683"/>
                  <a:pt x="1397465" y="884873"/>
                  <a:pt x="1385082" y="900113"/>
                </a:cubicBezTo>
                <a:cubicBezTo>
                  <a:pt x="1380320" y="905828"/>
                  <a:pt x="1377462" y="915353"/>
                  <a:pt x="1375557" y="923926"/>
                </a:cubicBezTo>
                <a:cubicBezTo>
                  <a:pt x="1371747" y="948691"/>
                  <a:pt x="1369842" y="972503"/>
                  <a:pt x="1366985" y="997268"/>
                </a:cubicBezTo>
                <a:cubicBezTo>
                  <a:pt x="1365080" y="1010603"/>
                  <a:pt x="1363175" y="1022986"/>
                  <a:pt x="1360317" y="1036321"/>
                </a:cubicBezTo>
                <a:cubicBezTo>
                  <a:pt x="1355555" y="1055371"/>
                  <a:pt x="1336505" y="1066801"/>
                  <a:pt x="1314597" y="1060133"/>
                </a:cubicBezTo>
                <a:cubicBezTo>
                  <a:pt x="1311740" y="1059181"/>
                  <a:pt x="1309835" y="1058228"/>
                  <a:pt x="1306977" y="1057276"/>
                </a:cubicBezTo>
                <a:cubicBezTo>
                  <a:pt x="1280307" y="1054418"/>
                  <a:pt x="1254590" y="1050608"/>
                  <a:pt x="1227920" y="1047751"/>
                </a:cubicBezTo>
                <a:cubicBezTo>
                  <a:pt x="1207917" y="1044893"/>
                  <a:pt x="1187915" y="1042988"/>
                  <a:pt x="1168865" y="1040131"/>
                </a:cubicBezTo>
                <a:cubicBezTo>
                  <a:pt x="1158387" y="1038226"/>
                  <a:pt x="1148862" y="1036321"/>
                  <a:pt x="1138385" y="1033463"/>
                </a:cubicBezTo>
                <a:cubicBezTo>
                  <a:pt x="1133622" y="1032511"/>
                  <a:pt x="1127907" y="1028701"/>
                  <a:pt x="1126002" y="1024891"/>
                </a:cubicBezTo>
                <a:cubicBezTo>
                  <a:pt x="1120287" y="1011556"/>
                  <a:pt x="1111715" y="998221"/>
                  <a:pt x="1123145" y="982981"/>
                </a:cubicBezTo>
                <a:cubicBezTo>
                  <a:pt x="1124097" y="982028"/>
                  <a:pt x="1124097" y="981076"/>
                  <a:pt x="1124097" y="980123"/>
                </a:cubicBezTo>
                <a:cubicBezTo>
                  <a:pt x="1126955" y="957263"/>
                  <a:pt x="1128860" y="934403"/>
                  <a:pt x="1131717" y="911543"/>
                </a:cubicBezTo>
                <a:cubicBezTo>
                  <a:pt x="1132670" y="902018"/>
                  <a:pt x="1134575" y="892493"/>
                  <a:pt x="1136480" y="883921"/>
                </a:cubicBezTo>
                <a:cubicBezTo>
                  <a:pt x="1138385" y="876301"/>
                  <a:pt x="1128860" y="860108"/>
                  <a:pt x="1122192" y="854393"/>
                </a:cubicBezTo>
                <a:cubicBezTo>
                  <a:pt x="1113620" y="847726"/>
                  <a:pt x="1105047" y="845821"/>
                  <a:pt x="1096475" y="849631"/>
                </a:cubicBezTo>
                <a:cubicBezTo>
                  <a:pt x="1088855" y="852488"/>
                  <a:pt x="1081235" y="858203"/>
                  <a:pt x="1074567" y="862966"/>
                </a:cubicBezTo>
                <a:cubicBezTo>
                  <a:pt x="1058375" y="874396"/>
                  <a:pt x="1043135" y="886778"/>
                  <a:pt x="1027895" y="899161"/>
                </a:cubicBezTo>
                <a:cubicBezTo>
                  <a:pt x="1016465" y="907733"/>
                  <a:pt x="1005987" y="916306"/>
                  <a:pt x="995510" y="924878"/>
                </a:cubicBezTo>
                <a:cubicBezTo>
                  <a:pt x="985032" y="933451"/>
                  <a:pt x="961220" y="932498"/>
                  <a:pt x="953600" y="922021"/>
                </a:cubicBezTo>
                <a:cubicBezTo>
                  <a:pt x="939312" y="903923"/>
                  <a:pt x="925025" y="884873"/>
                  <a:pt x="910737" y="866776"/>
                </a:cubicBezTo>
                <a:cubicBezTo>
                  <a:pt x="900260" y="852488"/>
                  <a:pt x="888830" y="839153"/>
                  <a:pt x="878352" y="824866"/>
                </a:cubicBezTo>
                <a:cubicBezTo>
                  <a:pt x="865970" y="807721"/>
                  <a:pt x="851682" y="791528"/>
                  <a:pt x="840252" y="773431"/>
                </a:cubicBezTo>
                <a:cubicBezTo>
                  <a:pt x="828822" y="755333"/>
                  <a:pt x="833585" y="739141"/>
                  <a:pt x="853587" y="725806"/>
                </a:cubicBezTo>
                <a:cubicBezTo>
                  <a:pt x="870732" y="714376"/>
                  <a:pt x="886925" y="701041"/>
                  <a:pt x="903117" y="687706"/>
                </a:cubicBezTo>
                <a:cubicBezTo>
                  <a:pt x="914547" y="679133"/>
                  <a:pt x="925025" y="670561"/>
                  <a:pt x="936455" y="662941"/>
                </a:cubicBezTo>
                <a:cubicBezTo>
                  <a:pt x="950742" y="653416"/>
                  <a:pt x="955505" y="641986"/>
                  <a:pt x="952647" y="625793"/>
                </a:cubicBezTo>
                <a:cubicBezTo>
                  <a:pt x="951695" y="618173"/>
                  <a:pt x="937407" y="605791"/>
                  <a:pt x="928835" y="604838"/>
                </a:cubicBezTo>
                <a:cubicBezTo>
                  <a:pt x="906927" y="601981"/>
                  <a:pt x="884067" y="600076"/>
                  <a:pt x="862160" y="596266"/>
                </a:cubicBezTo>
                <a:cubicBezTo>
                  <a:pt x="841205" y="592456"/>
                  <a:pt x="821202" y="588646"/>
                  <a:pt x="801200" y="582931"/>
                </a:cubicBezTo>
                <a:cubicBezTo>
                  <a:pt x="787865" y="579121"/>
                  <a:pt x="780245" y="559118"/>
                  <a:pt x="785960" y="545783"/>
                </a:cubicBezTo>
                <a:cubicBezTo>
                  <a:pt x="786912" y="543878"/>
                  <a:pt x="787865" y="541973"/>
                  <a:pt x="787865" y="540068"/>
                </a:cubicBezTo>
                <a:cubicBezTo>
                  <a:pt x="790722" y="515303"/>
                  <a:pt x="793580" y="491491"/>
                  <a:pt x="796437" y="466726"/>
                </a:cubicBezTo>
                <a:cubicBezTo>
                  <a:pt x="800247" y="441008"/>
                  <a:pt x="805010" y="415291"/>
                  <a:pt x="808820" y="389573"/>
                </a:cubicBezTo>
                <a:cubicBezTo>
                  <a:pt x="809772" y="383858"/>
                  <a:pt x="809772" y="377191"/>
                  <a:pt x="810725" y="371476"/>
                </a:cubicBezTo>
                <a:cubicBezTo>
                  <a:pt x="811677" y="358141"/>
                  <a:pt x="825012" y="345758"/>
                  <a:pt x="838347" y="345758"/>
                </a:cubicBezTo>
                <a:cubicBezTo>
                  <a:pt x="849777" y="345758"/>
                  <a:pt x="863112" y="342901"/>
                  <a:pt x="873590" y="351473"/>
                </a:cubicBezTo>
                <a:cubicBezTo>
                  <a:pt x="873590" y="351473"/>
                  <a:pt x="874542" y="351473"/>
                  <a:pt x="874542" y="351473"/>
                </a:cubicBezTo>
                <a:cubicBezTo>
                  <a:pt x="906927" y="354331"/>
                  <a:pt x="939312" y="358141"/>
                  <a:pt x="971697" y="360046"/>
                </a:cubicBezTo>
                <a:cubicBezTo>
                  <a:pt x="992652" y="360998"/>
                  <a:pt x="1002177" y="336233"/>
                  <a:pt x="995510" y="320041"/>
                </a:cubicBezTo>
                <a:cubicBezTo>
                  <a:pt x="990747" y="308611"/>
                  <a:pt x="980270" y="299086"/>
                  <a:pt x="972650" y="288608"/>
                </a:cubicBezTo>
                <a:cubicBezTo>
                  <a:pt x="961220" y="273368"/>
                  <a:pt x="949790" y="257176"/>
                  <a:pt x="938360" y="241936"/>
                </a:cubicBezTo>
                <a:cubicBezTo>
                  <a:pt x="935502" y="238126"/>
                  <a:pt x="931692" y="235268"/>
                  <a:pt x="929787" y="231458"/>
                </a:cubicBezTo>
                <a:cubicBezTo>
                  <a:pt x="925025" y="223838"/>
                  <a:pt x="919310" y="216218"/>
                  <a:pt x="916452" y="207646"/>
                </a:cubicBezTo>
                <a:cubicBezTo>
                  <a:pt x="913595" y="199073"/>
                  <a:pt x="910737" y="194311"/>
                  <a:pt x="900260" y="195263"/>
                </a:cubicBezTo>
                <a:cubicBezTo>
                  <a:pt x="885020" y="196216"/>
                  <a:pt x="869780" y="195263"/>
                  <a:pt x="854540" y="197168"/>
                </a:cubicBezTo>
                <a:cubicBezTo>
                  <a:pt x="835490" y="200026"/>
                  <a:pt x="816440" y="204788"/>
                  <a:pt x="797390" y="209551"/>
                </a:cubicBezTo>
                <a:cubicBezTo>
                  <a:pt x="785007" y="212408"/>
                  <a:pt x="772625" y="214313"/>
                  <a:pt x="760242" y="218123"/>
                </a:cubicBezTo>
                <a:cubicBezTo>
                  <a:pt x="749765" y="220981"/>
                  <a:pt x="740240" y="226696"/>
                  <a:pt x="729762" y="230506"/>
                </a:cubicBezTo>
                <a:cubicBezTo>
                  <a:pt x="717380" y="235268"/>
                  <a:pt x="705950" y="240031"/>
                  <a:pt x="693567" y="245746"/>
                </a:cubicBezTo>
                <a:cubicBezTo>
                  <a:pt x="682137" y="250508"/>
                  <a:pt x="671660" y="255271"/>
                  <a:pt x="660230" y="261938"/>
                </a:cubicBezTo>
                <a:cubicBezTo>
                  <a:pt x="649752" y="268606"/>
                  <a:pt x="639275" y="276226"/>
                  <a:pt x="628797" y="282893"/>
                </a:cubicBezTo>
                <a:cubicBezTo>
                  <a:pt x="601175" y="300991"/>
                  <a:pt x="575457" y="321946"/>
                  <a:pt x="552597" y="345758"/>
                </a:cubicBezTo>
                <a:cubicBezTo>
                  <a:pt x="535452" y="362903"/>
                  <a:pt x="518307" y="381001"/>
                  <a:pt x="504020" y="400051"/>
                </a:cubicBezTo>
                <a:cubicBezTo>
                  <a:pt x="491637" y="416243"/>
                  <a:pt x="483065" y="434341"/>
                  <a:pt x="473540" y="451486"/>
                </a:cubicBezTo>
                <a:cubicBezTo>
                  <a:pt x="464967" y="466726"/>
                  <a:pt x="454490" y="481966"/>
                  <a:pt x="446870" y="498158"/>
                </a:cubicBezTo>
                <a:cubicBezTo>
                  <a:pt x="437345" y="508636"/>
                  <a:pt x="433535" y="523876"/>
                  <a:pt x="427820" y="539116"/>
                </a:cubicBezTo>
                <a:cubicBezTo>
                  <a:pt x="424010" y="550546"/>
                  <a:pt x="419247" y="561976"/>
                  <a:pt x="415437" y="572453"/>
                </a:cubicBezTo>
                <a:cubicBezTo>
                  <a:pt x="415437" y="573406"/>
                  <a:pt x="415437" y="574358"/>
                  <a:pt x="414485" y="574358"/>
                </a:cubicBezTo>
                <a:cubicBezTo>
                  <a:pt x="411627" y="590551"/>
                  <a:pt x="410675" y="606743"/>
                  <a:pt x="406865" y="622936"/>
                </a:cubicBezTo>
                <a:cubicBezTo>
                  <a:pt x="398292" y="661036"/>
                  <a:pt x="398292" y="700088"/>
                  <a:pt x="401150" y="738188"/>
                </a:cubicBezTo>
                <a:cubicBezTo>
                  <a:pt x="403055" y="763906"/>
                  <a:pt x="408770" y="789623"/>
                  <a:pt x="413532" y="814388"/>
                </a:cubicBezTo>
                <a:cubicBezTo>
                  <a:pt x="416390" y="828676"/>
                  <a:pt x="418295" y="842963"/>
                  <a:pt x="422105" y="856298"/>
                </a:cubicBezTo>
                <a:cubicBezTo>
                  <a:pt x="424962" y="865823"/>
                  <a:pt x="429725" y="875348"/>
                  <a:pt x="434487" y="884873"/>
                </a:cubicBezTo>
                <a:cubicBezTo>
                  <a:pt x="437345" y="891541"/>
                  <a:pt x="439250" y="898208"/>
                  <a:pt x="442107" y="903923"/>
                </a:cubicBezTo>
                <a:cubicBezTo>
                  <a:pt x="451632" y="923926"/>
                  <a:pt x="460205" y="944881"/>
                  <a:pt x="472587" y="963931"/>
                </a:cubicBezTo>
                <a:cubicBezTo>
                  <a:pt x="490685" y="991553"/>
                  <a:pt x="508782" y="1020128"/>
                  <a:pt x="530690" y="1044893"/>
                </a:cubicBezTo>
                <a:cubicBezTo>
                  <a:pt x="552597" y="1070611"/>
                  <a:pt x="577362" y="1092518"/>
                  <a:pt x="604985" y="1112521"/>
                </a:cubicBezTo>
                <a:cubicBezTo>
                  <a:pt x="626892" y="1128713"/>
                  <a:pt x="649752" y="1143953"/>
                  <a:pt x="670707" y="1162051"/>
                </a:cubicBezTo>
                <a:cubicBezTo>
                  <a:pt x="685947" y="1175386"/>
                  <a:pt x="700235" y="1190626"/>
                  <a:pt x="709760" y="1209676"/>
                </a:cubicBezTo>
                <a:cubicBezTo>
                  <a:pt x="718332" y="1226821"/>
                  <a:pt x="724047" y="1244918"/>
                  <a:pt x="730715" y="1263016"/>
                </a:cubicBezTo>
                <a:cubicBezTo>
                  <a:pt x="740240" y="1291591"/>
                  <a:pt x="736430" y="1320166"/>
                  <a:pt x="737382" y="1348741"/>
                </a:cubicBezTo>
                <a:cubicBezTo>
                  <a:pt x="738335" y="1376363"/>
                  <a:pt x="737382" y="1403986"/>
                  <a:pt x="737382" y="1430656"/>
                </a:cubicBezTo>
                <a:cubicBezTo>
                  <a:pt x="737382" y="1450658"/>
                  <a:pt x="745955" y="1466851"/>
                  <a:pt x="760242" y="1479233"/>
                </a:cubicBezTo>
                <a:cubicBezTo>
                  <a:pt x="768815" y="1485901"/>
                  <a:pt x="777387" y="1491616"/>
                  <a:pt x="789770" y="1491616"/>
                </a:cubicBezTo>
                <a:cubicBezTo>
                  <a:pt x="876447" y="1491616"/>
                  <a:pt x="963125" y="1491616"/>
                  <a:pt x="1048850" y="1491616"/>
                </a:cubicBezTo>
                <a:cubicBezTo>
                  <a:pt x="1065042" y="1491616"/>
                  <a:pt x="1088855" y="1471613"/>
                  <a:pt x="1094570" y="1458278"/>
                </a:cubicBezTo>
                <a:cubicBezTo>
                  <a:pt x="1100285" y="1445896"/>
                  <a:pt x="1100285" y="1433513"/>
                  <a:pt x="1100285" y="1421131"/>
                </a:cubicBezTo>
                <a:cubicBezTo>
                  <a:pt x="1100285" y="1381126"/>
                  <a:pt x="1100285" y="1340168"/>
                  <a:pt x="1101237" y="1300163"/>
                </a:cubicBezTo>
                <a:cubicBezTo>
                  <a:pt x="1101237" y="1282066"/>
                  <a:pt x="1106000" y="1263968"/>
                  <a:pt x="1113620" y="1247776"/>
                </a:cubicBezTo>
                <a:cubicBezTo>
                  <a:pt x="1118382" y="1236346"/>
                  <a:pt x="1122192" y="1224916"/>
                  <a:pt x="1127907" y="1213486"/>
                </a:cubicBezTo>
                <a:cubicBezTo>
                  <a:pt x="1137432" y="1193483"/>
                  <a:pt x="1151720" y="1178243"/>
                  <a:pt x="1167912" y="1163003"/>
                </a:cubicBezTo>
                <a:cubicBezTo>
                  <a:pt x="1186010" y="1145858"/>
                  <a:pt x="1206012" y="1132523"/>
                  <a:pt x="1226967" y="1120141"/>
                </a:cubicBezTo>
                <a:cubicBezTo>
                  <a:pt x="1237445" y="1113473"/>
                  <a:pt x="1246970" y="1104901"/>
                  <a:pt x="1255542" y="1095376"/>
                </a:cubicBezTo>
                <a:cubicBezTo>
                  <a:pt x="1261257" y="1089661"/>
                  <a:pt x="1265067" y="1092518"/>
                  <a:pt x="1268877" y="1096328"/>
                </a:cubicBezTo>
                <a:cubicBezTo>
                  <a:pt x="1278402" y="1106806"/>
                  <a:pt x="1288880" y="1117283"/>
                  <a:pt x="1298405" y="1128713"/>
                </a:cubicBezTo>
                <a:cubicBezTo>
                  <a:pt x="1300310" y="1131571"/>
                  <a:pt x="1300310" y="1139191"/>
                  <a:pt x="1297452" y="1141096"/>
                </a:cubicBezTo>
                <a:cubicBezTo>
                  <a:pt x="1287927" y="1149668"/>
                  <a:pt x="1276497" y="1157288"/>
                  <a:pt x="1266020" y="1164908"/>
                </a:cubicBezTo>
                <a:cubicBezTo>
                  <a:pt x="1252685" y="1174433"/>
                  <a:pt x="1237445" y="1182053"/>
                  <a:pt x="1225062" y="1193483"/>
                </a:cubicBezTo>
                <a:cubicBezTo>
                  <a:pt x="1210775" y="1205866"/>
                  <a:pt x="1197440" y="1221106"/>
                  <a:pt x="1186010" y="1236346"/>
                </a:cubicBezTo>
                <a:cubicBezTo>
                  <a:pt x="1177437" y="1247776"/>
                  <a:pt x="1172675" y="1261111"/>
                  <a:pt x="1166960" y="1273493"/>
                </a:cubicBezTo>
                <a:cubicBezTo>
                  <a:pt x="1165055" y="1277303"/>
                  <a:pt x="1166007" y="1282066"/>
                  <a:pt x="1166007" y="1285876"/>
                </a:cubicBezTo>
                <a:cubicBezTo>
                  <a:pt x="1166007" y="1333501"/>
                  <a:pt x="1166960" y="1380173"/>
                  <a:pt x="1164102" y="1427798"/>
                </a:cubicBezTo>
                <a:cubicBezTo>
                  <a:pt x="1162197" y="1463993"/>
                  <a:pt x="1150767" y="1499236"/>
                  <a:pt x="1121240" y="1524001"/>
                </a:cubicBezTo>
                <a:cubicBezTo>
                  <a:pt x="1117430" y="1527811"/>
                  <a:pt x="1112667" y="1531621"/>
                  <a:pt x="1107905" y="1533526"/>
                </a:cubicBezTo>
                <a:cubicBezTo>
                  <a:pt x="1099332" y="1536383"/>
                  <a:pt x="1101237" y="1543051"/>
                  <a:pt x="1101237" y="1548766"/>
                </a:cubicBezTo>
                <a:cubicBezTo>
                  <a:pt x="1101237" y="1604963"/>
                  <a:pt x="1102190" y="1661161"/>
                  <a:pt x="1100285" y="1716406"/>
                </a:cubicBezTo>
                <a:cubicBezTo>
                  <a:pt x="1100285" y="1740218"/>
                  <a:pt x="1090760" y="1762126"/>
                  <a:pt x="1073615" y="1779271"/>
                </a:cubicBezTo>
                <a:cubicBezTo>
                  <a:pt x="1063137" y="1789748"/>
                  <a:pt x="1053612" y="1800226"/>
                  <a:pt x="1042182" y="1808798"/>
                </a:cubicBezTo>
                <a:cubicBezTo>
                  <a:pt x="1034562" y="1814513"/>
                  <a:pt x="1024085" y="1818323"/>
                  <a:pt x="1014560" y="1820228"/>
                </a:cubicBezTo>
                <a:cubicBezTo>
                  <a:pt x="957410" y="1834516"/>
                  <a:pt x="898355" y="1825943"/>
                  <a:pt x="841205" y="1825943"/>
                </a:cubicBezTo>
                <a:cubicBezTo>
                  <a:pt x="818345" y="1825943"/>
                  <a:pt x="796437" y="1813561"/>
                  <a:pt x="778340" y="1796416"/>
                </a:cubicBezTo>
                <a:cubicBezTo>
                  <a:pt x="751670" y="1770698"/>
                  <a:pt x="736430" y="1740218"/>
                  <a:pt x="736430" y="1703071"/>
                </a:cubicBezTo>
                <a:cubicBezTo>
                  <a:pt x="736430" y="1652588"/>
                  <a:pt x="735477" y="1602106"/>
                  <a:pt x="736430" y="1550671"/>
                </a:cubicBezTo>
                <a:cubicBezTo>
                  <a:pt x="736430" y="1538288"/>
                  <a:pt x="730715" y="1532573"/>
                  <a:pt x="722142" y="1526858"/>
                </a:cubicBezTo>
                <a:cubicBezTo>
                  <a:pt x="704045" y="1515428"/>
                  <a:pt x="694520" y="1497331"/>
                  <a:pt x="684995" y="1478281"/>
                </a:cubicBezTo>
                <a:cubicBezTo>
                  <a:pt x="675470" y="1458278"/>
                  <a:pt x="677375" y="1436371"/>
                  <a:pt x="677375" y="1414463"/>
                </a:cubicBezTo>
                <a:cubicBezTo>
                  <a:pt x="677375" y="1393508"/>
                  <a:pt x="677375" y="1372553"/>
                  <a:pt x="677375" y="1351598"/>
                </a:cubicBezTo>
                <a:cubicBezTo>
                  <a:pt x="676422" y="1350646"/>
                  <a:pt x="675470" y="1350646"/>
                  <a:pt x="674517" y="1349693"/>
                </a:cubicBezTo>
                <a:cubicBezTo>
                  <a:pt x="665945" y="1357313"/>
                  <a:pt x="658325" y="1365886"/>
                  <a:pt x="649752" y="1372553"/>
                </a:cubicBezTo>
                <a:cubicBezTo>
                  <a:pt x="638322" y="1381126"/>
                  <a:pt x="632607" y="1396366"/>
                  <a:pt x="616415" y="1398271"/>
                </a:cubicBezTo>
                <a:cubicBezTo>
                  <a:pt x="604985" y="1400176"/>
                  <a:pt x="594507" y="1399223"/>
                  <a:pt x="583077" y="1391603"/>
                </a:cubicBezTo>
                <a:cubicBezTo>
                  <a:pt x="561170" y="1376363"/>
                  <a:pt x="538310" y="1362076"/>
                  <a:pt x="516402" y="1346836"/>
                </a:cubicBezTo>
                <a:cubicBezTo>
                  <a:pt x="514497" y="1345883"/>
                  <a:pt x="513545" y="1343026"/>
                  <a:pt x="511640" y="1341121"/>
                </a:cubicBezTo>
                <a:cubicBezTo>
                  <a:pt x="509735" y="1343978"/>
                  <a:pt x="507830" y="1343978"/>
                  <a:pt x="506877" y="1343978"/>
                </a:cubicBezTo>
                <a:cubicBezTo>
                  <a:pt x="504020" y="1352551"/>
                  <a:pt x="501162" y="1360171"/>
                  <a:pt x="499257" y="1368743"/>
                </a:cubicBezTo>
                <a:cubicBezTo>
                  <a:pt x="496400" y="1384936"/>
                  <a:pt x="494495" y="1401128"/>
                  <a:pt x="490685" y="1417321"/>
                </a:cubicBezTo>
                <a:cubicBezTo>
                  <a:pt x="487827" y="1429703"/>
                  <a:pt x="484017" y="1442086"/>
                  <a:pt x="477350" y="1452563"/>
                </a:cubicBezTo>
                <a:cubicBezTo>
                  <a:pt x="473540" y="1459231"/>
                  <a:pt x="464015" y="1464946"/>
                  <a:pt x="456395" y="1464946"/>
                </a:cubicBezTo>
                <a:cubicBezTo>
                  <a:pt x="414485" y="1465898"/>
                  <a:pt x="372575" y="1465898"/>
                  <a:pt x="330665" y="1465898"/>
                </a:cubicBezTo>
                <a:cubicBezTo>
                  <a:pt x="320187" y="1465898"/>
                  <a:pt x="309710" y="1454468"/>
                  <a:pt x="305900" y="1444943"/>
                </a:cubicBezTo>
                <a:cubicBezTo>
                  <a:pt x="298280" y="1423036"/>
                  <a:pt x="294470" y="1401128"/>
                  <a:pt x="291612" y="1378268"/>
                </a:cubicBezTo>
                <a:cubicBezTo>
                  <a:pt x="289707" y="1367791"/>
                  <a:pt x="285897" y="1357313"/>
                  <a:pt x="282087" y="1343978"/>
                </a:cubicBezTo>
                <a:cubicBezTo>
                  <a:pt x="274467" y="1348741"/>
                  <a:pt x="265895" y="1353503"/>
                  <a:pt x="257322" y="1359218"/>
                </a:cubicBezTo>
                <a:cubicBezTo>
                  <a:pt x="243987" y="1367791"/>
                  <a:pt x="230652" y="1377316"/>
                  <a:pt x="218270" y="1386841"/>
                </a:cubicBezTo>
                <a:cubicBezTo>
                  <a:pt x="212555" y="1390651"/>
                  <a:pt x="206840" y="1393508"/>
                  <a:pt x="201125" y="1397318"/>
                </a:cubicBezTo>
                <a:cubicBezTo>
                  <a:pt x="185885" y="1407796"/>
                  <a:pt x="167787" y="1403986"/>
                  <a:pt x="155405" y="1391603"/>
                </a:cubicBezTo>
                <a:cubicBezTo>
                  <a:pt x="138260" y="1373506"/>
                  <a:pt x="120162" y="1356361"/>
                  <a:pt x="103017" y="1339216"/>
                </a:cubicBezTo>
                <a:cubicBezTo>
                  <a:pt x="90635" y="1326833"/>
                  <a:pt x="78252" y="1314451"/>
                  <a:pt x="65870" y="1302068"/>
                </a:cubicBezTo>
                <a:cubicBezTo>
                  <a:pt x="61107" y="1296353"/>
                  <a:pt x="62060" y="1272541"/>
                  <a:pt x="65870" y="1265873"/>
                </a:cubicBezTo>
                <a:cubicBezTo>
                  <a:pt x="79205" y="1245871"/>
                  <a:pt x="93492" y="1224916"/>
                  <a:pt x="106827" y="1204913"/>
                </a:cubicBezTo>
                <a:cubicBezTo>
                  <a:pt x="111590" y="1198246"/>
                  <a:pt x="116352" y="1191578"/>
                  <a:pt x="123020" y="1183958"/>
                </a:cubicBezTo>
                <a:cubicBezTo>
                  <a:pt x="103017" y="1180148"/>
                  <a:pt x="84920" y="1177291"/>
                  <a:pt x="68727" y="1173481"/>
                </a:cubicBezTo>
                <a:cubicBezTo>
                  <a:pt x="50630" y="1169671"/>
                  <a:pt x="32532" y="1165861"/>
                  <a:pt x="16340" y="1159193"/>
                </a:cubicBezTo>
                <a:cubicBezTo>
                  <a:pt x="8720" y="1156336"/>
                  <a:pt x="1100" y="1144906"/>
                  <a:pt x="1100" y="1137286"/>
                </a:cubicBezTo>
                <a:cubicBezTo>
                  <a:pt x="-805" y="1094423"/>
                  <a:pt x="147" y="1051561"/>
                  <a:pt x="1100" y="1009651"/>
                </a:cubicBezTo>
                <a:cubicBezTo>
                  <a:pt x="1100" y="996316"/>
                  <a:pt x="14435" y="983933"/>
                  <a:pt x="27770" y="982028"/>
                </a:cubicBezTo>
                <a:cubicBezTo>
                  <a:pt x="43962" y="980123"/>
                  <a:pt x="59202" y="977266"/>
                  <a:pt x="74442" y="974408"/>
                </a:cubicBezTo>
                <a:cubicBezTo>
                  <a:pt x="84920" y="972503"/>
                  <a:pt x="96350" y="970598"/>
                  <a:pt x="106827" y="967741"/>
                </a:cubicBezTo>
                <a:cubicBezTo>
                  <a:pt x="112542" y="965836"/>
                  <a:pt x="117305" y="962026"/>
                  <a:pt x="123020" y="959168"/>
                </a:cubicBezTo>
                <a:cubicBezTo>
                  <a:pt x="113495" y="945833"/>
                  <a:pt x="103970" y="933451"/>
                  <a:pt x="95397" y="921068"/>
                </a:cubicBezTo>
                <a:cubicBezTo>
                  <a:pt x="86825" y="908686"/>
                  <a:pt x="80157" y="895351"/>
                  <a:pt x="71585" y="883921"/>
                </a:cubicBezTo>
                <a:cubicBezTo>
                  <a:pt x="61107" y="871538"/>
                  <a:pt x="61107" y="846773"/>
                  <a:pt x="75395" y="833438"/>
                </a:cubicBezTo>
                <a:cubicBezTo>
                  <a:pt x="99207" y="809626"/>
                  <a:pt x="121115" y="785813"/>
                  <a:pt x="145880" y="762953"/>
                </a:cubicBezTo>
                <a:cubicBezTo>
                  <a:pt x="157310" y="752476"/>
                  <a:pt x="167787" y="738188"/>
                  <a:pt x="185885" y="740093"/>
                </a:cubicBezTo>
                <a:cubicBezTo>
                  <a:pt x="193505" y="741046"/>
                  <a:pt x="202077" y="744856"/>
                  <a:pt x="208745" y="748666"/>
                </a:cubicBezTo>
                <a:cubicBezTo>
                  <a:pt x="222080" y="757238"/>
                  <a:pt x="234462" y="766763"/>
                  <a:pt x="246845" y="775336"/>
                </a:cubicBezTo>
                <a:cubicBezTo>
                  <a:pt x="255417" y="781051"/>
                  <a:pt x="263990" y="786766"/>
                  <a:pt x="272562" y="792481"/>
                </a:cubicBezTo>
                <a:cubicBezTo>
                  <a:pt x="276372" y="795338"/>
                  <a:pt x="281135" y="797243"/>
                  <a:pt x="284945" y="800101"/>
                </a:cubicBezTo>
                <a:cubicBezTo>
                  <a:pt x="288755" y="788671"/>
                  <a:pt x="292565" y="778193"/>
                  <a:pt x="294470" y="767716"/>
                </a:cubicBezTo>
                <a:cubicBezTo>
                  <a:pt x="298280" y="751523"/>
                  <a:pt x="300185" y="736283"/>
                  <a:pt x="302090" y="720091"/>
                </a:cubicBezTo>
                <a:cubicBezTo>
                  <a:pt x="303995" y="706756"/>
                  <a:pt x="307805" y="695326"/>
                  <a:pt x="316377" y="686753"/>
                </a:cubicBezTo>
                <a:cubicBezTo>
                  <a:pt x="320187" y="683896"/>
                  <a:pt x="325902" y="681991"/>
                  <a:pt x="330665" y="681991"/>
                </a:cubicBezTo>
                <a:cubicBezTo>
                  <a:pt x="341142" y="681991"/>
                  <a:pt x="343047" y="677228"/>
                  <a:pt x="344000" y="668656"/>
                </a:cubicBezTo>
                <a:cubicBezTo>
                  <a:pt x="345905" y="645796"/>
                  <a:pt x="348762" y="623888"/>
                  <a:pt x="352572" y="601028"/>
                </a:cubicBezTo>
                <a:cubicBezTo>
                  <a:pt x="355430" y="586741"/>
                  <a:pt x="361145" y="572453"/>
                  <a:pt x="364955" y="558166"/>
                </a:cubicBezTo>
                <a:cubicBezTo>
                  <a:pt x="367812" y="546736"/>
                  <a:pt x="369717" y="535306"/>
                  <a:pt x="373527" y="523876"/>
                </a:cubicBezTo>
                <a:cubicBezTo>
                  <a:pt x="375432" y="516256"/>
                  <a:pt x="378290" y="507683"/>
                  <a:pt x="382100" y="500063"/>
                </a:cubicBezTo>
                <a:cubicBezTo>
                  <a:pt x="388767" y="484823"/>
                  <a:pt x="394482" y="470536"/>
                  <a:pt x="402102" y="456248"/>
                </a:cubicBezTo>
                <a:cubicBezTo>
                  <a:pt x="407817" y="444818"/>
                  <a:pt x="415437" y="433388"/>
                  <a:pt x="422105" y="421958"/>
                </a:cubicBezTo>
                <a:cubicBezTo>
                  <a:pt x="429725" y="408623"/>
                  <a:pt x="437345" y="394336"/>
                  <a:pt x="445917" y="381001"/>
                </a:cubicBezTo>
                <a:cubicBezTo>
                  <a:pt x="449727" y="374333"/>
                  <a:pt x="455442" y="367666"/>
                  <a:pt x="460205" y="360998"/>
                </a:cubicBezTo>
                <a:cubicBezTo>
                  <a:pt x="483065" y="331471"/>
                  <a:pt x="507830" y="303848"/>
                  <a:pt x="537357" y="280036"/>
                </a:cubicBezTo>
                <a:cubicBezTo>
                  <a:pt x="553550" y="267653"/>
                  <a:pt x="566885" y="252413"/>
                  <a:pt x="583077" y="240031"/>
                </a:cubicBezTo>
                <a:cubicBezTo>
                  <a:pt x="599270" y="228601"/>
                  <a:pt x="617367" y="219076"/>
                  <a:pt x="635465" y="208598"/>
                </a:cubicBezTo>
                <a:cubicBezTo>
                  <a:pt x="645942" y="201931"/>
                  <a:pt x="656420" y="195263"/>
                  <a:pt x="667850" y="188596"/>
                </a:cubicBezTo>
                <a:cubicBezTo>
                  <a:pt x="673565" y="185738"/>
                  <a:pt x="679280" y="182881"/>
                  <a:pt x="684995" y="180976"/>
                </a:cubicBezTo>
                <a:cubicBezTo>
                  <a:pt x="699282" y="175261"/>
                  <a:pt x="714522" y="170498"/>
                  <a:pt x="728810" y="165736"/>
                </a:cubicBezTo>
                <a:cubicBezTo>
                  <a:pt x="747860" y="159068"/>
                  <a:pt x="766910" y="152401"/>
                  <a:pt x="785960" y="146686"/>
                </a:cubicBezTo>
                <a:cubicBezTo>
                  <a:pt x="796437" y="143828"/>
                  <a:pt x="807867" y="140971"/>
                  <a:pt x="819297" y="140018"/>
                </a:cubicBezTo>
                <a:cubicBezTo>
                  <a:pt x="865970" y="135256"/>
                  <a:pt x="912642" y="124778"/>
                  <a:pt x="959315" y="133351"/>
                </a:cubicBezTo>
                <a:cubicBezTo>
                  <a:pt x="983127" y="137161"/>
                  <a:pt x="995510" y="123826"/>
                  <a:pt x="1010750" y="113348"/>
                </a:cubicBezTo>
                <a:cubicBezTo>
                  <a:pt x="1027895" y="100966"/>
                  <a:pt x="1045040" y="86678"/>
                  <a:pt x="1062185" y="74296"/>
                </a:cubicBezTo>
                <a:cubicBezTo>
                  <a:pt x="1067900" y="69533"/>
                  <a:pt x="1074567" y="66676"/>
                  <a:pt x="1081235" y="62866"/>
                </a:cubicBezTo>
                <a:cubicBezTo>
                  <a:pt x="1088855" y="58103"/>
                  <a:pt x="1103142" y="61913"/>
                  <a:pt x="1110762" y="71438"/>
                </a:cubicBezTo>
                <a:cubicBezTo>
                  <a:pt x="1125050" y="89536"/>
                  <a:pt x="1139337" y="108586"/>
                  <a:pt x="1153625" y="127636"/>
                </a:cubicBezTo>
                <a:cubicBezTo>
                  <a:pt x="1165055" y="141923"/>
                  <a:pt x="1176485" y="156211"/>
                  <a:pt x="1187915" y="170498"/>
                </a:cubicBezTo>
                <a:cubicBezTo>
                  <a:pt x="1195535" y="179071"/>
                  <a:pt x="1205060" y="185738"/>
                  <a:pt x="1215537" y="180976"/>
                </a:cubicBezTo>
                <a:cubicBezTo>
                  <a:pt x="1226967" y="176213"/>
                  <a:pt x="1238397" y="169546"/>
                  <a:pt x="1239350" y="152401"/>
                </a:cubicBezTo>
                <a:cubicBezTo>
                  <a:pt x="1241255" y="128588"/>
                  <a:pt x="1246970" y="104776"/>
                  <a:pt x="1250780" y="80011"/>
                </a:cubicBezTo>
                <a:cubicBezTo>
                  <a:pt x="1252685" y="69533"/>
                  <a:pt x="1251732" y="59056"/>
                  <a:pt x="1253637" y="49531"/>
                </a:cubicBezTo>
                <a:cubicBezTo>
                  <a:pt x="1255542" y="36196"/>
                  <a:pt x="1259352" y="24766"/>
                  <a:pt x="1272687" y="16193"/>
                </a:cubicBezTo>
                <a:cubicBezTo>
                  <a:pt x="1278402" y="12383"/>
                  <a:pt x="1283879" y="11430"/>
                  <a:pt x="1289356" y="11550"/>
                </a:cubicBezTo>
                <a:close/>
                <a:moveTo>
                  <a:pt x="399244" y="0"/>
                </a:moveTo>
                <a:cubicBezTo>
                  <a:pt x="420199" y="80963"/>
                  <a:pt x="440202" y="160020"/>
                  <a:pt x="461157" y="242888"/>
                </a:cubicBezTo>
                <a:cubicBezTo>
                  <a:pt x="450680" y="245745"/>
                  <a:pt x="440202" y="248603"/>
                  <a:pt x="429724" y="251460"/>
                </a:cubicBezTo>
                <a:cubicBezTo>
                  <a:pt x="424009" y="253365"/>
                  <a:pt x="417342" y="256223"/>
                  <a:pt x="411627" y="257175"/>
                </a:cubicBezTo>
                <a:cubicBezTo>
                  <a:pt x="404959" y="258128"/>
                  <a:pt x="400197" y="257175"/>
                  <a:pt x="399244" y="248603"/>
                </a:cubicBezTo>
                <a:cubicBezTo>
                  <a:pt x="395434" y="231458"/>
                  <a:pt x="389719" y="215265"/>
                  <a:pt x="385909" y="199073"/>
                </a:cubicBezTo>
                <a:cubicBezTo>
                  <a:pt x="383052" y="186690"/>
                  <a:pt x="381147" y="174308"/>
                  <a:pt x="377337" y="161925"/>
                </a:cubicBezTo>
                <a:cubicBezTo>
                  <a:pt x="373527" y="147638"/>
                  <a:pt x="369717" y="134303"/>
                  <a:pt x="364955" y="120015"/>
                </a:cubicBezTo>
                <a:cubicBezTo>
                  <a:pt x="364955" y="119063"/>
                  <a:pt x="364002" y="119063"/>
                  <a:pt x="364002" y="118110"/>
                </a:cubicBezTo>
                <a:cubicBezTo>
                  <a:pt x="361144" y="104775"/>
                  <a:pt x="359239" y="90488"/>
                  <a:pt x="355430" y="77153"/>
                </a:cubicBezTo>
                <a:cubicBezTo>
                  <a:pt x="351619" y="62865"/>
                  <a:pt x="346857" y="49530"/>
                  <a:pt x="343047" y="35243"/>
                </a:cubicBezTo>
                <a:cubicBezTo>
                  <a:pt x="343047" y="28575"/>
                  <a:pt x="342094" y="22860"/>
                  <a:pt x="341142" y="16193"/>
                </a:cubicBezTo>
                <a:cubicBezTo>
                  <a:pt x="361144" y="10478"/>
                  <a:pt x="379242" y="5715"/>
                  <a:pt x="39924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0983290" y="1077703"/>
            <a:ext cx="221464" cy="211161"/>
            <a:chOff x="10922480" y="1729324"/>
            <a:chExt cx="221464" cy="211161"/>
          </a:xfrm>
        </p:grpSpPr>
        <p:sp>
          <p:nvSpPr>
            <p:cNvPr id="42" name="任意多边形: 形状 41"/>
            <p:cNvSpPr/>
            <p:nvPr/>
          </p:nvSpPr>
          <p:spPr>
            <a:xfrm>
              <a:off x="10922480" y="1729324"/>
              <a:ext cx="221464" cy="211161"/>
            </a:xfrm>
            <a:custGeom>
              <a:avLst/>
              <a:gdLst>
                <a:gd name="connsiteX0" fmla="*/ 110732 w 221464"/>
                <a:gd name="connsiteY0" fmla="*/ 0 h 211161"/>
                <a:gd name="connsiteX1" fmla="*/ 0 w 221464"/>
                <a:gd name="connsiteY1" fmla="*/ 105581 h 211161"/>
                <a:gd name="connsiteX2" fmla="*/ 26 w 221464"/>
                <a:gd name="connsiteY2" fmla="*/ 107919 h 211161"/>
                <a:gd name="connsiteX3" fmla="*/ 20071 w 221464"/>
                <a:gd name="connsiteY3" fmla="*/ 166221 h 211161"/>
                <a:gd name="connsiteX4" fmla="*/ 21194 w 221464"/>
                <a:gd name="connsiteY4" fmla="*/ 167709 h 211161"/>
                <a:gd name="connsiteX5" fmla="*/ 14431 w 221464"/>
                <a:gd name="connsiteY5" fmla="*/ 191266 h 211161"/>
                <a:gd name="connsiteX6" fmla="*/ 25072 w 221464"/>
                <a:gd name="connsiteY6" fmla="*/ 210477 h 211161"/>
                <a:gd name="connsiteX7" fmla="*/ 26220 w 221464"/>
                <a:gd name="connsiteY7" fmla="*/ 210642 h 211161"/>
                <a:gd name="connsiteX8" fmla="*/ 36974 w 221464"/>
                <a:gd name="connsiteY8" fmla="*/ 209081 h 211161"/>
                <a:gd name="connsiteX9" fmla="*/ 56906 w 221464"/>
                <a:gd name="connsiteY9" fmla="*/ 197864 h 211161"/>
                <a:gd name="connsiteX10" fmla="*/ 55835 w 221464"/>
                <a:gd name="connsiteY10" fmla="*/ 197297 h 211161"/>
                <a:gd name="connsiteX11" fmla="*/ 110732 w 221464"/>
                <a:gd name="connsiteY11" fmla="*/ 211162 h 211161"/>
                <a:gd name="connsiteX12" fmla="*/ 221464 w 221464"/>
                <a:gd name="connsiteY12" fmla="*/ 105581 h 211161"/>
                <a:gd name="connsiteX13" fmla="*/ 110732 w 221464"/>
                <a:gd name="connsiteY13" fmla="*/ 0 h 211161"/>
                <a:gd name="connsiteX14" fmla="*/ 110732 w 221464"/>
                <a:gd name="connsiteY14" fmla="*/ 15451 h 211161"/>
                <a:gd name="connsiteX15" fmla="*/ 206013 w 221464"/>
                <a:gd name="connsiteY15" fmla="*/ 105581 h 211161"/>
                <a:gd name="connsiteX16" fmla="*/ 110732 w 221464"/>
                <a:gd name="connsiteY16" fmla="*/ 195711 h 211161"/>
                <a:gd name="connsiteX17" fmla="*/ 63236 w 221464"/>
                <a:gd name="connsiteY17" fmla="*/ 183731 h 211161"/>
                <a:gd name="connsiteX18" fmla="*/ 56777 w 221464"/>
                <a:gd name="connsiteY18" fmla="*/ 180209 h 211161"/>
                <a:gd name="connsiteX19" fmla="*/ 29398 w 221464"/>
                <a:gd name="connsiteY19" fmla="*/ 195618 h 211161"/>
                <a:gd name="connsiteX20" fmla="*/ 29289 w 221464"/>
                <a:gd name="connsiteY20" fmla="*/ 195606 h 211161"/>
                <a:gd name="connsiteX21" fmla="*/ 29280 w 221464"/>
                <a:gd name="connsiteY21" fmla="*/ 195526 h 211161"/>
                <a:gd name="connsiteX22" fmla="*/ 38205 w 221464"/>
                <a:gd name="connsiteY22" fmla="*/ 164444 h 211161"/>
                <a:gd name="connsiteX23" fmla="*/ 33807 w 221464"/>
                <a:gd name="connsiteY23" fmla="*/ 158768 h 211161"/>
                <a:gd name="connsiteX24" fmla="*/ 32504 w 221464"/>
                <a:gd name="connsiteY24" fmla="*/ 157048 h 211161"/>
                <a:gd name="connsiteX25" fmla="*/ 15451 w 221464"/>
                <a:gd name="connsiteY25" fmla="*/ 105581 h 211161"/>
                <a:gd name="connsiteX26" fmla="*/ 110732 w 221464"/>
                <a:gd name="connsiteY26" fmla="*/ 15451 h 2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21464" h="211161">
                  <a:moveTo>
                    <a:pt x="110732" y="0"/>
                  </a:moveTo>
                  <a:cubicBezTo>
                    <a:pt x="49711" y="0"/>
                    <a:pt x="0" y="47130"/>
                    <a:pt x="0" y="105581"/>
                  </a:cubicBezTo>
                  <a:lnTo>
                    <a:pt x="26" y="107919"/>
                  </a:lnTo>
                  <a:cubicBezTo>
                    <a:pt x="510" y="128958"/>
                    <a:pt x="7468" y="149122"/>
                    <a:pt x="20071" y="166221"/>
                  </a:cubicBezTo>
                  <a:lnTo>
                    <a:pt x="21194" y="167709"/>
                  </a:lnTo>
                  <a:lnTo>
                    <a:pt x="14431" y="191266"/>
                  </a:lnTo>
                  <a:cubicBezTo>
                    <a:pt x="12062" y="199507"/>
                    <a:pt x="16831" y="208108"/>
                    <a:pt x="25072" y="210477"/>
                  </a:cubicBezTo>
                  <a:lnTo>
                    <a:pt x="26220" y="210642"/>
                  </a:lnTo>
                  <a:cubicBezTo>
                    <a:pt x="31237" y="211363"/>
                    <a:pt x="31592" y="211219"/>
                    <a:pt x="36974" y="209081"/>
                  </a:cubicBezTo>
                  <a:lnTo>
                    <a:pt x="56906" y="197864"/>
                  </a:lnTo>
                  <a:lnTo>
                    <a:pt x="55835" y="197297"/>
                  </a:lnTo>
                  <a:cubicBezTo>
                    <a:pt x="72527" y="206398"/>
                    <a:pt x="91336" y="211162"/>
                    <a:pt x="110732" y="211162"/>
                  </a:cubicBezTo>
                  <a:cubicBezTo>
                    <a:pt x="171753" y="211162"/>
                    <a:pt x="221464" y="164032"/>
                    <a:pt x="221464" y="105581"/>
                  </a:cubicBezTo>
                  <a:cubicBezTo>
                    <a:pt x="221464" y="47130"/>
                    <a:pt x="171753" y="0"/>
                    <a:pt x="110732" y="0"/>
                  </a:cubicBezTo>
                  <a:close/>
                  <a:moveTo>
                    <a:pt x="110732" y="15451"/>
                  </a:moveTo>
                  <a:cubicBezTo>
                    <a:pt x="163508" y="15451"/>
                    <a:pt x="206013" y="55958"/>
                    <a:pt x="206013" y="105581"/>
                  </a:cubicBezTo>
                  <a:cubicBezTo>
                    <a:pt x="206013" y="155204"/>
                    <a:pt x="163508" y="195711"/>
                    <a:pt x="110732" y="195711"/>
                  </a:cubicBezTo>
                  <a:cubicBezTo>
                    <a:pt x="93803" y="195711"/>
                    <a:pt x="77554" y="191539"/>
                    <a:pt x="63236" y="183731"/>
                  </a:cubicBezTo>
                  <a:lnTo>
                    <a:pt x="56777" y="180209"/>
                  </a:lnTo>
                  <a:lnTo>
                    <a:pt x="29398" y="195618"/>
                  </a:lnTo>
                  <a:cubicBezTo>
                    <a:pt x="29365" y="195645"/>
                    <a:pt x="29316" y="195640"/>
                    <a:pt x="29289" y="195606"/>
                  </a:cubicBezTo>
                  <a:cubicBezTo>
                    <a:pt x="29271" y="195584"/>
                    <a:pt x="29267" y="195552"/>
                    <a:pt x="29280" y="195526"/>
                  </a:cubicBezTo>
                  <a:lnTo>
                    <a:pt x="38205" y="164444"/>
                  </a:lnTo>
                  <a:lnTo>
                    <a:pt x="33807" y="158768"/>
                  </a:lnTo>
                  <a:lnTo>
                    <a:pt x="32504" y="157048"/>
                  </a:lnTo>
                  <a:cubicBezTo>
                    <a:pt x="21456" y="142060"/>
                    <a:pt x="15451" y="124256"/>
                    <a:pt x="15451" y="105581"/>
                  </a:cubicBezTo>
                  <a:cubicBezTo>
                    <a:pt x="15451" y="55958"/>
                    <a:pt x="57957" y="15451"/>
                    <a:pt x="110732" y="15451"/>
                  </a:cubicBezTo>
                  <a:close/>
                </a:path>
              </a:pathLst>
            </a:custGeom>
            <a:solidFill>
              <a:srgbClr val="111111"/>
            </a:solidFill>
            <a:ln w="23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10978834" y="1810442"/>
              <a:ext cx="111336" cy="64337"/>
            </a:xfrm>
            <a:custGeom>
              <a:avLst/>
              <a:gdLst>
                <a:gd name="connsiteX0" fmla="*/ 98393 w 111336"/>
                <a:gd name="connsiteY0" fmla="*/ 2028 h 64337"/>
                <a:gd name="connsiteX1" fmla="*/ 109309 w 111336"/>
                <a:gd name="connsiteY1" fmla="*/ 2509 h 64337"/>
                <a:gd name="connsiteX2" fmla="*/ 108828 w 111336"/>
                <a:gd name="connsiteY2" fmla="*/ 13425 h 64337"/>
                <a:gd name="connsiteX3" fmla="*/ 61331 w 111336"/>
                <a:gd name="connsiteY3" fmla="*/ 56904 h 64337"/>
                <a:gd name="connsiteX4" fmla="*/ 22379 w 111336"/>
                <a:gd name="connsiteY4" fmla="*/ 56245 h 64337"/>
                <a:gd name="connsiteX5" fmla="*/ 2319 w 111336"/>
                <a:gd name="connsiteY5" fmla="*/ 36586 h 64337"/>
                <a:gd name="connsiteX6" fmla="*/ 2208 w 111336"/>
                <a:gd name="connsiteY6" fmla="*/ 25660 h 64337"/>
                <a:gd name="connsiteX7" fmla="*/ 13134 w 111336"/>
                <a:gd name="connsiteY7" fmla="*/ 25549 h 64337"/>
                <a:gd name="connsiteX8" fmla="*/ 33195 w 111336"/>
                <a:gd name="connsiteY8" fmla="*/ 45208 h 64337"/>
                <a:gd name="connsiteX9" fmla="*/ 50902 w 111336"/>
                <a:gd name="connsiteY9" fmla="*/ 45506 h 64337"/>
                <a:gd name="connsiteX10" fmla="*/ 98393 w 111336"/>
                <a:gd name="connsiteY10" fmla="*/ 2028 h 64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36" h="64337">
                  <a:moveTo>
                    <a:pt x="98393" y="2028"/>
                  </a:moveTo>
                  <a:cubicBezTo>
                    <a:pt x="101541" y="-854"/>
                    <a:pt x="106428" y="-638"/>
                    <a:pt x="109309" y="2509"/>
                  </a:cubicBezTo>
                  <a:cubicBezTo>
                    <a:pt x="112191" y="5657"/>
                    <a:pt x="111975" y="10544"/>
                    <a:pt x="108828" y="13425"/>
                  </a:cubicBezTo>
                  <a:lnTo>
                    <a:pt x="61331" y="56904"/>
                  </a:lnTo>
                  <a:cubicBezTo>
                    <a:pt x="50233" y="67064"/>
                    <a:pt x="33127" y="66775"/>
                    <a:pt x="22379" y="56245"/>
                  </a:cubicBezTo>
                  <a:lnTo>
                    <a:pt x="2319" y="36586"/>
                  </a:lnTo>
                  <a:cubicBezTo>
                    <a:pt x="-729" y="33599"/>
                    <a:pt x="-779" y="28708"/>
                    <a:pt x="2208" y="25660"/>
                  </a:cubicBezTo>
                  <a:cubicBezTo>
                    <a:pt x="5195" y="22612"/>
                    <a:pt x="10087" y="22562"/>
                    <a:pt x="13134" y="25549"/>
                  </a:cubicBezTo>
                  <a:lnTo>
                    <a:pt x="33195" y="45208"/>
                  </a:lnTo>
                  <a:cubicBezTo>
                    <a:pt x="38081" y="49995"/>
                    <a:pt x="45857" y="50126"/>
                    <a:pt x="50902" y="45506"/>
                  </a:cubicBezTo>
                  <a:lnTo>
                    <a:pt x="98393" y="2028"/>
                  </a:lnTo>
                  <a:close/>
                </a:path>
              </a:pathLst>
            </a:custGeom>
            <a:solidFill>
              <a:schemeClr val="accent1"/>
            </a:solidFill>
            <a:ln w="23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871980" y="1865845"/>
            <a:ext cx="102806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新品研发工作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949402" y="1388745"/>
            <a:ext cx="87322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3409950" y="1865845"/>
            <a:ext cx="92329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线下门店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479482" y="1388745"/>
            <a:ext cx="784227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843780" y="1865845"/>
            <a:ext cx="88836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促销活动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4910682" y="1388745"/>
            <a:ext cx="75456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6242685" y="1865845"/>
            <a:ext cx="85407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供应链合作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6307004" y="1388745"/>
            <a:ext cx="725437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7606665" y="1865845"/>
            <a:ext cx="8991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新员工培训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7674380" y="1388745"/>
            <a:ext cx="763730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3154680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4588510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5987415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7352030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/>
        </p:nvGrpSpPr>
        <p:grpSpPr>
          <a:xfrm>
            <a:off x="2282825" y="1073785"/>
            <a:ext cx="215265" cy="209550"/>
            <a:chOff x="2363688" y="1725473"/>
            <a:chExt cx="215060" cy="209481"/>
          </a:xfrm>
        </p:grpSpPr>
        <p:sp>
          <p:nvSpPr>
            <p:cNvPr id="36" name="任意多边形: 形状 35"/>
            <p:cNvSpPr/>
            <p:nvPr/>
          </p:nvSpPr>
          <p:spPr>
            <a:xfrm>
              <a:off x="2363688" y="1725473"/>
              <a:ext cx="215060" cy="209481"/>
            </a:xfrm>
            <a:custGeom>
              <a:avLst/>
              <a:gdLst>
                <a:gd name="connsiteX0" fmla="*/ 201403 w 215060"/>
                <a:gd name="connsiteY0" fmla="*/ 34654 h 209481"/>
                <a:gd name="connsiteX1" fmla="*/ 128493 w 215060"/>
                <a:gd name="connsiteY1" fmla="*/ 34654 h 209481"/>
                <a:gd name="connsiteX2" fmla="*/ 88852 w 215060"/>
                <a:gd name="connsiteY2" fmla="*/ 0 h 209481"/>
                <a:gd name="connsiteX3" fmla="*/ 10942 w 215060"/>
                <a:gd name="connsiteY3" fmla="*/ 0 h 209481"/>
                <a:gd name="connsiteX4" fmla="*/ 0 w 215060"/>
                <a:gd name="connsiteY4" fmla="*/ 10942 h 209481"/>
                <a:gd name="connsiteX5" fmla="*/ 0 w 215060"/>
                <a:gd name="connsiteY5" fmla="*/ 195811 h 209481"/>
                <a:gd name="connsiteX6" fmla="*/ 13671 w 215060"/>
                <a:gd name="connsiteY6" fmla="*/ 209481 h 209481"/>
                <a:gd name="connsiteX7" fmla="*/ 201389 w 215060"/>
                <a:gd name="connsiteY7" fmla="*/ 209481 h 209481"/>
                <a:gd name="connsiteX8" fmla="*/ 215060 w 215060"/>
                <a:gd name="connsiteY8" fmla="*/ 195811 h 209481"/>
                <a:gd name="connsiteX9" fmla="*/ 215060 w 215060"/>
                <a:gd name="connsiteY9" fmla="*/ 48324 h 209481"/>
                <a:gd name="connsiteX10" fmla="*/ 201416 w 215060"/>
                <a:gd name="connsiteY10" fmla="*/ 34654 h 209481"/>
                <a:gd name="connsiteX11" fmla="*/ 201403 w 215060"/>
                <a:gd name="connsiteY11" fmla="*/ 34654 h 209481"/>
                <a:gd name="connsiteX12" fmla="*/ 13671 w 215060"/>
                <a:gd name="connsiteY12" fmla="*/ 13684 h 209481"/>
                <a:gd name="connsiteX13" fmla="*/ 88852 w 215060"/>
                <a:gd name="connsiteY13" fmla="*/ 13684 h 209481"/>
                <a:gd name="connsiteX14" fmla="*/ 114769 w 215060"/>
                <a:gd name="connsiteY14" fmla="*/ 34654 h 209481"/>
                <a:gd name="connsiteX15" fmla="*/ 13671 w 215060"/>
                <a:gd name="connsiteY15" fmla="*/ 34654 h 209481"/>
                <a:gd name="connsiteX16" fmla="*/ 13671 w 215060"/>
                <a:gd name="connsiteY16" fmla="*/ 13684 h 209481"/>
                <a:gd name="connsiteX17" fmla="*/ 201403 w 215060"/>
                <a:gd name="connsiteY17" fmla="*/ 195798 h 209481"/>
                <a:gd name="connsiteX18" fmla="*/ 13671 w 215060"/>
                <a:gd name="connsiteY18" fmla="*/ 195798 h 209481"/>
                <a:gd name="connsiteX19" fmla="*/ 13671 w 215060"/>
                <a:gd name="connsiteY19" fmla="*/ 48499 h 209481"/>
                <a:gd name="connsiteX20" fmla="*/ 129044 w 215060"/>
                <a:gd name="connsiteY20" fmla="*/ 48499 h 209481"/>
                <a:gd name="connsiteX21" fmla="*/ 129044 w 215060"/>
                <a:gd name="connsiteY21" fmla="*/ 48324 h 209481"/>
                <a:gd name="connsiteX22" fmla="*/ 201403 w 215060"/>
                <a:gd name="connsiteY22" fmla="*/ 48324 h 209481"/>
                <a:gd name="connsiteX23" fmla="*/ 201403 w 215060"/>
                <a:gd name="connsiteY23" fmla="*/ 195798 h 209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5060" h="209481">
                  <a:moveTo>
                    <a:pt x="201403" y="34654"/>
                  </a:moveTo>
                  <a:lnTo>
                    <a:pt x="128493" y="34654"/>
                  </a:lnTo>
                  <a:cubicBezTo>
                    <a:pt x="125777" y="14830"/>
                    <a:pt x="108861" y="43"/>
                    <a:pt x="88852" y="0"/>
                  </a:cubicBezTo>
                  <a:lnTo>
                    <a:pt x="10942" y="0"/>
                  </a:lnTo>
                  <a:cubicBezTo>
                    <a:pt x="4899" y="0"/>
                    <a:pt x="0" y="4899"/>
                    <a:pt x="0" y="10942"/>
                  </a:cubicBezTo>
                  <a:lnTo>
                    <a:pt x="0" y="195811"/>
                  </a:lnTo>
                  <a:cubicBezTo>
                    <a:pt x="0" y="203365"/>
                    <a:pt x="6130" y="209481"/>
                    <a:pt x="13671" y="209481"/>
                  </a:cubicBezTo>
                  <a:lnTo>
                    <a:pt x="201389" y="209481"/>
                  </a:lnTo>
                  <a:cubicBezTo>
                    <a:pt x="208944" y="209481"/>
                    <a:pt x="215060" y="203352"/>
                    <a:pt x="215060" y="195811"/>
                  </a:cubicBezTo>
                  <a:lnTo>
                    <a:pt x="215060" y="48324"/>
                  </a:lnTo>
                  <a:cubicBezTo>
                    <a:pt x="215068" y="40782"/>
                    <a:pt x="208959" y="34661"/>
                    <a:pt x="201416" y="34654"/>
                  </a:cubicBezTo>
                  <a:cubicBezTo>
                    <a:pt x="201412" y="34654"/>
                    <a:pt x="201408" y="34654"/>
                    <a:pt x="201403" y="34654"/>
                  </a:cubicBezTo>
                  <a:close/>
                  <a:moveTo>
                    <a:pt x="13671" y="13684"/>
                  </a:moveTo>
                  <a:lnTo>
                    <a:pt x="88852" y="13684"/>
                  </a:lnTo>
                  <a:cubicBezTo>
                    <a:pt x="101568" y="13684"/>
                    <a:pt x="112215" y="22690"/>
                    <a:pt x="114769" y="34654"/>
                  </a:cubicBezTo>
                  <a:lnTo>
                    <a:pt x="13671" y="34654"/>
                  </a:lnTo>
                  <a:lnTo>
                    <a:pt x="13671" y="13684"/>
                  </a:lnTo>
                  <a:close/>
                  <a:moveTo>
                    <a:pt x="201403" y="195798"/>
                  </a:moveTo>
                  <a:lnTo>
                    <a:pt x="13671" y="195798"/>
                  </a:lnTo>
                  <a:lnTo>
                    <a:pt x="13671" y="48499"/>
                  </a:lnTo>
                  <a:lnTo>
                    <a:pt x="129044" y="48499"/>
                  </a:lnTo>
                  <a:lnTo>
                    <a:pt x="129044" y="48324"/>
                  </a:lnTo>
                  <a:lnTo>
                    <a:pt x="201403" y="48324"/>
                  </a:lnTo>
                  <a:lnTo>
                    <a:pt x="201403" y="195798"/>
                  </a:lnTo>
                  <a:close/>
                </a:path>
              </a:pathLst>
            </a:custGeom>
            <a:solidFill>
              <a:srgbClr val="000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2396944" y="1815360"/>
              <a:ext cx="13442" cy="13361"/>
            </a:xfrm>
            <a:custGeom>
              <a:avLst/>
              <a:gdLst>
                <a:gd name="connsiteX0" fmla="*/ 0 w 13442"/>
                <a:gd name="connsiteY0" fmla="*/ 6681 h 13361"/>
                <a:gd name="connsiteX1" fmla="*/ 6721 w 13442"/>
                <a:gd name="connsiteY1" fmla="*/ 13361 h 13361"/>
                <a:gd name="connsiteX2" fmla="*/ 13442 w 13442"/>
                <a:gd name="connsiteY2" fmla="*/ 6681 h 13361"/>
                <a:gd name="connsiteX3" fmla="*/ 6721 w 13442"/>
                <a:gd name="connsiteY3" fmla="*/ 0 h 13361"/>
                <a:gd name="connsiteX4" fmla="*/ 0 w 13442"/>
                <a:gd name="connsiteY4" fmla="*/ 6681 h 1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42" h="13361">
                  <a:moveTo>
                    <a:pt x="0" y="6681"/>
                  </a:moveTo>
                  <a:cubicBezTo>
                    <a:pt x="0" y="10370"/>
                    <a:pt x="3009" y="13361"/>
                    <a:pt x="6721" y="13361"/>
                  </a:cubicBezTo>
                  <a:cubicBezTo>
                    <a:pt x="10433" y="13361"/>
                    <a:pt x="13442" y="10370"/>
                    <a:pt x="13442" y="6681"/>
                  </a:cubicBezTo>
                  <a:cubicBezTo>
                    <a:pt x="13442" y="2991"/>
                    <a:pt x="10433" y="0"/>
                    <a:pt x="6721" y="0"/>
                  </a:cubicBezTo>
                  <a:cubicBezTo>
                    <a:pt x="3009" y="0"/>
                    <a:pt x="0" y="2991"/>
                    <a:pt x="0" y="6681"/>
                  </a:cubicBezTo>
                  <a:close/>
                </a:path>
              </a:pathLst>
            </a:custGeom>
            <a:solidFill>
              <a:srgbClr val="000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2424419" y="1814943"/>
              <a:ext cx="120992" cy="14194"/>
            </a:xfrm>
            <a:custGeom>
              <a:avLst/>
              <a:gdLst>
                <a:gd name="connsiteX0" fmla="*/ 6976 w 120992"/>
                <a:gd name="connsiteY0" fmla="*/ 0 h 14194"/>
                <a:gd name="connsiteX1" fmla="*/ 0 w 120992"/>
                <a:gd name="connsiteY1" fmla="*/ 6977 h 14194"/>
                <a:gd name="connsiteX2" fmla="*/ 0 w 120992"/>
                <a:gd name="connsiteY2" fmla="*/ 7218 h 14194"/>
                <a:gd name="connsiteX3" fmla="*/ 6976 w 120992"/>
                <a:gd name="connsiteY3" fmla="*/ 14195 h 14194"/>
                <a:gd name="connsiteX4" fmla="*/ 114016 w 120992"/>
                <a:gd name="connsiteY4" fmla="*/ 14195 h 14194"/>
                <a:gd name="connsiteX5" fmla="*/ 120992 w 120992"/>
                <a:gd name="connsiteY5" fmla="*/ 7218 h 14194"/>
                <a:gd name="connsiteX6" fmla="*/ 120992 w 120992"/>
                <a:gd name="connsiteY6" fmla="*/ 6977 h 14194"/>
                <a:gd name="connsiteX7" fmla="*/ 114016 w 120992"/>
                <a:gd name="connsiteY7" fmla="*/ 0 h 14194"/>
                <a:gd name="connsiteX8" fmla="*/ 6976 w 120992"/>
                <a:gd name="connsiteY8" fmla="*/ 0 h 14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992" h="14194">
                  <a:moveTo>
                    <a:pt x="6976" y="0"/>
                  </a:moveTo>
                  <a:cubicBezTo>
                    <a:pt x="3126" y="7"/>
                    <a:pt x="7" y="3127"/>
                    <a:pt x="0" y="6977"/>
                  </a:cubicBezTo>
                  <a:lnTo>
                    <a:pt x="0" y="7218"/>
                  </a:lnTo>
                  <a:cubicBezTo>
                    <a:pt x="7" y="11068"/>
                    <a:pt x="3126" y="14187"/>
                    <a:pt x="6976" y="14195"/>
                  </a:cubicBezTo>
                  <a:lnTo>
                    <a:pt x="114016" y="14195"/>
                  </a:lnTo>
                  <a:cubicBezTo>
                    <a:pt x="117866" y="14187"/>
                    <a:pt x="120985" y="11068"/>
                    <a:pt x="120992" y="7218"/>
                  </a:cubicBezTo>
                  <a:lnTo>
                    <a:pt x="120992" y="6977"/>
                  </a:lnTo>
                  <a:cubicBezTo>
                    <a:pt x="120985" y="3127"/>
                    <a:pt x="117866" y="7"/>
                    <a:pt x="114016" y="0"/>
                  </a:cubicBezTo>
                  <a:lnTo>
                    <a:pt x="6976" y="0"/>
                  </a:lnTo>
                  <a:close/>
                </a:path>
              </a:pathLst>
            </a:custGeom>
            <a:solidFill>
              <a:schemeClr val="accent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2396944" y="1864840"/>
              <a:ext cx="13442" cy="13361"/>
            </a:xfrm>
            <a:custGeom>
              <a:avLst/>
              <a:gdLst>
                <a:gd name="connsiteX0" fmla="*/ 0 w 13442"/>
                <a:gd name="connsiteY0" fmla="*/ 6681 h 13361"/>
                <a:gd name="connsiteX1" fmla="*/ 6721 w 13442"/>
                <a:gd name="connsiteY1" fmla="*/ 13362 h 13361"/>
                <a:gd name="connsiteX2" fmla="*/ 13442 w 13442"/>
                <a:gd name="connsiteY2" fmla="*/ 6681 h 13361"/>
                <a:gd name="connsiteX3" fmla="*/ 6721 w 13442"/>
                <a:gd name="connsiteY3" fmla="*/ 0 h 13361"/>
                <a:gd name="connsiteX4" fmla="*/ 0 w 13442"/>
                <a:gd name="connsiteY4" fmla="*/ 6681 h 1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42" h="13361">
                  <a:moveTo>
                    <a:pt x="0" y="6681"/>
                  </a:moveTo>
                  <a:cubicBezTo>
                    <a:pt x="0" y="10370"/>
                    <a:pt x="3009" y="13362"/>
                    <a:pt x="6721" y="13362"/>
                  </a:cubicBezTo>
                  <a:cubicBezTo>
                    <a:pt x="10433" y="13362"/>
                    <a:pt x="13442" y="10370"/>
                    <a:pt x="13442" y="6681"/>
                  </a:cubicBezTo>
                  <a:cubicBezTo>
                    <a:pt x="13442" y="2991"/>
                    <a:pt x="10433" y="0"/>
                    <a:pt x="6721" y="0"/>
                  </a:cubicBezTo>
                  <a:cubicBezTo>
                    <a:pt x="3009" y="0"/>
                    <a:pt x="0" y="2991"/>
                    <a:pt x="0" y="6681"/>
                  </a:cubicBezTo>
                  <a:close/>
                </a:path>
              </a:pathLst>
            </a:custGeom>
            <a:solidFill>
              <a:srgbClr val="000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2424419" y="1864424"/>
              <a:ext cx="120992" cy="14194"/>
            </a:xfrm>
            <a:custGeom>
              <a:avLst/>
              <a:gdLst>
                <a:gd name="connsiteX0" fmla="*/ 114016 w 120992"/>
                <a:gd name="connsiteY0" fmla="*/ 0 h 14194"/>
                <a:gd name="connsiteX1" fmla="*/ 6976 w 120992"/>
                <a:gd name="connsiteY1" fmla="*/ 0 h 14194"/>
                <a:gd name="connsiteX2" fmla="*/ 0 w 120992"/>
                <a:gd name="connsiteY2" fmla="*/ 6977 h 14194"/>
                <a:gd name="connsiteX3" fmla="*/ 0 w 120992"/>
                <a:gd name="connsiteY3" fmla="*/ 7218 h 14194"/>
                <a:gd name="connsiteX4" fmla="*/ 6976 w 120992"/>
                <a:gd name="connsiteY4" fmla="*/ 14195 h 14194"/>
                <a:gd name="connsiteX5" fmla="*/ 114016 w 120992"/>
                <a:gd name="connsiteY5" fmla="*/ 14195 h 14194"/>
                <a:gd name="connsiteX6" fmla="*/ 120992 w 120992"/>
                <a:gd name="connsiteY6" fmla="*/ 7218 h 14194"/>
                <a:gd name="connsiteX7" fmla="*/ 120992 w 120992"/>
                <a:gd name="connsiteY7" fmla="*/ 6977 h 14194"/>
                <a:gd name="connsiteX8" fmla="*/ 114016 w 120992"/>
                <a:gd name="connsiteY8" fmla="*/ 0 h 14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992" h="14194">
                  <a:moveTo>
                    <a:pt x="114016" y="0"/>
                  </a:moveTo>
                  <a:lnTo>
                    <a:pt x="6976" y="0"/>
                  </a:lnTo>
                  <a:cubicBezTo>
                    <a:pt x="3126" y="7"/>
                    <a:pt x="7" y="3127"/>
                    <a:pt x="0" y="6977"/>
                  </a:cubicBezTo>
                  <a:lnTo>
                    <a:pt x="0" y="7218"/>
                  </a:lnTo>
                  <a:cubicBezTo>
                    <a:pt x="7" y="11068"/>
                    <a:pt x="3126" y="14187"/>
                    <a:pt x="6976" y="14195"/>
                  </a:cubicBezTo>
                  <a:lnTo>
                    <a:pt x="114016" y="14195"/>
                  </a:lnTo>
                  <a:cubicBezTo>
                    <a:pt x="117866" y="14187"/>
                    <a:pt x="120985" y="11068"/>
                    <a:pt x="120992" y="7218"/>
                  </a:cubicBezTo>
                  <a:lnTo>
                    <a:pt x="120992" y="6977"/>
                  </a:lnTo>
                  <a:cubicBezTo>
                    <a:pt x="120985" y="3127"/>
                    <a:pt x="117866" y="7"/>
                    <a:pt x="114016" y="0"/>
                  </a:cubicBezTo>
                  <a:close/>
                </a:path>
              </a:pathLst>
            </a:custGeom>
            <a:solidFill>
              <a:schemeClr val="accent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6537325" y="1073785"/>
            <a:ext cx="264795" cy="213995"/>
            <a:chOff x="2716283" y="1725472"/>
            <a:chExt cx="264547" cy="213921"/>
          </a:xfrm>
          <a:solidFill>
            <a:schemeClr val="tx1"/>
          </a:solidFill>
        </p:grpSpPr>
        <p:sp>
          <p:nvSpPr>
            <p:cNvPr id="45" name="任意多边形: 形状 44"/>
            <p:cNvSpPr/>
            <p:nvPr/>
          </p:nvSpPr>
          <p:spPr>
            <a:xfrm>
              <a:off x="2912853" y="1844319"/>
              <a:ext cx="67977" cy="82494"/>
            </a:xfrm>
            <a:custGeom>
              <a:avLst/>
              <a:gdLst>
                <a:gd name="connsiteX0" fmla="*/ 49327 w 67977"/>
                <a:gd name="connsiteY0" fmla="*/ 82486 h 82494"/>
                <a:gd name="connsiteX1" fmla="*/ 42704 w 67977"/>
                <a:gd name="connsiteY1" fmla="*/ 76514 h 82494"/>
                <a:gd name="connsiteX2" fmla="*/ 48682 w 67977"/>
                <a:gd name="connsiteY2" fmla="*/ 69899 h 82494"/>
                <a:gd name="connsiteX3" fmla="*/ 49327 w 67977"/>
                <a:gd name="connsiteY3" fmla="*/ 69899 h 82494"/>
                <a:gd name="connsiteX4" fmla="*/ 54252 w 67977"/>
                <a:gd name="connsiteY4" fmla="*/ 67365 h 82494"/>
                <a:gd name="connsiteX5" fmla="*/ 55010 w 67977"/>
                <a:gd name="connsiteY5" fmla="*/ 61523 h 82494"/>
                <a:gd name="connsiteX6" fmla="*/ 4342 w 67977"/>
                <a:gd name="connsiteY6" fmla="*/ 12276 h 82494"/>
                <a:gd name="connsiteX7" fmla="*/ 314 w 67977"/>
                <a:gd name="connsiteY7" fmla="*/ 4337 h 82494"/>
                <a:gd name="connsiteX8" fmla="*/ 8262 w 67977"/>
                <a:gd name="connsiteY8" fmla="*/ 314 h 82494"/>
                <a:gd name="connsiteX9" fmla="*/ 66870 w 67977"/>
                <a:gd name="connsiteY9" fmla="*/ 57278 h 82494"/>
                <a:gd name="connsiteX10" fmla="*/ 64530 w 67977"/>
                <a:gd name="connsiteY10" fmla="*/ 74621 h 82494"/>
                <a:gd name="connsiteX11" fmla="*/ 49327 w 67977"/>
                <a:gd name="connsiteY11" fmla="*/ 82486 h 82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7977" h="82494">
                  <a:moveTo>
                    <a:pt x="49327" y="82486"/>
                  </a:moveTo>
                  <a:cubicBezTo>
                    <a:pt x="45847" y="82664"/>
                    <a:pt x="42882" y="79990"/>
                    <a:pt x="42704" y="76514"/>
                  </a:cubicBezTo>
                  <a:cubicBezTo>
                    <a:pt x="42526" y="73038"/>
                    <a:pt x="45203" y="70076"/>
                    <a:pt x="48682" y="69899"/>
                  </a:cubicBezTo>
                  <a:cubicBezTo>
                    <a:pt x="48897" y="69887"/>
                    <a:pt x="49112" y="69887"/>
                    <a:pt x="49327" y="69899"/>
                  </a:cubicBezTo>
                  <a:cubicBezTo>
                    <a:pt x="51285" y="69910"/>
                    <a:pt x="53125" y="68964"/>
                    <a:pt x="54252" y="67365"/>
                  </a:cubicBezTo>
                  <a:cubicBezTo>
                    <a:pt x="55432" y="65653"/>
                    <a:pt x="55714" y="63479"/>
                    <a:pt x="55010" y="61523"/>
                  </a:cubicBezTo>
                  <a:cubicBezTo>
                    <a:pt x="46552" y="38229"/>
                    <a:pt x="27884" y="20085"/>
                    <a:pt x="4342" y="12276"/>
                  </a:cubicBezTo>
                  <a:cubicBezTo>
                    <a:pt x="1035" y="11195"/>
                    <a:pt x="-768" y="7640"/>
                    <a:pt x="314" y="4337"/>
                  </a:cubicBezTo>
                  <a:cubicBezTo>
                    <a:pt x="1397" y="1034"/>
                    <a:pt x="4955" y="-767"/>
                    <a:pt x="8262" y="314"/>
                  </a:cubicBezTo>
                  <a:cubicBezTo>
                    <a:pt x="35498" y="9339"/>
                    <a:pt x="57093" y="30329"/>
                    <a:pt x="66870" y="57278"/>
                  </a:cubicBezTo>
                  <a:cubicBezTo>
                    <a:pt x="68944" y="63097"/>
                    <a:pt x="68074" y="69559"/>
                    <a:pt x="64530" y="74621"/>
                  </a:cubicBezTo>
                  <a:cubicBezTo>
                    <a:pt x="61071" y="79586"/>
                    <a:pt x="55383" y="82529"/>
                    <a:pt x="49327" y="82486"/>
                  </a:cubicBezTo>
                  <a:close/>
                </a:path>
              </a:pathLst>
            </a:custGeom>
            <a:solidFill>
              <a:schemeClr val="accent1"/>
            </a:solidFill>
            <a:ln w="2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2716283" y="1745254"/>
              <a:ext cx="233213" cy="194139"/>
            </a:xfrm>
            <a:custGeom>
              <a:avLst/>
              <a:gdLst>
                <a:gd name="connsiteX0" fmla="*/ 199083 w 233213"/>
                <a:gd name="connsiteY0" fmla="*/ 112345 h 194139"/>
                <a:gd name="connsiteX1" fmla="*/ 192814 w 233213"/>
                <a:gd name="connsiteY1" fmla="*/ 106004 h 194139"/>
                <a:gd name="connsiteX2" fmla="*/ 196036 w 233213"/>
                <a:gd name="connsiteY2" fmla="*/ 100548 h 194139"/>
                <a:gd name="connsiteX3" fmla="*/ 220612 w 233213"/>
                <a:gd name="connsiteY3" fmla="*/ 59050 h 194139"/>
                <a:gd name="connsiteX4" fmla="*/ 181557 w 233213"/>
                <a:gd name="connsiteY4" fmla="*/ 12436 h 194139"/>
                <a:gd name="connsiteX5" fmla="*/ 177016 w 233213"/>
                <a:gd name="connsiteY5" fmla="*/ 4737 h 194139"/>
                <a:gd name="connsiteX6" fmla="*/ 183748 w 233213"/>
                <a:gd name="connsiteY6" fmla="*/ 29 h 194139"/>
                <a:gd name="connsiteX7" fmla="*/ 233213 w 233213"/>
                <a:gd name="connsiteY7" fmla="*/ 59050 h 194139"/>
                <a:gd name="connsiteX8" fmla="*/ 202081 w 233213"/>
                <a:gd name="connsiteY8" fmla="*/ 111572 h 194139"/>
                <a:gd name="connsiteX9" fmla="*/ 199083 w 233213"/>
                <a:gd name="connsiteY9" fmla="*/ 112345 h 194139"/>
                <a:gd name="connsiteX10" fmla="*/ 193203 w 233213"/>
                <a:gd name="connsiteY10" fmla="*/ 194139 h 194139"/>
                <a:gd name="connsiteX11" fmla="*/ 186902 w 233213"/>
                <a:gd name="connsiteY11" fmla="*/ 187845 h 194139"/>
                <a:gd name="connsiteX12" fmla="*/ 193203 w 233213"/>
                <a:gd name="connsiteY12" fmla="*/ 181551 h 194139"/>
                <a:gd name="connsiteX13" fmla="*/ 199989 w 233213"/>
                <a:gd name="connsiteY13" fmla="*/ 178047 h 194139"/>
                <a:gd name="connsiteX14" fmla="*/ 201027 w 233213"/>
                <a:gd name="connsiteY14" fmla="*/ 170050 h 194139"/>
                <a:gd name="connsiteX15" fmla="*/ 140261 w 233213"/>
                <a:gd name="connsiteY15" fmla="*/ 110980 h 194139"/>
                <a:gd name="connsiteX16" fmla="*/ 136226 w 233213"/>
                <a:gd name="connsiteY16" fmla="*/ 103032 h 194139"/>
                <a:gd name="connsiteX17" fmla="*/ 144166 w 233213"/>
                <a:gd name="connsiteY17" fmla="*/ 99018 h 194139"/>
                <a:gd name="connsiteX18" fmla="*/ 212870 w 233213"/>
                <a:gd name="connsiteY18" fmla="*/ 165821 h 194139"/>
                <a:gd name="connsiteX19" fmla="*/ 210251 w 233213"/>
                <a:gd name="connsiteY19" fmla="*/ 185319 h 194139"/>
                <a:gd name="connsiteX20" fmla="*/ 193203 w 233213"/>
                <a:gd name="connsiteY20" fmla="*/ 194139 h 194139"/>
                <a:gd name="connsiteX21" fmla="*/ 20955 w 233213"/>
                <a:gd name="connsiteY21" fmla="*/ 194139 h 194139"/>
                <a:gd name="connsiteX22" fmla="*/ 3873 w 233213"/>
                <a:gd name="connsiteY22" fmla="*/ 185303 h 194139"/>
                <a:gd name="connsiteX23" fmla="*/ 1254 w 233213"/>
                <a:gd name="connsiteY23" fmla="*/ 165821 h 194139"/>
                <a:gd name="connsiteX24" fmla="*/ 69975 w 233213"/>
                <a:gd name="connsiteY24" fmla="*/ 99018 h 194139"/>
                <a:gd name="connsiteX25" fmla="*/ 77923 w 233213"/>
                <a:gd name="connsiteY25" fmla="*/ 103041 h 194139"/>
                <a:gd name="connsiteX26" fmla="*/ 73896 w 233213"/>
                <a:gd name="connsiteY26" fmla="*/ 110980 h 194139"/>
                <a:gd name="connsiteX27" fmla="*/ 13130 w 233213"/>
                <a:gd name="connsiteY27" fmla="*/ 170050 h 194139"/>
                <a:gd name="connsiteX28" fmla="*/ 14168 w 233213"/>
                <a:gd name="connsiteY28" fmla="*/ 178047 h 194139"/>
                <a:gd name="connsiteX29" fmla="*/ 20955 w 233213"/>
                <a:gd name="connsiteY29" fmla="*/ 181551 h 194139"/>
                <a:gd name="connsiteX30" fmla="*/ 27255 w 233213"/>
                <a:gd name="connsiteY30" fmla="*/ 187845 h 194139"/>
                <a:gd name="connsiteX31" fmla="*/ 20955 w 233213"/>
                <a:gd name="connsiteY31" fmla="*/ 194139 h 194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3213" h="194139">
                  <a:moveTo>
                    <a:pt x="199083" y="112345"/>
                  </a:moveTo>
                  <a:cubicBezTo>
                    <a:pt x="195599" y="112323"/>
                    <a:pt x="192792" y="109484"/>
                    <a:pt x="192814" y="106004"/>
                  </a:cubicBezTo>
                  <a:cubicBezTo>
                    <a:pt x="192829" y="103739"/>
                    <a:pt x="194059" y="101656"/>
                    <a:pt x="196036" y="100548"/>
                  </a:cubicBezTo>
                  <a:cubicBezTo>
                    <a:pt x="211187" y="92223"/>
                    <a:pt x="220603" y="76323"/>
                    <a:pt x="220612" y="59050"/>
                  </a:cubicBezTo>
                  <a:cubicBezTo>
                    <a:pt x="220612" y="36048"/>
                    <a:pt x="204173" y="16434"/>
                    <a:pt x="181557" y="12436"/>
                  </a:cubicBezTo>
                  <a:cubicBezTo>
                    <a:pt x="178175" y="11562"/>
                    <a:pt x="176142" y="8115"/>
                    <a:pt x="177016" y="4737"/>
                  </a:cubicBezTo>
                  <a:cubicBezTo>
                    <a:pt x="177795" y="1727"/>
                    <a:pt x="180650" y="-269"/>
                    <a:pt x="183748" y="29"/>
                  </a:cubicBezTo>
                  <a:cubicBezTo>
                    <a:pt x="212392" y="5102"/>
                    <a:pt x="233252" y="29991"/>
                    <a:pt x="233213" y="59050"/>
                  </a:cubicBezTo>
                  <a:cubicBezTo>
                    <a:pt x="233190" y="80916"/>
                    <a:pt x="221263" y="101038"/>
                    <a:pt x="202081" y="111572"/>
                  </a:cubicBezTo>
                  <a:cubicBezTo>
                    <a:pt x="201165" y="112084"/>
                    <a:pt x="200133" y="112350"/>
                    <a:pt x="199083" y="112345"/>
                  </a:cubicBezTo>
                  <a:close/>
                  <a:moveTo>
                    <a:pt x="193203" y="194139"/>
                  </a:moveTo>
                  <a:cubicBezTo>
                    <a:pt x="189723" y="194139"/>
                    <a:pt x="186902" y="191321"/>
                    <a:pt x="186902" y="187845"/>
                  </a:cubicBezTo>
                  <a:cubicBezTo>
                    <a:pt x="186902" y="184369"/>
                    <a:pt x="189723" y="181551"/>
                    <a:pt x="193203" y="181551"/>
                  </a:cubicBezTo>
                  <a:cubicBezTo>
                    <a:pt x="195903" y="181565"/>
                    <a:pt x="198439" y="180256"/>
                    <a:pt x="199989" y="178047"/>
                  </a:cubicBezTo>
                  <a:cubicBezTo>
                    <a:pt x="201636" y="175716"/>
                    <a:pt x="202024" y="172723"/>
                    <a:pt x="201027" y="170050"/>
                  </a:cubicBezTo>
                  <a:cubicBezTo>
                    <a:pt x="190894" y="142105"/>
                    <a:pt x="168502" y="120338"/>
                    <a:pt x="140261" y="110980"/>
                  </a:cubicBezTo>
                  <a:cubicBezTo>
                    <a:pt x="136957" y="109891"/>
                    <a:pt x="135153" y="106339"/>
                    <a:pt x="136226" y="103032"/>
                  </a:cubicBezTo>
                  <a:cubicBezTo>
                    <a:pt x="137316" y="99740"/>
                    <a:pt x="140864" y="97946"/>
                    <a:pt x="144166" y="99018"/>
                  </a:cubicBezTo>
                  <a:cubicBezTo>
                    <a:pt x="176103" y="109596"/>
                    <a:pt x="201423" y="134215"/>
                    <a:pt x="212870" y="165821"/>
                  </a:cubicBezTo>
                  <a:cubicBezTo>
                    <a:pt x="215226" y="172370"/>
                    <a:pt x="214254" y="179659"/>
                    <a:pt x="210251" y="185319"/>
                  </a:cubicBezTo>
                  <a:cubicBezTo>
                    <a:pt x="206372" y="190888"/>
                    <a:pt x="199994" y="194187"/>
                    <a:pt x="193203" y="194139"/>
                  </a:cubicBezTo>
                  <a:close/>
                  <a:moveTo>
                    <a:pt x="20955" y="194139"/>
                  </a:moveTo>
                  <a:cubicBezTo>
                    <a:pt x="14069" y="194139"/>
                    <a:pt x="7843" y="190930"/>
                    <a:pt x="3873" y="185303"/>
                  </a:cubicBezTo>
                  <a:cubicBezTo>
                    <a:pt x="-112" y="179618"/>
                    <a:pt x="-1089" y="172355"/>
                    <a:pt x="1254" y="165821"/>
                  </a:cubicBezTo>
                  <a:cubicBezTo>
                    <a:pt x="12707" y="134213"/>
                    <a:pt x="38033" y="109594"/>
                    <a:pt x="69975" y="99018"/>
                  </a:cubicBezTo>
                  <a:cubicBezTo>
                    <a:pt x="73282" y="97936"/>
                    <a:pt x="76840" y="99737"/>
                    <a:pt x="77923" y="103041"/>
                  </a:cubicBezTo>
                  <a:cubicBezTo>
                    <a:pt x="79006" y="106344"/>
                    <a:pt x="77203" y="109898"/>
                    <a:pt x="73896" y="110980"/>
                  </a:cubicBezTo>
                  <a:cubicBezTo>
                    <a:pt x="45651" y="120332"/>
                    <a:pt x="23257" y="142101"/>
                    <a:pt x="13130" y="170050"/>
                  </a:cubicBezTo>
                  <a:cubicBezTo>
                    <a:pt x="12133" y="172723"/>
                    <a:pt x="12522" y="175716"/>
                    <a:pt x="14168" y="178047"/>
                  </a:cubicBezTo>
                  <a:cubicBezTo>
                    <a:pt x="15718" y="180256"/>
                    <a:pt x="18254" y="181565"/>
                    <a:pt x="20955" y="181551"/>
                  </a:cubicBezTo>
                  <a:cubicBezTo>
                    <a:pt x="24434" y="181551"/>
                    <a:pt x="27255" y="184369"/>
                    <a:pt x="27255" y="187845"/>
                  </a:cubicBezTo>
                  <a:cubicBezTo>
                    <a:pt x="27255" y="191321"/>
                    <a:pt x="24434" y="194139"/>
                    <a:pt x="20955" y="194139"/>
                  </a:cubicBezTo>
                  <a:close/>
                </a:path>
              </a:pathLst>
            </a:custGeom>
            <a:grpFill/>
            <a:ln w="2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2753414" y="1725472"/>
              <a:ext cx="139896" cy="139744"/>
            </a:xfrm>
            <a:custGeom>
              <a:avLst/>
              <a:gdLst>
                <a:gd name="connsiteX0" fmla="*/ 69940 w 139896"/>
                <a:gd name="connsiteY0" fmla="*/ 139745 h 139744"/>
                <a:gd name="connsiteX1" fmla="*/ 0 w 139896"/>
                <a:gd name="connsiteY1" fmla="*/ 69864 h 139744"/>
                <a:gd name="connsiteX2" fmla="*/ 69940 w 139896"/>
                <a:gd name="connsiteY2" fmla="*/ 0 h 139744"/>
                <a:gd name="connsiteX3" fmla="*/ 139897 w 139896"/>
                <a:gd name="connsiteY3" fmla="*/ 69864 h 139744"/>
                <a:gd name="connsiteX4" fmla="*/ 69940 w 139896"/>
                <a:gd name="connsiteY4" fmla="*/ 139745 h 139744"/>
                <a:gd name="connsiteX5" fmla="*/ 69940 w 139896"/>
                <a:gd name="connsiteY5" fmla="*/ 12587 h 139744"/>
                <a:gd name="connsiteX6" fmla="*/ 12601 w 139896"/>
                <a:gd name="connsiteY6" fmla="*/ 69864 h 139744"/>
                <a:gd name="connsiteX7" fmla="*/ 69940 w 139896"/>
                <a:gd name="connsiteY7" fmla="*/ 127157 h 139744"/>
                <a:gd name="connsiteX8" fmla="*/ 127279 w 139896"/>
                <a:gd name="connsiteY8" fmla="*/ 69864 h 139744"/>
                <a:gd name="connsiteX9" fmla="*/ 69940 w 139896"/>
                <a:gd name="connsiteY9" fmla="*/ 12587 h 139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896" h="139744">
                  <a:moveTo>
                    <a:pt x="69940" y="139745"/>
                  </a:moveTo>
                  <a:cubicBezTo>
                    <a:pt x="31326" y="139700"/>
                    <a:pt x="36" y="108437"/>
                    <a:pt x="0" y="69864"/>
                  </a:cubicBezTo>
                  <a:cubicBezTo>
                    <a:pt x="45" y="31298"/>
                    <a:pt x="31332" y="45"/>
                    <a:pt x="69940" y="0"/>
                  </a:cubicBezTo>
                  <a:cubicBezTo>
                    <a:pt x="108555" y="36"/>
                    <a:pt x="139851" y="31292"/>
                    <a:pt x="139897" y="69864"/>
                  </a:cubicBezTo>
                  <a:cubicBezTo>
                    <a:pt x="139851" y="108439"/>
                    <a:pt x="108557" y="139700"/>
                    <a:pt x="69940" y="139745"/>
                  </a:cubicBezTo>
                  <a:close/>
                  <a:moveTo>
                    <a:pt x="69940" y="12587"/>
                  </a:moveTo>
                  <a:cubicBezTo>
                    <a:pt x="38314" y="12587"/>
                    <a:pt x="12601" y="38289"/>
                    <a:pt x="12601" y="69864"/>
                  </a:cubicBezTo>
                  <a:cubicBezTo>
                    <a:pt x="12601" y="101440"/>
                    <a:pt x="38314" y="127157"/>
                    <a:pt x="69940" y="127157"/>
                  </a:cubicBezTo>
                  <a:cubicBezTo>
                    <a:pt x="101567" y="127157"/>
                    <a:pt x="127279" y="101456"/>
                    <a:pt x="127279" y="69864"/>
                  </a:cubicBezTo>
                  <a:cubicBezTo>
                    <a:pt x="127279" y="38272"/>
                    <a:pt x="101567" y="12587"/>
                    <a:pt x="69940" y="12587"/>
                  </a:cubicBezTo>
                  <a:close/>
                </a:path>
              </a:pathLst>
            </a:custGeom>
            <a:grpFill/>
            <a:ln w="2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5184140" y="1075055"/>
            <a:ext cx="207645" cy="213995"/>
            <a:chOff x="6330416" y="1726600"/>
            <a:chExt cx="207391" cy="213850"/>
          </a:xfrm>
        </p:grpSpPr>
        <p:sp>
          <p:nvSpPr>
            <p:cNvPr id="49" name="任意多边形: 形状 48"/>
            <p:cNvSpPr/>
            <p:nvPr/>
          </p:nvSpPr>
          <p:spPr>
            <a:xfrm>
              <a:off x="6330416" y="1726600"/>
              <a:ext cx="183576" cy="210120"/>
            </a:xfrm>
            <a:custGeom>
              <a:avLst/>
              <a:gdLst>
                <a:gd name="connsiteX0" fmla="*/ 78236 w 183576"/>
                <a:gd name="connsiteY0" fmla="*/ 210121 h 210120"/>
                <a:gd name="connsiteX1" fmla="*/ 24632 w 183576"/>
                <a:gd name="connsiteY1" fmla="*/ 210121 h 210120"/>
                <a:gd name="connsiteX2" fmla="*/ 0 w 183576"/>
                <a:gd name="connsiteY2" fmla="*/ 185488 h 210120"/>
                <a:gd name="connsiteX3" fmla="*/ 0 w 183576"/>
                <a:gd name="connsiteY3" fmla="*/ 24632 h 210120"/>
                <a:gd name="connsiteX4" fmla="*/ 24632 w 183576"/>
                <a:gd name="connsiteY4" fmla="*/ 0 h 210120"/>
                <a:gd name="connsiteX5" fmla="*/ 158944 w 183576"/>
                <a:gd name="connsiteY5" fmla="*/ 0 h 210120"/>
                <a:gd name="connsiteX6" fmla="*/ 183576 w 183576"/>
                <a:gd name="connsiteY6" fmla="*/ 24632 h 210120"/>
                <a:gd name="connsiteX7" fmla="*/ 183576 w 183576"/>
                <a:gd name="connsiteY7" fmla="*/ 88295 h 210120"/>
                <a:gd name="connsiteX8" fmla="*/ 176870 w 183576"/>
                <a:gd name="connsiteY8" fmla="*/ 95001 h 210120"/>
                <a:gd name="connsiteX9" fmla="*/ 170164 w 183576"/>
                <a:gd name="connsiteY9" fmla="*/ 88295 h 210120"/>
                <a:gd name="connsiteX10" fmla="*/ 170164 w 183576"/>
                <a:gd name="connsiteY10" fmla="*/ 24632 h 210120"/>
                <a:gd name="connsiteX11" fmla="*/ 158944 w 183576"/>
                <a:gd name="connsiteY11" fmla="*/ 13412 h 210120"/>
                <a:gd name="connsiteX12" fmla="*/ 24632 w 183576"/>
                <a:gd name="connsiteY12" fmla="*/ 13412 h 210120"/>
                <a:gd name="connsiteX13" fmla="*/ 13412 w 183576"/>
                <a:gd name="connsiteY13" fmla="*/ 24632 h 210120"/>
                <a:gd name="connsiteX14" fmla="*/ 13412 w 183576"/>
                <a:gd name="connsiteY14" fmla="*/ 185488 h 210120"/>
                <a:gd name="connsiteX15" fmla="*/ 24632 w 183576"/>
                <a:gd name="connsiteY15" fmla="*/ 196709 h 210120"/>
                <a:gd name="connsiteX16" fmla="*/ 78236 w 183576"/>
                <a:gd name="connsiteY16" fmla="*/ 196709 h 210120"/>
                <a:gd name="connsiteX17" fmla="*/ 84942 w 183576"/>
                <a:gd name="connsiteY17" fmla="*/ 203415 h 210120"/>
                <a:gd name="connsiteX18" fmla="*/ 78236 w 183576"/>
                <a:gd name="connsiteY18" fmla="*/ 210121 h 2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3576" h="210120">
                  <a:moveTo>
                    <a:pt x="78236" y="210121"/>
                  </a:moveTo>
                  <a:lnTo>
                    <a:pt x="24632" y="210121"/>
                  </a:lnTo>
                  <a:cubicBezTo>
                    <a:pt x="11050" y="210121"/>
                    <a:pt x="0" y="199071"/>
                    <a:pt x="0" y="185488"/>
                  </a:cubicBezTo>
                  <a:lnTo>
                    <a:pt x="0" y="24632"/>
                  </a:lnTo>
                  <a:cubicBezTo>
                    <a:pt x="0" y="11050"/>
                    <a:pt x="11050" y="0"/>
                    <a:pt x="24632" y="0"/>
                  </a:cubicBezTo>
                  <a:lnTo>
                    <a:pt x="158944" y="0"/>
                  </a:lnTo>
                  <a:cubicBezTo>
                    <a:pt x="172526" y="0"/>
                    <a:pt x="183576" y="11050"/>
                    <a:pt x="183576" y="24632"/>
                  </a:cubicBezTo>
                  <a:lnTo>
                    <a:pt x="183576" y="88295"/>
                  </a:lnTo>
                  <a:cubicBezTo>
                    <a:pt x="183576" y="91999"/>
                    <a:pt x="180574" y="95001"/>
                    <a:pt x="176870" y="95001"/>
                  </a:cubicBezTo>
                  <a:cubicBezTo>
                    <a:pt x="173166" y="95001"/>
                    <a:pt x="170164" y="91999"/>
                    <a:pt x="170164" y="88295"/>
                  </a:cubicBezTo>
                  <a:lnTo>
                    <a:pt x="170164" y="24632"/>
                  </a:lnTo>
                  <a:cubicBezTo>
                    <a:pt x="170164" y="18445"/>
                    <a:pt x="165130" y="13412"/>
                    <a:pt x="158944" y="13412"/>
                  </a:cubicBezTo>
                  <a:lnTo>
                    <a:pt x="24632" y="13412"/>
                  </a:lnTo>
                  <a:cubicBezTo>
                    <a:pt x="18445" y="13412"/>
                    <a:pt x="13412" y="18446"/>
                    <a:pt x="13412" y="24632"/>
                  </a:cubicBezTo>
                  <a:lnTo>
                    <a:pt x="13412" y="185488"/>
                  </a:lnTo>
                  <a:cubicBezTo>
                    <a:pt x="13412" y="191675"/>
                    <a:pt x="18446" y="196709"/>
                    <a:pt x="24632" y="196709"/>
                  </a:cubicBezTo>
                  <a:lnTo>
                    <a:pt x="78236" y="196709"/>
                  </a:lnTo>
                  <a:cubicBezTo>
                    <a:pt x="81940" y="196709"/>
                    <a:pt x="84942" y="199711"/>
                    <a:pt x="84942" y="203415"/>
                  </a:cubicBezTo>
                  <a:cubicBezTo>
                    <a:pt x="84942" y="207119"/>
                    <a:pt x="81940" y="210121"/>
                    <a:pt x="78236" y="210121"/>
                  </a:cubicBezTo>
                  <a:close/>
                </a:path>
              </a:pathLst>
            </a:custGeom>
            <a:solidFill>
              <a:srgbClr val="000000"/>
            </a:solidFill>
            <a:ln w="27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6372887" y="1771306"/>
              <a:ext cx="164920" cy="169144"/>
              <a:chOff x="6372887" y="1771306"/>
              <a:chExt cx="164920" cy="169144"/>
            </a:xfrm>
          </p:grpSpPr>
          <p:sp>
            <p:nvSpPr>
              <p:cNvPr id="51" name="任意多边形: 形状 50"/>
              <p:cNvSpPr/>
              <p:nvPr/>
            </p:nvSpPr>
            <p:spPr>
              <a:xfrm>
                <a:off x="6372887" y="1771306"/>
                <a:ext cx="164920" cy="169144"/>
              </a:xfrm>
              <a:custGeom>
                <a:avLst/>
                <a:gdLst>
                  <a:gd name="connsiteX0" fmla="*/ 0 w 164920"/>
                  <a:gd name="connsiteY0" fmla="*/ 0 h 169144"/>
                  <a:gd name="connsiteX1" fmla="*/ 103023 w 164920"/>
                  <a:gd name="connsiteY1" fmla="*/ 0 h 169144"/>
                  <a:gd name="connsiteX2" fmla="*/ 103023 w 164920"/>
                  <a:gd name="connsiteY2" fmla="*/ 13412 h 169144"/>
                  <a:gd name="connsiteX3" fmla="*/ 0 w 164920"/>
                  <a:gd name="connsiteY3" fmla="*/ 13412 h 169144"/>
                  <a:gd name="connsiteX4" fmla="*/ 0 w 164920"/>
                  <a:gd name="connsiteY4" fmla="*/ 53648 h 169144"/>
                  <a:gd name="connsiteX5" fmla="*/ 68951 w 164920"/>
                  <a:gd name="connsiteY5" fmla="*/ 53648 h 169144"/>
                  <a:gd name="connsiteX6" fmla="*/ 68951 w 164920"/>
                  <a:gd name="connsiteY6" fmla="*/ 67060 h 169144"/>
                  <a:gd name="connsiteX7" fmla="*/ 0 w 164920"/>
                  <a:gd name="connsiteY7" fmla="*/ 67060 h 169144"/>
                  <a:gd name="connsiteX8" fmla="*/ 115464 w 164920"/>
                  <a:gd name="connsiteY8" fmla="*/ 169144 h 169144"/>
                  <a:gd name="connsiteX9" fmla="*/ 66007 w 164920"/>
                  <a:gd name="connsiteY9" fmla="*/ 119688 h 169144"/>
                  <a:gd name="connsiteX10" fmla="*/ 115464 w 164920"/>
                  <a:gd name="connsiteY10" fmla="*/ 70231 h 169144"/>
                  <a:gd name="connsiteX11" fmla="*/ 164921 w 164920"/>
                  <a:gd name="connsiteY11" fmla="*/ 119688 h 169144"/>
                  <a:gd name="connsiteX12" fmla="*/ 115464 w 164920"/>
                  <a:gd name="connsiteY12" fmla="*/ 169144 h 169144"/>
                  <a:gd name="connsiteX13" fmla="*/ 115464 w 164920"/>
                  <a:gd name="connsiteY13" fmla="*/ 82526 h 169144"/>
                  <a:gd name="connsiteX14" fmla="*/ 78302 w 164920"/>
                  <a:gd name="connsiteY14" fmla="*/ 119688 h 169144"/>
                  <a:gd name="connsiteX15" fmla="*/ 115464 w 164920"/>
                  <a:gd name="connsiteY15" fmla="*/ 156850 h 169144"/>
                  <a:gd name="connsiteX16" fmla="*/ 152626 w 164920"/>
                  <a:gd name="connsiteY16" fmla="*/ 119688 h 169144"/>
                  <a:gd name="connsiteX17" fmla="*/ 115464 w 164920"/>
                  <a:gd name="connsiteY17" fmla="*/ 82526 h 169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64920" h="169144">
                    <a:moveTo>
                      <a:pt x="0" y="0"/>
                    </a:moveTo>
                    <a:lnTo>
                      <a:pt x="103023" y="0"/>
                    </a:lnTo>
                    <a:lnTo>
                      <a:pt x="103023" y="13412"/>
                    </a:lnTo>
                    <a:lnTo>
                      <a:pt x="0" y="13412"/>
                    </a:lnTo>
                    <a:close/>
                    <a:moveTo>
                      <a:pt x="0" y="53648"/>
                    </a:moveTo>
                    <a:lnTo>
                      <a:pt x="68951" y="53648"/>
                    </a:lnTo>
                    <a:lnTo>
                      <a:pt x="68951" y="67060"/>
                    </a:lnTo>
                    <a:lnTo>
                      <a:pt x="0" y="67060"/>
                    </a:lnTo>
                    <a:close/>
                    <a:moveTo>
                      <a:pt x="115464" y="169144"/>
                    </a:moveTo>
                    <a:cubicBezTo>
                      <a:pt x="88193" y="169144"/>
                      <a:pt x="66007" y="146958"/>
                      <a:pt x="66007" y="119688"/>
                    </a:cubicBezTo>
                    <a:cubicBezTo>
                      <a:pt x="66007" y="92417"/>
                      <a:pt x="88193" y="70231"/>
                      <a:pt x="115464" y="70231"/>
                    </a:cubicBezTo>
                    <a:cubicBezTo>
                      <a:pt x="142734" y="70231"/>
                      <a:pt x="164921" y="92417"/>
                      <a:pt x="164921" y="119688"/>
                    </a:cubicBezTo>
                    <a:cubicBezTo>
                      <a:pt x="164921" y="146958"/>
                      <a:pt x="142734" y="169144"/>
                      <a:pt x="115464" y="169144"/>
                    </a:cubicBezTo>
                    <a:close/>
                    <a:moveTo>
                      <a:pt x="115464" y="82526"/>
                    </a:moveTo>
                    <a:cubicBezTo>
                      <a:pt x="94972" y="82526"/>
                      <a:pt x="78302" y="99196"/>
                      <a:pt x="78302" y="119688"/>
                    </a:cubicBezTo>
                    <a:cubicBezTo>
                      <a:pt x="78302" y="140179"/>
                      <a:pt x="94972" y="156850"/>
                      <a:pt x="115464" y="156850"/>
                    </a:cubicBezTo>
                    <a:cubicBezTo>
                      <a:pt x="135955" y="156850"/>
                      <a:pt x="152626" y="140179"/>
                      <a:pt x="152626" y="119688"/>
                    </a:cubicBezTo>
                    <a:cubicBezTo>
                      <a:pt x="152626" y="99196"/>
                      <a:pt x="135955" y="82526"/>
                      <a:pt x="115464" y="8252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52" name="任意多边形: 形状 51"/>
              <p:cNvSpPr/>
              <p:nvPr/>
            </p:nvSpPr>
            <p:spPr>
              <a:xfrm>
                <a:off x="6467257" y="1875140"/>
                <a:ext cx="45517" cy="38838"/>
              </a:xfrm>
              <a:custGeom>
                <a:avLst/>
                <a:gdLst>
                  <a:gd name="connsiteX0" fmla="*/ 13105 w 45517"/>
                  <a:gd name="connsiteY0" fmla="*/ 13214 h 38838"/>
                  <a:gd name="connsiteX1" fmla="*/ 11654 w 45517"/>
                  <a:gd name="connsiteY1" fmla="*/ 12477 h 38838"/>
                  <a:gd name="connsiteX2" fmla="*/ 1788 w 45517"/>
                  <a:gd name="connsiteY2" fmla="*/ 12477 h 38838"/>
                  <a:gd name="connsiteX3" fmla="*/ 338 w 45517"/>
                  <a:gd name="connsiteY3" fmla="*/ 15312 h 38838"/>
                  <a:gd name="connsiteX4" fmla="*/ 16810 w 45517"/>
                  <a:gd name="connsiteY4" fmla="*/ 38101 h 38838"/>
                  <a:gd name="connsiteX5" fmla="*/ 19690 w 45517"/>
                  <a:gd name="connsiteY5" fmla="*/ 38101 h 38838"/>
                  <a:gd name="connsiteX6" fmla="*/ 45180 w 45517"/>
                  <a:gd name="connsiteY6" fmla="*/ 2835 h 38838"/>
                  <a:gd name="connsiteX7" fmla="*/ 43729 w 45517"/>
                  <a:gd name="connsiteY7" fmla="*/ 0 h 38838"/>
                  <a:gd name="connsiteX8" fmla="*/ 33841 w 45517"/>
                  <a:gd name="connsiteY8" fmla="*/ 0 h 38838"/>
                  <a:gd name="connsiteX9" fmla="*/ 32391 w 45517"/>
                  <a:gd name="connsiteY9" fmla="*/ 737 h 38838"/>
                  <a:gd name="connsiteX10" fmla="*/ 18217 w 45517"/>
                  <a:gd name="connsiteY10" fmla="*/ 20334 h 38838"/>
                  <a:gd name="connsiteX11" fmla="*/ 13105 w 45517"/>
                  <a:gd name="connsiteY11" fmla="*/ 13214 h 3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5517" h="38838">
                    <a:moveTo>
                      <a:pt x="13105" y="13214"/>
                    </a:moveTo>
                    <a:cubicBezTo>
                      <a:pt x="12770" y="12745"/>
                      <a:pt x="12234" y="12477"/>
                      <a:pt x="11654" y="12477"/>
                    </a:cubicBezTo>
                    <a:lnTo>
                      <a:pt x="1788" y="12477"/>
                    </a:lnTo>
                    <a:cubicBezTo>
                      <a:pt x="338" y="12477"/>
                      <a:pt x="-511" y="14129"/>
                      <a:pt x="338" y="15312"/>
                    </a:cubicBezTo>
                    <a:lnTo>
                      <a:pt x="16810" y="38101"/>
                    </a:lnTo>
                    <a:cubicBezTo>
                      <a:pt x="17525" y="39084"/>
                      <a:pt x="18976" y="39084"/>
                      <a:pt x="19690" y="38101"/>
                    </a:cubicBezTo>
                    <a:lnTo>
                      <a:pt x="45180" y="2835"/>
                    </a:lnTo>
                    <a:cubicBezTo>
                      <a:pt x="46028" y="1652"/>
                      <a:pt x="45180" y="0"/>
                      <a:pt x="43729" y="0"/>
                    </a:cubicBezTo>
                    <a:lnTo>
                      <a:pt x="33841" y="0"/>
                    </a:lnTo>
                    <a:cubicBezTo>
                      <a:pt x="33261" y="0"/>
                      <a:pt x="32725" y="268"/>
                      <a:pt x="32391" y="737"/>
                    </a:cubicBezTo>
                    <a:lnTo>
                      <a:pt x="18217" y="20334"/>
                    </a:lnTo>
                    <a:cubicBezTo>
                      <a:pt x="18216" y="20334"/>
                      <a:pt x="13105" y="13214"/>
                      <a:pt x="13105" y="1321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</p:grpSp>
      <p:grpSp>
        <p:nvGrpSpPr>
          <p:cNvPr id="53" name="组合 52"/>
          <p:cNvGrpSpPr/>
          <p:nvPr/>
        </p:nvGrpSpPr>
        <p:grpSpPr>
          <a:xfrm>
            <a:off x="3762375" y="1073785"/>
            <a:ext cx="218440" cy="254000"/>
            <a:chOff x="3198260" y="615519"/>
            <a:chExt cx="1631673" cy="1896710"/>
          </a:xfrm>
        </p:grpSpPr>
        <p:sp>
          <p:nvSpPr>
            <p:cNvPr id="54" name="任意多边形: 形状 53"/>
            <p:cNvSpPr/>
            <p:nvPr/>
          </p:nvSpPr>
          <p:spPr>
            <a:xfrm>
              <a:off x="3198260" y="615519"/>
              <a:ext cx="1631673" cy="1896710"/>
            </a:xfrm>
            <a:custGeom>
              <a:avLst/>
              <a:gdLst>
                <a:gd name="connsiteX0" fmla="*/ 1631674 w 1631673"/>
                <a:gd name="connsiteY0" fmla="*/ 269185 h 1896710"/>
                <a:gd name="connsiteX1" fmla="*/ 1590260 w 1631673"/>
                <a:gd name="connsiteY1" fmla="*/ 252619 h 1896710"/>
                <a:gd name="connsiteX2" fmla="*/ 861391 w 1631673"/>
                <a:gd name="connsiteY2" fmla="*/ 16565 h 1896710"/>
                <a:gd name="connsiteX3" fmla="*/ 828260 w 1631673"/>
                <a:gd name="connsiteY3" fmla="*/ 0 h 1896710"/>
                <a:gd name="connsiteX4" fmla="*/ 795131 w 1631673"/>
                <a:gd name="connsiteY4" fmla="*/ 16565 h 1896710"/>
                <a:gd name="connsiteX5" fmla="*/ 49696 w 1631673"/>
                <a:gd name="connsiteY5" fmla="*/ 231913 h 1896710"/>
                <a:gd name="connsiteX6" fmla="*/ 0 w 1631673"/>
                <a:gd name="connsiteY6" fmla="*/ 265044 h 1896710"/>
                <a:gd name="connsiteX7" fmla="*/ 0 w 1631673"/>
                <a:gd name="connsiteY7" fmla="*/ 762000 h 1896710"/>
                <a:gd name="connsiteX8" fmla="*/ 815837 w 1631673"/>
                <a:gd name="connsiteY8" fmla="*/ 1896710 h 1896710"/>
                <a:gd name="connsiteX9" fmla="*/ 1631674 w 1631673"/>
                <a:gd name="connsiteY9" fmla="*/ 757859 h 1896710"/>
                <a:gd name="connsiteX10" fmla="*/ 1631674 w 1631673"/>
                <a:gd name="connsiteY10" fmla="*/ 269185 h 1896710"/>
                <a:gd name="connsiteX11" fmla="*/ 815837 w 1631673"/>
                <a:gd name="connsiteY11" fmla="*/ 1809750 h 1896710"/>
                <a:gd name="connsiteX12" fmla="*/ 82827 w 1631673"/>
                <a:gd name="connsiteY12" fmla="*/ 757859 h 1896710"/>
                <a:gd name="connsiteX13" fmla="*/ 82827 w 1631673"/>
                <a:gd name="connsiteY13" fmla="*/ 323022 h 1896710"/>
                <a:gd name="connsiteX14" fmla="*/ 828260 w 1631673"/>
                <a:gd name="connsiteY14" fmla="*/ 107674 h 1896710"/>
                <a:gd name="connsiteX15" fmla="*/ 1532282 w 1631673"/>
                <a:gd name="connsiteY15" fmla="*/ 339587 h 1896710"/>
                <a:gd name="connsiteX16" fmla="*/ 1544706 w 1631673"/>
                <a:gd name="connsiteY16" fmla="*/ 339587 h 1896710"/>
                <a:gd name="connsiteX17" fmla="*/ 1544706 w 1631673"/>
                <a:gd name="connsiteY17" fmla="*/ 757859 h 1896710"/>
                <a:gd name="connsiteX18" fmla="*/ 815837 w 1631673"/>
                <a:gd name="connsiteY18" fmla="*/ 1809750 h 1896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31673" h="1896710">
                  <a:moveTo>
                    <a:pt x="1631674" y="269185"/>
                  </a:moveTo>
                  <a:cubicBezTo>
                    <a:pt x="1631674" y="248478"/>
                    <a:pt x="1610968" y="252619"/>
                    <a:pt x="1590260" y="252619"/>
                  </a:cubicBezTo>
                  <a:cubicBezTo>
                    <a:pt x="1056032" y="269185"/>
                    <a:pt x="861391" y="16565"/>
                    <a:pt x="861391" y="16565"/>
                  </a:cubicBezTo>
                  <a:cubicBezTo>
                    <a:pt x="853109" y="4141"/>
                    <a:pt x="840686" y="0"/>
                    <a:pt x="828260" y="0"/>
                  </a:cubicBezTo>
                  <a:cubicBezTo>
                    <a:pt x="815837" y="0"/>
                    <a:pt x="803413" y="8283"/>
                    <a:pt x="795131" y="16565"/>
                  </a:cubicBezTo>
                  <a:cubicBezTo>
                    <a:pt x="567359" y="331304"/>
                    <a:pt x="53837" y="231913"/>
                    <a:pt x="49696" y="231913"/>
                  </a:cubicBezTo>
                  <a:cubicBezTo>
                    <a:pt x="24848" y="227772"/>
                    <a:pt x="4141" y="244337"/>
                    <a:pt x="0" y="265044"/>
                  </a:cubicBezTo>
                  <a:lnTo>
                    <a:pt x="0" y="762000"/>
                  </a:lnTo>
                  <a:cubicBezTo>
                    <a:pt x="0" y="770282"/>
                    <a:pt x="70401" y="1681369"/>
                    <a:pt x="815837" y="1896710"/>
                  </a:cubicBezTo>
                  <a:cubicBezTo>
                    <a:pt x="1561272" y="1681369"/>
                    <a:pt x="1631674" y="770282"/>
                    <a:pt x="1631674" y="757859"/>
                  </a:cubicBezTo>
                  <a:lnTo>
                    <a:pt x="1631674" y="269185"/>
                  </a:lnTo>
                  <a:close/>
                  <a:moveTo>
                    <a:pt x="815837" y="1809750"/>
                  </a:moveTo>
                  <a:cubicBezTo>
                    <a:pt x="149087" y="1598544"/>
                    <a:pt x="82827" y="762000"/>
                    <a:pt x="82827" y="757859"/>
                  </a:cubicBezTo>
                  <a:lnTo>
                    <a:pt x="82827" y="323022"/>
                  </a:lnTo>
                  <a:cubicBezTo>
                    <a:pt x="219488" y="339587"/>
                    <a:pt x="608772" y="364435"/>
                    <a:pt x="828260" y="107674"/>
                  </a:cubicBezTo>
                  <a:cubicBezTo>
                    <a:pt x="906946" y="182218"/>
                    <a:pt x="1118152" y="339587"/>
                    <a:pt x="1532282" y="339587"/>
                  </a:cubicBezTo>
                  <a:lnTo>
                    <a:pt x="1544706" y="339587"/>
                  </a:lnTo>
                  <a:lnTo>
                    <a:pt x="1544706" y="757859"/>
                  </a:lnTo>
                  <a:cubicBezTo>
                    <a:pt x="1548847" y="762000"/>
                    <a:pt x="1482587" y="1598544"/>
                    <a:pt x="815837" y="1809750"/>
                  </a:cubicBezTo>
                  <a:close/>
                </a:path>
              </a:pathLst>
            </a:custGeom>
            <a:solidFill>
              <a:srgbClr val="000000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5" name="星形: 五角 54"/>
            <p:cNvSpPr/>
            <p:nvPr/>
          </p:nvSpPr>
          <p:spPr>
            <a:xfrm>
              <a:off x="3576638" y="1037081"/>
              <a:ext cx="849755" cy="849755"/>
            </a:xfrm>
            <a:prstGeom prst="star5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7952105" y="1076325"/>
            <a:ext cx="208280" cy="208280"/>
            <a:chOff x="7282928" y="1494289"/>
            <a:chExt cx="1215628" cy="1214437"/>
          </a:xfrm>
        </p:grpSpPr>
        <p:sp>
          <p:nvSpPr>
            <p:cNvPr id="57" name="任意多边形: 形状 56"/>
            <p:cNvSpPr/>
            <p:nvPr/>
          </p:nvSpPr>
          <p:spPr>
            <a:xfrm>
              <a:off x="7948487" y="2159848"/>
              <a:ext cx="548878" cy="548878"/>
            </a:xfrm>
            <a:custGeom>
              <a:avLst/>
              <a:gdLst>
                <a:gd name="connsiteX0" fmla="*/ 274439 w 548878"/>
                <a:gd name="connsiteY0" fmla="*/ 548878 h 548878"/>
                <a:gd name="connsiteX1" fmla="*/ 0 w 548878"/>
                <a:gd name="connsiteY1" fmla="*/ 274439 h 548878"/>
                <a:gd name="connsiteX2" fmla="*/ 274439 w 548878"/>
                <a:gd name="connsiteY2" fmla="*/ 0 h 548878"/>
                <a:gd name="connsiteX3" fmla="*/ 548878 w 548878"/>
                <a:gd name="connsiteY3" fmla="*/ 274439 h 548878"/>
                <a:gd name="connsiteX4" fmla="*/ 274439 w 548878"/>
                <a:gd name="connsiteY4" fmla="*/ 548878 h 548878"/>
                <a:gd name="connsiteX5" fmla="*/ 274439 w 548878"/>
                <a:gd name="connsiteY5" fmla="*/ 59531 h 548878"/>
                <a:gd name="connsiteX6" fmla="*/ 59531 w 548878"/>
                <a:gd name="connsiteY6" fmla="*/ 274439 h 548878"/>
                <a:gd name="connsiteX7" fmla="*/ 274439 w 548878"/>
                <a:gd name="connsiteY7" fmla="*/ 489347 h 548878"/>
                <a:gd name="connsiteX8" fmla="*/ 489347 w 548878"/>
                <a:gd name="connsiteY8" fmla="*/ 274439 h 548878"/>
                <a:gd name="connsiteX9" fmla="*/ 274439 w 548878"/>
                <a:gd name="connsiteY9" fmla="*/ 60722 h 548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8878" h="548878">
                  <a:moveTo>
                    <a:pt x="274439" y="548878"/>
                  </a:moveTo>
                  <a:cubicBezTo>
                    <a:pt x="122871" y="548878"/>
                    <a:pt x="0" y="426008"/>
                    <a:pt x="0" y="274439"/>
                  </a:cubicBezTo>
                  <a:cubicBezTo>
                    <a:pt x="0" y="122871"/>
                    <a:pt x="122871" y="0"/>
                    <a:pt x="274439" y="0"/>
                  </a:cubicBezTo>
                  <a:cubicBezTo>
                    <a:pt x="426008" y="0"/>
                    <a:pt x="548878" y="122871"/>
                    <a:pt x="548878" y="274439"/>
                  </a:cubicBezTo>
                  <a:cubicBezTo>
                    <a:pt x="548551" y="425872"/>
                    <a:pt x="425872" y="548551"/>
                    <a:pt x="274439" y="548878"/>
                  </a:cubicBezTo>
                  <a:close/>
                  <a:moveTo>
                    <a:pt x="274439" y="59531"/>
                  </a:moveTo>
                  <a:cubicBezTo>
                    <a:pt x="155749" y="59531"/>
                    <a:pt x="59531" y="155749"/>
                    <a:pt x="59531" y="274439"/>
                  </a:cubicBezTo>
                  <a:cubicBezTo>
                    <a:pt x="59531" y="393130"/>
                    <a:pt x="155749" y="489347"/>
                    <a:pt x="274439" y="489347"/>
                  </a:cubicBezTo>
                  <a:cubicBezTo>
                    <a:pt x="393130" y="489347"/>
                    <a:pt x="489347" y="393130"/>
                    <a:pt x="489347" y="274439"/>
                  </a:cubicBezTo>
                  <a:cubicBezTo>
                    <a:pt x="488530" y="156283"/>
                    <a:pt x="392599" y="60882"/>
                    <a:pt x="274439" y="60722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7282928" y="1494289"/>
              <a:ext cx="1215628" cy="1214437"/>
            </a:xfrm>
            <a:custGeom>
              <a:avLst/>
              <a:gdLst>
                <a:gd name="connsiteX0" fmla="*/ 396776 w 1215628"/>
                <a:gd name="connsiteY0" fmla="*/ 1214438 h 1214437"/>
                <a:gd name="connsiteX1" fmla="*/ 152102 w 1215628"/>
                <a:gd name="connsiteY1" fmla="*/ 1214438 h 1214437"/>
                <a:gd name="connsiteX2" fmla="*/ 0 w 1215628"/>
                <a:gd name="connsiteY2" fmla="*/ 1062335 h 1214437"/>
                <a:gd name="connsiteX3" fmla="*/ 0 w 1215628"/>
                <a:gd name="connsiteY3" fmla="*/ 817662 h 1214437"/>
                <a:gd name="connsiteX4" fmla="*/ 152102 w 1215628"/>
                <a:gd name="connsiteY4" fmla="*/ 666750 h 1214437"/>
                <a:gd name="connsiteX5" fmla="*/ 396776 w 1215628"/>
                <a:gd name="connsiteY5" fmla="*/ 666750 h 1214437"/>
                <a:gd name="connsiteX6" fmla="*/ 547688 w 1215628"/>
                <a:gd name="connsiteY6" fmla="*/ 817662 h 1214437"/>
                <a:gd name="connsiteX7" fmla="*/ 547688 w 1215628"/>
                <a:gd name="connsiteY7" fmla="*/ 1062335 h 1214437"/>
                <a:gd name="connsiteX8" fmla="*/ 396776 w 1215628"/>
                <a:gd name="connsiteY8" fmla="*/ 1214438 h 1214437"/>
                <a:gd name="connsiteX9" fmla="*/ 152102 w 1215628"/>
                <a:gd name="connsiteY9" fmla="*/ 726281 h 1214437"/>
                <a:gd name="connsiteX10" fmla="*/ 59531 w 1215628"/>
                <a:gd name="connsiteY10" fmla="*/ 817057 h 1214437"/>
                <a:gd name="connsiteX11" fmla="*/ 59531 w 1215628"/>
                <a:gd name="connsiteY11" fmla="*/ 818852 h 1214437"/>
                <a:gd name="connsiteX12" fmla="*/ 59531 w 1215628"/>
                <a:gd name="connsiteY12" fmla="*/ 1063526 h 1214437"/>
                <a:gd name="connsiteX13" fmla="*/ 150307 w 1215628"/>
                <a:gd name="connsiteY13" fmla="*/ 1156097 h 1214437"/>
                <a:gd name="connsiteX14" fmla="*/ 152102 w 1215628"/>
                <a:gd name="connsiteY14" fmla="*/ 1156097 h 1214437"/>
                <a:gd name="connsiteX15" fmla="*/ 396776 w 1215628"/>
                <a:gd name="connsiteY15" fmla="*/ 1156097 h 1214437"/>
                <a:gd name="connsiteX16" fmla="*/ 488180 w 1215628"/>
                <a:gd name="connsiteY16" fmla="*/ 1064145 h 1214437"/>
                <a:gd name="connsiteX17" fmla="*/ 488156 w 1215628"/>
                <a:gd name="connsiteY17" fmla="*/ 1062335 h 1214437"/>
                <a:gd name="connsiteX18" fmla="*/ 488156 w 1215628"/>
                <a:gd name="connsiteY18" fmla="*/ 817662 h 1214437"/>
                <a:gd name="connsiteX19" fmla="*/ 396776 w 1215628"/>
                <a:gd name="connsiteY19" fmla="*/ 726281 h 1214437"/>
                <a:gd name="connsiteX20" fmla="*/ 1062335 w 1215628"/>
                <a:gd name="connsiteY20" fmla="*/ 547688 h 1214437"/>
                <a:gd name="connsiteX21" fmla="*/ 817662 w 1215628"/>
                <a:gd name="connsiteY21" fmla="*/ 547688 h 1214437"/>
                <a:gd name="connsiteX22" fmla="*/ 666750 w 1215628"/>
                <a:gd name="connsiteY22" fmla="*/ 396776 h 1214437"/>
                <a:gd name="connsiteX23" fmla="*/ 666750 w 1215628"/>
                <a:gd name="connsiteY23" fmla="*/ 152102 h 1214437"/>
                <a:gd name="connsiteX24" fmla="*/ 818852 w 1215628"/>
                <a:gd name="connsiteY24" fmla="*/ 0 h 1214437"/>
                <a:gd name="connsiteX25" fmla="*/ 1063526 w 1215628"/>
                <a:gd name="connsiteY25" fmla="*/ 0 h 1214437"/>
                <a:gd name="connsiteX26" fmla="*/ 1215628 w 1215628"/>
                <a:gd name="connsiteY26" fmla="*/ 152102 h 1214437"/>
                <a:gd name="connsiteX27" fmla="*/ 1215628 w 1215628"/>
                <a:gd name="connsiteY27" fmla="*/ 396776 h 1214437"/>
                <a:gd name="connsiteX28" fmla="*/ 1062345 w 1215628"/>
                <a:gd name="connsiteY28" fmla="*/ 547688 h 1214437"/>
                <a:gd name="connsiteX29" fmla="*/ 1062335 w 1215628"/>
                <a:gd name="connsiteY29" fmla="*/ 547688 h 1214437"/>
                <a:gd name="connsiteX30" fmla="*/ 817662 w 1215628"/>
                <a:gd name="connsiteY30" fmla="*/ 59531 h 1214437"/>
                <a:gd name="connsiteX31" fmla="*/ 726278 w 1215628"/>
                <a:gd name="connsiteY31" fmla="*/ 151501 h 1214437"/>
                <a:gd name="connsiteX32" fmla="*/ 726281 w 1215628"/>
                <a:gd name="connsiteY32" fmla="*/ 152102 h 1214437"/>
                <a:gd name="connsiteX33" fmla="*/ 726281 w 1215628"/>
                <a:gd name="connsiteY33" fmla="*/ 396776 h 1214437"/>
                <a:gd name="connsiteX34" fmla="*/ 817662 w 1215628"/>
                <a:gd name="connsiteY34" fmla="*/ 488156 h 1214437"/>
                <a:gd name="connsiteX35" fmla="*/ 1062335 w 1215628"/>
                <a:gd name="connsiteY35" fmla="*/ 488156 h 1214437"/>
                <a:gd name="connsiteX36" fmla="*/ 1154906 w 1215628"/>
                <a:gd name="connsiteY36" fmla="*/ 397380 h 1214437"/>
                <a:gd name="connsiteX37" fmla="*/ 1154906 w 1215628"/>
                <a:gd name="connsiteY37" fmla="*/ 395585 h 1214437"/>
                <a:gd name="connsiteX38" fmla="*/ 1154906 w 1215628"/>
                <a:gd name="connsiteY38" fmla="*/ 152102 h 1214437"/>
                <a:gd name="connsiteX39" fmla="*/ 1064130 w 1215628"/>
                <a:gd name="connsiteY39" fmla="*/ 59531 h 1214437"/>
                <a:gd name="connsiteX40" fmla="*/ 1062335 w 1215628"/>
                <a:gd name="connsiteY40" fmla="*/ 59531 h 1214437"/>
                <a:gd name="connsiteX41" fmla="*/ 396776 w 1215628"/>
                <a:gd name="connsiteY41" fmla="*/ 547688 h 1214437"/>
                <a:gd name="connsiteX42" fmla="*/ 152102 w 1215628"/>
                <a:gd name="connsiteY42" fmla="*/ 547688 h 1214437"/>
                <a:gd name="connsiteX43" fmla="*/ 0 w 1215628"/>
                <a:gd name="connsiteY43" fmla="*/ 395585 h 1214437"/>
                <a:gd name="connsiteX44" fmla="*/ 0 w 1215628"/>
                <a:gd name="connsiteY44" fmla="*/ 152102 h 1214437"/>
                <a:gd name="connsiteX45" fmla="*/ 152102 w 1215628"/>
                <a:gd name="connsiteY45" fmla="*/ 0 h 1214437"/>
                <a:gd name="connsiteX46" fmla="*/ 396776 w 1215628"/>
                <a:gd name="connsiteY46" fmla="*/ 0 h 1214437"/>
                <a:gd name="connsiteX47" fmla="*/ 547688 w 1215628"/>
                <a:gd name="connsiteY47" fmla="*/ 152102 h 1214437"/>
                <a:gd name="connsiteX48" fmla="*/ 547688 w 1215628"/>
                <a:gd name="connsiteY48" fmla="*/ 396776 h 1214437"/>
                <a:gd name="connsiteX49" fmla="*/ 396776 w 1215628"/>
                <a:gd name="connsiteY49" fmla="*/ 547688 h 1214437"/>
                <a:gd name="connsiteX50" fmla="*/ 152102 w 1215628"/>
                <a:gd name="connsiteY50" fmla="*/ 59531 h 1214437"/>
                <a:gd name="connsiteX51" fmla="*/ 59531 w 1215628"/>
                <a:gd name="connsiteY51" fmla="*/ 150307 h 1214437"/>
                <a:gd name="connsiteX52" fmla="*/ 59531 w 1215628"/>
                <a:gd name="connsiteY52" fmla="*/ 152102 h 1214437"/>
                <a:gd name="connsiteX53" fmla="*/ 59531 w 1215628"/>
                <a:gd name="connsiteY53" fmla="*/ 396776 h 1214437"/>
                <a:gd name="connsiteX54" fmla="*/ 151501 w 1215628"/>
                <a:gd name="connsiteY54" fmla="*/ 488160 h 1214437"/>
                <a:gd name="connsiteX55" fmla="*/ 152102 w 1215628"/>
                <a:gd name="connsiteY55" fmla="*/ 488156 h 1214437"/>
                <a:gd name="connsiteX56" fmla="*/ 396776 w 1215628"/>
                <a:gd name="connsiteY56" fmla="*/ 488156 h 1214437"/>
                <a:gd name="connsiteX57" fmla="*/ 488156 w 1215628"/>
                <a:gd name="connsiteY57" fmla="*/ 396776 h 1214437"/>
                <a:gd name="connsiteX58" fmla="*/ 488156 w 1215628"/>
                <a:gd name="connsiteY58" fmla="*/ 152102 h 1214437"/>
                <a:gd name="connsiteX59" fmla="*/ 397380 w 1215628"/>
                <a:gd name="connsiteY59" fmla="*/ 59531 h 1214437"/>
                <a:gd name="connsiteX60" fmla="*/ 395585 w 1215628"/>
                <a:gd name="connsiteY60" fmla="*/ 59531 h 1214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215628" h="1214437">
                  <a:moveTo>
                    <a:pt x="396776" y="1214438"/>
                  </a:moveTo>
                  <a:lnTo>
                    <a:pt x="152102" y="1214438"/>
                  </a:lnTo>
                  <a:cubicBezTo>
                    <a:pt x="68098" y="1214438"/>
                    <a:pt x="0" y="1146339"/>
                    <a:pt x="0" y="1062335"/>
                  </a:cubicBezTo>
                  <a:lnTo>
                    <a:pt x="0" y="817662"/>
                  </a:lnTo>
                  <a:cubicBezTo>
                    <a:pt x="655" y="734123"/>
                    <a:pt x="68561" y="666748"/>
                    <a:pt x="152102" y="666750"/>
                  </a:cubicBezTo>
                  <a:lnTo>
                    <a:pt x="396776" y="666750"/>
                  </a:lnTo>
                  <a:cubicBezTo>
                    <a:pt x="479852" y="667397"/>
                    <a:pt x="547040" y="734586"/>
                    <a:pt x="547688" y="817662"/>
                  </a:cubicBezTo>
                  <a:lnTo>
                    <a:pt x="547688" y="1062335"/>
                  </a:lnTo>
                  <a:cubicBezTo>
                    <a:pt x="547689" y="1145876"/>
                    <a:pt x="480315" y="1213785"/>
                    <a:pt x="396776" y="1214438"/>
                  </a:cubicBezTo>
                  <a:close/>
                  <a:moveTo>
                    <a:pt x="152102" y="726281"/>
                  </a:moveTo>
                  <a:cubicBezTo>
                    <a:pt x="101473" y="725786"/>
                    <a:pt x="60026" y="766428"/>
                    <a:pt x="59531" y="817057"/>
                  </a:cubicBezTo>
                  <a:cubicBezTo>
                    <a:pt x="59526" y="817656"/>
                    <a:pt x="59526" y="818253"/>
                    <a:pt x="59531" y="818852"/>
                  </a:cubicBezTo>
                  <a:lnTo>
                    <a:pt x="59531" y="1063526"/>
                  </a:lnTo>
                  <a:cubicBezTo>
                    <a:pt x="59036" y="1114155"/>
                    <a:pt x="99678" y="1155602"/>
                    <a:pt x="150307" y="1156097"/>
                  </a:cubicBezTo>
                  <a:cubicBezTo>
                    <a:pt x="150906" y="1156103"/>
                    <a:pt x="151503" y="1156103"/>
                    <a:pt x="152102" y="1156097"/>
                  </a:cubicBezTo>
                  <a:lnTo>
                    <a:pt x="396776" y="1156097"/>
                  </a:lnTo>
                  <a:cubicBezTo>
                    <a:pt x="447407" y="1155946"/>
                    <a:pt x="488331" y="1114777"/>
                    <a:pt x="488180" y="1064145"/>
                  </a:cubicBezTo>
                  <a:cubicBezTo>
                    <a:pt x="488179" y="1063543"/>
                    <a:pt x="488169" y="1062938"/>
                    <a:pt x="488156" y="1062335"/>
                  </a:cubicBezTo>
                  <a:lnTo>
                    <a:pt x="488156" y="817662"/>
                  </a:lnTo>
                  <a:cubicBezTo>
                    <a:pt x="487993" y="767261"/>
                    <a:pt x="447176" y="726445"/>
                    <a:pt x="396776" y="726281"/>
                  </a:cubicBezTo>
                  <a:close/>
                  <a:moveTo>
                    <a:pt x="1062335" y="547688"/>
                  </a:moveTo>
                  <a:lnTo>
                    <a:pt x="817662" y="547688"/>
                  </a:lnTo>
                  <a:cubicBezTo>
                    <a:pt x="734586" y="547040"/>
                    <a:pt x="667397" y="479852"/>
                    <a:pt x="666750" y="396776"/>
                  </a:cubicBezTo>
                  <a:lnTo>
                    <a:pt x="666750" y="152102"/>
                  </a:lnTo>
                  <a:cubicBezTo>
                    <a:pt x="666750" y="68098"/>
                    <a:pt x="734848" y="0"/>
                    <a:pt x="818852" y="0"/>
                  </a:cubicBezTo>
                  <a:lnTo>
                    <a:pt x="1063526" y="0"/>
                  </a:lnTo>
                  <a:cubicBezTo>
                    <a:pt x="1147530" y="0"/>
                    <a:pt x="1215628" y="68098"/>
                    <a:pt x="1215628" y="152102"/>
                  </a:cubicBezTo>
                  <a:lnTo>
                    <a:pt x="1215628" y="396776"/>
                  </a:lnTo>
                  <a:cubicBezTo>
                    <a:pt x="1214973" y="480776"/>
                    <a:pt x="1146345" y="548342"/>
                    <a:pt x="1062345" y="547688"/>
                  </a:cubicBezTo>
                  <a:cubicBezTo>
                    <a:pt x="1062341" y="547688"/>
                    <a:pt x="1062339" y="547688"/>
                    <a:pt x="1062335" y="547688"/>
                  </a:cubicBezTo>
                  <a:close/>
                  <a:moveTo>
                    <a:pt x="817662" y="59531"/>
                  </a:moveTo>
                  <a:cubicBezTo>
                    <a:pt x="767030" y="59693"/>
                    <a:pt x="726116" y="100870"/>
                    <a:pt x="726278" y="151501"/>
                  </a:cubicBezTo>
                  <a:cubicBezTo>
                    <a:pt x="726278" y="151702"/>
                    <a:pt x="726279" y="151901"/>
                    <a:pt x="726281" y="152102"/>
                  </a:cubicBezTo>
                  <a:lnTo>
                    <a:pt x="726281" y="396776"/>
                  </a:lnTo>
                  <a:cubicBezTo>
                    <a:pt x="726445" y="447176"/>
                    <a:pt x="767261" y="487993"/>
                    <a:pt x="817662" y="488156"/>
                  </a:cubicBezTo>
                  <a:lnTo>
                    <a:pt x="1062335" y="488156"/>
                  </a:lnTo>
                  <a:cubicBezTo>
                    <a:pt x="1112965" y="488651"/>
                    <a:pt x="1154411" y="448010"/>
                    <a:pt x="1154906" y="397380"/>
                  </a:cubicBezTo>
                  <a:cubicBezTo>
                    <a:pt x="1154912" y="396781"/>
                    <a:pt x="1154912" y="396184"/>
                    <a:pt x="1154906" y="395585"/>
                  </a:cubicBezTo>
                  <a:lnTo>
                    <a:pt x="1154906" y="152102"/>
                  </a:lnTo>
                  <a:cubicBezTo>
                    <a:pt x="1155401" y="101473"/>
                    <a:pt x="1114760" y="60026"/>
                    <a:pt x="1064130" y="59531"/>
                  </a:cubicBezTo>
                  <a:cubicBezTo>
                    <a:pt x="1063531" y="59526"/>
                    <a:pt x="1062934" y="59526"/>
                    <a:pt x="1062335" y="59531"/>
                  </a:cubicBezTo>
                  <a:close/>
                  <a:moveTo>
                    <a:pt x="396776" y="547688"/>
                  </a:moveTo>
                  <a:lnTo>
                    <a:pt x="152102" y="547688"/>
                  </a:lnTo>
                  <a:cubicBezTo>
                    <a:pt x="68098" y="547688"/>
                    <a:pt x="0" y="479589"/>
                    <a:pt x="0" y="395585"/>
                  </a:cubicBezTo>
                  <a:lnTo>
                    <a:pt x="0" y="152102"/>
                  </a:lnTo>
                  <a:cubicBezTo>
                    <a:pt x="0" y="68098"/>
                    <a:pt x="68098" y="0"/>
                    <a:pt x="152102" y="0"/>
                  </a:cubicBezTo>
                  <a:lnTo>
                    <a:pt x="396776" y="0"/>
                  </a:lnTo>
                  <a:cubicBezTo>
                    <a:pt x="480315" y="655"/>
                    <a:pt x="547689" y="68561"/>
                    <a:pt x="547688" y="152102"/>
                  </a:cubicBezTo>
                  <a:lnTo>
                    <a:pt x="547688" y="396776"/>
                  </a:lnTo>
                  <a:cubicBezTo>
                    <a:pt x="547040" y="479852"/>
                    <a:pt x="479852" y="547040"/>
                    <a:pt x="396776" y="547688"/>
                  </a:cubicBezTo>
                  <a:close/>
                  <a:moveTo>
                    <a:pt x="152102" y="59531"/>
                  </a:moveTo>
                  <a:cubicBezTo>
                    <a:pt x="101473" y="59036"/>
                    <a:pt x="60026" y="99678"/>
                    <a:pt x="59531" y="150307"/>
                  </a:cubicBezTo>
                  <a:cubicBezTo>
                    <a:pt x="59526" y="150906"/>
                    <a:pt x="59526" y="151503"/>
                    <a:pt x="59531" y="152102"/>
                  </a:cubicBezTo>
                  <a:lnTo>
                    <a:pt x="59531" y="396776"/>
                  </a:lnTo>
                  <a:cubicBezTo>
                    <a:pt x="59693" y="447407"/>
                    <a:pt x="100870" y="488322"/>
                    <a:pt x="151501" y="488160"/>
                  </a:cubicBezTo>
                  <a:cubicBezTo>
                    <a:pt x="151702" y="488160"/>
                    <a:pt x="151901" y="488158"/>
                    <a:pt x="152102" y="488156"/>
                  </a:cubicBezTo>
                  <a:lnTo>
                    <a:pt x="396776" y="488156"/>
                  </a:lnTo>
                  <a:cubicBezTo>
                    <a:pt x="447176" y="487993"/>
                    <a:pt x="487993" y="447176"/>
                    <a:pt x="488156" y="396776"/>
                  </a:cubicBezTo>
                  <a:lnTo>
                    <a:pt x="488156" y="152102"/>
                  </a:lnTo>
                  <a:cubicBezTo>
                    <a:pt x="488651" y="101473"/>
                    <a:pt x="448010" y="60026"/>
                    <a:pt x="397380" y="59531"/>
                  </a:cubicBezTo>
                  <a:cubicBezTo>
                    <a:pt x="396781" y="59526"/>
                    <a:pt x="396184" y="59526"/>
                    <a:pt x="395585" y="59531"/>
                  </a:cubicBezTo>
                  <a:close/>
                </a:path>
              </a:pathLst>
            </a:custGeom>
            <a:solidFill>
              <a:schemeClr val="tx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cxnSp>
        <p:nvCxnSpPr>
          <p:cNvPr id="1426" name="直接连接符 1425"/>
          <p:cNvCxnSpPr/>
          <p:nvPr/>
        </p:nvCxnSpPr>
        <p:spPr>
          <a:xfrm flipH="1">
            <a:off x="238588" y="6605989"/>
            <a:ext cx="11726400" cy="0"/>
          </a:xfrm>
          <a:prstGeom prst="line">
            <a:avLst/>
          </a:prstGeom>
          <a:ln w="25400"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54" name="组合 1453"/>
          <p:cNvGrpSpPr/>
          <p:nvPr/>
        </p:nvGrpSpPr>
        <p:grpSpPr>
          <a:xfrm>
            <a:off x="238588" y="3257632"/>
            <a:ext cx="11714824" cy="3348356"/>
            <a:chOff x="3793248" y="1687720"/>
            <a:chExt cx="7950263" cy="4823653"/>
          </a:xfrm>
        </p:grpSpPr>
        <p:cxnSp>
          <p:nvCxnSpPr>
            <p:cNvPr id="1455" name="直接连接符 1454"/>
            <p:cNvCxnSpPr/>
            <p:nvPr/>
          </p:nvCxnSpPr>
          <p:spPr>
            <a:xfrm>
              <a:off x="5780814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6" name="直接连接符 1455"/>
            <p:cNvCxnSpPr/>
            <p:nvPr/>
          </p:nvCxnSpPr>
          <p:spPr>
            <a:xfrm>
              <a:off x="5118292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7" name="直接连接符 1456"/>
            <p:cNvCxnSpPr/>
            <p:nvPr/>
          </p:nvCxnSpPr>
          <p:spPr>
            <a:xfrm>
              <a:off x="4455770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8" name="直接连接符 1457"/>
            <p:cNvCxnSpPr/>
            <p:nvPr/>
          </p:nvCxnSpPr>
          <p:spPr>
            <a:xfrm>
              <a:off x="3793248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9" name="直接连接符 1458"/>
            <p:cNvCxnSpPr/>
            <p:nvPr/>
          </p:nvCxnSpPr>
          <p:spPr>
            <a:xfrm>
              <a:off x="6443336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0" name="直接连接符 1459"/>
            <p:cNvCxnSpPr/>
            <p:nvPr/>
          </p:nvCxnSpPr>
          <p:spPr>
            <a:xfrm>
              <a:off x="9093424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1" name="直接连接符 1460"/>
            <p:cNvCxnSpPr/>
            <p:nvPr/>
          </p:nvCxnSpPr>
          <p:spPr>
            <a:xfrm>
              <a:off x="8430902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2" name="直接连接符 1461"/>
            <p:cNvCxnSpPr/>
            <p:nvPr/>
          </p:nvCxnSpPr>
          <p:spPr>
            <a:xfrm>
              <a:off x="7768380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3" name="直接连接符 1462"/>
            <p:cNvCxnSpPr/>
            <p:nvPr/>
          </p:nvCxnSpPr>
          <p:spPr>
            <a:xfrm>
              <a:off x="7105858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4" name="直接连接符 1463"/>
            <p:cNvCxnSpPr/>
            <p:nvPr/>
          </p:nvCxnSpPr>
          <p:spPr>
            <a:xfrm>
              <a:off x="9755946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5" name="直接连接符 1464"/>
            <p:cNvCxnSpPr/>
            <p:nvPr/>
          </p:nvCxnSpPr>
          <p:spPr>
            <a:xfrm>
              <a:off x="11743511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5" name="直接连接符 1504"/>
            <p:cNvCxnSpPr/>
            <p:nvPr/>
          </p:nvCxnSpPr>
          <p:spPr>
            <a:xfrm>
              <a:off x="11080990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6" name="直接连接符 1505"/>
            <p:cNvCxnSpPr/>
            <p:nvPr/>
          </p:nvCxnSpPr>
          <p:spPr>
            <a:xfrm>
              <a:off x="10418468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29" name="矩形: 圆角 1528"/>
          <p:cNvSpPr/>
          <p:nvPr/>
        </p:nvSpPr>
        <p:spPr>
          <a:xfrm>
            <a:off x="238760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pSp>
        <p:nvGrpSpPr>
          <p:cNvPr id="1619" name="组合 1618"/>
          <p:cNvGrpSpPr/>
          <p:nvPr/>
        </p:nvGrpSpPr>
        <p:grpSpPr>
          <a:xfrm>
            <a:off x="825500" y="2502535"/>
            <a:ext cx="1649095" cy="543560"/>
            <a:chOff x="487921" y="2559835"/>
            <a:chExt cx="1648796" cy="543304"/>
          </a:xfrm>
        </p:grpSpPr>
        <p:sp>
          <p:nvSpPr>
            <p:cNvPr id="1532" name="文本框 1531"/>
            <p:cNvSpPr txBox="1"/>
            <p:nvPr/>
          </p:nvSpPr>
          <p:spPr>
            <a:xfrm>
              <a:off x="860914" y="2559835"/>
              <a:ext cx="902811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Roboto" panose="02000000000000000000" charset="0"/>
                </a:rPr>
                <a:t>第一季度</a:t>
              </a:r>
            </a:p>
          </p:txBody>
        </p:sp>
        <p:sp>
          <p:nvSpPr>
            <p:cNvPr id="1536" name="矩形: 圆角 1535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1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537" name="矩形: 圆角 1536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2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538" name="矩形: 圆角 1537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3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</p:grpSp>
      <p:sp>
        <p:nvSpPr>
          <p:cNvPr id="1666" name="矩形: 圆角 1665"/>
          <p:cNvSpPr/>
          <p:nvPr/>
        </p:nvSpPr>
        <p:spPr>
          <a:xfrm>
            <a:off x="3211195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pSp>
        <p:nvGrpSpPr>
          <p:cNvPr id="1667" name="组合 1666"/>
          <p:cNvGrpSpPr/>
          <p:nvPr/>
        </p:nvGrpSpPr>
        <p:grpSpPr>
          <a:xfrm>
            <a:off x="3797935" y="2502535"/>
            <a:ext cx="1649095" cy="543560"/>
            <a:chOff x="487921" y="2559835"/>
            <a:chExt cx="1648796" cy="543304"/>
          </a:xfrm>
        </p:grpSpPr>
        <p:sp>
          <p:nvSpPr>
            <p:cNvPr id="1668" name="文本框 1667"/>
            <p:cNvSpPr txBox="1"/>
            <p:nvPr/>
          </p:nvSpPr>
          <p:spPr>
            <a:xfrm>
              <a:off x="865361" y="2559835"/>
              <a:ext cx="893918" cy="306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Roboto" panose="02000000000000000000" charset="0"/>
                </a:rPr>
                <a:t>第二季度</a:t>
              </a:r>
            </a:p>
          </p:txBody>
        </p:sp>
        <p:sp>
          <p:nvSpPr>
            <p:cNvPr id="1669" name="矩形: 圆角 1668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4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698" name="矩形: 圆角 1697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5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699" name="矩形: 圆角 1698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6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</p:grpSp>
      <p:sp>
        <p:nvSpPr>
          <p:cNvPr id="1701" name="矩形: 圆角 1700"/>
          <p:cNvSpPr/>
          <p:nvPr/>
        </p:nvSpPr>
        <p:spPr>
          <a:xfrm>
            <a:off x="6184265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pSp>
        <p:nvGrpSpPr>
          <p:cNvPr id="1702" name="组合 1701"/>
          <p:cNvGrpSpPr/>
          <p:nvPr/>
        </p:nvGrpSpPr>
        <p:grpSpPr>
          <a:xfrm>
            <a:off x="6770370" y="2502535"/>
            <a:ext cx="1649095" cy="543560"/>
            <a:chOff x="487921" y="2559835"/>
            <a:chExt cx="1648796" cy="543304"/>
          </a:xfrm>
        </p:grpSpPr>
        <p:sp>
          <p:nvSpPr>
            <p:cNvPr id="1703" name="文本框 1702"/>
            <p:cNvSpPr txBox="1"/>
            <p:nvPr/>
          </p:nvSpPr>
          <p:spPr>
            <a:xfrm>
              <a:off x="865361" y="2559835"/>
              <a:ext cx="893918" cy="306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Roboto" panose="02000000000000000000" charset="0"/>
                </a:rPr>
                <a:t>第三季度</a:t>
              </a:r>
            </a:p>
          </p:txBody>
        </p:sp>
        <p:sp>
          <p:nvSpPr>
            <p:cNvPr id="1704" name="矩形: 圆角 1703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7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705" name="矩形: 圆角 1704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8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706" name="矩形: 圆角 1705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9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</p:grpSp>
      <p:sp>
        <p:nvSpPr>
          <p:cNvPr id="1708" name="矩形: 圆角 1707"/>
          <p:cNvSpPr/>
          <p:nvPr/>
        </p:nvSpPr>
        <p:spPr>
          <a:xfrm>
            <a:off x="9156700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pSp>
        <p:nvGrpSpPr>
          <p:cNvPr id="1709" name="组合 1708"/>
          <p:cNvGrpSpPr/>
          <p:nvPr/>
        </p:nvGrpSpPr>
        <p:grpSpPr>
          <a:xfrm>
            <a:off x="9743440" y="2502535"/>
            <a:ext cx="1649095" cy="543560"/>
            <a:chOff x="487921" y="2559835"/>
            <a:chExt cx="1648796" cy="543304"/>
          </a:xfrm>
        </p:grpSpPr>
        <p:sp>
          <p:nvSpPr>
            <p:cNvPr id="1710" name="文本框 1709"/>
            <p:cNvSpPr txBox="1"/>
            <p:nvPr/>
          </p:nvSpPr>
          <p:spPr>
            <a:xfrm>
              <a:off x="865361" y="2559835"/>
              <a:ext cx="893918" cy="306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Roboto" panose="02000000000000000000" charset="0"/>
                </a:rPr>
                <a:t>第四季度</a:t>
              </a:r>
            </a:p>
          </p:txBody>
        </p:sp>
        <p:sp>
          <p:nvSpPr>
            <p:cNvPr id="1711" name="矩形: 圆角 1710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10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712" name="矩形: 圆角 1711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11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713" name="矩形: 圆角 1712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12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</p:grpSp>
      <p:sp>
        <p:nvSpPr>
          <p:cNvPr id="1714" name="矩形 1713"/>
          <p:cNvSpPr/>
          <p:nvPr/>
        </p:nvSpPr>
        <p:spPr>
          <a:xfrm>
            <a:off x="715132" y="3798966"/>
            <a:ext cx="1578195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5" name="矩形 1714"/>
          <p:cNvSpPr/>
          <p:nvPr/>
        </p:nvSpPr>
        <p:spPr>
          <a:xfrm>
            <a:off x="971692" y="4796320"/>
            <a:ext cx="1856968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6" name="矩形 1715"/>
          <p:cNvSpPr/>
          <p:nvPr/>
        </p:nvSpPr>
        <p:spPr>
          <a:xfrm>
            <a:off x="9286121" y="3475950"/>
            <a:ext cx="238866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7" name="矩形 1716"/>
          <p:cNvSpPr/>
          <p:nvPr/>
        </p:nvSpPr>
        <p:spPr>
          <a:xfrm>
            <a:off x="715132" y="3798966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8" name="矩形 1717"/>
          <p:cNvSpPr/>
          <p:nvPr/>
        </p:nvSpPr>
        <p:spPr>
          <a:xfrm>
            <a:off x="971693" y="4795694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9" name="矩形 1718"/>
          <p:cNvSpPr/>
          <p:nvPr/>
        </p:nvSpPr>
        <p:spPr>
          <a:xfrm>
            <a:off x="9286121" y="3475323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0" name="文本框 1719"/>
          <p:cNvSpPr txBox="1"/>
          <p:nvPr/>
        </p:nvSpPr>
        <p:spPr>
          <a:xfrm>
            <a:off x="772160" y="4134485"/>
            <a:ext cx="152082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完成产品硬件方案最终版定稿与归档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1" name="文本框 1720"/>
          <p:cNvSpPr txBox="1"/>
          <p:nvPr/>
        </p:nvSpPr>
        <p:spPr>
          <a:xfrm>
            <a:off x="771879" y="3880553"/>
            <a:ext cx="137414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-3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</a:t>
            </a:r>
          </a:p>
        </p:txBody>
      </p:sp>
      <p:sp>
        <p:nvSpPr>
          <p:cNvPr id="1722" name="文本框 1721"/>
          <p:cNvSpPr txBox="1"/>
          <p:nvPr/>
        </p:nvSpPr>
        <p:spPr>
          <a:xfrm>
            <a:off x="1028440" y="5127663"/>
            <a:ext cx="178993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与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家核心组件供应商签订长期合作协议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3" name="文本框 1722"/>
          <p:cNvSpPr txBox="1"/>
          <p:nvPr/>
        </p:nvSpPr>
        <p:spPr>
          <a:xfrm>
            <a:off x="1028440" y="4873747"/>
            <a:ext cx="15132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27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- 3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20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</a:t>
            </a:r>
          </a:p>
        </p:txBody>
      </p:sp>
      <p:sp>
        <p:nvSpPr>
          <p:cNvPr id="1724" name="文本框 1723"/>
          <p:cNvSpPr txBox="1"/>
          <p:nvPr/>
        </p:nvSpPr>
        <p:spPr>
          <a:xfrm>
            <a:off x="9401294" y="3793395"/>
            <a:ext cx="222895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编制完成售后安装流程手册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V1.0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版本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5" name="文本框 1724"/>
          <p:cNvSpPr txBox="1"/>
          <p:nvPr/>
        </p:nvSpPr>
        <p:spPr>
          <a:xfrm>
            <a:off x="9401293" y="3539479"/>
            <a:ext cx="160718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8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- 12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21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</a:t>
            </a:r>
          </a:p>
        </p:txBody>
      </p:sp>
      <p:sp>
        <p:nvSpPr>
          <p:cNvPr id="1726" name="矩形 1725"/>
          <p:cNvSpPr/>
          <p:nvPr/>
        </p:nvSpPr>
        <p:spPr>
          <a:xfrm>
            <a:off x="6198769" y="4798317"/>
            <a:ext cx="238866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7" name="矩形 1726"/>
          <p:cNvSpPr/>
          <p:nvPr/>
        </p:nvSpPr>
        <p:spPr>
          <a:xfrm>
            <a:off x="6198769" y="4797690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8" name="文本框 1727"/>
          <p:cNvSpPr txBox="1"/>
          <p:nvPr/>
        </p:nvSpPr>
        <p:spPr>
          <a:xfrm>
            <a:off x="6313942" y="5115762"/>
            <a:ext cx="222895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开展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6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场销售团队产品功能与话术培训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9" name="文本框 1728"/>
          <p:cNvSpPr txBox="1"/>
          <p:nvPr/>
        </p:nvSpPr>
        <p:spPr>
          <a:xfrm>
            <a:off x="6313941" y="4861846"/>
            <a:ext cx="137414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-9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</a:t>
            </a:r>
          </a:p>
        </p:txBody>
      </p:sp>
      <p:sp>
        <p:nvSpPr>
          <p:cNvPr id="1730" name="矩形 1729"/>
          <p:cNvSpPr/>
          <p:nvPr/>
        </p:nvSpPr>
        <p:spPr>
          <a:xfrm>
            <a:off x="9427448" y="4485728"/>
            <a:ext cx="248805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1" name="矩形 1730"/>
          <p:cNvSpPr/>
          <p:nvPr/>
        </p:nvSpPr>
        <p:spPr>
          <a:xfrm>
            <a:off x="9427449" y="4485101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2" name="矩形 1731"/>
          <p:cNvSpPr/>
          <p:nvPr/>
        </p:nvSpPr>
        <p:spPr>
          <a:xfrm>
            <a:off x="3734435" y="4796155"/>
            <a:ext cx="1931035" cy="892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3" name="矩形 1732"/>
          <p:cNvSpPr/>
          <p:nvPr/>
        </p:nvSpPr>
        <p:spPr>
          <a:xfrm>
            <a:off x="3734217" y="4795694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4" name="矩形 1733"/>
          <p:cNvSpPr/>
          <p:nvPr/>
        </p:nvSpPr>
        <p:spPr>
          <a:xfrm>
            <a:off x="3125350" y="3794209"/>
            <a:ext cx="2352402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5" name="矩形 1734"/>
          <p:cNvSpPr/>
          <p:nvPr/>
        </p:nvSpPr>
        <p:spPr>
          <a:xfrm>
            <a:off x="3125351" y="3793582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6" name="文本框 1735"/>
          <p:cNvSpPr txBox="1"/>
          <p:nvPr/>
        </p:nvSpPr>
        <p:spPr>
          <a:xfrm>
            <a:off x="3184875" y="4134469"/>
            <a:ext cx="222117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完成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45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家线下体验店装修标准指导落地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37" name="文本框 1736"/>
          <p:cNvSpPr txBox="1"/>
          <p:nvPr/>
        </p:nvSpPr>
        <p:spPr>
          <a:xfrm>
            <a:off x="3184875" y="3880553"/>
            <a:ext cx="128016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4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-6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</a:t>
            </a:r>
          </a:p>
        </p:txBody>
      </p:sp>
      <p:sp>
        <p:nvSpPr>
          <p:cNvPr id="1738" name="文本框 1737"/>
          <p:cNvSpPr txBox="1"/>
          <p:nvPr/>
        </p:nvSpPr>
        <p:spPr>
          <a:xfrm>
            <a:off x="9566216" y="4819791"/>
            <a:ext cx="231328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完成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5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家竞品全屋智能功能对标分析报告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39" name="文本框 1738"/>
          <p:cNvSpPr txBox="1"/>
          <p:nvPr/>
        </p:nvSpPr>
        <p:spPr>
          <a:xfrm>
            <a:off x="9566216" y="4565875"/>
            <a:ext cx="170116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- 12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30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</a:t>
            </a:r>
          </a:p>
        </p:txBody>
      </p:sp>
      <p:sp>
        <p:nvSpPr>
          <p:cNvPr id="1740" name="文本框 1739"/>
          <p:cNvSpPr txBox="1"/>
          <p:nvPr/>
        </p:nvSpPr>
        <p:spPr>
          <a:xfrm>
            <a:off x="3796665" y="5127625"/>
            <a:ext cx="186880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输出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份目标用户画像细分报告并交付团队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41" name="文本框 1740"/>
          <p:cNvSpPr txBox="1"/>
          <p:nvPr/>
        </p:nvSpPr>
        <p:spPr>
          <a:xfrm>
            <a:off x="3796387" y="4873747"/>
            <a:ext cx="15132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4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- 6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</a:t>
            </a:r>
          </a:p>
        </p:txBody>
      </p:sp>
      <p:sp>
        <p:nvSpPr>
          <p:cNvPr id="1742" name="矩形 1741"/>
          <p:cNvSpPr/>
          <p:nvPr/>
        </p:nvSpPr>
        <p:spPr>
          <a:xfrm>
            <a:off x="9025492" y="5506310"/>
            <a:ext cx="248805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3" name="矩形 1742"/>
          <p:cNvSpPr/>
          <p:nvPr/>
        </p:nvSpPr>
        <p:spPr>
          <a:xfrm>
            <a:off x="9025493" y="5505683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4" name="文本框 1743"/>
          <p:cNvSpPr txBox="1"/>
          <p:nvPr/>
        </p:nvSpPr>
        <p:spPr>
          <a:xfrm>
            <a:off x="9164260" y="5840373"/>
            <a:ext cx="231328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确定预售活动方案初稿，含优惠细则，提交运营部审核</a:t>
            </a:r>
          </a:p>
        </p:txBody>
      </p:sp>
      <p:sp>
        <p:nvSpPr>
          <p:cNvPr id="1745" name="文本框 1744"/>
          <p:cNvSpPr txBox="1"/>
          <p:nvPr/>
        </p:nvSpPr>
        <p:spPr>
          <a:xfrm>
            <a:off x="9164260" y="5586457"/>
            <a:ext cx="160718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- 12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</a:t>
            </a:r>
          </a:p>
        </p:txBody>
      </p:sp>
      <p:sp>
        <p:nvSpPr>
          <p:cNvPr id="1746" name="矩形 1745"/>
          <p:cNvSpPr/>
          <p:nvPr/>
        </p:nvSpPr>
        <p:spPr>
          <a:xfrm>
            <a:off x="6840002" y="3794209"/>
            <a:ext cx="1823890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7" name="矩形 1746"/>
          <p:cNvSpPr/>
          <p:nvPr/>
        </p:nvSpPr>
        <p:spPr>
          <a:xfrm>
            <a:off x="6840003" y="3793582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8" name="文本框 1747"/>
          <p:cNvSpPr txBox="1"/>
          <p:nvPr/>
        </p:nvSpPr>
        <p:spPr>
          <a:xfrm>
            <a:off x="6899527" y="4134469"/>
            <a:ext cx="172836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输出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份目标用户画像细分报告并交付团队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49" name="文本框 1748"/>
          <p:cNvSpPr txBox="1"/>
          <p:nvPr/>
        </p:nvSpPr>
        <p:spPr>
          <a:xfrm>
            <a:off x="6899527" y="3880553"/>
            <a:ext cx="15132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29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- 9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20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</a:t>
            </a:r>
          </a:p>
        </p:txBody>
      </p:sp>
      <p:cxnSp>
        <p:nvCxnSpPr>
          <p:cNvPr id="11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矩形: 圆角 1519"/>
          <p:cNvSpPr/>
          <p:nvPr/>
        </p:nvSpPr>
        <p:spPr>
          <a:xfrm>
            <a:off x="227013" y="2019300"/>
            <a:ext cx="11737975" cy="46132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05046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729" name="组合 1728"/>
          <p:cNvGrpSpPr/>
          <p:nvPr/>
        </p:nvGrpSpPr>
        <p:grpSpPr>
          <a:xfrm>
            <a:off x="1608106" y="2667060"/>
            <a:ext cx="10356881" cy="3902478"/>
            <a:chOff x="1608106" y="3014574"/>
            <a:chExt cx="10356881" cy="3618001"/>
          </a:xfrm>
        </p:grpSpPr>
        <p:cxnSp>
          <p:nvCxnSpPr>
            <p:cNvPr id="1535" name="直接连接符 1534"/>
            <p:cNvCxnSpPr/>
            <p:nvPr/>
          </p:nvCxnSpPr>
          <p:spPr>
            <a:xfrm>
              <a:off x="1608106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0" name="直接连接符 1539"/>
            <p:cNvCxnSpPr/>
            <p:nvPr/>
          </p:nvCxnSpPr>
          <p:spPr>
            <a:xfrm>
              <a:off x="6786544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1" name="直接连接符 1540"/>
            <p:cNvCxnSpPr/>
            <p:nvPr/>
          </p:nvCxnSpPr>
          <p:spPr>
            <a:xfrm>
              <a:off x="7649617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2" name="直接连接符 1541"/>
            <p:cNvCxnSpPr/>
            <p:nvPr/>
          </p:nvCxnSpPr>
          <p:spPr>
            <a:xfrm>
              <a:off x="9375763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3" name="直接连接符 1542"/>
            <p:cNvCxnSpPr/>
            <p:nvPr/>
          </p:nvCxnSpPr>
          <p:spPr>
            <a:xfrm>
              <a:off x="10238836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0" name="直接连接符 1549"/>
            <p:cNvCxnSpPr/>
            <p:nvPr/>
          </p:nvCxnSpPr>
          <p:spPr>
            <a:xfrm>
              <a:off x="11101909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2" name="直接连接符 1551"/>
            <p:cNvCxnSpPr/>
            <p:nvPr/>
          </p:nvCxnSpPr>
          <p:spPr>
            <a:xfrm>
              <a:off x="11964987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0" name="直接连接符 1709"/>
            <p:cNvCxnSpPr/>
            <p:nvPr/>
          </p:nvCxnSpPr>
          <p:spPr>
            <a:xfrm>
              <a:off x="5060398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1" name="直接连接符 1710"/>
            <p:cNvCxnSpPr/>
            <p:nvPr/>
          </p:nvCxnSpPr>
          <p:spPr>
            <a:xfrm>
              <a:off x="5923471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3" name="直接连接符 1712"/>
            <p:cNvCxnSpPr/>
            <p:nvPr/>
          </p:nvCxnSpPr>
          <p:spPr>
            <a:xfrm>
              <a:off x="8512690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5" name="直接连接符 1724"/>
            <p:cNvCxnSpPr/>
            <p:nvPr/>
          </p:nvCxnSpPr>
          <p:spPr>
            <a:xfrm>
              <a:off x="3334252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6" name="直接连接符 1725"/>
            <p:cNvCxnSpPr/>
            <p:nvPr/>
          </p:nvCxnSpPr>
          <p:spPr>
            <a:xfrm>
              <a:off x="4197325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8" name="直接连接符 1727"/>
            <p:cNvCxnSpPr/>
            <p:nvPr/>
          </p:nvCxnSpPr>
          <p:spPr>
            <a:xfrm>
              <a:off x="2471179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文本框 7"/>
          <p:cNvSpPr txBox="1"/>
          <p:nvPr/>
        </p:nvSpPr>
        <p:spPr>
          <a:xfrm>
            <a:off x="131419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甘特图页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工作进度汇报</a:t>
            </a:r>
          </a:p>
        </p:txBody>
      </p:sp>
      <p:sp>
        <p:nvSpPr>
          <p:cNvPr id="1521" name="矩形 1520"/>
          <p:cNvSpPr/>
          <p:nvPr/>
        </p:nvSpPr>
        <p:spPr>
          <a:xfrm>
            <a:off x="1619885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1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22" name="矩形 1521"/>
          <p:cNvSpPr/>
          <p:nvPr/>
        </p:nvSpPr>
        <p:spPr>
          <a:xfrm>
            <a:off x="2482215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2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1523" name="矩形 1522"/>
          <p:cNvSpPr/>
          <p:nvPr/>
        </p:nvSpPr>
        <p:spPr>
          <a:xfrm>
            <a:off x="334518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3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1524" name="矩形 1523"/>
          <p:cNvSpPr/>
          <p:nvPr/>
        </p:nvSpPr>
        <p:spPr>
          <a:xfrm>
            <a:off x="4207510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4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1525" name="矩形 1524"/>
          <p:cNvSpPr/>
          <p:nvPr/>
        </p:nvSpPr>
        <p:spPr>
          <a:xfrm>
            <a:off x="5069840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5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1526" name="矩形 1525"/>
          <p:cNvSpPr/>
          <p:nvPr/>
        </p:nvSpPr>
        <p:spPr>
          <a:xfrm>
            <a:off x="5932170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6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1527" name="矩形 1526"/>
          <p:cNvSpPr/>
          <p:nvPr/>
        </p:nvSpPr>
        <p:spPr>
          <a:xfrm>
            <a:off x="679450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7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28" name="矩形 1527"/>
          <p:cNvSpPr/>
          <p:nvPr/>
        </p:nvSpPr>
        <p:spPr>
          <a:xfrm>
            <a:off x="765683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8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1530" name="矩形 1529"/>
          <p:cNvSpPr/>
          <p:nvPr/>
        </p:nvSpPr>
        <p:spPr>
          <a:xfrm>
            <a:off x="851916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9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1531" name="矩形 1530"/>
          <p:cNvSpPr/>
          <p:nvPr/>
        </p:nvSpPr>
        <p:spPr>
          <a:xfrm>
            <a:off x="9382125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10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1533" name="矩形 1532"/>
          <p:cNvSpPr/>
          <p:nvPr/>
        </p:nvSpPr>
        <p:spPr>
          <a:xfrm>
            <a:off x="10244455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11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34" name="矩形 1533"/>
          <p:cNvSpPr/>
          <p:nvPr/>
        </p:nvSpPr>
        <p:spPr>
          <a:xfrm>
            <a:off x="11106785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12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645" name="矩形: 圆角 1644"/>
          <p:cNvSpPr/>
          <p:nvPr/>
        </p:nvSpPr>
        <p:spPr>
          <a:xfrm>
            <a:off x="227013" y="6582892"/>
            <a:ext cx="11737975" cy="49683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673" name="组合 1672"/>
          <p:cNvGrpSpPr/>
          <p:nvPr/>
        </p:nvGrpSpPr>
        <p:grpSpPr>
          <a:xfrm>
            <a:off x="3993022" y="2858293"/>
            <a:ext cx="6721729" cy="276999"/>
            <a:chOff x="525811" y="3199086"/>
            <a:chExt cx="6721729" cy="276999"/>
          </a:xfrm>
        </p:grpSpPr>
        <p:sp>
          <p:nvSpPr>
            <p:cNvPr id="1647" name="箭头: 五边形 1646"/>
            <p:cNvSpPr/>
            <p:nvPr/>
          </p:nvSpPr>
          <p:spPr>
            <a:xfrm>
              <a:off x="525811" y="3220753"/>
              <a:ext cx="6721729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48" name="文本框 1647"/>
            <p:cNvSpPr txBox="1"/>
            <p:nvPr/>
          </p:nvSpPr>
          <p:spPr>
            <a:xfrm>
              <a:off x="6463533" y="3199086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已受理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4" name="组合 1673"/>
          <p:cNvGrpSpPr/>
          <p:nvPr/>
        </p:nvGrpSpPr>
        <p:grpSpPr>
          <a:xfrm>
            <a:off x="1738600" y="3320566"/>
            <a:ext cx="5193031" cy="276999"/>
            <a:chOff x="525811" y="3654798"/>
            <a:chExt cx="5193031" cy="276999"/>
          </a:xfrm>
        </p:grpSpPr>
        <p:sp>
          <p:nvSpPr>
            <p:cNvPr id="1651" name="箭头: 五边形 1650"/>
            <p:cNvSpPr/>
            <p:nvPr/>
          </p:nvSpPr>
          <p:spPr>
            <a:xfrm>
              <a:off x="525811" y="3683415"/>
              <a:ext cx="519303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52" name="文本框 1651"/>
            <p:cNvSpPr txBox="1"/>
            <p:nvPr/>
          </p:nvSpPr>
          <p:spPr>
            <a:xfrm>
              <a:off x="4913354" y="3654798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已受理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5" name="组合 1674"/>
          <p:cNvGrpSpPr/>
          <p:nvPr/>
        </p:nvGrpSpPr>
        <p:grpSpPr>
          <a:xfrm>
            <a:off x="2682120" y="3782839"/>
            <a:ext cx="5193031" cy="276999"/>
            <a:chOff x="525811" y="4117462"/>
            <a:chExt cx="5193031" cy="276999"/>
          </a:xfrm>
        </p:grpSpPr>
        <p:sp>
          <p:nvSpPr>
            <p:cNvPr id="1655" name="箭头: 五边形 1654"/>
            <p:cNvSpPr/>
            <p:nvPr/>
          </p:nvSpPr>
          <p:spPr>
            <a:xfrm>
              <a:off x="525811" y="4146079"/>
              <a:ext cx="519303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56" name="文本框 1655"/>
            <p:cNvSpPr txBox="1"/>
            <p:nvPr/>
          </p:nvSpPr>
          <p:spPr>
            <a:xfrm>
              <a:off x="4913354" y="4117462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已提交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7" name="组合 1676"/>
          <p:cNvGrpSpPr/>
          <p:nvPr/>
        </p:nvGrpSpPr>
        <p:grpSpPr>
          <a:xfrm>
            <a:off x="4379764" y="4707385"/>
            <a:ext cx="5193031" cy="276999"/>
            <a:chOff x="525811" y="5049735"/>
            <a:chExt cx="5193031" cy="276999"/>
          </a:xfrm>
        </p:grpSpPr>
        <p:sp>
          <p:nvSpPr>
            <p:cNvPr id="1657" name="箭头: 五边形 1656"/>
            <p:cNvSpPr/>
            <p:nvPr/>
          </p:nvSpPr>
          <p:spPr>
            <a:xfrm>
              <a:off x="525811" y="5071401"/>
              <a:ext cx="519303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58" name="文本框 1657"/>
            <p:cNvSpPr txBox="1"/>
            <p:nvPr/>
          </p:nvSpPr>
          <p:spPr>
            <a:xfrm>
              <a:off x="4759466" y="5049735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申报状态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80" name="组合 1679"/>
          <p:cNvGrpSpPr/>
          <p:nvPr/>
        </p:nvGrpSpPr>
        <p:grpSpPr>
          <a:xfrm>
            <a:off x="7942973" y="6094201"/>
            <a:ext cx="3737611" cy="275590"/>
            <a:chOff x="525811" y="6437807"/>
            <a:chExt cx="3737611" cy="275590"/>
          </a:xfrm>
        </p:grpSpPr>
        <p:sp>
          <p:nvSpPr>
            <p:cNvPr id="1661" name="箭头: 五边形 1660"/>
            <p:cNvSpPr/>
            <p:nvPr/>
          </p:nvSpPr>
          <p:spPr>
            <a:xfrm>
              <a:off x="525811" y="6459992"/>
              <a:ext cx="373761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62" name="文本框 1661"/>
            <p:cNvSpPr txBox="1"/>
            <p:nvPr/>
          </p:nvSpPr>
          <p:spPr>
            <a:xfrm>
              <a:off x="3347309" y="6437807"/>
              <a:ext cx="640080" cy="2755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已完成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6" name="组合 1675"/>
          <p:cNvGrpSpPr/>
          <p:nvPr/>
        </p:nvGrpSpPr>
        <p:grpSpPr>
          <a:xfrm>
            <a:off x="3382260" y="4245112"/>
            <a:ext cx="2312671" cy="276999"/>
            <a:chOff x="525811" y="4580122"/>
            <a:chExt cx="2312671" cy="276999"/>
          </a:xfrm>
        </p:grpSpPr>
        <p:sp>
          <p:nvSpPr>
            <p:cNvPr id="1665" name="箭头: 五边形 1664"/>
            <p:cNvSpPr/>
            <p:nvPr/>
          </p:nvSpPr>
          <p:spPr>
            <a:xfrm>
              <a:off x="525811" y="4608739"/>
              <a:ext cx="231267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66" name="文本框 1665"/>
            <p:cNvSpPr txBox="1"/>
            <p:nvPr/>
          </p:nvSpPr>
          <p:spPr>
            <a:xfrm>
              <a:off x="2121739" y="4580122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已提交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9" name="组合 1678"/>
          <p:cNvGrpSpPr/>
          <p:nvPr/>
        </p:nvGrpSpPr>
        <p:grpSpPr>
          <a:xfrm>
            <a:off x="5760524" y="5631931"/>
            <a:ext cx="3737611" cy="276999"/>
            <a:chOff x="525811" y="5972575"/>
            <a:chExt cx="3737611" cy="276999"/>
          </a:xfrm>
        </p:grpSpPr>
        <p:sp>
          <p:nvSpPr>
            <p:cNvPr id="1669" name="箭头: 五边形 1668"/>
            <p:cNvSpPr/>
            <p:nvPr/>
          </p:nvSpPr>
          <p:spPr>
            <a:xfrm>
              <a:off x="525811" y="5996810"/>
              <a:ext cx="3737611" cy="233667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70" name="文本框 1669"/>
            <p:cNvSpPr txBox="1"/>
            <p:nvPr/>
          </p:nvSpPr>
          <p:spPr>
            <a:xfrm>
              <a:off x="3421127" y="5972575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已受理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731" name="矩形 1730"/>
          <p:cNvSpPr/>
          <p:nvPr/>
        </p:nvSpPr>
        <p:spPr>
          <a:xfrm>
            <a:off x="437262" y="2223519"/>
            <a:ext cx="968423" cy="368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项目情况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pSp>
        <p:nvGrpSpPr>
          <p:cNvPr id="1732" name="组合 1731"/>
          <p:cNvGrpSpPr/>
          <p:nvPr/>
        </p:nvGrpSpPr>
        <p:grpSpPr>
          <a:xfrm>
            <a:off x="6403839" y="5169658"/>
            <a:ext cx="2312671" cy="276999"/>
            <a:chOff x="525811" y="4580122"/>
            <a:chExt cx="2312671" cy="276999"/>
          </a:xfrm>
        </p:grpSpPr>
        <p:sp>
          <p:nvSpPr>
            <p:cNvPr id="1733" name="箭头: 五边形 1732"/>
            <p:cNvSpPr/>
            <p:nvPr/>
          </p:nvSpPr>
          <p:spPr>
            <a:xfrm>
              <a:off x="525811" y="4608739"/>
              <a:ext cx="231267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734" name="文本框 1733"/>
            <p:cNvSpPr txBox="1"/>
            <p:nvPr/>
          </p:nvSpPr>
          <p:spPr>
            <a:xfrm>
              <a:off x="2121739" y="4580122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已提交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746" name="矩形 1745"/>
          <p:cNvSpPr/>
          <p:nvPr/>
        </p:nvSpPr>
        <p:spPr>
          <a:xfrm>
            <a:off x="435610" y="278130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36" name="文本框 1735"/>
          <p:cNvSpPr txBox="1"/>
          <p:nvPr/>
        </p:nvSpPr>
        <p:spPr>
          <a:xfrm>
            <a:off x="480695" y="281432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门店扩展</a:t>
            </a:r>
          </a:p>
        </p:txBody>
      </p:sp>
      <p:sp>
        <p:nvSpPr>
          <p:cNvPr id="1750" name="矩形 1749"/>
          <p:cNvSpPr/>
          <p:nvPr/>
        </p:nvSpPr>
        <p:spPr>
          <a:xfrm>
            <a:off x="435610" y="324802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51" name="文本框 1750"/>
          <p:cNvSpPr txBox="1"/>
          <p:nvPr/>
        </p:nvSpPr>
        <p:spPr>
          <a:xfrm>
            <a:off x="480695" y="328104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会员运营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53" name="矩形 1752"/>
          <p:cNvSpPr/>
          <p:nvPr/>
        </p:nvSpPr>
        <p:spPr>
          <a:xfrm>
            <a:off x="435610" y="371475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54" name="文本框 1753"/>
          <p:cNvSpPr txBox="1"/>
          <p:nvPr/>
        </p:nvSpPr>
        <p:spPr>
          <a:xfrm>
            <a:off x="480695" y="374777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线上引流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56" name="矩形 1755"/>
          <p:cNvSpPr/>
          <p:nvPr/>
        </p:nvSpPr>
        <p:spPr>
          <a:xfrm>
            <a:off x="435610" y="418147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57" name="文本框 1756"/>
          <p:cNvSpPr txBox="1"/>
          <p:nvPr/>
        </p:nvSpPr>
        <p:spPr>
          <a:xfrm>
            <a:off x="480695" y="421449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新品上架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59" name="矩形 1758"/>
          <p:cNvSpPr/>
          <p:nvPr/>
        </p:nvSpPr>
        <p:spPr>
          <a:xfrm>
            <a:off x="435610" y="464820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60" name="文本框 1759"/>
          <p:cNvSpPr txBox="1"/>
          <p:nvPr/>
        </p:nvSpPr>
        <p:spPr>
          <a:xfrm>
            <a:off x="480695" y="468122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促销活动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62" name="矩形 1761"/>
          <p:cNvSpPr/>
          <p:nvPr/>
        </p:nvSpPr>
        <p:spPr>
          <a:xfrm>
            <a:off x="435610" y="511492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63" name="文本框 1762"/>
          <p:cNvSpPr txBox="1"/>
          <p:nvPr/>
        </p:nvSpPr>
        <p:spPr>
          <a:xfrm>
            <a:off x="480695" y="514794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员工培训</a:t>
            </a:r>
          </a:p>
        </p:txBody>
      </p:sp>
      <p:sp>
        <p:nvSpPr>
          <p:cNvPr id="1765" name="矩形 1764"/>
          <p:cNvSpPr/>
          <p:nvPr/>
        </p:nvSpPr>
        <p:spPr>
          <a:xfrm>
            <a:off x="435610" y="558165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66" name="文本框 1765"/>
          <p:cNvSpPr txBox="1"/>
          <p:nvPr/>
        </p:nvSpPr>
        <p:spPr>
          <a:xfrm>
            <a:off x="480695" y="561467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售后优化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68" name="矩形 1767"/>
          <p:cNvSpPr/>
          <p:nvPr/>
        </p:nvSpPr>
        <p:spPr>
          <a:xfrm>
            <a:off x="435610" y="604837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69" name="文本框 1768"/>
          <p:cNvSpPr txBox="1"/>
          <p:nvPr/>
        </p:nvSpPr>
        <p:spPr>
          <a:xfrm>
            <a:off x="480695" y="608139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供应升级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71" name="矩形 1770"/>
          <p:cNvSpPr/>
          <p:nvPr/>
        </p:nvSpPr>
        <p:spPr>
          <a:xfrm>
            <a:off x="6162645" y="795011"/>
            <a:ext cx="2851987" cy="10784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73" name="文本框 1772"/>
          <p:cNvSpPr txBox="1"/>
          <p:nvPr/>
        </p:nvSpPr>
        <p:spPr>
          <a:xfrm>
            <a:off x="7143620" y="938244"/>
            <a:ext cx="1390584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会员复购率提升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75" name="椭圆 1774"/>
          <p:cNvSpPr/>
          <p:nvPr/>
        </p:nvSpPr>
        <p:spPr>
          <a:xfrm>
            <a:off x="6450526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82" name="文本框 1781"/>
          <p:cNvSpPr txBox="1"/>
          <p:nvPr/>
        </p:nvSpPr>
        <p:spPr>
          <a:xfrm>
            <a:off x="7143620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45%</a:t>
            </a:r>
          </a:p>
        </p:txBody>
      </p:sp>
      <p:grpSp>
        <p:nvGrpSpPr>
          <p:cNvPr id="1785" name="Google Shape;8991;p68"/>
          <p:cNvGrpSpPr/>
          <p:nvPr/>
        </p:nvGrpSpPr>
        <p:grpSpPr>
          <a:xfrm>
            <a:off x="6591147" y="1156476"/>
            <a:ext cx="362037" cy="359179"/>
            <a:chOff x="3133425" y="3955025"/>
            <a:chExt cx="297750" cy="295400"/>
          </a:xfrm>
          <a:solidFill>
            <a:schemeClr val="accent1"/>
          </a:solidFill>
        </p:grpSpPr>
        <p:sp>
          <p:nvSpPr>
            <p:cNvPr id="1786" name="Google Shape;8992;p68"/>
            <p:cNvSpPr/>
            <p:nvPr/>
          </p:nvSpPr>
          <p:spPr>
            <a:xfrm>
              <a:off x="3133425" y="4058225"/>
              <a:ext cx="297750" cy="192200"/>
            </a:xfrm>
            <a:custGeom>
              <a:avLst/>
              <a:gdLst/>
              <a:ahLst/>
              <a:cxnLst/>
              <a:rect l="l" t="t" r="r" b="b"/>
              <a:pathLst>
                <a:path w="11910" h="7688" extrusionOk="0">
                  <a:moveTo>
                    <a:pt x="5923" y="0"/>
                  </a:moveTo>
                  <a:cubicBezTo>
                    <a:pt x="5325" y="0"/>
                    <a:pt x="4821" y="347"/>
                    <a:pt x="4631" y="914"/>
                  </a:cubicBezTo>
                  <a:cubicBezTo>
                    <a:pt x="4505" y="1166"/>
                    <a:pt x="4505" y="1449"/>
                    <a:pt x="4568" y="1764"/>
                  </a:cubicBezTo>
                  <a:cubicBezTo>
                    <a:pt x="4884" y="1922"/>
                    <a:pt x="5199" y="2016"/>
                    <a:pt x="5577" y="2048"/>
                  </a:cubicBezTo>
                  <a:lnTo>
                    <a:pt x="5577" y="2741"/>
                  </a:lnTo>
                  <a:lnTo>
                    <a:pt x="2458" y="2741"/>
                  </a:lnTo>
                  <a:cubicBezTo>
                    <a:pt x="1859" y="2741"/>
                    <a:pt x="1418" y="3214"/>
                    <a:pt x="1418" y="3781"/>
                  </a:cubicBezTo>
                  <a:lnTo>
                    <a:pt x="1418" y="4190"/>
                  </a:lnTo>
                  <a:cubicBezTo>
                    <a:pt x="630" y="4316"/>
                    <a:pt x="0" y="5041"/>
                    <a:pt x="0" y="5891"/>
                  </a:cubicBezTo>
                  <a:cubicBezTo>
                    <a:pt x="0" y="6837"/>
                    <a:pt x="788" y="7687"/>
                    <a:pt x="1765" y="7687"/>
                  </a:cubicBezTo>
                  <a:cubicBezTo>
                    <a:pt x="2710" y="7687"/>
                    <a:pt x="3497" y="6900"/>
                    <a:pt x="3497" y="5891"/>
                  </a:cubicBezTo>
                  <a:cubicBezTo>
                    <a:pt x="3497" y="5072"/>
                    <a:pt x="2930" y="4316"/>
                    <a:pt x="2143" y="4190"/>
                  </a:cubicBezTo>
                  <a:lnTo>
                    <a:pt x="2143" y="3781"/>
                  </a:lnTo>
                  <a:cubicBezTo>
                    <a:pt x="2143" y="3592"/>
                    <a:pt x="2300" y="3434"/>
                    <a:pt x="2489" y="3434"/>
                  </a:cubicBezTo>
                  <a:lnTo>
                    <a:pt x="5608" y="3434"/>
                  </a:lnTo>
                  <a:lnTo>
                    <a:pt x="5608" y="4127"/>
                  </a:lnTo>
                  <a:cubicBezTo>
                    <a:pt x="4821" y="4285"/>
                    <a:pt x="4222" y="5009"/>
                    <a:pt x="4222" y="5860"/>
                  </a:cubicBezTo>
                  <a:cubicBezTo>
                    <a:pt x="4222" y="6805"/>
                    <a:pt x="5010" y="7656"/>
                    <a:pt x="5955" y="7656"/>
                  </a:cubicBezTo>
                  <a:cubicBezTo>
                    <a:pt x="6900" y="7656"/>
                    <a:pt x="7687" y="6868"/>
                    <a:pt x="7687" y="5860"/>
                  </a:cubicBezTo>
                  <a:cubicBezTo>
                    <a:pt x="7687" y="5041"/>
                    <a:pt x="7089" y="4285"/>
                    <a:pt x="6301" y="4127"/>
                  </a:cubicBezTo>
                  <a:lnTo>
                    <a:pt x="6301" y="3434"/>
                  </a:lnTo>
                  <a:lnTo>
                    <a:pt x="9452" y="3434"/>
                  </a:lnTo>
                  <a:cubicBezTo>
                    <a:pt x="9641" y="3434"/>
                    <a:pt x="9798" y="3592"/>
                    <a:pt x="9798" y="3781"/>
                  </a:cubicBezTo>
                  <a:lnTo>
                    <a:pt x="9798" y="4190"/>
                  </a:lnTo>
                  <a:cubicBezTo>
                    <a:pt x="9011" y="4316"/>
                    <a:pt x="8444" y="5041"/>
                    <a:pt x="8444" y="5891"/>
                  </a:cubicBezTo>
                  <a:cubicBezTo>
                    <a:pt x="8444" y="6837"/>
                    <a:pt x="9231" y="7687"/>
                    <a:pt x="10176" y="7687"/>
                  </a:cubicBezTo>
                  <a:cubicBezTo>
                    <a:pt x="11121" y="7687"/>
                    <a:pt x="11909" y="6900"/>
                    <a:pt x="11909" y="5891"/>
                  </a:cubicBezTo>
                  <a:cubicBezTo>
                    <a:pt x="11783" y="5135"/>
                    <a:pt x="11185" y="4379"/>
                    <a:pt x="10397" y="4222"/>
                  </a:cubicBezTo>
                  <a:lnTo>
                    <a:pt x="10397" y="3812"/>
                  </a:lnTo>
                  <a:cubicBezTo>
                    <a:pt x="10397" y="3245"/>
                    <a:pt x="9924" y="2804"/>
                    <a:pt x="9389" y="2804"/>
                  </a:cubicBezTo>
                  <a:lnTo>
                    <a:pt x="6238" y="2804"/>
                  </a:lnTo>
                  <a:lnTo>
                    <a:pt x="6238" y="2079"/>
                  </a:lnTo>
                  <a:cubicBezTo>
                    <a:pt x="6585" y="2048"/>
                    <a:pt x="6900" y="1922"/>
                    <a:pt x="7215" y="1827"/>
                  </a:cubicBezTo>
                  <a:cubicBezTo>
                    <a:pt x="7341" y="1418"/>
                    <a:pt x="7246" y="977"/>
                    <a:pt x="7057" y="630"/>
                  </a:cubicBezTo>
                  <a:cubicBezTo>
                    <a:pt x="6774" y="221"/>
                    <a:pt x="6396" y="0"/>
                    <a:pt x="592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787" name="Google Shape;8993;p68"/>
            <p:cNvSpPr/>
            <p:nvPr/>
          </p:nvSpPr>
          <p:spPr>
            <a:xfrm>
              <a:off x="3263375" y="4007025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725" y="0"/>
                  </a:moveTo>
                  <a:cubicBezTo>
                    <a:pt x="284" y="0"/>
                    <a:pt x="1" y="315"/>
                    <a:pt x="1" y="725"/>
                  </a:cubicBezTo>
                  <a:cubicBezTo>
                    <a:pt x="1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788" name="Google Shape;8994;p68"/>
            <p:cNvSpPr/>
            <p:nvPr/>
          </p:nvSpPr>
          <p:spPr>
            <a:xfrm>
              <a:off x="3203525" y="3955025"/>
              <a:ext cx="155175" cy="135500"/>
            </a:xfrm>
            <a:custGeom>
              <a:avLst/>
              <a:gdLst/>
              <a:ahLst/>
              <a:cxnLst/>
              <a:rect l="l" t="t" r="r" b="b"/>
              <a:pathLst>
                <a:path w="6207" h="5420" extrusionOk="0">
                  <a:moveTo>
                    <a:pt x="3119" y="1"/>
                  </a:moveTo>
                  <a:cubicBezTo>
                    <a:pt x="1386" y="1"/>
                    <a:pt x="0" y="1387"/>
                    <a:pt x="0" y="3120"/>
                  </a:cubicBezTo>
                  <a:cubicBezTo>
                    <a:pt x="0" y="4002"/>
                    <a:pt x="410" y="4853"/>
                    <a:pt x="1071" y="5420"/>
                  </a:cubicBezTo>
                  <a:cubicBezTo>
                    <a:pt x="1071" y="5231"/>
                    <a:pt x="1103" y="5042"/>
                    <a:pt x="1197" y="4853"/>
                  </a:cubicBezTo>
                  <a:cubicBezTo>
                    <a:pt x="1323" y="4380"/>
                    <a:pt x="1701" y="3971"/>
                    <a:pt x="2111" y="3750"/>
                  </a:cubicBezTo>
                  <a:cubicBezTo>
                    <a:pt x="1890" y="3498"/>
                    <a:pt x="1733" y="3151"/>
                    <a:pt x="1733" y="2805"/>
                  </a:cubicBezTo>
                  <a:cubicBezTo>
                    <a:pt x="1733" y="2049"/>
                    <a:pt x="2363" y="1419"/>
                    <a:pt x="3119" y="1419"/>
                  </a:cubicBezTo>
                  <a:cubicBezTo>
                    <a:pt x="3844" y="1419"/>
                    <a:pt x="4474" y="2049"/>
                    <a:pt x="4474" y="2805"/>
                  </a:cubicBezTo>
                  <a:cubicBezTo>
                    <a:pt x="4474" y="3151"/>
                    <a:pt x="4348" y="3498"/>
                    <a:pt x="4096" y="3750"/>
                  </a:cubicBezTo>
                  <a:cubicBezTo>
                    <a:pt x="4379" y="3876"/>
                    <a:pt x="4600" y="4097"/>
                    <a:pt x="4789" y="4380"/>
                  </a:cubicBezTo>
                  <a:cubicBezTo>
                    <a:pt x="5009" y="4695"/>
                    <a:pt x="5135" y="5042"/>
                    <a:pt x="5167" y="5420"/>
                  </a:cubicBezTo>
                  <a:cubicBezTo>
                    <a:pt x="5797" y="4853"/>
                    <a:pt x="6207" y="4065"/>
                    <a:pt x="6207" y="3120"/>
                  </a:cubicBezTo>
                  <a:cubicBezTo>
                    <a:pt x="6207" y="1387"/>
                    <a:pt x="4852" y="1"/>
                    <a:pt x="3119" y="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</p:grpSp>
      <p:sp>
        <p:nvSpPr>
          <p:cNvPr id="1772" name="矩形 1771"/>
          <p:cNvSpPr/>
          <p:nvPr/>
        </p:nvSpPr>
        <p:spPr>
          <a:xfrm>
            <a:off x="9117301" y="795011"/>
            <a:ext cx="2851987" cy="10784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76" name="椭圆 1775"/>
          <p:cNvSpPr/>
          <p:nvPr/>
        </p:nvSpPr>
        <p:spPr>
          <a:xfrm>
            <a:off x="9416584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83" name="文本框 1782"/>
          <p:cNvSpPr txBox="1"/>
          <p:nvPr/>
        </p:nvSpPr>
        <p:spPr>
          <a:xfrm>
            <a:off x="10132842" y="938244"/>
            <a:ext cx="1390584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线上订单占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84" name="文本框 1783"/>
          <p:cNvSpPr txBox="1"/>
          <p:nvPr/>
        </p:nvSpPr>
        <p:spPr>
          <a:xfrm>
            <a:off x="10132842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38%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70" name="矩形 1769"/>
          <p:cNvSpPr/>
          <p:nvPr/>
        </p:nvSpPr>
        <p:spPr>
          <a:xfrm>
            <a:off x="3181667" y="795011"/>
            <a:ext cx="2851987" cy="10784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74" name="椭圆 1773"/>
          <p:cNvSpPr/>
          <p:nvPr/>
        </p:nvSpPr>
        <p:spPr>
          <a:xfrm>
            <a:off x="3475660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80" name="文本框 1779"/>
          <p:cNvSpPr txBox="1"/>
          <p:nvPr/>
        </p:nvSpPr>
        <p:spPr>
          <a:xfrm>
            <a:off x="4185506" y="938244"/>
            <a:ext cx="1874471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新开门店数量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81" name="文本框 1780"/>
          <p:cNvSpPr txBox="1"/>
          <p:nvPr/>
        </p:nvSpPr>
        <p:spPr>
          <a:xfrm>
            <a:off x="4185508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6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家</a:t>
            </a:r>
          </a:p>
        </p:txBody>
      </p:sp>
      <p:sp>
        <p:nvSpPr>
          <p:cNvPr id="1777" name="矩形 1776"/>
          <p:cNvSpPr/>
          <p:nvPr/>
        </p:nvSpPr>
        <p:spPr>
          <a:xfrm>
            <a:off x="227012" y="795011"/>
            <a:ext cx="2851987" cy="10784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78" name="文本框 1777"/>
          <p:cNvSpPr txBox="1"/>
          <p:nvPr/>
        </p:nvSpPr>
        <p:spPr>
          <a:xfrm>
            <a:off x="1221758" y="938244"/>
            <a:ext cx="1700988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季度销售额完成率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79" name="文本框 1778"/>
          <p:cNvSpPr txBox="1"/>
          <p:nvPr/>
        </p:nvSpPr>
        <p:spPr>
          <a:xfrm>
            <a:off x="1221758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92%</a:t>
            </a:r>
          </a:p>
        </p:txBody>
      </p:sp>
      <p:sp>
        <p:nvSpPr>
          <p:cNvPr id="1803" name="椭圆 1802"/>
          <p:cNvSpPr/>
          <p:nvPr/>
        </p:nvSpPr>
        <p:spPr>
          <a:xfrm>
            <a:off x="524758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" name="任意多边形: 形状 1"/>
          <p:cNvSpPr/>
          <p:nvPr/>
        </p:nvSpPr>
        <p:spPr>
          <a:xfrm>
            <a:off x="668775" y="1149466"/>
            <a:ext cx="369097" cy="378684"/>
          </a:xfrm>
          <a:custGeom>
            <a:avLst/>
            <a:gdLst>
              <a:gd name="connsiteX0" fmla="*/ 430887 w 1527968"/>
              <a:gd name="connsiteY0" fmla="*/ 1329532 h 1567656"/>
              <a:gd name="connsiteX1" fmla="*/ 549950 w 1527968"/>
              <a:gd name="connsiteY1" fmla="*/ 1448594 h 1567656"/>
              <a:gd name="connsiteX2" fmla="*/ 430887 w 1527968"/>
              <a:gd name="connsiteY2" fmla="*/ 1567657 h 1567656"/>
              <a:gd name="connsiteX3" fmla="*/ 311825 w 1527968"/>
              <a:gd name="connsiteY3" fmla="*/ 1448594 h 1567656"/>
              <a:gd name="connsiteX4" fmla="*/ 430887 w 1527968"/>
              <a:gd name="connsiteY4" fmla="*/ 1329532 h 1567656"/>
              <a:gd name="connsiteX5" fmla="*/ 1269999 w 1527968"/>
              <a:gd name="connsiteY5" fmla="*/ 1329532 h 1567656"/>
              <a:gd name="connsiteX6" fmla="*/ 1389061 w 1527968"/>
              <a:gd name="connsiteY6" fmla="*/ 1448594 h 1567656"/>
              <a:gd name="connsiteX7" fmla="*/ 1269999 w 1527968"/>
              <a:gd name="connsiteY7" fmla="*/ 1567657 h 1567656"/>
              <a:gd name="connsiteX8" fmla="*/ 1150936 w 1527968"/>
              <a:gd name="connsiteY8" fmla="*/ 1448594 h 1567656"/>
              <a:gd name="connsiteX9" fmla="*/ 1269999 w 1527968"/>
              <a:gd name="connsiteY9" fmla="*/ 1329532 h 1567656"/>
              <a:gd name="connsiteX10" fmla="*/ 359093 w 1527968"/>
              <a:gd name="connsiteY10" fmla="*/ 1175543 h 1567656"/>
              <a:gd name="connsiteX11" fmla="*/ 358616 w 1527968"/>
              <a:gd name="connsiteY11" fmla="*/ 1175385 h 1567656"/>
              <a:gd name="connsiteX12" fmla="*/ 325199 w 1527968"/>
              <a:gd name="connsiteY12" fmla="*/ 1143318 h 1567656"/>
              <a:gd name="connsiteX13" fmla="*/ 322261 w 1527968"/>
              <a:gd name="connsiteY13" fmla="*/ 1134785 h 1567656"/>
              <a:gd name="connsiteX14" fmla="*/ 321865 w 1527968"/>
              <a:gd name="connsiteY14" fmla="*/ 1133198 h 1567656"/>
              <a:gd name="connsiteX15" fmla="*/ 320674 w 1527968"/>
              <a:gd name="connsiteY15" fmla="*/ 1126132 h 1567656"/>
              <a:gd name="connsiteX16" fmla="*/ 321270 w 1527968"/>
              <a:gd name="connsiteY16" fmla="*/ 1130221 h 1567656"/>
              <a:gd name="connsiteX17" fmla="*/ 321151 w 1527968"/>
              <a:gd name="connsiteY17" fmla="*/ 1129507 h 1567656"/>
              <a:gd name="connsiteX18" fmla="*/ 153591 w 1527968"/>
              <a:gd name="connsiteY18" fmla="*/ 119063 h 1567656"/>
              <a:gd name="connsiteX19" fmla="*/ 0 w 1527968"/>
              <a:gd name="connsiteY19" fmla="*/ 119063 h 1567656"/>
              <a:gd name="connsiteX20" fmla="*/ 0 w 1527968"/>
              <a:gd name="connsiteY20" fmla="*/ 0 h 1567656"/>
              <a:gd name="connsiteX21" fmla="*/ 204112 w 1527968"/>
              <a:gd name="connsiteY21" fmla="*/ 0 h 1567656"/>
              <a:gd name="connsiteX22" fmla="*/ 261699 w 1527968"/>
              <a:gd name="connsiteY22" fmla="*/ 44490 h 1567656"/>
              <a:gd name="connsiteX23" fmla="*/ 262849 w 1527968"/>
              <a:gd name="connsiteY23" fmla="*/ 49807 h 1567656"/>
              <a:gd name="connsiteX24" fmla="*/ 304363 w 1527968"/>
              <a:gd name="connsiteY24" fmla="*/ 300475 h 1567656"/>
              <a:gd name="connsiteX25" fmla="*/ 1468437 w 1527968"/>
              <a:gd name="connsiteY25" fmla="*/ 300475 h 1567656"/>
              <a:gd name="connsiteX26" fmla="*/ 1527968 w 1527968"/>
              <a:gd name="connsiteY26" fmla="*/ 360006 h 1567656"/>
              <a:gd name="connsiteX27" fmla="*/ 1527730 w 1527968"/>
              <a:gd name="connsiteY27" fmla="*/ 365323 h 1567656"/>
              <a:gd name="connsiteX28" fmla="*/ 1527055 w 1527968"/>
              <a:gd name="connsiteY28" fmla="*/ 370483 h 1567656"/>
              <a:gd name="connsiteX29" fmla="*/ 1390927 w 1527968"/>
              <a:gd name="connsiteY29" fmla="*/ 1130260 h 1567656"/>
              <a:gd name="connsiteX30" fmla="*/ 1332349 w 1527968"/>
              <a:gd name="connsiteY30" fmla="*/ 1179275 h 1567656"/>
              <a:gd name="connsiteX31" fmla="*/ 379848 w 1527968"/>
              <a:gd name="connsiteY31" fmla="*/ 1179275 h 1567656"/>
              <a:gd name="connsiteX32" fmla="*/ 359093 w 1527968"/>
              <a:gd name="connsiteY32" fmla="*/ 1175543 h 1567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527968" h="1567656">
                <a:moveTo>
                  <a:pt x="430887" y="1329532"/>
                </a:moveTo>
                <a:cubicBezTo>
                  <a:pt x="496643" y="1329532"/>
                  <a:pt x="549950" y="1382837"/>
                  <a:pt x="549950" y="1448594"/>
                </a:cubicBezTo>
                <a:cubicBezTo>
                  <a:pt x="549950" y="1514350"/>
                  <a:pt x="496643" y="1567657"/>
                  <a:pt x="430887" y="1567657"/>
                </a:cubicBezTo>
                <a:cubicBezTo>
                  <a:pt x="365129" y="1567657"/>
                  <a:pt x="311825" y="1514350"/>
                  <a:pt x="311825" y="1448594"/>
                </a:cubicBezTo>
                <a:cubicBezTo>
                  <a:pt x="311825" y="1382837"/>
                  <a:pt x="365129" y="1329532"/>
                  <a:pt x="430887" y="1329532"/>
                </a:cubicBezTo>
                <a:close/>
                <a:moveTo>
                  <a:pt x="1269999" y="1329532"/>
                </a:moveTo>
                <a:cubicBezTo>
                  <a:pt x="1335757" y="1329532"/>
                  <a:pt x="1389061" y="1382837"/>
                  <a:pt x="1389061" y="1448594"/>
                </a:cubicBezTo>
                <a:cubicBezTo>
                  <a:pt x="1389061" y="1514350"/>
                  <a:pt x="1335757" y="1567657"/>
                  <a:pt x="1269999" y="1567657"/>
                </a:cubicBezTo>
                <a:cubicBezTo>
                  <a:pt x="1204243" y="1567657"/>
                  <a:pt x="1150936" y="1514350"/>
                  <a:pt x="1150936" y="1448594"/>
                </a:cubicBezTo>
                <a:cubicBezTo>
                  <a:pt x="1150936" y="1382837"/>
                  <a:pt x="1204243" y="1329532"/>
                  <a:pt x="1269999" y="1329532"/>
                </a:cubicBezTo>
                <a:close/>
                <a:moveTo>
                  <a:pt x="359093" y="1175543"/>
                </a:moveTo>
                <a:lnTo>
                  <a:pt x="358616" y="1175385"/>
                </a:lnTo>
                <a:cubicBezTo>
                  <a:pt x="343590" y="1169668"/>
                  <a:pt x="331530" y="1158095"/>
                  <a:pt x="325199" y="1143318"/>
                </a:cubicBezTo>
                <a:cubicBezTo>
                  <a:pt x="323984" y="1140559"/>
                  <a:pt x="323002" y="1137706"/>
                  <a:pt x="322261" y="1134785"/>
                </a:cubicBezTo>
                <a:lnTo>
                  <a:pt x="321865" y="1133198"/>
                </a:lnTo>
                <a:cubicBezTo>
                  <a:pt x="321327" y="1130869"/>
                  <a:pt x="320929" y="1128510"/>
                  <a:pt x="320674" y="1126132"/>
                </a:cubicBezTo>
                <a:lnTo>
                  <a:pt x="321270" y="1130221"/>
                </a:lnTo>
                <a:lnTo>
                  <a:pt x="321151" y="1129507"/>
                </a:lnTo>
                <a:lnTo>
                  <a:pt x="153591" y="119063"/>
                </a:lnTo>
                <a:lnTo>
                  <a:pt x="0" y="119063"/>
                </a:lnTo>
                <a:lnTo>
                  <a:pt x="0" y="0"/>
                </a:lnTo>
                <a:lnTo>
                  <a:pt x="204112" y="0"/>
                </a:lnTo>
                <a:cubicBezTo>
                  <a:pt x="231193" y="6"/>
                  <a:pt x="254857" y="18287"/>
                  <a:pt x="261699" y="44490"/>
                </a:cubicBezTo>
                <a:lnTo>
                  <a:pt x="262849" y="49807"/>
                </a:lnTo>
                <a:lnTo>
                  <a:pt x="304363" y="300475"/>
                </a:lnTo>
                <a:lnTo>
                  <a:pt x="1468437" y="300475"/>
                </a:lnTo>
                <a:cubicBezTo>
                  <a:pt x="1501315" y="300475"/>
                  <a:pt x="1527968" y="327128"/>
                  <a:pt x="1527968" y="360006"/>
                </a:cubicBezTo>
                <a:cubicBezTo>
                  <a:pt x="1527968" y="361781"/>
                  <a:pt x="1527888" y="363556"/>
                  <a:pt x="1527730" y="365323"/>
                </a:cubicBezTo>
                <a:lnTo>
                  <a:pt x="1527055" y="370483"/>
                </a:lnTo>
                <a:lnTo>
                  <a:pt x="1390927" y="1130260"/>
                </a:lnTo>
                <a:cubicBezTo>
                  <a:pt x="1385837" y="1158621"/>
                  <a:pt x="1361163" y="1179266"/>
                  <a:pt x="1332349" y="1179275"/>
                </a:cubicBezTo>
                <a:lnTo>
                  <a:pt x="379848" y="1179275"/>
                </a:lnTo>
                <a:cubicBezTo>
                  <a:pt x="372586" y="1179275"/>
                  <a:pt x="365561" y="1177965"/>
                  <a:pt x="359093" y="1175543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任意多边形: 形状 2"/>
          <p:cNvSpPr/>
          <p:nvPr/>
        </p:nvSpPr>
        <p:spPr>
          <a:xfrm>
            <a:off x="3621109" y="1169090"/>
            <a:ext cx="366233" cy="339437"/>
          </a:xfrm>
          <a:custGeom>
            <a:avLst/>
            <a:gdLst>
              <a:gd name="connsiteX0" fmla="*/ 1011113 w 1394732"/>
              <a:gd name="connsiteY0" fmla="*/ 668043 h 1292680"/>
              <a:gd name="connsiteX1" fmla="*/ 1017644 w 1394732"/>
              <a:gd name="connsiteY1" fmla="*/ 671548 h 1292680"/>
              <a:gd name="connsiteX2" fmla="*/ 1232331 w 1394732"/>
              <a:gd name="connsiteY2" fmla="*/ 701754 h 1292680"/>
              <a:gd name="connsiteX3" fmla="*/ 1243966 w 1394732"/>
              <a:gd name="connsiteY3" fmla="*/ 699204 h 1292680"/>
              <a:gd name="connsiteX4" fmla="*/ 1253150 w 1394732"/>
              <a:gd name="connsiteY4" fmla="*/ 696856 h 1292680"/>
              <a:gd name="connsiteX5" fmla="*/ 1258696 w 1394732"/>
              <a:gd name="connsiteY5" fmla="*/ 695325 h 1292680"/>
              <a:gd name="connsiteX6" fmla="*/ 1258661 w 1394732"/>
              <a:gd name="connsiteY6" fmla="*/ 1254240 h 1292680"/>
              <a:gd name="connsiteX7" fmla="*/ 1212838 w 1394732"/>
              <a:gd name="connsiteY7" fmla="*/ 1292476 h 1292680"/>
              <a:gd name="connsiteX8" fmla="*/ 1207635 w 1394732"/>
              <a:gd name="connsiteY8" fmla="*/ 1292680 h 1292680"/>
              <a:gd name="connsiteX9" fmla="*/ 841942 w 1394732"/>
              <a:gd name="connsiteY9" fmla="*/ 1292645 h 1292680"/>
              <a:gd name="connsiteX10" fmla="*/ 841942 w 1394732"/>
              <a:gd name="connsiteY10" fmla="*/ 901474 h 1292680"/>
              <a:gd name="connsiteX11" fmla="*/ 535782 w 1394732"/>
              <a:gd name="connsiteY11" fmla="*/ 901474 h 1292680"/>
              <a:gd name="connsiteX12" fmla="*/ 535782 w 1394732"/>
              <a:gd name="connsiteY12" fmla="*/ 1292645 h 1292680"/>
              <a:gd name="connsiteX13" fmla="*/ 187098 w 1394732"/>
              <a:gd name="connsiteY13" fmla="*/ 1292680 h 1292680"/>
              <a:gd name="connsiteX14" fmla="*/ 136344 w 1394732"/>
              <a:gd name="connsiteY14" fmla="*/ 1258152 h 1292680"/>
              <a:gd name="connsiteX15" fmla="*/ 136072 w 1394732"/>
              <a:gd name="connsiteY15" fmla="*/ 1254204 h 1292680"/>
              <a:gd name="connsiteX16" fmla="*/ 136072 w 1394732"/>
              <a:gd name="connsiteY16" fmla="*/ 695325 h 1292680"/>
              <a:gd name="connsiteX17" fmla="*/ 143385 w 1394732"/>
              <a:gd name="connsiteY17" fmla="*/ 697368 h 1292680"/>
              <a:gd name="connsiteX18" fmla="*/ 150767 w 1394732"/>
              <a:gd name="connsiteY18" fmla="*/ 699204 h 1292680"/>
              <a:gd name="connsiteX19" fmla="*/ 161211 w 1394732"/>
              <a:gd name="connsiteY19" fmla="*/ 701483 h 1292680"/>
              <a:gd name="connsiteX20" fmla="*/ 171960 w 1394732"/>
              <a:gd name="connsiteY20" fmla="*/ 703421 h 1292680"/>
              <a:gd name="connsiteX21" fmla="*/ 365965 w 1394732"/>
              <a:gd name="connsiteY21" fmla="*/ 677228 h 1292680"/>
              <a:gd name="connsiteX22" fmla="*/ 376986 w 1394732"/>
              <a:gd name="connsiteY22" fmla="*/ 671820 h 1292680"/>
              <a:gd name="connsiteX23" fmla="*/ 383722 w 1394732"/>
              <a:gd name="connsiteY23" fmla="*/ 668214 h 1292680"/>
              <a:gd name="connsiteX24" fmla="*/ 395117 w 1394732"/>
              <a:gd name="connsiteY24" fmla="*/ 674132 h 1292680"/>
              <a:gd name="connsiteX25" fmla="*/ 527957 w 1394732"/>
              <a:gd name="connsiteY25" fmla="*/ 707946 h 1292680"/>
              <a:gd name="connsiteX26" fmla="*/ 540680 w 1394732"/>
              <a:gd name="connsiteY26" fmla="*/ 708219 h 1292680"/>
              <a:gd name="connsiteX27" fmla="*/ 551532 w 1394732"/>
              <a:gd name="connsiteY27" fmla="*/ 708015 h 1292680"/>
              <a:gd name="connsiteX28" fmla="*/ 563676 w 1394732"/>
              <a:gd name="connsiteY28" fmla="*/ 707334 h 1292680"/>
              <a:gd name="connsiteX29" fmla="*/ 676956 w 1394732"/>
              <a:gd name="connsiteY29" fmla="*/ 678487 h 1292680"/>
              <a:gd name="connsiteX30" fmla="*/ 688589 w 1394732"/>
              <a:gd name="connsiteY30" fmla="*/ 672908 h 1292680"/>
              <a:gd name="connsiteX31" fmla="*/ 697469 w 1394732"/>
              <a:gd name="connsiteY31" fmla="*/ 668214 h 1292680"/>
              <a:gd name="connsiteX32" fmla="*/ 706620 w 1394732"/>
              <a:gd name="connsiteY32" fmla="*/ 673044 h 1292680"/>
              <a:gd name="connsiteX33" fmla="*/ 841160 w 1394732"/>
              <a:gd name="connsiteY33" fmla="*/ 707946 h 1292680"/>
              <a:gd name="connsiteX34" fmla="*/ 854053 w 1394732"/>
              <a:gd name="connsiteY34" fmla="*/ 708219 h 1292680"/>
              <a:gd name="connsiteX35" fmla="*/ 864871 w 1394732"/>
              <a:gd name="connsiteY35" fmla="*/ 708015 h 1292680"/>
              <a:gd name="connsiteX36" fmla="*/ 878137 w 1394732"/>
              <a:gd name="connsiteY36" fmla="*/ 707231 h 1292680"/>
              <a:gd name="connsiteX37" fmla="*/ 990429 w 1394732"/>
              <a:gd name="connsiteY37" fmla="*/ 678453 h 1292680"/>
              <a:gd name="connsiteX38" fmla="*/ 1001962 w 1394732"/>
              <a:gd name="connsiteY38" fmla="*/ 672908 h 1292680"/>
              <a:gd name="connsiteX39" fmla="*/ 1011113 w 1394732"/>
              <a:gd name="connsiteY39" fmla="*/ 668043 h 1292680"/>
              <a:gd name="connsiteX40" fmla="*/ 1167425 w 1394732"/>
              <a:gd name="connsiteY40" fmla="*/ 0 h 1292680"/>
              <a:gd name="connsiteX41" fmla="*/ 1212362 w 1394732"/>
              <a:gd name="connsiteY41" fmla="*/ 26875 h 1292680"/>
              <a:gd name="connsiteX42" fmla="*/ 1388643 w 1394732"/>
              <a:gd name="connsiteY42" fmla="*/ 354670 h 1292680"/>
              <a:gd name="connsiteX43" fmla="*/ 1394732 w 1394732"/>
              <a:gd name="connsiteY43" fmla="*/ 378721 h 1292680"/>
              <a:gd name="connsiteX44" fmla="*/ 1168428 w 1394732"/>
              <a:gd name="connsiteY44" fmla="*/ 606078 h 1292680"/>
              <a:gd name="connsiteX45" fmla="*/ 1016623 w 1394732"/>
              <a:gd name="connsiteY45" fmla="*/ 548266 h 1292680"/>
              <a:gd name="connsiteX46" fmla="*/ 1010808 w 1394732"/>
              <a:gd name="connsiteY46" fmla="*/ 542858 h 1292680"/>
              <a:gd name="connsiteX47" fmla="*/ 1002745 w 1394732"/>
              <a:gd name="connsiteY47" fmla="*/ 550342 h 1292680"/>
              <a:gd name="connsiteX48" fmla="*/ 862897 w 1394732"/>
              <a:gd name="connsiteY48" fmla="*/ 605995 h 1292680"/>
              <a:gd name="connsiteX49" fmla="*/ 854053 w 1394732"/>
              <a:gd name="connsiteY49" fmla="*/ 606166 h 1292680"/>
              <a:gd name="connsiteX50" fmla="*/ 697843 w 1394732"/>
              <a:gd name="connsiteY50" fmla="*/ 543470 h 1292680"/>
              <a:gd name="connsiteX51" fmla="*/ 697366 w 1394732"/>
              <a:gd name="connsiteY51" fmla="*/ 542994 h 1292680"/>
              <a:gd name="connsiteX52" fmla="*/ 689372 w 1394732"/>
              <a:gd name="connsiteY52" fmla="*/ 550342 h 1292680"/>
              <a:gd name="connsiteX53" fmla="*/ 549560 w 1394732"/>
              <a:gd name="connsiteY53" fmla="*/ 605995 h 1292680"/>
              <a:gd name="connsiteX54" fmla="*/ 540714 w 1394732"/>
              <a:gd name="connsiteY54" fmla="*/ 606166 h 1292680"/>
              <a:gd name="connsiteX55" fmla="*/ 384470 w 1394732"/>
              <a:gd name="connsiteY55" fmla="*/ 543470 h 1292680"/>
              <a:gd name="connsiteX56" fmla="*/ 383892 w 1394732"/>
              <a:gd name="connsiteY56" fmla="*/ 542858 h 1292680"/>
              <a:gd name="connsiteX57" fmla="*/ 378110 w 1394732"/>
              <a:gd name="connsiteY57" fmla="*/ 548301 h 1292680"/>
              <a:gd name="connsiteX58" fmla="*/ 182914 w 1394732"/>
              <a:gd name="connsiteY58" fmla="*/ 601777 h 1292680"/>
              <a:gd name="connsiteX59" fmla="*/ 174375 w 1394732"/>
              <a:gd name="connsiteY59" fmla="*/ 599906 h 1292680"/>
              <a:gd name="connsiteX60" fmla="*/ 1 w 1394732"/>
              <a:gd name="connsiteY60" fmla="*/ 378721 h 1292680"/>
              <a:gd name="connsiteX61" fmla="*/ 6089 w 1394732"/>
              <a:gd name="connsiteY61" fmla="*/ 354670 h 1292680"/>
              <a:gd name="connsiteX62" fmla="*/ 182335 w 1394732"/>
              <a:gd name="connsiteY62" fmla="*/ 26875 h 1292680"/>
              <a:gd name="connsiteX63" fmla="*/ 227239 w 1394732"/>
              <a:gd name="connsiteY63" fmla="*/ 0 h 1292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394732" h="1292680">
                <a:moveTo>
                  <a:pt x="1011113" y="668043"/>
                </a:moveTo>
                <a:lnTo>
                  <a:pt x="1017644" y="671548"/>
                </a:lnTo>
                <a:cubicBezTo>
                  <a:pt x="1083713" y="705665"/>
                  <a:pt x="1159415" y="716317"/>
                  <a:pt x="1232331" y="701754"/>
                </a:cubicBezTo>
                <a:lnTo>
                  <a:pt x="1243966" y="699204"/>
                </a:lnTo>
                <a:lnTo>
                  <a:pt x="1253150" y="696856"/>
                </a:lnTo>
                <a:cubicBezTo>
                  <a:pt x="1255022" y="696380"/>
                  <a:pt x="1256858" y="695837"/>
                  <a:pt x="1258696" y="695325"/>
                </a:cubicBezTo>
                <a:lnTo>
                  <a:pt x="1258661" y="1254240"/>
                </a:lnTo>
                <a:cubicBezTo>
                  <a:pt x="1258661" y="1274140"/>
                  <a:pt x="1238591" y="1290502"/>
                  <a:pt x="1212838" y="1292476"/>
                </a:cubicBezTo>
                <a:lnTo>
                  <a:pt x="1207635" y="1292680"/>
                </a:lnTo>
                <a:lnTo>
                  <a:pt x="841942" y="1292645"/>
                </a:lnTo>
                <a:lnTo>
                  <a:pt x="841942" y="901474"/>
                </a:lnTo>
                <a:lnTo>
                  <a:pt x="535782" y="901474"/>
                </a:lnTo>
                <a:lnTo>
                  <a:pt x="535782" y="1292645"/>
                </a:lnTo>
                <a:lnTo>
                  <a:pt x="187098" y="1292680"/>
                </a:lnTo>
                <a:cubicBezTo>
                  <a:pt x="160666" y="1292680"/>
                  <a:pt x="138963" y="1277541"/>
                  <a:pt x="136344" y="1258152"/>
                </a:cubicBezTo>
                <a:lnTo>
                  <a:pt x="136072" y="1254204"/>
                </a:lnTo>
                <a:lnTo>
                  <a:pt x="136072" y="695325"/>
                </a:lnTo>
                <a:lnTo>
                  <a:pt x="143385" y="697368"/>
                </a:lnTo>
                <a:lnTo>
                  <a:pt x="150767" y="699204"/>
                </a:lnTo>
                <a:lnTo>
                  <a:pt x="161211" y="701483"/>
                </a:lnTo>
                <a:lnTo>
                  <a:pt x="171960" y="703421"/>
                </a:lnTo>
                <a:cubicBezTo>
                  <a:pt x="237791" y="714440"/>
                  <a:pt x="305414" y="705311"/>
                  <a:pt x="365965" y="677228"/>
                </a:cubicBezTo>
                <a:lnTo>
                  <a:pt x="376986" y="671820"/>
                </a:lnTo>
                <a:lnTo>
                  <a:pt x="383722" y="668214"/>
                </a:lnTo>
                <a:lnTo>
                  <a:pt x="395117" y="674132"/>
                </a:lnTo>
                <a:cubicBezTo>
                  <a:pt x="436521" y="694639"/>
                  <a:pt x="481789" y="706162"/>
                  <a:pt x="527957" y="707946"/>
                </a:cubicBezTo>
                <a:lnTo>
                  <a:pt x="540680" y="708219"/>
                </a:lnTo>
                <a:lnTo>
                  <a:pt x="551532" y="708015"/>
                </a:lnTo>
                <a:lnTo>
                  <a:pt x="563676" y="707334"/>
                </a:lnTo>
                <a:cubicBezTo>
                  <a:pt x="602844" y="704485"/>
                  <a:pt x="641197" y="694719"/>
                  <a:pt x="676956" y="678487"/>
                </a:cubicBezTo>
                <a:lnTo>
                  <a:pt x="688589" y="672908"/>
                </a:lnTo>
                <a:lnTo>
                  <a:pt x="697469" y="668214"/>
                </a:lnTo>
                <a:lnTo>
                  <a:pt x="706620" y="673044"/>
                </a:lnTo>
                <a:cubicBezTo>
                  <a:pt x="748325" y="694134"/>
                  <a:pt x="794045" y="706109"/>
                  <a:pt x="841160" y="707946"/>
                </a:cubicBezTo>
                <a:lnTo>
                  <a:pt x="854053" y="708219"/>
                </a:lnTo>
                <a:lnTo>
                  <a:pt x="864871" y="708015"/>
                </a:lnTo>
                <a:lnTo>
                  <a:pt x="878137" y="707231"/>
                </a:lnTo>
                <a:cubicBezTo>
                  <a:pt x="916966" y="704292"/>
                  <a:pt x="954975" y="694549"/>
                  <a:pt x="990429" y="678453"/>
                </a:cubicBezTo>
                <a:lnTo>
                  <a:pt x="1001962" y="672908"/>
                </a:lnTo>
                <a:lnTo>
                  <a:pt x="1011113" y="668043"/>
                </a:lnTo>
                <a:close/>
                <a:moveTo>
                  <a:pt x="1167425" y="0"/>
                </a:moveTo>
                <a:cubicBezTo>
                  <a:pt x="1186209" y="6"/>
                  <a:pt x="1203471" y="10329"/>
                  <a:pt x="1212362" y="26875"/>
                </a:cubicBezTo>
                <a:lnTo>
                  <a:pt x="1388643" y="354670"/>
                </a:lnTo>
                <a:cubicBezTo>
                  <a:pt x="1392621" y="362065"/>
                  <a:pt x="1394712" y="370325"/>
                  <a:pt x="1394732" y="378721"/>
                </a:cubicBezTo>
                <a:cubicBezTo>
                  <a:pt x="1395022" y="503997"/>
                  <a:pt x="1293704" y="605788"/>
                  <a:pt x="1168428" y="606078"/>
                </a:cubicBezTo>
                <a:cubicBezTo>
                  <a:pt x="1112426" y="606209"/>
                  <a:pt x="1058353" y="585616"/>
                  <a:pt x="1016623" y="548266"/>
                </a:cubicBezTo>
                <a:lnTo>
                  <a:pt x="1010808" y="542858"/>
                </a:lnTo>
                <a:lnTo>
                  <a:pt x="1002745" y="550342"/>
                </a:lnTo>
                <a:cubicBezTo>
                  <a:pt x="963862" y="584333"/>
                  <a:pt x="914505" y="603974"/>
                  <a:pt x="862897" y="605995"/>
                </a:cubicBezTo>
                <a:lnTo>
                  <a:pt x="854053" y="606166"/>
                </a:lnTo>
                <a:cubicBezTo>
                  <a:pt x="794862" y="606166"/>
                  <a:pt x="739208" y="583032"/>
                  <a:pt x="697843" y="543470"/>
                </a:cubicBezTo>
                <a:lnTo>
                  <a:pt x="697366" y="542994"/>
                </a:lnTo>
                <a:lnTo>
                  <a:pt x="689372" y="550342"/>
                </a:lnTo>
                <a:cubicBezTo>
                  <a:pt x="650497" y="584325"/>
                  <a:pt x="601155" y="603967"/>
                  <a:pt x="549560" y="605995"/>
                </a:cubicBezTo>
                <a:lnTo>
                  <a:pt x="540714" y="606166"/>
                </a:lnTo>
                <a:cubicBezTo>
                  <a:pt x="481523" y="606166"/>
                  <a:pt x="425835" y="583032"/>
                  <a:pt x="384470" y="543470"/>
                </a:cubicBezTo>
                <a:lnTo>
                  <a:pt x="383892" y="542858"/>
                </a:lnTo>
                <a:lnTo>
                  <a:pt x="378110" y="548301"/>
                </a:lnTo>
                <a:cubicBezTo>
                  <a:pt x="325041" y="595768"/>
                  <a:pt x="252767" y="615570"/>
                  <a:pt x="182914" y="601777"/>
                </a:cubicBezTo>
                <a:lnTo>
                  <a:pt x="174375" y="599906"/>
                </a:lnTo>
                <a:cubicBezTo>
                  <a:pt x="71972" y="575565"/>
                  <a:pt x="-232" y="483978"/>
                  <a:pt x="1" y="378721"/>
                </a:cubicBezTo>
                <a:cubicBezTo>
                  <a:pt x="1" y="370320"/>
                  <a:pt x="2110" y="362052"/>
                  <a:pt x="6089" y="354670"/>
                </a:cubicBezTo>
                <a:lnTo>
                  <a:pt x="182335" y="26875"/>
                </a:lnTo>
                <a:cubicBezTo>
                  <a:pt x="191221" y="10340"/>
                  <a:pt x="208468" y="17"/>
                  <a:pt x="22723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任意多边形: 形状 4"/>
          <p:cNvSpPr/>
          <p:nvPr/>
        </p:nvSpPr>
        <p:spPr>
          <a:xfrm>
            <a:off x="9601203" y="1170185"/>
            <a:ext cx="287892" cy="337246"/>
          </a:xfrm>
          <a:custGeom>
            <a:avLst/>
            <a:gdLst>
              <a:gd name="connsiteX0" fmla="*/ 1389061 w 1389061"/>
              <a:gd name="connsiteY0" fmla="*/ 1289844 h 1627186"/>
              <a:gd name="connsiteX1" fmla="*/ 1389061 w 1389061"/>
              <a:gd name="connsiteY1" fmla="*/ 1567656 h 1627186"/>
              <a:gd name="connsiteX2" fmla="*/ 1329530 w 1389061"/>
              <a:gd name="connsiteY2" fmla="*/ 1627187 h 1627186"/>
              <a:gd name="connsiteX3" fmla="*/ 59531 w 1389061"/>
              <a:gd name="connsiteY3" fmla="*/ 1627187 h 1627186"/>
              <a:gd name="connsiteX4" fmla="*/ 0 w 1389061"/>
              <a:gd name="connsiteY4" fmla="*/ 1567656 h 1627186"/>
              <a:gd name="connsiteX5" fmla="*/ 0 w 1389061"/>
              <a:gd name="connsiteY5" fmla="*/ 1289844 h 1627186"/>
              <a:gd name="connsiteX6" fmla="*/ 1389061 w 1389061"/>
              <a:gd name="connsiteY6" fmla="*/ 1289844 h 1627186"/>
              <a:gd name="connsiteX7" fmla="*/ 238125 w 1389061"/>
              <a:gd name="connsiteY7" fmla="*/ 0 h 1627186"/>
              <a:gd name="connsiteX8" fmla="*/ 238125 w 1389061"/>
              <a:gd name="connsiteY8" fmla="*/ 654844 h 1627186"/>
              <a:gd name="connsiteX9" fmla="*/ 238363 w 1389061"/>
              <a:gd name="connsiteY9" fmla="*/ 660083 h 1627186"/>
              <a:gd name="connsiteX10" fmla="*/ 302929 w 1389061"/>
              <a:gd name="connsiteY10" fmla="*/ 714111 h 1627186"/>
              <a:gd name="connsiteX11" fmla="*/ 328056 w 1389061"/>
              <a:gd name="connsiteY11" fmla="*/ 706000 h 1627186"/>
              <a:gd name="connsiteX12" fmla="*/ 497640 w 1389061"/>
              <a:gd name="connsiteY12" fmla="*/ 605195 h 1627186"/>
              <a:gd name="connsiteX13" fmla="*/ 663693 w 1389061"/>
              <a:gd name="connsiteY13" fmla="*/ 705762 h 1627186"/>
              <a:gd name="connsiteX14" fmla="*/ 745452 w 1389061"/>
              <a:gd name="connsiteY14" fmla="*/ 685678 h 1627186"/>
              <a:gd name="connsiteX15" fmla="*/ 754062 w 1389061"/>
              <a:gd name="connsiteY15" fmla="*/ 654844 h 1627186"/>
              <a:gd name="connsiteX16" fmla="*/ 754062 w 1389061"/>
              <a:gd name="connsiteY16" fmla="*/ 0 h 1627186"/>
              <a:gd name="connsiteX17" fmla="*/ 1329530 w 1389061"/>
              <a:gd name="connsiteY17" fmla="*/ 0 h 1627186"/>
              <a:gd name="connsiteX18" fmla="*/ 1389061 w 1389061"/>
              <a:gd name="connsiteY18" fmla="*/ 59532 h 1627186"/>
              <a:gd name="connsiteX19" fmla="*/ 1389061 w 1389061"/>
              <a:gd name="connsiteY19" fmla="*/ 1170781 h 1627186"/>
              <a:gd name="connsiteX20" fmla="*/ 0 w 1389061"/>
              <a:gd name="connsiteY20" fmla="*/ 1170781 h 1627186"/>
              <a:gd name="connsiteX21" fmla="*/ 0 w 1389061"/>
              <a:gd name="connsiteY21" fmla="*/ 59532 h 1627186"/>
              <a:gd name="connsiteX22" fmla="*/ 53816 w 1389061"/>
              <a:gd name="connsiteY22" fmla="*/ 278 h 1627186"/>
              <a:gd name="connsiteX23" fmla="*/ 59531 w 1389061"/>
              <a:gd name="connsiteY23" fmla="*/ 0 h 1627186"/>
              <a:gd name="connsiteX24" fmla="*/ 238125 w 1389061"/>
              <a:gd name="connsiteY24" fmla="*/ 0 h 1627186"/>
              <a:gd name="connsiteX25" fmla="*/ 634999 w 1389061"/>
              <a:gd name="connsiteY25" fmla="*/ 159 h 1627186"/>
              <a:gd name="connsiteX26" fmla="*/ 634999 w 1389061"/>
              <a:gd name="connsiteY26" fmla="*/ 549156 h 1627186"/>
              <a:gd name="connsiteX27" fmla="*/ 528796 w 1389061"/>
              <a:gd name="connsiteY27" fmla="*/ 484862 h 1627186"/>
              <a:gd name="connsiteX28" fmla="*/ 523001 w 1389061"/>
              <a:gd name="connsiteY28" fmla="*/ 481766 h 1627186"/>
              <a:gd name="connsiteX29" fmla="*/ 467517 w 1389061"/>
              <a:gd name="connsiteY29" fmla="*/ 484624 h 1627186"/>
              <a:gd name="connsiteX30" fmla="*/ 357187 w 1389061"/>
              <a:gd name="connsiteY30" fmla="*/ 550147 h 1627186"/>
              <a:gd name="connsiteX31" fmla="*/ 357187 w 1389061"/>
              <a:gd name="connsiteY31" fmla="*/ 159 h 1627186"/>
              <a:gd name="connsiteX32" fmla="*/ 634999 w 1389061"/>
              <a:gd name="connsiteY32" fmla="*/ 159 h 1627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389061" h="1627186">
                <a:moveTo>
                  <a:pt x="1389061" y="1289844"/>
                </a:moveTo>
                <a:lnTo>
                  <a:pt x="1389061" y="1567656"/>
                </a:lnTo>
                <a:cubicBezTo>
                  <a:pt x="1389061" y="1600534"/>
                  <a:pt x="1362408" y="1627187"/>
                  <a:pt x="1329530" y="1627187"/>
                </a:cubicBezTo>
                <a:lnTo>
                  <a:pt x="59531" y="1627187"/>
                </a:lnTo>
                <a:cubicBezTo>
                  <a:pt x="26653" y="1627187"/>
                  <a:pt x="0" y="1600534"/>
                  <a:pt x="0" y="1567656"/>
                </a:cubicBezTo>
                <a:lnTo>
                  <a:pt x="0" y="1289844"/>
                </a:lnTo>
                <a:lnTo>
                  <a:pt x="1389061" y="1289844"/>
                </a:lnTo>
                <a:close/>
                <a:moveTo>
                  <a:pt x="238125" y="0"/>
                </a:moveTo>
                <a:lnTo>
                  <a:pt x="238125" y="654844"/>
                </a:lnTo>
                <a:lnTo>
                  <a:pt x="238363" y="660083"/>
                </a:lnTo>
                <a:cubicBezTo>
                  <a:pt x="241273" y="692831"/>
                  <a:pt x="270179" y="717021"/>
                  <a:pt x="302929" y="714111"/>
                </a:cubicBezTo>
                <a:cubicBezTo>
                  <a:pt x="311806" y="713323"/>
                  <a:pt x="320393" y="710551"/>
                  <a:pt x="328056" y="706000"/>
                </a:cubicBezTo>
                <a:lnTo>
                  <a:pt x="497640" y="605195"/>
                </a:lnTo>
                <a:lnTo>
                  <a:pt x="663693" y="705762"/>
                </a:lnTo>
                <a:cubicBezTo>
                  <a:pt x="691816" y="722794"/>
                  <a:pt x="728423" y="713801"/>
                  <a:pt x="745452" y="685678"/>
                </a:cubicBezTo>
                <a:cubicBezTo>
                  <a:pt x="751083" y="676380"/>
                  <a:pt x="754062" y="665714"/>
                  <a:pt x="754062" y="654844"/>
                </a:cubicBezTo>
                <a:lnTo>
                  <a:pt x="754062" y="0"/>
                </a:lnTo>
                <a:lnTo>
                  <a:pt x="1329530" y="0"/>
                </a:lnTo>
                <a:cubicBezTo>
                  <a:pt x="1362408" y="0"/>
                  <a:pt x="1389061" y="26653"/>
                  <a:pt x="1389061" y="59532"/>
                </a:cubicBezTo>
                <a:lnTo>
                  <a:pt x="1389061" y="1170781"/>
                </a:lnTo>
                <a:lnTo>
                  <a:pt x="0" y="1170781"/>
                </a:lnTo>
                <a:lnTo>
                  <a:pt x="0" y="59532"/>
                </a:lnTo>
                <a:cubicBezTo>
                  <a:pt x="0" y="28868"/>
                  <a:pt x="23293" y="3221"/>
                  <a:pt x="53816" y="278"/>
                </a:cubicBezTo>
                <a:lnTo>
                  <a:pt x="59531" y="0"/>
                </a:lnTo>
                <a:lnTo>
                  <a:pt x="238125" y="0"/>
                </a:lnTo>
                <a:close/>
                <a:moveTo>
                  <a:pt x="634999" y="159"/>
                </a:moveTo>
                <a:lnTo>
                  <a:pt x="634999" y="549156"/>
                </a:lnTo>
                <a:lnTo>
                  <a:pt x="528796" y="484862"/>
                </a:lnTo>
                <a:lnTo>
                  <a:pt x="523001" y="481766"/>
                </a:lnTo>
                <a:cubicBezTo>
                  <a:pt x="505169" y="473501"/>
                  <a:pt x="484408" y="474571"/>
                  <a:pt x="467517" y="484624"/>
                </a:cubicBezTo>
                <a:lnTo>
                  <a:pt x="357187" y="550147"/>
                </a:lnTo>
                <a:lnTo>
                  <a:pt x="357187" y="159"/>
                </a:lnTo>
                <a:lnTo>
                  <a:pt x="634999" y="15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7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92" y="95194"/>
            <a:ext cx="4999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数据图表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核心数据维度</a:t>
            </a:r>
          </a:p>
        </p:txBody>
      </p:sp>
      <p:sp>
        <p:nvSpPr>
          <p:cNvPr id="13" name="矩形 12"/>
          <p:cNvSpPr/>
          <p:nvPr/>
        </p:nvSpPr>
        <p:spPr>
          <a:xfrm>
            <a:off x="221457" y="1902085"/>
            <a:ext cx="2860157" cy="187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wrap="none" lIns="22859" tIns="22859" rIns="22859" bIns="2285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184433" y="1902085"/>
            <a:ext cx="2860157" cy="187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wrap="none" lIns="22859" tIns="22859" rIns="22859" bIns="2285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147410" y="1902085"/>
            <a:ext cx="2860157" cy="187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wrap="none" lIns="22859" tIns="22859" rIns="22859" bIns="2285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105336" y="1902085"/>
            <a:ext cx="2860157" cy="187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wrap="none" lIns="22859" tIns="22859" rIns="22859" bIns="2285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685018" y="794794"/>
            <a:ext cx="1933035" cy="19330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3647994" y="794794"/>
            <a:ext cx="1933035" cy="19330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6610971" y="794794"/>
            <a:ext cx="1933035" cy="19330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9573947" y="794794"/>
            <a:ext cx="1933035" cy="19330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787996" y="897772"/>
            <a:ext cx="1727079" cy="17270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3750972" y="897772"/>
            <a:ext cx="1727079" cy="172707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6713949" y="897772"/>
            <a:ext cx="1727079" cy="17270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9676925" y="897772"/>
            <a:ext cx="1727079" cy="172707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37357" y="2942462"/>
            <a:ext cx="2437690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全年销量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万杯，同比增长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，爆款单品占比达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。​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407982" y="2942462"/>
            <a:ext cx="2429559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会员总量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95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万人，新客转化率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22%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，复购周期缩短至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天。​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363309" y="2942462"/>
            <a:ext cx="2437691" cy="519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新增门店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38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家，单店日均营收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万元，坪效提升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。​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321236" y="2942462"/>
            <a:ext cx="2443057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原料损耗率降至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3.2%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，物流成本占比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6.5%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，同比下降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1.8%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。​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43651" y="1707562"/>
            <a:ext cx="141577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销售数据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906626" y="1707562"/>
            <a:ext cx="141577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用户数据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869602" y="1707562"/>
            <a:ext cx="141577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门店数据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832577" y="1707562"/>
            <a:ext cx="141577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成本数据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255313" y="3997655"/>
            <a:ext cx="3565769" cy="12847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255313" y="5382681"/>
            <a:ext cx="3565769" cy="12200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734147" y="4130819"/>
            <a:ext cx="22171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业绩增长显著​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734147" y="4438807"/>
            <a:ext cx="2782338" cy="59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销售、用户、门店数据同步攀升，规模与效益双重提升。​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734147" y="5518539"/>
            <a:ext cx="231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成本管控有效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734147" y="5842155"/>
            <a:ext cx="2796363" cy="59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原料、物流等成本优化，损耗率下降，运营效率持续提升。​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3932200" y="3997656"/>
            <a:ext cx="3963674" cy="26050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8001314" y="3997656"/>
            <a:ext cx="3963674" cy="26050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4976920" y="4130819"/>
            <a:ext cx="187423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奶茶总量占比情况</a:t>
            </a:r>
          </a:p>
        </p:txBody>
      </p:sp>
      <p:sp>
        <p:nvSpPr>
          <p:cNvPr id="1920" name="文本框 1919"/>
          <p:cNvSpPr txBox="1"/>
          <p:nvPr/>
        </p:nvSpPr>
        <p:spPr>
          <a:xfrm>
            <a:off x="9172672" y="4130819"/>
            <a:ext cx="162095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库存周转率情况</a:t>
            </a:r>
          </a:p>
        </p:txBody>
      </p:sp>
      <p:graphicFrame>
        <p:nvGraphicFramePr>
          <p:cNvPr id="1921" name="图表 1920"/>
          <p:cNvGraphicFramePr/>
          <p:nvPr/>
        </p:nvGraphicFramePr>
        <p:xfrm>
          <a:off x="8261140" y="4542821"/>
          <a:ext cx="3630313" cy="20051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22" name="图表 1921"/>
          <p:cNvGraphicFramePr/>
          <p:nvPr/>
        </p:nvGraphicFramePr>
        <p:xfrm>
          <a:off x="4149251" y="4469996"/>
          <a:ext cx="3529569" cy="2035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923" name="图形 1922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6695" y="4130819"/>
            <a:ext cx="337453" cy="337453"/>
          </a:xfrm>
          <a:prstGeom prst="rect">
            <a:avLst/>
          </a:prstGeom>
        </p:spPr>
      </p:pic>
      <p:pic>
        <p:nvPicPr>
          <p:cNvPr id="1924" name="图形 1923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3331" y="5508828"/>
            <a:ext cx="295288" cy="295288"/>
          </a:xfrm>
          <a:prstGeom prst="rect">
            <a:avLst/>
          </a:prstGeom>
        </p:spPr>
      </p:pic>
      <p:sp>
        <p:nvSpPr>
          <p:cNvPr id="2" name="图形 18"/>
          <p:cNvSpPr/>
          <p:nvPr/>
        </p:nvSpPr>
        <p:spPr>
          <a:xfrm>
            <a:off x="10302103" y="1105808"/>
            <a:ext cx="476723" cy="525566"/>
          </a:xfrm>
          <a:custGeom>
            <a:avLst/>
            <a:gdLst>
              <a:gd name="connsiteX0" fmla="*/ 1273855 w 1467530"/>
              <a:gd name="connsiteY0" fmla="*/ 998719 h 1617889"/>
              <a:gd name="connsiteX1" fmla="*/ 1273855 w 1467530"/>
              <a:gd name="connsiteY1" fmla="*/ 1362619 h 1617889"/>
              <a:gd name="connsiteX2" fmla="*/ 1371282 w 1467530"/>
              <a:gd name="connsiteY2" fmla="*/ 1265101 h 1617889"/>
              <a:gd name="connsiteX3" fmla="*/ 1467530 w 1467530"/>
              <a:gd name="connsiteY3" fmla="*/ 1361349 h 1617889"/>
              <a:gd name="connsiteX4" fmla="*/ 1307873 w 1467530"/>
              <a:gd name="connsiteY4" fmla="*/ 1521007 h 1617889"/>
              <a:gd name="connsiteX5" fmla="*/ 1308463 w 1467530"/>
              <a:gd name="connsiteY5" fmla="*/ 1521687 h 1617889"/>
              <a:gd name="connsiteX6" fmla="*/ 1212306 w 1467530"/>
              <a:gd name="connsiteY6" fmla="*/ 1617889 h 1617889"/>
              <a:gd name="connsiteX7" fmla="*/ 1211625 w 1467530"/>
              <a:gd name="connsiteY7" fmla="*/ 1617254 h 1617889"/>
              <a:gd name="connsiteX8" fmla="*/ 1210945 w 1467530"/>
              <a:gd name="connsiteY8" fmla="*/ 1617889 h 1617889"/>
              <a:gd name="connsiteX9" fmla="*/ 1114697 w 1467530"/>
              <a:gd name="connsiteY9" fmla="*/ 1521732 h 1617889"/>
              <a:gd name="connsiteX10" fmla="*/ 1115423 w 1467530"/>
              <a:gd name="connsiteY10" fmla="*/ 1521052 h 1617889"/>
              <a:gd name="connsiteX11" fmla="*/ 955675 w 1467530"/>
              <a:gd name="connsiteY11" fmla="*/ 1361349 h 1617889"/>
              <a:gd name="connsiteX12" fmla="*/ 1051923 w 1467530"/>
              <a:gd name="connsiteY12" fmla="*/ 1265101 h 1617889"/>
              <a:gd name="connsiteX13" fmla="*/ 1137784 w 1467530"/>
              <a:gd name="connsiteY13" fmla="*/ 1351008 h 1617889"/>
              <a:gd name="connsiteX14" fmla="*/ 1137784 w 1467530"/>
              <a:gd name="connsiteY14" fmla="*/ 998719 h 1617889"/>
              <a:gd name="connsiteX15" fmla="*/ 1273855 w 1467530"/>
              <a:gd name="connsiteY15" fmla="*/ 998719 h 1617889"/>
              <a:gd name="connsiteX16" fmla="*/ 487907 w 1467530"/>
              <a:gd name="connsiteY16" fmla="*/ 0 h 1617889"/>
              <a:gd name="connsiteX17" fmla="*/ 584155 w 1467530"/>
              <a:gd name="connsiteY17" fmla="*/ 39869 h 1617889"/>
              <a:gd name="connsiteX18" fmla="*/ 731157 w 1467530"/>
              <a:gd name="connsiteY18" fmla="*/ 186871 h 1617889"/>
              <a:gd name="connsiteX19" fmla="*/ 827450 w 1467530"/>
              <a:gd name="connsiteY19" fmla="*/ 226786 h 1617889"/>
              <a:gd name="connsiteX20" fmla="*/ 1224643 w 1467530"/>
              <a:gd name="connsiteY20" fmla="*/ 226786 h 1617889"/>
              <a:gd name="connsiteX21" fmla="*/ 1360714 w 1467530"/>
              <a:gd name="connsiteY21" fmla="*/ 362857 h 1617889"/>
              <a:gd name="connsiteX22" fmla="*/ 1360714 w 1467530"/>
              <a:gd name="connsiteY22" fmla="*/ 908050 h 1617889"/>
              <a:gd name="connsiteX23" fmla="*/ 1046979 w 1467530"/>
              <a:gd name="connsiteY23" fmla="*/ 908050 h 1617889"/>
              <a:gd name="connsiteX24" fmla="*/ 1047070 w 1467530"/>
              <a:gd name="connsiteY24" fmla="*/ 1141685 h 1617889"/>
              <a:gd name="connsiteX25" fmla="*/ 827360 w 1467530"/>
              <a:gd name="connsiteY25" fmla="*/ 1361395 h 1617889"/>
              <a:gd name="connsiteX26" fmla="*/ 984568 w 1467530"/>
              <a:gd name="connsiteY26" fmla="*/ 1518557 h 1617889"/>
              <a:gd name="connsiteX27" fmla="*/ 983842 w 1467530"/>
              <a:gd name="connsiteY27" fmla="*/ 1519192 h 1617889"/>
              <a:gd name="connsiteX28" fmla="*/ 1006747 w 1467530"/>
              <a:gd name="connsiteY28" fmla="*/ 1542143 h 1617889"/>
              <a:gd name="connsiteX29" fmla="*/ 136071 w 1467530"/>
              <a:gd name="connsiteY29" fmla="*/ 1542143 h 1617889"/>
              <a:gd name="connsiteX30" fmla="*/ 0 w 1467530"/>
              <a:gd name="connsiteY30" fmla="*/ 1406071 h 1617889"/>
              <a:gd name="connsiteX31" fmla="*/ 0 w 1467530"/>
              <a:gd name="connsiteY31" fmla="*/ 136071 h 1617889"/>
              <a:gd name="connsiteX32" fmla="*/ 136071 w 1467530"/>
              <a:gd name="connsiteY32" fmla="*/ 0 h 1617889"/>
              <a:gd name="connsiteX33" fmla="*/ 487907 w 1467530"/>
              <a:gd name="connsiteY33" fmla="*/ 0 h 1617889"/>
              <a:gd name="connsiteX34" fmla="*/ 362857 w 1467530"/>
              <a:gd name="connsiteY34" fmla="*/ 997857 h 1617889"/>
              <a:gd name="connsiteX35" fmla="*/ 226786 w 1467530"/>
              <a:gd name="connsiteY35" fmla="*/ 997857 h 1617889"/>
              <a:gd name="connsiteX36" fmla="*/ 226786 w 1467530"/>
              <a:gd name="connsiteY36" fmla="*/ 1133929 h 1617889"/>
              <a:gd name="connsiteX37" fmla="*/ 362857 w 1467530"/>
              <a:gd name="connsiteY37" fmla="*/ 1133929 h 1617889"/>
              <a:gd name="connsiteX38" fmla="*/ 362857 w 1467530"/>
              <a:gd name="connsiteY38" fmla="*/ 997857 h 1617889"/>
              <a:gd name="connsiteX39" fmla="*/ 725714 w 1467530"/>
              <a:gd name="connsiteY39" fmla="*/ 997857 h 1617889"/>
              <a:gd name="connsiteX40" fmla="*/ 453571 w 1467530"/>
              <a:gd name="connsiteY40" fmla="*/ 997857 h 1617889"/>
              <a:gd name="connsiteX41" fmla="*/ 453571 w 1467530"/>
              <a:gd name="connsiteY41" fmla="*/ 1133929 h 1617889"/>
              <a:gd name="connsiteX42" fmla="*/ 725714 w 1467530"/>
              <a:gd name="connsiteY42" fmla="*/ 1133929 h 1617889"/>
              <a:gd name="connsiteX43" fmla="*/ 725714 w 1467530"/>
              <a:gd name="connsiteY43" fmla="*/ 997857 h 1617889"/>
              <a:gd name="connsiteX44" fmla="*/ 362857 w 1467530"/>
              <a:gd name="connsiteY44" fmla="*/ 635000 h 1617889"/>
              <a:gd name="connsiteX45" fmla="*/ 226786 w 1467530"/>
              <a:gd name="connsiteY45" fmla="*/ 635000 h 1617889"/>
              <a:gd name="connsiteX46" fmla="*/ 226786 w 1467530"/>
              <a:gd name="connsiteY46" fmla="*/ 771071 h 1617889"/>
              <a:gd name="connsiteX47" fmla="*/ 362857 w 1467530"/>
              <a:gd name="connsiteY47" fmla="*/ 771071 h 1617889"/>
              <a:gd name="connsiteX48" fmla="*/ 362857 w 1467530"/>
              <a:gd name="connsiteY48" fmla="*/ 635000 h 1617889"/>
              <a:gd name="connsiteX49" fmla="*/ 1133929 w 1467530"/>
              <a:gd name="connsiteY49" fmla="*/ 635000 h 1617889"/>
              <a:gd name="connsiteX50" fmla="*/ 453571 w 1467530"/>
              <a:gd name="connsiteY50" fmla="*/ 635000 h 1617889"/>
              <a:gd name="connsiteX51" fmla="*/ 453571 w 1467530"/>
              <a:gd name="connsiteY51" fmla="*/ 771071 h 1617889"/>
              <a:gd name="connsiteX52" fmla="*/ 1133929 w 1467530"/>
              <a:gd name="connsiteY52" fmla="*/ 771071 h 1617889"/>
              <a:gd name="connsiteX53" fmla="*/ 1133929 w 1467530"/>
              <a:gd name="connsiteY53" fmla="*/ 635000 h 1617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467530" h="1617889">
                <a:moveTo>
                  <a:pt x="1273855" y="998719"/>
                </a:moveTo>
                <a:lnTo>
                  <a:pt x="1273855" y="1362619"/>
                </a:lnTo>
                <a:lnTo>
                  <a:pt x="1371282" y="1265101"/>
                </a:lnTo>
                <a:lnTo>
                  <a:pt x="1467530" y="1361349"/>
                </a:lnTo>
                <a:lnTo>
                  <a:pt x="1307873" y="1521007"/>
                </a:lnTo>
                <a:lnTo>
                  <a:pt x="1308463" y="1521687"/>
                </a:lnTo>
                <a:lnTo>
                  <a:pt x="1212306" y="1617889"/>
                </a:lnTo>
                <a:lnTo>
                  <a:pt x="1211625" y="1617254"/>
                </a:lnTo>
                <a:lnTo>
                  <a:pt x="1210945" y="1617889"/>
                </a:lnTo>
                <a:lnTo>
                  <a:pt x="1114697" y="1521732"/>
                </a:lnTo>
                <a:lnTo>
                  <a:pt x="1115423" y="1521052"/>
                </a:lnTo>
                <a:lnTo>
                  <a:pt x="955675" y="1361349"/>
                </a:lnTo>
                <a:lnTo>
                  <a:pt x="1051923" y="1265101"/>
                </a:lnTo>
                <a:lnTo>
                  <a:pt x="1137784" y="1351008"/>
                </a:lnTo>
                <a:lnTo>
                  <a:pt x="1137784" y="998719"/>
                </a:lnTo>
                <a:lnTo>
                  <a:pt x="1273855" y="998719"/>
                </a:lnTo>
                <a:close/>
                <a:moveTo>
                  <a:pt x="487907" y="0"/>
                </a:moveTo>
                <a:cubicBezTo>
                  <a:pt x="524008" y="-4"/>
                  <a:pt x="558631" y="14338"/>
                  <a:pt x="584155" y="39869"/>
                </a:cubicBezTo>
                <a:lnTo>
                  <a:pt x="731157" y="186871"/>
                </a:lnTo>
                <a:cubicBezTo>
                  <a:pt x="756684" y="212430"/>
                  <a:pt x="791327" y="226790"/>
                  <a:pt x="827450" y="226786"/>
                </a:cubicBezTo>
                <a:lnTo>
                  <a:pt x="1224643" y="226786"/>
                </a:lnTo>
                <a:cubicBezTo>
                  <a:pt x="1299793" y="226786"/>
                  <a:pt x="1360714" y="287707"/>
                  <a:pt x="1360714" y="362857"/>
                </a:cubicBezTo>
                <a:lnTo>
                  <a:pt x="1360714" y="908050"/>
                </a:lnTo>
                <a:lnTo>
                  <a:pt x="1046979" y="908050"/>
                </a:lnTo>
                <a:lnTo>
                  <a:pt x="1047070" y="1141685"/>
                </a:lnTo>
                <a:lnTo>
                  <a:pt x="827360" y="1361395"/>
                </a:lnTo>
                <a:lnTo>
                  <a:pt x="984568" y="1518557"/>
                </a:lnTo>
                <a:lnTo>
                  <a:pt x="983842" y="1519192"/>
                </a:lnTo>
                <a:lnTo>
                  <a:pt x="1006747" y="1542143"/>
                </a:lnTo>
                <a:lnTo>
                  <a:pt x="136071" y="1542143"/>
                </a:lnTo>
                <a:cubicBezTo>
                  <a:pt x="60921" y="1542143"/>
                  <a:pt x="0" y="1481222"/>
                  <a:pt x="0" y="1406071"/>
                </a:cubicBezTo>
                <a:lnTo>
                  <a:pt x="0" y="136071"/>
                </a:lnTo>
                <a:cubicBezTo>
                  <a:pt x="0" y="60921"/>
                  <a:pt x="60921" y="0"/>
                  <a:pt x="136071" y="0"/>
                </a:cubicBezTo>
                <a:lnTo>
                  <a:pt x="487907" y="0"/>
                </a:lnTo>
                <a:close/>
                <a:moveTo>
                  <a:pt x="362857" y="997857"/>
                </a:moveTo>
                <a:lnTo>
                  <a:pt x="226786" y="997857"/>
                </a:lnTo>
                <a:lnTo>
                  <a:pt x="226786" y="1133929"/>
                </a:lnTo>
                <a:lnTo>
                  <a:pt x="362857" y="1133929"/>
                </a:lnTo>
                <a:lnTo>
                  <a:pt x="362857" y="997857"/>
                </a:lnTo>
                <a:close/>
                <a:moveTo>
                  <a:pt x="725714" y="997857"/>
                </a:moveTo>
                <a:lnTo>
                  <a:pt x="453571" y="997857"/>
                </a:lnTo>
                <a:lnTo>
                  <a:pt x="453571" y="1133929"/>
                </a:lnTo>
                <a:lnTo>
                  <a:pt x="725714" y="1133929"/>
                </a:lnTo>
                <a:lnTo>
                  <a:pt x="725714" y="997857"/>
                </a:lnTo>
                <a:close/>
                <a:moveTo>
                  <a:pt x="362857" y="635000"/>
                </a:moveTo>
                <a:lnTo>
                  <a:pt x="226786" y="635000"/>
                </a:lnTo>
                <a:lnTo>
                  <a:pt x="226786" y="771071"/>
                </a:lnTo>
                <a:lnTo>
                  <a:pt x="362857" y="771071"/>
                </a:lnTo>
                <a:lnTo>
                  <a:pt x="362857" y="635000"/>
                </a:lnTo>
                <a:close/>
                <a:moveTo>
                  <a:pt x="1133929" y="635000"/>
                </a:moveTo>
                <a:lnTo>
                  <a:pt x="453571" y="635000"/>
                </a:lnTo>
                <a:lnTo>
                  <a:pt x="453571" y="771071"/>
                </a:lnTo>
                <a:lnTo>
                  <a:pt x="1133929" y="771071"/>
                </a:lnTo>
                <a:lnTo>
                  <a:pt x="1133929" y="635000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图形 20"/>
          <p:cNvSpPr/>
          <p:nvPr/>
        </p:nvSpPr>
        <p:spPr>
          <a:xfrm>
            <a:off x="7341742" y="1132845"/>
            <a:ext cx="471492" cy="471492"/>
          </a:xfrm>
          <a:custGeom>
            <a:avLst/>
            <a:gdLst>
              <a:gd name="connsiteX0" fmla="*/ 1451429 w 1451428"/>
              <a:gd name="connsiteY0" fmla="*/ 498929 h 1451428"/>
              <a:gd name="connsiteX1" fmla="*/ 1451383 w 1451428"/>
              <a:gd name="connsiteY1" fmla="*/ 1131525 h 1451428"/>
              <a:gd name="connsiteX2" fmla="*/ 1451247 w 1451428"/>
              <a:gd name="connsiteY2" fmla="*/ 1122998 h 1451428"/>
              <a:gd name="connsiteX3" fmla="*/ 1123004 w 1451428"/>
              <a:gd name="connsiteY3" fmla="*/ 816617 h 1451428"/>
              <a:gd name="connsiteX4" fmla="*/ 816624 w 1451428"/>
              <a:gd name="connsiteY4" fmla="*/ 1144860 h 1451428"/>
              <a:gd name="connsiteX5" fmla="*/ 1133611 w 1451428"/>
              <a:gd name="connsiteY5" fmla="*/ 1451429 h 1451428"/>
              <a:gd name="connsiteX6" fmla="*/ 136071 w 1451428"/>
              <a:gd name="connsiteY6" fmla="*/ 1451429 h 1451428"/>
              <a:gd name="connsiteX7" fmla="*/ 0 w 1451428"/>
              <a:gd name="connsiteY7" fmla="*/ 1315357 h 1451428"/>
              <a:gd name="connsiteX8" fmla="*/ 0 w 1451428"/>
              <a:gd name="connsiteY8" fmla="*/ 498929 h 1451428"/>
              <a:gd name="connsiteX9" fmla="*/ 1451429 w 1451428"/>
              <a:gd name="connsiteY9" fmla="*/ 498929 h 1451428"/>
              <a:gd name="connsiteX10" fmla="*/ 1124857 w 1451428"/>
              <a:gd name="connsiteY10" fmla="*/ 907143 h 1451428"/>
              <a:gd name="connsiteX11" fmla="*/ 1342614 w 1451428"/>
              <a:gd name="connsiteY11" fmla="*/ 1124815 h 1451428"/>
              <a:gd name="connsiteX12" fmla="*/ 1312999 w 1451428"/>
              <a:gd name="connsiteY12" fmla="*/ 1234485 h 1451428"/>
              <a:gd name="connsiteX13" fmla="*/ 1443627 w 1451428"/>
              <a:gd name="connsiteY13" fmla="*/ 1365114 h 1451428"/>
              <a:gd name="connsiteX14" fmla="*/ 1366656 w 1451428"/>
              <a:gd name="connsiteY14" fmla="*/ 1442085 h 1451428"/>
              <a:gd name="connsiteX15" fmla="*/ 1236390 w 1451428"/>
              <a:gd name="connsiteY15" fmla="*/ 1311865 h 1451428"/>
              <a:gd name="connsiteX16" fmla="*/ 937903 w 1451428"/>
              <a:gd name="connsiteY16" fmla="*/ 1236337 h 1451428"/>
              <a:gd name="connsiteX17" fmla="*/ 1013431 w 1451428"/>
              <a:gd name="connsiteY17" fmla="*/ 937850 h 1451428"/>
              <a:gd name="connsiteX18" fmla="*/ 1124857 w 1451428"/>
              <a:gd name="connsiteY18" fmla="*/ 907143 h 1451428"/>
              <a:gd name="connsiteX19" fmla="*/ 1124857 w 1451428"/>
              <a:gd name="connsiteY19" fmla="*/ 1043214 h 1451428"/>
              <a:gd name="connsiteX20" fmla="*/ 1043214 w 1451428"/>
              <a:gd name="connsiteY20" fmla="*/ 1124857 h 1451428"/>
              <a:gd name="connsiteX21" fmla="*/ 1124857 w 1451428"/>
              <a:gd name="connsiteY21" fmla="*/ 1206500 h 1451428"/>
              <a:gd name="connsiteX22" fmla="*/ 1206500 w 1451428"/>
              <a:gd name="connsiteY22" fmla="*/ 1124857 h 1451428"/>
              <a:gd name="connsiteX23" fmla="*/ 1124857 w 1451428"/>
              <a:gd name="connsiteY23" fmla="*/ 1043214 h 1451428"/>
              <a:gd name="connsiteX24" fmla="*/ 635000 w 1451428"/>
              <a:gd name="connsiteY24" fmla="*/ 589643 h 1451428"/>
              <a:gd name="connsiteX25" fmla="*/ 272143 w 1451428"/>
              <a:gd name="connsiteY25" fmla="*/ 589643 h 1451428"/>
              <a:gd name="connsiteX26" fmla="*/ 272143 w 1451428"/>
              <a:gd name="connsiteY26" fmla="*/ 725714 h 1451428"/>
              <a:gd name="connsiteX27" fmla="*/ 635000 w 1451428"/>
              <a:gd name="connsiteY27" fmla="*/ 725714 h 1451428"/>
              <a:gd name="connsiteX28" fmla="*/ 635000 w 1451428"/>
              <a:gd name="connsiteY28" fmla="*/ 589643 h 1451428"/>
              <a:gd name="connsiteX29" fmla="*/ 1196612 w 1451428"/>
              <a:gd name="connsiteY29" fmla="*/ 0 h 1451428"/>
              <a:gd name="connsiteX30" fmla="*/ 1318305 w 1451428"/>
              <a:gd name="connsiteY30" fmla="*/ 75202 h 1451428"/>
              <a:gd name="connsiteX31" fmla="*/ 1437050 w 1451428"/>
              <a:gd name="connsiteY31" fmla="*/ 312647 h 1451428"/>
              <a:gd name="connsiteX32" fmla="*/ 1451020 w 1451428"/>
              <a:gd name="connsiteY32" fmla="*/ 362857 h 1451428"/>
              <a:gd name="connsiteX33" fmla="*/ 1724 w 1451428"/>
              <a:gd name="connsiteY33" fmla="*/ 362857 h 1451428"/>
              <a:gd name="connsiteX34" fmla="*/ 13516 w 1451428"/>
              <a:gd name="connsiteY34" fmla="*/ 325392 h 1451428"/>
              <a:gd name="connsiteX35" fmla="*/ 133622 w 1451428"/>
              <a:gd name="connsiteY35" fmla="*/ 76835 h 1451428"/>
              <a:gd name="connsiteX36" fmla="*/ 256132 w 1451428"/>
              <a:gd name="connsiteY36" fmla="*/ 0 h 1451428"/>
              <a:gd name="connsiteX37" fmla="*/ 1196612 w 1451428"/>
              <a:gd name="connsiteY37" fmla="*/ 0 h 145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451428" h="1451428">
                <a:moveTo>
                  <a:pt x="1451429" y="498929"/>
                </a:moveTo>
                <a:lnTo>
                  <a:pt x="1451383" y="1131525"/>
                </a:lnTo>
                <a:lnTo>
                  <a:pt x="1451247" y="1122998"/>
                </a:lnTo>
                <a:cubicBezTo>
                  <a:pt x="1445210" y="947751"/>
                  <a:pt x="1298251" y="810580"/>
                  <a:pt x="1123004" y="816617"/>
                </a:cubicBezTo>
                <a:cubicBezTo>
                  <a:pt x="947758" y="822654"/>
                  <a:pt x="810586" y="969614"/>
                  <a:pt x="816624" y="1144860"/>
                </a:cubicBezTo>
                <a:cubicBezTo>
                  <a:pt x="822510" y="1315729"/>
                  <a:pt x="962641" y="1451254"/>
                  <a:pt x="1133611" y="1451429"/>
                </a:cubicBezTo>
                <a:lnTo>
                  <a:pt x="136071" y="1451429"/>
                </a:lnTo>
                <a:cubicBezTo>
                  <a:pt x="60921" y="1451429"/>
                  <a:pt x="0" y="1390507"/>
                  <a:pt x="0" y="1315357"/>
                </a:cubicBezTo>
                <a:lnTo>
                  <a:pt x="0" y="498929"/>
                </a:lnTo>
                <a:lnTo>
                  <a:pt x="1451429" y="498929"/>
                </a:lnTo>
                <a:close/>
                <a:moveTo>
                  <a:pt x="1124857" y="907143"/>
                </a:moveTo>
                <a:cubicBezTo>
                  <a:pt x="1245098" y="907119"/>
                  <a:pt x="1342591" y="1004574"/>
                  <a:pt x="1342614" y="1124815"/>
                </a:cubicBezTo>
                <a:cubicBezTo>
                  <a:pt x="1342622" y="1163348"/>
                  <a:pt x="1332402" y="1201193"/>
                  <a:pt x="1312999" y="1234485"/>
                </a:cubicBezTo>
                <a:lnTo>
                  <a:pt x="1443627" y="1365114"/>
                </a:lnTo>
                <a:lnTo>
                  <a:pt x="1366656" y="1442085"/>
                </a:lnTo>
                <a:lnTo>
                  <a:pt x="1236390" y="1311865"/>
                </a:lnTo>
                <a:cubicBezTo>
                  <a:pt x="1133109" y="1373433"/>
                  <a:pt x="999472" y="1339618"/>
                  <a:pt x="937903" y="1236337"/>
                </a:cubicBezTo>
                <a:cubicBezTo>
                  <a:pt x="876335" y="1133055"/>
                  <a:pt x="910150" y="999418"/>
                  <a:pt x="1013431" y="937850"/>
                </a:cubicBezTo>
                <a:cubicBezTo>
                  <a:pt x="1047128" y="917762"/>
                  <a:pt x="1085627" y="907153"/>
                  <a:pt x="1124857" y="907143"/>
                </a:cubicBezTo>
                <a:close/>
                <a:moveTo>
                  <a:pt x="1124857" y="1043214"/>
                </a:moveTo>
                <a:cubicBezTo>
                  <a:pt x="1079767" y="1043214"/>
                  <a:pt x="1043214" y="1079767"/>
                  <a:pt x="1043214" y="1124857"/>
                </a:cubicBezTo>
                <a:cubicBezTo>
                  <a:pt x="1043214" y="1169947"/>
                  <a:pt x="1079767" y="1206500"/>
                  <a:pt x="1124857" y="1206500"/>
                </a:cubicBezTo>
                <a:cubicBezTo>
                  <a:pt x="1169947" y="1206500"/>
                  <a:pt x="1206500" y="1169947"/>
                  <a:pt x="1206500" y="1124857"/>
                </a:cubicBezTo>
                <a:cubicBezTo>
                  <a:pt x="1206500" y="1079767"/>
                  <a:pt x="1169947" y="1043214"/>
                  <a:pt x="1124857" y="1043214"/>
                </a:cubicBezTo>
                <a:close/>
                <a:moveTo>
                  <a:pt x="635000" y="589643"/>
                </a:moveTo>
                <a:lnTo>
                  <a:pt x="272143" y="589643"/>
                </a:lnTo>
                <a:lnTo>
                  <a:pt x="272143" y="725714"/>
                </a:lnTo>
                <a:lnTo>
                  <a:pt x="635000" y="725714"/>
                </a:lnTo>
                <a:lnTo>
                  <a:pt x="635000" y="589643"/>
                </a:lnTo>
                <a:close/>
                <a:moveTo>
                  <a:pt x="1196612" y="0"/>
                </a:moveTo>
                <a:cubicBezTo>
                  <a:pt x="1248144" y="2"/>
                  <a:pt x="1295254" y="29114"/>
                  <a:pt x="1318305" y="75202"/>
                </a:cubicBezTo>
                <a:lnTo>
                  <a:pt x="1437050" y="312647"/>
                </a:lnTo>
                <a:cubicBezTo>
                  <a:pt x="1444899" y="328327"/>
                  <a:pt x="1449642" y="345377"/>
                  <a:pt x="1451020" y="362857"/>
                </a:cubicBezTo>
                <a:lnTo>
                  <a:pt x="1724" y="362857"/>
                </a:lnTo>
                <a:cubicBezTo>
                  <a:pt x="3822" y="349864"/>
                  <a:pt x="7794" y="337244"/>
                  <a:pt x="13516" y="325392"/>
                </a:cubicBezTo>
                <a:lnTo>
                  <a:pt x="133622" y="76835"/>
                </a:lnTo>
                <a:cubicBezTo>
                  <a:pt x="156343" y="29847"/>
                  <a:pt x="203939" y="-3"/>
                  <a:pt x="256132" y="0"/>
                </a:cubicBezTo>
                <a:lnTo>
                  <a:pt x="1196612" y="0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图形 22"/>
          <p:cNvSpPr/>
          <p:nvPr/>
        </p:nvSpPr>
        <p:spPr>
          <a:xfrm>
            <a:off x="4378765" y="1128246"/>
            <a:ext cx="471492" cy="480691"/>
          </a:xfrm>
          <a:custGeom>
            <a:avLst/>
            <a:gdLst>
              <a:gd name="connsiteX0" fmla="*/ 783635 w 1451428"/>
              <a:gd name="connsiteY0" fmla="*/ 12943 h 1479747"/>
              <a:gd name="connsiteX1" fmla="*/ 1373278 w 1451428"/>
              <a:gd name="connsiteY1" fmla="*/ 290438 h 1479747"/>
              <a:gd name="connsiteX2" fmla="*/ 1451429 w 1451428"/>
              <a:gd name="connsiteY2" fmla="*/ 413537 h 1479747"/>
              <a:gd name="connsiteX3" fmla="*/ 1451429 w 1451428"/>
              <a:gd name="connsiteY3" fmla="*/ 583309 h 1479747"/>
              <a:gd name="connsiteX4" fmla="*/ 1323340 w 1451428"/>
              <a:gd name="connsiteY4" fmla="*/ 583309 h 1479747"/>
              <a:gd name="connsiteX5" fmla="*/ 1323340 w 1451428"/>
              <a:gd name="connsiteY5" fmla="*/ 1095573 h 1479747"/>
              <a:gd name="connsiteX6" fmla="*/ 1451429 w 1451428"/>
              <a:gd name="connsiteY6" fmla="*/ 1095573 h 1479747"/>
              <a:gd name="connsiteX7" fmla="*/ 1451429 w 1451428"/>
              <a:gd name="connsiteY7" fmla="*/ 1343676 h 1479747"/>
              <a:gd name="connsiteX8" fmla="*/ 1315357 w 1451428"/>
              <a:gd name="connsiteY8" fmla="*/ 1479748 h 1479747"/>
              <a:gd name="connsiteX9" fmla="*/ 136071 w 1451428"/>
              <a:gd name="connsiteY9" fmla="*/ 1479748 h 1479747"/>
              <a:gd name="connsiteX10" fmla="*/ 0 w 1451428"/>
              <a:gd name="connsiteY10" fmla="*/ 1343676 h 1479747"/>
              <a:gd name="connsiteX11" fmla="*/ 0 w 1451428"/>
              <a:gd name="connsiteY11" fmla="*/ 1095573 h 1479747"/>
              <a:gd name="connsiteX12" fmla="*/ 128043 w 1451428"/>
              <a:gd name="connsiteY12" fmla="*/ 1095573 h 1479747"/>
              <a:gd name="connsiteX13" fmla="*/ 128043 w 1451428"/>
              <a:gd name="connsiteY13" fmla="*/ 583309 h 1479747"/>
              <a:gd name="connsiteX14" fmla="*/ 0 w 1451428"/>
              <a:gd name="connsiteY14" fmla="*/ 583309 h 1479747"/>
              <a:gd name="connsiteX15" fmla="*/ 0 w 1451428"/>
              <a:gd name="connsiteY15" fmla="*/ 413537 h 1479747"/>
              <a:gd name="connsiteX16" fmla="*/ 78150 w 1451428"/>
              <a:gd name="connsiteY16" fmla="*/ 290438 h 1479747"/>
              <a:gd name="connsiteX17" fmla="*/ 667793 w 1451428"/>
              <a:gd name="connsiteY17" fmla="*/ 12943 h 1479747"/>
              <a:gd name="connsiteX18" fmla="*/ 783635 w 1451428"/>
              <a:gd name="connsiteY18" fmla="*/ 12943 h 1479747"/>
              <a:gd name="connsiteX19" fmla="*/ 469583 w 1451428"/>
              <a:gd name="connsiteY19" fmla="*/ 583309 h 1479747"/>
              <a:gd name="connsiteX20" fmla="*/ 264115 w 1451428"/>
              <a:gd name="connsiteY20" fmla="*/ 583309 h 1479747"/>
              <a:gd name="connsiteX21" fmla="*/ 264115 w 1451428"/>
              <a:gd name="connsiteY21" fmla="*/ 1095165 h 1479747"/>
              <a:gd name="connsiteX22" fmla="*/ 469537 w 1451428"/>
              <a:gd name="connsiteY22" fmla="*/ 1095165 h 1479747"/>
              <a:gd name="connsiteX23" fmla="*/ 469537 w 1451428"/>
              <a:gd name="connsiteY23" fmla="*/ 583309 h 1479747"/>
              <a:gd name="connsiteX24" fmla="*/ 605654 w 1451428"/>
              <a:gd name="connsiteY24" fmla="*/ 583309 h 1479747"/>
              <a:gd name="connsiteX25" fmla="*/ 605609 w 1451428"/>
              <a:gd name="connsiteY25" fmla="*/ 1095165 h 1479747"/>
              <a:gd name="connsiteX26" fmla="*/ 853758 w 1451428"/>
              <a:gd name="connsiteY26" fmla="*/ 1095165 h 1479747"/>
              <a:gd name="connsiteX27" fmla="*/ 853758 w 1451428"/>
              <a:gd name="connsiteY27" fmla="*/ 583309 h 1479747"/>
              <a:gd name="connsiteX28" fmla="*/ 605654 w 1451428"/>
              <a:gd name="connsiteY28" fmla="*/ 583309 h 1479747"/>
              <a:gd name="connsiteX29" fmla="*/ 989829 w 1451428"/>
              <a:gd name="connsiteY29" fmla="*/ 1095165 h 1479747"/>
              <a:gd name="connsiteX30" fmla="*/ 1187269 w 1451428"/>
              <a:gd name="connsiteY30" fmla="*/ 1095165 h 1479747"/>
              <a:gd name="connsiteX31" fmla="*/ 1187269 w 1451428"/>
              <a:gd name="connsiteY31" fmla="*/ 583309 h 1479747"/>
              <a:gd name="connsiteX32" fmla="*/ 989874 w 1451428"/>
              <a:gd name="connsiteY32" fmla="*/ 583309 h 1479747"/>
              <a:gd name="connsiteX33" fmla="*/ 989829 w 1451428"/>
              <a:gd name="connsiteY33" fmla="*/ 1095165 h 1479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451428" h="1479747">
                <a:moveTo>
                  <a:pt x="783635" y="12943"/>
                </a:moveTo>
                <a:lnTo>
                  <a:pt x="1373278" y="290438"/>
                </a:lnTo>
                <a:cubicBezTo>
                  <a:pt x="1420970" y="312873"/>
                  <a:pt x="1451417" y="360832"/>
                  <a:pt x="1451429" y="413537"/>
                </a:cubicBezTo>
                <a:lnTo>
                  <a:pt x="1451429" y="583309"/>
                </a:lnTo>
                <a:lnTo>
                  <a:pt x="1323340" y="583309"/>
                </a:lnTo>
                <a:lnTo>
                  <a:pt x="1323340" y="1095573"/>
                </a:lnTo>
                <a:lnTo>
                  <a:pt x="1451429" y="1095573"/>
                </a:lnTo>
                <a:lnTo>
                  <a:pt x="1451429" y="1343676"/>
                </a:lnTo>
                <a:cubicBezTo>
                  <a:pt x="1451429" y="1418827"/>
                  <a:pt x="1390507" y="1479748"/>
                  <a:pt x="1315357" y="1479748"/>
                </a:cubicBezTo>
                <a:lnTo>
                  <a:pt x="136071" y="1479748"/>
                </a:lnTo>
                <a:cubicBezTo>
                  <a:pt x="60921" y="1479748"/>
                  <a:pt x="0" y="1418827"/>
                  <a:pt x="0" y="1343676"/>
                </a:cubicBezTo>
                <a:lnTo>
                  <a:pt x="0" y="1095573"/>
                </a:lnTo>
                <a:lnTo>
                  <a:pt x="128043" y="1095573"/>
                </a:lnTo>
                <a:lnTo>
                  <a:pt x="128043" y="583309"/>
                </a:lnTo>
                <a:lnTo>
                  <a:pt x="0" y="583309"/>
                </a:lnTo>
                <a:lnTo>
                  <a:pt x="0" y="413537"/>
                </a:lnTo>
                <a:cubicBezTo>
                  <a:pt x="11" y="360832"/>
                  <a:pt x="30458" y="312873"/>
                  <a:pt x="78150" y="290438"/>
                </a:cubicBezTo>
                <a:lnTo>
                  <a:pt x="667793" y="12943"/>
                </a:lnTo>
                <a:cubicBezTo>
                  <a:pt x="704479" y="-4314"/>
                  <a:pt x="746950" y="-4314"/>
                  <a:pt x="783635" y="12943"/>
                </a:cubicBezTo>
                <a:close/>
                <a:moveTo>
                  <a:pt x="469583" y="583309"/>
                </a:moveTo>
                <a:lnTo>
                  <a:pt x="264115" y="583309"/>
                </a:lnTo>
                <a:lnTo>
                  <a:pt x="264115" y="1095165"/>
                </a:lnTo>
                <a:lnTo>
                  <a:pt x="469537" y="1095165"/>
                </a:lnTo>
                <a:lnTo>
                  <a:pt x="469537" y="583309"/>
                </a:lnTo>
                <a:close/>
                <a:moveTo>
                  <a:pt x="605654" y="583309"/>
                </a:moveTo>
                <a:lnTo>
                  <a:pt x="605609" y="1095165"/>
                </a:lnTo>
                <a:lnTo>
                  <a:pt x="853758" y="1095165"/>
                </a:lnTo>
                <a:lnTo>
                  <a:pt x="853758" y="583309"/>
                </a:lnTo>
                <a:lnTo>
                  <a:pt x="605654" y="583309"/>
                </a:lnTo>
                <a:close/>
                <a:moveTo>
                  <a:pt x="989829" y="1095165"/>
                </a:moveTo>
                <a:lnTo>
                  <a:pt x="1187269" y="1095165"/>
                </a:lnTo>
                <a:lnTo>
                  <a:pt x="1187269" y="583309"/>
                </a:lnTo>
                <a:lnTo>
                  <a:pt x="989874" y="583309"/>
                </a:lnTo>
                <a:lnTo>
                  <a:pt x="989829" y="1095165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图形 30"/>
          <p:cNvSpPr/>
          <p:nvPr/>
        </p:nvSpPr>
        <p:spPr>
          <a:xfrm>
            <a:off x="1401055" y="1132846"/>
            <a:ext cx="500960" cy="471491"/>
          </a:xfrm>
          <a:custGeom>
            <a:avLst/>
            <a:gdLst>
              <a:gd name="connsiteX0" fmla="*/ 1542143 w 1542142"/>
              <a:gd name="connsiteY0" fmla="*/ 0 h 1451427"/>
              <a:gd name="connsiteX1" fmla="*/ 1542143 w 1542142"/>
              <a:gd name="connsiteY1" fmla="*/ 136072 h 1451427"/>
              <a:gd name="connsiteX2" fmla="*/ 1451428 w 1542142"/>
              <a:gd name="connsiteY2" fmla="*/ 136072 h 1451427"/>
              <a:gd name="connsiteX3" fmla="*/ 1451428 w 1542142"/>
              <a:gd name="connsiteY3" fmla="*/ 1043214 h 1451427"/>
              <a:gd name="connsiteX4" fmla="*/ 1305651 w 1542142"/>
              <a:gd name="connsiteY4" fmla="*/ 1179286 h 1451427"/>
              <a:gd name="connsiteX5" fmla="*/ 988106 w 1542142"/>
              <a:gd name="connsiteY5" fmla="*/ 1179286 h 1451427"/>
              <a:gd name="connsiteX6" fmla="*/ 1229950 w 1542142"/>
              <a:gd name="connsiteY6" fmla="*/ 1451428 h 1451427"/>
              <a:gd name="connsiteX7" fmla="*/ 1047886 w 1542142"/>
              <a:gd name="connsiteY7" fmla="*/ 1451428 h 1451427"/>
              <a:gd name="connsiteX8" fmla="*/ 805996 w 1542142"/>
              <a:gd name="connsiteY8" fmla="*/ 1179286 h 1451427"/>
              <a:gd name="connsiteX9" fmla="*/ 781413 w 1542142"/>
              <a:gd name="connsiteY9" fmla="*/ 1179286 h 1451427"/>
              <a:gd name="connsiteX10" fmla="*/ 539569 w 1542142"/>
              <a:gd name="connsiteY10" fmla="*/ 1451428 h 1451427"/>
              <a:gd name="connsiteX11" fmla="*/ 357551 w 1542142"/>
              <a:gd name="connsiteY11" fmla="*/ 1451428 h 1451427"/>
              <a:gd name="connsiteX12" fmla="*/ 599350 w 1542142"/>
              <a:gd name="connsiteY12" fmla="*/ 1179286 h 1451427"/>
              <a:gd name="connsiteX13" fmla="*/ 236492 w 1542142"/>
              <a:gd name="connsiteY13" fmla="*/ 1179286 h 1451427"/>
              <a:gd name="connsiteX14" fmla="*/ 90715 w 1542142"/>
              <a:gd name="connsiteY14" fmla="*/ 1043214 h 1451427"/>
              <a:gd name="connsiteX15" fmla="*/ 90715 w 1542142"/>
              <a:gd name="connsiteY15" fmla="*/ 136072 h 1451427"/>
              <a:gd name="connsiteX16" fmla="*/ 0 w 1542142"/>
              <a:gd name="connsiteY16" fmla="*/ 136072 h 1451427"/>
              <a:gd name="connsiteX17" fmla="*/ 0 w 1542142"/>
              <a:gd name="connsiteY17" fmla="*/ 0 h 1451427"/>
              <a:gd name="connsiteX18" fmla="*/ 1542143 w 1542142"/>
              <a:gd name="connsiteY18" fmla="*/ 0 h 1451427"/>
              <a:gd name="connsiteX19" fmla="*/ 544285 w 1542142"/>
              <a:gd name="connsiteY19" fmla="*/ 634999 h 1451427"/>
              <a:gd name="connsiteX20" fmla="*/ 408214 w 1542142"/>
              <a:gd name="connsiteY20" fmla="*/ 634999 h 1451427"/>
              <a:gd name="connsiteX21" fmla="*/ 408214 w 1542142"/>
              <a:gd name="connsiteY21" fmla="*/ 771071 h 1451427"/>
              <a:gd name="connsiteX22" fmla="*/ 544285 w 1542142"/>
              <a:gd name="connsiteY22" fmla="*/ 771071 h 1451427"/>
              <a:gd name="connsiteX23" fmla="*/ 544285 w 1542142"/>
              <a:gd name="connsiteY23" fmla="*/ 634999 h 1451427"/>
              <a:gd name="connsiteX24" fmla="*/ 1133929 w 1542142"/>
              <a:gd name="connsiteY24" fmla="*/ 634999 h 1451427"/>
              <a:gd name="connsiteX25" fmla="*/ 635000 w 1542142"/>
              <a:gd name="connsiteY25" fmla="*/ 634999 h 1451427"/>
              <a:gd name="connsiteX26" fmla="*/ 635000 w 1542142"/>
              <a:gd name="connsiteY26" fmla="*/ 771071 h 1451427"/>
              <a:gd name="connsiteX27" fmla="*/ 1133929 w 1542142"/>
              <a:gd name="connsiteY27" fmla="*/ 771071 h 1451427"/>
              <a:gd name="connsiteX28" fmla="*/ 1133929 w 1542142"/>
              <a:gd name="connsiteY28" fmla="*/ 634999 h 1451427"/>
              <a:gd name="connsiteX29" fmla="*/ 1133929 w 1542142"/>
              <a:gd name="connsiteY29" fmla="*/ 408213 h 1451427"/>
              <a:gd name="connsiteX30" fmla="*/ 635000 w 1542142"/>
              <a:gd name="connsiteY30" fmla="*/ 408213 h 1451427"/>
              <a:gd name="connsiteX31" fmla="*/ 635000 w 1542142"/>
              <a:gd name="connsiteY31" fmla="*/ 544285 h 1451427"/>
              <a:gd name="connsiteX32" fmla="*/ 1133929 w 1542142"/>
              <a:gd name="connsiteY32" fmla="*/ 544285 h 1451427"/>
              <a:gd name="connsiteX33" fmla="*/ 1133929 w 1542142"/>
              <a:gd name="connsiteY33" fmla="*/ 408213 h 1451427"/>
              <a:gd name="connsiteX34" fmla="*/ 544285 w 1542142"/>
              <a:gd name="connsiteY34" fmla="*/ 408213 h 1451427"/>
              <a:gd name="connsiteX35" fmla="*/ 408214 w 1542142"/>
              <a:gd name="connsiteY35" fmla="*/ 408213 h 1451427"/>
              <a:gd name="connsiteX36" fmla="*/ 408214 w 1542142"/>
              <a:gd name="connsiteY36" fmla="*/ 544285 h 1451427"/>
              <a:gd name="connsiteX37" fmla="*/ 544285 w 1542142"/>
              <a:gd name="connsiteY37" fmla="*/ 544285 h 1451427"/>
              <a:gd name="connsiteX38" fmla="*/ 544285 w 1542142"/>
              <a:gd name="connsiteY38" fmla="*/ 408213 h 1451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542142" h="1451427">
                <a:moveTo>
                  <a:pt x="1542143" y="0"/>
                </a:moveTo>
                <a:lnTo>
                  <a:pt x="1542143" y="136072"/>
                </a:lnTo>
                <a:lnTo>
                  <a:pt x="1451428" y="136072"/>
                </a:lnTo>
                <a:lnTo>
                  <a:pt x="1451428" y="1043214"/>
                </a:lnTo>
                <a:cubicBezTo>
                  <a:pt x="1451428" y="1118371"/>
                  <a:pt x="1386115" y="1179286"/>
                  <a:pt x="1305651" y="1179286"/>
                </a:cubicBezTo>
                <a:lnTo>
                  <a:pt x="988106" y="1179286"/>
                </a:lnTo>
                <a:lnTo>
                  <a:pt x="1229950" y="1451428"/>
                </a:lnTo>
                <a:lnTo>
                  <a:pt x="1047886" y="1451428"/>
                </a:lnTo>
                <a:lnTo>
                  <a:pt x="805996" y="1179286"/>
                </a:lnTo>
                <a:lnTo>
                  <a:pt x="781413" y="1179286"/>
                </a:lnTo>
                <a:lnTo>
                  <a:pt x="539569" y="1451428"/>
                </a:lnTo>
                <a:lnTo>
                  <a:pt x="357551" y="1451428"/>
                </a:lnTo>
                <a:lnTo>
                  <a:pt x="599350" y="1179286"/>
                </a:lnTo>
                <a:lnTo>
                  <a:pt x="236492" y="1179286"/>
                </a:lnTo>
                <a:cubicBezTo>
                  <a:pt x="156028" y="1179286"/>
                  <a:pt x="90715" y="1118371"/>
                  <a:pt x="90715" y="1043214"/>
                </a:cubicBezTo>
                <a:lnTo>
                  <a:pt x="90715" y="136072"/>
                </a:lnTo>
                <a:lnTo>
                  <a:pt x="0" y="136072"/>
                </a:lnTo>
                <a:lnTo>
                  <a:pt x="0" y="0"/>
                </a:lnTo>
                <a:lnTo>
                  <a:pt x="1542143" y="0"/>
                </a:lnTo>
                <a:close/>
                <a:moveTo>
                  <a:pt x="544285" y="634999"/>
                </a:moveTo>
                <a:lnTo>
                  <a:pt x="408214" y="634999"/>
                </a:lnTo>
                <a:lnTo>
                  <a:pt x="408214" y="771071"/>
                </a:lnTo>
                <a:lnTo>
                  <a:pt x="544285" y="771071"/>
                </a:lnTo>
                <a:lnTo>
                  <a:pt x="544285" y="634999"/>
                </a:lnTo>
                <a:close/>
                <a:moveTo>
                  <a:pt x="1133929" y="634999"/>
                </a:moveTo>
                <a:lnTo>
                  <a:pt x="635000" y="634999"/>
                </a:lnTo>
                <a:lnTo>
                  <a:pt x="635000" y="771071"/>
                </a:lnTo>
                <a:lnTo>
                  <a:pt x="1133929" y="771071"/>
                </a:lnTo>
                <a:lnTo>
                  <a:pt x="1133929" y="634999"/>
                </a:lnTo>
                <a:close/>
                <a:moveTo>
                  <a:pt x="1133929" y="408213"/>
                </a:moveTo>
                <a:lnTo>
                  <a:pt x="635000" y="408213"/>
                </a:lnTo>
                <a:lnTo>
                  <a:pt x="635000" y="544285"/>
                </a:lnTo>
                <a:lnTo>
                  <a:pt x="1133929" y="544285"/>
                </a:lnTo>
                <a:lnTo>
                  <a:pt x="1133929" y="408213"/>
                </a:lnTo>
                <a:close/>
                <a:moveTo>
                  <a:pt x="544285" y="408213"/>
                </a:moveTo>
                <a:lnTo>
                  <a:pt x="408214" y="408213"/>
                </a:lnTo>
                <a:lnTo>
                  <a:pt x="408214" y="544285"/>
                </a:lnTo>
                <a:lnTo>
                  <a:pt x="544285" y="544285"/>
                </a:lnTo>
                <a:lnTo>
                  <a:pt x="544285" y="408213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9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567" y="95194"/>
            <a:ext cx="4999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数据图表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核心数据拆解</a:t>
            </a:r>
          </a:p>
        </p:txBody>
      </p:sp>
      <p:sp>
        <p:nvSpPr>
          <p:cNvPr id="5" name="矩形 4"/>
          <p:cNvSpPr/>
          <p:nvPr/>
        </p:nvSpPr>
        <p:spPr>
          <a:xfrm>
            <a:off x="394998" y="825789"/>
            <a:ext cx="11569990" cy="13899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4998" y="2302064"/>
            <a:ext cx="11569990" cy="13753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27013" y="825789"/>
            <a:ext cx="1304345" cy="13899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27013" y="2302063"/>
            <a:ext cx="1304345" cy="13753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9934" y="1690398"/>
            <a:ext cx="11352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销售表现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19934" y="3177903"/>
            <a:ext cx="11352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用户运营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604977" y="1089707"/>
            <a:ext cx="548418" cy="548418"/>
          </a:xfrm>
          <a:prstGeom prst="ellipse">
            <a:avLst/>
          </a:prstGeom>
          <a:solidFill>
            <a:schemeClr val="accent1">
              <a:lumMod val="10000"/>
              <a:lumOff val="9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604977" y="2558339"/>
            <a:ext cx="548418" cy="548418"/>
          </a:xfrm>
          <a:prstGeom prst="ellipse">
            <a:avLst/>
          </a:prstGeom>
          <a:solidFill>
            <a:schemeClr val="accent2">
              <a:lumMod val="10000"/>
              <a:lumOff val="9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959" name="矩形 958"/>
          <p:cNvSpPr/>
          <p:nvPr/>
        </p:nvSpPr>
        <p:spPr>
          <a:xfrm>
            <a:off x="394998" y="3789847"/>
            <a:ext cx="11569990" cy="13899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976" name="矩形 975"/>
          <p:cNvSpPr/>
          <p:nvPr/>
        </p:nvSpPr>
        <p:spPr>
          <a:xfrm>
            <a:off x="394998" y="5266122"/>
            <a:ext cx="11569990" cy="13753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977" name="矩形 976"/>
          <p:cNvSpPr/>
          <p:nvPr/>
        </p:nvSpPr>
        <p:spPr>
          <a:xfrm>
            <a:off x="227013" y="3789847"/>
            <a:ext cx="1304345" cy="13899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978" name="矩形 977"/>
          <p:cNvSpPr/>
          <p:nvPr/>
        </p:nvSpPr>
        <p:spPr>
          <a:xfrm>
            <a:off x="227013" y="5266121"/>
            <a:ext cx="1304345" cy="13753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979" name="文本框 978"/>
          <p:cNvSpPr txBox="1"/>
          <p:nvPr/>
        </p:nvSpPr>
        <p:spPr>
          <a:xfrm>
            <a:off x="319934" y="4654456"/>
            <a:ext cx="11352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渠道效能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980" name="文本框 979"/>
          <p:cNvSpPr txBox="1"/>
          <p:nvPr/>
        </p:nvSpPr>
        <p:spPr>
          <a:xfrm>
            <a:off x="319934" y="6141961"/>
            <a:ext cx="11352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库存周转​</a:t>
            </a:r>
          </a:p>
        </p:txBody>
      </p:sp>
      <p:sp>
        <p:nvSpPr>
          <p:cNvPr id="981" name="椭圆 980"/>
          <p:cNvSpPr/>
          <p:nvPr/>
        </p:nvSpPr>
        <p:spPr>
          <a:xfrm>
            <a:off x="604977" y="4053765"/>
            <a:ext cx="548418" cy="548418"/>
          </a:xfrm>
          <a:prstGeom prst="ellipse">
            <a:avLst/>
          </a:prstGeom>
          <a:solidFill>
            <a:schemeClr val="accent1">
              <a:lumMod val="10000"/>
              <a:lumOff val="9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982" name="椭圆 981"/>
          <p:cNvSpPr/>
          <p:nvPr/>
        </p:nvSpPr>
        <p:spPr>
          <a:xfrm>
            <a:off x="604977" y="5522397"/>
            <a:ext cx="548418" cy="548418"/>
          </a:xfrm>
          <a:prstGeom prst="ellipse">
            <a:avLst/>
          </a:prstGeom>
          <a:solidFill>
            <a:schemeClr val="accent2">
              <a:lumMod val="10000"/>
              <a:lumOff val="9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001" name="文本框 1000"/>
          <p:cNvSpPr txBox="1"/>
          <p:nvPr/>
        </p:nvSpPr>
        <p:spPr>
          <a:xfrm>
            <a:off x="1836839" y="1173234"/>
            <a:ext cx="3557973" cy="362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核心销售数据​</a:t>
            </a:r>
            <a:endParaRPr kumimoji="0" lang="zh-CN" altLang="en-US" sz="1600" b="1" i="0" u="none" strike="noStrike" kern="1200" cap="none" spc="-15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002" name="文本框 1001"/>
          <p:cNvSpPr txBox="1"/>
          <p:nvPr/>
        </p:nvSpPr>
        <p:spPr>
          <a:xfrm>
            <a:off x="1836839" y="1501817"/>
            <a:ext cx="3787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全年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达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2.3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亿元（同比增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）食品类占比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Q4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销量最高（占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）​</a:t>
            </a:r>
          </a:p>
        </p:txBody>
      </p:sp>
      <p:sp>
        <p:nvSpPr>
          <p:cNvPr id="1003" name="文本框 1002"/>
          <p:cNvSpPr txBox="1"/>
          <p:nvPr/>
        </p:nvSpPr>
        <p:spPr>
          <a:xfrm>
            <a:off x="1836839" y="2589448"/>
            <a:ext cx="3769354" cy="362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关键用户指标​</a:t>
            </a:r>
            <a:endParaRPr kumimoji="0" lang="zh-CN" altLang="en-US" sz="1600" b="1" i="0" u="none" strike="noStrike" kern="1200" cap="none" spc="-15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004" name="文本框 1003"/>
          <p:cNvSpPr txBox="1"/>
          <p:nvPr/>
        </p:nvSpPr>
        <p:spPr>
          <a:xfrm>
            <a:off x="1836841" y="2918031"/>
            <a:ext cx="37874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年度新增用户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日留存率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（较去年提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25-35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岁用户占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62%​</a:t>
            </a:r>
          </a:p>
        </p:txBody>
      </p:sp>
      <p:sp>
        <p:nvSpPr>
          <p:cNvPr id="1005" name="文本框 1004"/>
          <p:cNvSpPr txBox="1"/>
          <p:nvPr/>
        </p:nvSpPr>
        <p:spPr>
          <a:xfrm>
            <a:off x="1836839" y="4043762"/>
            <a:ext cx="3230783" cy="362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渠道核心效能​</a:t>
            </a:r>
            <a:endParaRPr kumimoji="0" lang="en-US" altLang="ja-JP" sz="1600" b="1" i="0" u="none" strike="noStrike" kern="1200" cap="none" spc="-15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006" name="文本框 1005"/>
          <p:cNvSpPr txBox="1"/>
          <p:nvPr/>
        </p:nvSpPr>
        <p:spPr>
          <a:xfrm>
            <a:off x="1836839" y="4372345"/>
            <a:ext cx="3787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抖音渠道占比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ROI 1:6.2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），天猫占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，小红书转化率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（居首）​</a:t>
            </a:r>
          </a:p>
        </p:txBody>
      </p:sp>
      <p:sp>
        <p:nvSpPr>
          <p:cNvPr id="1007" name="文本框 1006"/>
          <p:cNvSpPr txBox="1"/>
          <p:nvPr/>
        </p:nvSpPr>
        <p:spPr>
          <a:xfrm>
            <a:off x="1836839" y="5498077"/>
            <a:ext cx="3230783" cy="362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库存关键数据​</a:t>
            </a:r>
            <a:endParaRPr kumimoji="0" lang="en-US" altLang="ja-JP" sz="1600" b="1" i="0" u="none" strike="noStrike" kern="1200" cap="none" spc="-15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008" name="文本框 1007"/>
          <p:cNvSpPr txBox="1"/>
          <p:nvPr/>
        </p:nvSpPr>
        <p:spPr>
          <a:xfrm>
            <a:off x="1836841" y="5826660"/>
            <a:ext cx="3787406" cy="591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平均周转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天（较去年缩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天），滞销品占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（降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），爆款缺货率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1.2%</a:t>
            </a:r>
            <a:endParaRPr kumimoji="0" lang="en-US" altLang="ja-JP" sz="1400" b="0" i="0" u="none" strike="noStrike" kern="1200" cap="none" spc="-15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</a:endParaRPr>
          </a:p>
        </p:txBody>
      </p:sp>
      <p:graphicFrame>
        <p:nvGraphicFramePr>
          <p:cNvPr id="1009" name="图表 1008"/>
          <p:cNvGraphicFramePr/>
          <p:nvPr/>
        </p:nvGraphicFramePr>
        <p:xfrm>
          <a:off x="5886459" y="890996"/>
          <a:ext cx="5871793" cy="1259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10" name="图表 1009"/>
          <p:cNvGraphicFramePr/>
          <p:nvPr/>
        </p:nvGraphicFramePr>
        <p:xfrm>
          <a:off x="5886459" y="2368671"/>
          <a:ext cx="5871793" cy="1259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11" name="图表 1010"/>
          <p:cNvGraphicFramePr/>
          <p:nvPr/>
        </p:nvGraphicFramePr>
        <p:xfrm>
          <a:off x="5886459" y="3846346"/>
          <a:ext cx="5871793" cy="1259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012" name="图表 1011"/>
          <p:cNvGraphicFramePr/>
          <p:nvPr/>
        </p:nvGraphicFramePr>
        <p:xfrm>
          <a:off x="5886459" y="5324020"/>
          <a:ext cx="5871793" cy="1259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" name="任意多边形: 形状 1"/>
          <p:cNvSpPr/>
          <p:nvPr/>
        </p:nvSpPr>
        <p:spPr>
          <a:xfrm>
            <a:off x="731987" y="5641451"/>
            <a:ext cx="294399" cy="310311"/>
          </a:xfrm>
          <a:custGeom>
            <a:avLst/>
            <a:gdLst>
              <a:gd name="connsiteX0" fmla="*/ 734219 w 1468442"/>
              <a:gd name="connsiteY0" fmla="*/ 0 h 1547812"/>
              <a:gd name="connsiteX1" fmla="*/ 1270001 w 1468442"/>
              <a:gd name="connsiteY1" fmla="*/ 535781 h 1547812"/>
              <a:gd name="connsiteX2" fmla="*/ 1150423 w 1468442"/>
              <a:gd name="connsiteY2" fmla="*/ 873243 h 1547812"/>
              <a:gd name="connsiteX3" fmla="*/ 1145024 w 1468442"/>
              <a:gd name="connsiteY3" fmla="*/ 879634 h 1547812"/>
              <a:gd name="connsiteX4" fmla="*/ 1152804 w 1468442"/>
              <a:gd name="connsiteY4" fmla="*/ 884952 h 1547812"/>
              <a:gd name="connsiteX5" fmla="*/ 1467803 w 1468442"/>
              <a:gd name="connsiteY5" fmla="*/ 1457840 h 1547812"/>
              <a:gd name="connsiteX6" fmla="*/ 1468279 w 1468442"/>
              <a:gd name="connsiteY6" fmla="*/ 1472764 h 1547812"/>
              <a:gd name="connsiteX7" fmla="*/ 1468439 w 1468442"/>
              <a:gd name="connsiteY7" fmla="*/ 1487647 h 1547812"/>
              <a:gd name="connsiteX8" fmla="*/ 1409546 w 1468442"/>
              <a:gd name="connsiteY8" fmla="*/ 1547809 h 1547812"/>
              <a:gd name="connsiteX9" fmla="*/ 1408908 w 1468442"/>
              <a:gd name="connsiteY9" fmla="*/ 1547813 h 1547812"/>
              <a:gd name="connsiteX10" fmla="*/ 59531 w 1468442"/>
              <a:gd name="connsiteY10" fmla="*/ 1547813 h 1547812"/>
              <a:gd name="connsiteX11" fmla="*/ 0 w 1468442"/>
              <a:gd name="connsiteY11" fmla="*/ 1488281 h 1547812"/>
              <a:gd name="connsiteX12" fmla="*/ 315437 w 1468442"/>
              <a:gd name="connsiteY12" fmla="*/ 885072 h 1547812"/>
              <a:gd name="connsiteX13" fmla="*/ 323374 w 1468442"/>
              <a:gd name="connsiteY13" fmla="*/ 879673 h 1547812"/>
              <a:gd name="connsiteX14" fmla="*/ 318016 w 1468442"/>
              <a:gd name="connsiteY14" fmla="*/ 873243 h 1547812"/>
              <a:gd name="connsiteX15" fmla="*/ 198637 w 1468442"/>
              <a:gd name="connsiteY15" fmla="*/ 550783 h 1547812"/>
              <a:gd name="connsiteX16" fmla="*/ 198438 w 1468442"/>
              <a:gd name="connsiteY16" fmla="*/ 535781 h 1547812"/>
              <a:gd name="connsiteX17" fmla="*/ 734219 w 1468442"/>
              <a:gd name="connsiteY17" fmla="*/ 0 h 1547812"/>
              <a:gd name="connsiteX18" fmla="*/ 635001 w 1468442"/>
              <a:gd name="connsiteY18" fmla="*/ 535781 h 1547812"/>
              <a:gd name="connsiteX19" fmla="*/ 515939 w 1468442"/>
              <a:gd name="connsiteY19" fmla="*/ 535781 h 1547812"/>
              <a:gd name="connsiteX20" fmla="*/ 516097 w 1468442"/>
              <a:gd name="connsiteY20" fmla="*/ 544553 h 1547812"/>
              <a:gd name="connsiteX21" fmla="*/ 742531 w 1468442"/>
              <a:gd name="connsiteY21" fmla="*/ 754365 h 1547812"/>
              <a:gd name="connsiteX22" fmla="*/ 952500 w 1468442"/>
              <a:gd name="connsiteY22" fmla="*/ 535781 h 1547812"/>
              <a:gd name="connsiteX23" fmla="*/ 833438 w 1468442"/>
              <a:gd name="connsiteY23" fmla="*/ 535781 h 1547812"/>
              <a:gd name="connsiteX24" fmla="*/ 833240 w 1468442"/>
              <a:gd name="connsiteY24" fmla="*/ 542291 h 1547812"/>
              <a:gd name="connsiteX25" fmla="*/ 727952 w 1468442"/>
              <a:gd name="connsiteY25" fmla="*/ 635044 h 1547812"/>
              <a:gd name="connsiteX26" fmla="*/ 635001 w 1468442"/>
              <a:gd name="connsiteY26" fmla="*/ 535781 h 1547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468442" h="1547812">
                <a:moveTo>
                  <a:pt x="734219" y="0"/>
                </a:moveTo>
                <a:cubicBezTo>
                  <a:pt x="1030129" y="0"/>
                  <a:pt x="1270001" y="239872"/>
                  <a:pt x="1270001" y="535781"/>
                </a:cubicBezTo>
                <a:cubicBezTo>
                  <a:pt x="1270001" y="660916"/>
                  <a:pt x="1226820" y="779184"/>
                  <a:pt x="1150423" y="873243"/>
                </a:cubicBezTo>
                <a:lnTo>
                  <a:pt x="1145024" y="879634"/>
                </a:lnTo>
                <a:lnTo>
                  <a:pt x="1152804" y="884952"/>
                </a:lnTo>
                <a:cubicBezTo>
                  <a:pt x="1341741" y="1016035"/>
                  <a:pt x="1458333" y="1228080"/>
                  <a:pt x="1467803" y="1457840"/>
                </a:cubicBezTo>
                <a:lnTo>
                  <a:pt x="1468279" y="1472764"/>
                </a:lnTo>
                <a:lnTo>
                  <a:pt x="1468439" y="1487647"/>
                </a:lnTo>
                <a:cubicBezTo>
                  <a:pt x="1468789" y="1520523"/>
                  <a:pt x="1442422" y="1547459"/>
                  <a:pt x="1409546" y="1547809"/>
                </a:cubicBezTo>
                <a:cubicBezTo>
                  <a:pt x="1409332" y="1547811"/>
                  <a:pt x="1409120" y="1547813"/>
                  <a:pt x="1408908" y="1547813"/>
                </a:cubicBezTo>
                <a:lnTo>
                  <a:pt x="59531" y="1547813"/>
                </a:lnTo>
                <a:cubicBezTo>
                  <a:pt x="26653" y="1547813"/>
                  <a:pt x="0" y="1521159"/>
                  <a:pt x="0" y="1488281"/>
                </a:cubicBezTo>
                <a:cubicBezTo>
                  <a:pt x="0" y="1243647"/>
                  <a:pt x="120729" y="1020366"/>
                  <a:pt x="315437" y="885072"/>
                </a:cubicBezTo>
                <a:lnTo>
                  <a:pt x="323374" y="879673"/>
                </a:lnTo>
                <a:lnTo>
                  <a:pt x="318016" y="873243"/>
                </a:lnTo>
                <a:cubicBezTo>
                  <a:pt x="243753" y="781863"/>
                  <a:pt x="201783" y="668493"/>
                  <a:pt x="198637" y="550783"/>
                </a:cubicBezTo>
                <a:lnTo>
                  <a:pt x="198438" y="535781"/>
                </a:lnTo>
                <a:cubicBezTo>
                  <a:pt x="198438" y="239872"/>
                  <a:pt x="438310" y="0"/>
                  <a:pt x="734219" y="0"/>
                </a:cubicBezTo>
                <a:close/>
                <a:moveTo>
                  <a:pt x="635001" y="535781"/>
                </a:moveTo>
                <a:lnTo>
                  <a:pt x="515939" y="535781"/>
                </a:lnTo>
                <a:lnTo>
                  <a:pt x="516097" y="544553"/>
                </a:lnTo>
                <a:cubicBezTo>
                  <a:pt x="520686" y="665018"/>
                  <a:pt x="622064" y="758955"/>
                  <a:pt x="742531" y="754365"/>
                </a:cubicBezTo>
                <a:cubicBezTo>
                  <a:pt x="859944" y="749891"/>
                  <a:pt x="952749" y="653279"/>
                  <a:pt x="952500" y="535781"/>
                </a:cubicBezTo>
                <a:lnTo>
                  <a:pt x="833438" y="535781"/>
                </a:lnTo>
                <a:lnTo>
                  <a:pt x="833240" y="542291"/>
                </a:lnTo>
                <a:cubicBezTo>
                  <a:pt x="829778" y="596978"/>
                  <a:pt x="782639" y="638504"/>
                  <a:pt x="727952" y="635044"/>
                </a:cubicBezTo>
                <a:cubicBezTo>
                  <a:pt x="675600" y="631729"/>
                  <a:pt x="634873" y="588238"/>
                  <a:pt x="635001" y="53578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图形 28"/>
          <p:cNvSpPr/>
          <p:nvPr/>
        </p:nvSpPr>
        <p:spPr>
          <a:xfrm>
            <a:off x="724598" y="4173387"/>
            <a:ext cx="309176" cy="309175"/>
          </a:xfrm>
          <a:custGeom>
            <a:avLst/>
            <a:gdLst>
              <a:gd name="connsiteX0" fmla="*/ 353878 w 1542145"/>
              <a:gd name="connsiteY0" fmla="*/ 1164908 h 1542142"/>
              <a:gd name="connsiteX1" fmla="*/ 638585 w 1542145"/>
              <a:gd name="connsiteY1" fmla="*/ 1535838 h 1542142"/>
              <a:gd name="connsiteX2" fmla="*/ 623798 w 1542145"/>
              <a:gd name="connsiteY2" fmla="*/ 1542143 h 1542142"/>
              <a:gd name="connsiteX3" fmla="*/ 193814 w 1542145"/>
              <a:gd name="connsiteY3" fmla="*/ 1291771 h 1542142"/>
              <a:gd name="connsiteX4" fmla="*/ 346984 w 1542145"/>
              <a:gd name="connsiteY4" fmla="*/ 1169125 h 1542142"/>
              <a:gd name="connsiteX5" fmla="*/ 1188268 w 1542145"/>
              <a:gd name="connsiteY5" fmla="*/ 1164908 h 1542142"/>
              <a:gd name="connsiteX6" fmla="*/ 1348288 w 1542145"/>
              <a:gd name="connsiteY6" fmla="*/ 1291771 h 1542142"/>
              <a:gd name="connsiteX7" fmla="*/ 918348 w 1542145"/>
              <a:gd name="connsiteY7" fmla="*/ 1542143 h 1542142"/>
              <a:gd name="connsiteX8" fmla="*/ 903562 w 1542145"/>
              <a:gd name="connsiteY8" fmla="*/ 1535884 h 1542142"/>
              <a:gd name="connsiteX9" fmla="*/ 1183188 w 1542145"/>
              <a:gd name="connsiteY9" fmla="*/ 1176338 h 1542142"/>
              <a:gd name="connsiteX10" fmla="*/ 771073 w 1542145"/>
              <a:gd name="connsiteY10" fmla="*/ 1048204 h 1542142"/>
              <a:gd name="connsiteX11" fmla="*/ 1065803 w 1542145"/>
              <a:gd name="connsiteY11" fmla="*/ 1104084 h 1542142"/>
              <a:gd name="connsiteX12" fmla="*/ 771073 w 1542145"/>
              <a:gd name="connsiteY12" fmla="*/ 1462586 h 1542142"/>
              <a:gd name="connsiteX13" fmla="*/ 476343 w 1542145"/>
              <a:gd name="connsiteY13" fmla="*/ 1104084 h 1542142"/>
              <a:gd name="connsiteX14" fmla="*/ 771073 w 1542145"/>
              <a:gd name="connsiteY14" fmla="*/ 1048294 h 1542142"/>
              <a:gd name="connsiteX15" fmla="*/ 112170 w 1542145"/>
              <a:gd name="connsiteY15" fmla="*/ 362903 h 1542142"/>
              <a:gd name="connsiteX16" fmla="*/ 307070 w 1542145"/>
              <a:gd name="connsiteY16" fmla="*/ 509768 h 1542142"/>
              <a:gd name="connsiteX17" fmla="*/ 272146 w 1542145"/>
              <a:gd name="connsiteY17" fmla="*/ 771071 h 1542142"/>
              <a:gd name="connsiteX18" fmla="*/ 307070 w 1542145"/>
              <a:gd name="connsiteY18" fmla="*/ 1032328 h 1542142"/>
              <a:gd name="connsiteX19" fmla="*/ 112215 w 1542145"/>
              <a:gd name="connsiteY19" fmla="*/ 1179287 h 1542142"/>
              <a:gd name="connsiteX20" fmla="*/ 2 w 1542145"/>
              <a:gd name="connsiteY20" fmla="*/ 771071 h 1542142"/>
              <a:gd name="connsiteX21" fmla="*/ 105276 w 1542145"/>
              <a:gd name="connsiteY21" fmla="*/ 374649 h 1542142"/>
              <a:gd name="connsiteX22" fmla="*/ 1542144 w 1542145"/>
              <a:gd name="connsiteY22" fmla="*/ 771071 h 1542142"/>
              <a:gd name="connsiteX23" fmla="*/ 1429976 w 1542145"/>
              <a:gd name="connsiteY23" fmla="*/ 1179287 h 1542142"/>
              <a:gd name="connsiteX24" fmla="*/ 1235077 w 1542145"/>
              <a:gd name="connsiteY24" fmla="*/ 1032328 h 1542142"/>
              <a:gd name="connsiteX25" fmla="*/ 1270001 w 1542145"/>
              <a:gd name="connsiteY25" fmla="*/ 771071 h 1542142"/>
              <a:gd name="connsiteX26" fmla="*/ 1235077 w 1542145"/>
              <a:gd name="connsiteY26" fmla="*/ 509815 h 1542142"/>
              <a:gd name="connsiteX27" fmla="*/ 1429932 w 1542145"/>
              <a:gd name="connsiteY27" fmla="*/ 362856 h 1542142"/>
              <a:gd name="connsiteX28" fmla="*/ 1542144 w 1542145"/>
              <a:gd name="connsiteY28" fmla="*/ 771071 h 1542142"/>
              <a:gd name="connsiteX29" fmla="*/ 1109756 w 1542145"/>
              <a:gd name="connsiteY29" fmla="*/ 569324 h 1542142"/>
              <a:gd name="connsiteX30" fmla="*/ 1133931 w 1542145"/>
              <a:gd name="connsiteY30" fmla="*/ 771071 h 1542142"/>
              <a:gd name="connsiteX31" fmla="*/ 1109756 w 1542145"/>
              <a:gd name="connsiteY31" fmla="*/ 972775 h 1542142"/>
              <a:gd name="connsiteX32" fmla="*/ 771073 w 1542145"/>
              <a:gd name="connsiteY32" fmla="*/ 909683 h 1542142"/>
              <a:gd name="connsiteX33" fmla="*/ 432391 w 1542145"/>
              <a:gd name="connsiteY33" fmla="*/ 972819 h 1542142"/>
              <a:gd name="connsiteX34" fmla="*/ 408215 w 1542145"/>
              <a:gd name="connsiteY34" fmla="*/ 771071 h 1542142"/>
              <a:gd name="connsiteX35" fmla="*/ 432391 w 1542145"/>
              <a:gd name="connsiteY35" fmla="*/ 569368 h 1542142"/>
              <a:gd name="connsiteX36" fmla="*/ 771073 w 1542145"/>
              <a:gd name="connsiteY36" fmla="*/ 632460 h 1542142"/>
              <a:gd name="connsiteX37" fmla="*/ 1100367 w 1542145"/>
              <a:gd name="connsiteY37" fmla="*/ 572951 h 1542142"/>
              <a:gd name="connsiteX38" fmla="*/ 771073 w 1542145"/>
              <a:gd name="connsiteY38" fmla="*/ 79556 h 1542142"/>
              <a:gd name="connsiteX39" fmla="*/ 1065759 w 1542145"/>
              <a:gd name="connsiteY39" fmla="*/ 438059 h 1542142"/>
              <a:gd name="connsiteX40" fmla="*/ 771073 w 1542145"/>
              <a:gd name="connsiteY40" fmla="*/ 493849 h 1542142"/>
              <a:gd name="connsiteX41" fmla="*/ 476343 w 1542145"/>
              <a:gd name="connsiteY41" fmla="*/ 438015 h 1542142"/>
              <a:gd name="connsiteX42" fmla="*/ 765267 w 1542145"/>
              <a:gd name="connsiteY42" fmla="*/ 83549 h 1542142"/>
              <a:gd name="connsiteX43" fmla="*/ 623663 w 1542145"/>
              <a:gd name="connsiteY43" fmla="*/ 45 h 1542142"/>
              <a:gd name="connsiteX44" fmla="*/ 638493 w 1542145"/>
              <a:gd name="connsiteY44" fmla="*/ 6305 h 1542142"/>
              <a:gd name="connsiteX45" fmla="*/ 353878 w 1542145"/>
              <a:gd name="connsiteY45" fmla="*/ 377326 h 1542142"/>
              <a:gd name="connsiteX46" fmla="*/ 193767 w 1542145"/>
              <a:gd name="connsiteY46" fmla="*/ 250372 h 1542142"/>
              <a:gd name="connsiteX47" fmla="*/ 623754 w 1542145"/>
              <a:gd name="connsiteY47" fmla="*/ 0 h 1542142"/>
              <a:gd name="connsiteX48" fmla="*/ 1348244 w 1542145"/>
              <a:gd name="connsiteY48" fmla="*/ 250326 h 1542142"/>
              <a:gd name="connsiteX49" fmla="*/ 1342482 w 1542145"/>
              <a:gd name="connsiteY49" fmla="*/ 256223 h 1542142"/>
              <a:gd name="connsiteX50" fmla="*/ 1188224 w 1542145"/>
              <a:gd name="connsiteY50" fmla="*/ 377235 h 1542142"/>
              <a:gd name="connsiteX51" fmla="*/ 903562 w 1542145"/>
              <a:gd name="connsiteY51" fmla="*/ 6259 h 1542142"/>
              <a:gd name="connsiteX52" fmla="*/ 918348 w 1542145"/>
              <a:gd name="connsiteY52" fmla="*/ 0 h 1542142"/>
              <a:gd name="connsiteX53" fmla="*/ 1348244 w 1542145"/>
              <a:gd name="connsiteY53" fmla="*/ 250372 h 154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542145" h="1542142">
                <a:moveTo>
                  <a:pt x="353878" y="1164908"/>
                </a:moveTo>
                <a:cubicBezTo>
                  <a:pt x="417139" y="1309902"/>
                  <a:pt x="514877" y="1437239"/>
                  <a:pt x="638585" y="1535838"/>
                </a:cubicBezTo>
                <a:cubicBezTo>
                  <a:pt x="633686" y="1537970"/>
                  <a:pt x="628743" y="1540102"/>
                  <a:pt x="623798" y="1542143"/>
                </a:cubicBezTo>
                <a:cubicBezTo>
                  <a:pt x="454026" y="1508669"/>
                  <a:pt x="304121" y="1418545"/>
                  <a:pt x="193814" y="1291771"/>
                </a:cubicBezTo>
                <a:cubicBezTo>
                  <a:pt x="239777" y="1244907"/>
                  <a:pt x="291203" y="1203730"/>
                  <a:pt x="346984" y="1169125"/>
                </a:cubicBezTo>
                <a:close/>
                <a:moveTo>
                  <a:pt x="1188268" y="1164908"/>
                </a:moveTo>
                <a:cubicBezTo>
                  <a:pt x="1246674" y="1200379"/>
                  <a:pt x="1300429" y="1242996"/>
                  <a:pt x="1348288" y="1291771"/>
                </a:cubicBezTo>
                <a:cubicBezTo>
                  <a:pt x="1238025" y="1418545"/>
                  <a:pt x="1088120" y="1508669"/>
                  <a:pt x="918348" y="1542143"/>
                </a:cubicBezTo>
                <a:lnTo>
                  <a:pt x="903562" y="1535884"/>
                </a:lnTo>
                <a:cubicBezTo>
                  <a:pt x="1023958" y="1439900"/>
                  <a:pt x="1119804" y="1316660"/>
                  <a:pt x="1183188" y="1176338"/>
                </a:cubicBezTo>
                <a:close/>
                <a:moveTo>
                  <a:pt x="771073" y="1048204"/>
                </a:moveTo>
                <a:cubicBezTo>
                  <a:pt x="874987" y="1048204"/>
                  <a:pt x="974363" y="1067980"/>
                  <a:pt x="1065803" y="1104084"/>
                </a:cubicBezTo>
                <a:cubicBezTo>
                  <a:pt x="1003589" y="1249143"/>
                  <a:pt x="901361" y="1373491"/>
                  <a:pt x="771073" y="1462586"/>
                </a:cubicBezTo>
                <a:cubicBezTo>
                  <a:pt x="640782" y="1373496"/>
                  <a:pt x="538552" y="1249147"/>
                  <a:pt x="476343" y="1104084"/>
                </a:cubicBezTo>
                <a:cubicBezTo>
                  <a:pt x="570198" y="1067102"/>
                  <a:pt x="670194" y="1048175"/>
                  <a:pt x="771073" y="1048294"/>
                </a:cubicBezTo>
                <a:close/>
                <a:moveTo>
                  <a:pt x="112170" y="362903"/>
                </a:moveTo>
                <a:cubicBezTo>
                  <a:pt x="170602" y="419977"/>
                  <a:pt x="236101" y="469334"/>
                  <a:pt x="307070" y="509768"/>
                </a:cubicBezTo>
                <a:cubicBezTo>
                  <a:pt x="283806" y="594919"/>
                  <a:pt x="272060" y="682802"/>
                  <a:pt x="272146" y="771071"/>
                </a:cubicBezTo>
                <a:cubicBezTo>
                  <a:pt x="272146" y="861604"/>
                  <a:pt x="284301" y="949234"/>
                  <a:pt x="307070" y="1032328"/>
                </a:cubicBezTo>
                <a:cubicBezTo>
                  <a:pt x="236112" y="1072798"/>
                  <a:pt x="170630" y="1122185"/>
                  <a:pt x="112215" y="1179287"/>
                </a:cubicBezTo>
                <a:cubicBezTo>
                  <a:pt x="38489" y="1055906"/>
                  <a:pt x="-300" y="914800"/>
                  <a:pt x="2" y="771071"/>
                </a:cubicBezTo>
                <a:cubicBezTo>
                  <a:pt x="2" y="626474"/>
                  <a:pt x="38374" y="491036"/>
                  <a:pt x="105276" y="374649"/>
                </a:cubicBezTo>
                <a:close/>
                <a:moveTo>
                  <a:pt x="1542144" y="771071"/>
                </a:moveTo>
                <a:cubicBezTo>
                  <a:pt x="1542144" y="920569"/>
                  <a:pt x="1501142" y="1060313"/>
                  <a:pt x="1429976" y="1179287"/>
                </a:cubicBezTo>
                <a:cubicBezTo>
                  <a:pt x="1371556" y="1122174"/>
                  <a:pt x="1306055" y="1072787"/>
                  <a:pt x="1235077" y="1032328"/>
                </a:cubicBezTo>
                <a:cubicBezTo>
                  <a:pt x="1258336" y="947195"/>
                  <a:pt x="1270083" y="859327"/>
                  <a:pt x="1270001" y="771071"/>
                </a:cubicBezTo>
                <a:cubicBezTo>
                  <a:pt x="1270001" y="680539"/>
                  <a:pt x="1257845" y="592909"/>
                  <a:pt x="1235077" y="509815"/>
                </a:cubicBezTo>
                <a:cubicBezTo>
                  <a:pt x="1306034" y="469345"/>
                  <a:pt x="1371517" y="419958"/>
                  <a:pt x="1429932" y="362856"/>
                </a:cubicBezTo>
                <a:cubicBezTo>
                  <a:pt x="1503644" y="486242"/>
                  <a:pt x="1542433" y="627344"/>
                  <a:pt x="1542144" y="771071"/>
                </a:cubicBezTo>
                <a:close/>
                <a:moveTo>
                  <a:pt x="1109756" y="569324"/>
                </a:moveTo>
                <a:cubicBezTo>
                  <a:pt x="1125539" y="633911"/>
                  <a:pt x="1133931" y="701494"/>
                  <a:pt x="1133931" y="771071"/>
                </a:cubicBezTo>
                <a:cubicBezTo>
                  <a:pt x="1133931" y="840649"/>
                  <a:pt x="1125539" y="908232"/>
                  <a:pt x="1109756" y="972775"/>
                </a:cubicBezTo>
                <a:cubicBezTo>
                  <a:pt x="1001744" y="930948"/>
                  <a:pt x="886901" y="909554"/>
                  <a:pt x="771073" y="909683"/>
                </a:cubicBezTo>
                <a:cubicBezTo>
                  <a:pt x="651784" y="909683"/>
                  <a:pt x="537620" y="931999"/>
                  <a:pt x="432391" y="972819"/>
                </a:cubicBezTo>
                <a:cubicBezTo>
                  <a:pt x="416276" y="906782"/>
                  <a:pt x="408160" y="839047"/>
                  <a:pt x="408215" y="771071"/>
                </a:cubicBezTo>
                <a:cubicBezTo>
                  <a:pt x="408215" y="701494"/>
                  <a:pt x="416607" y="633911"/>
                  <a:pt x="432391" y="569368"/>
                </a:cubicBezTo>
                <a:cubicBezTo>
                  <a:pt x="537620" y="610190"/>
                  <a:pt x="651784" y="632460"/>
                  <a:pt x="771073" y="632460"/>
                </a:cubicBezTo>
                <a:cubicBezTo>
                  <a:pt x="886824" y="632460"/>
                  <a:pt x="997724" y="611459"/>
                  <a:pt x="1100367" y="572951"/>
                </a:cubicBezTo>
                <a:close/>
                <a:moveTo>
                  <a:pt x="771073" y="79556"/>
                </a:moveTo>
                <a:cubicBezTo>
                  <a:pt x="901348" y="168652"/>
                  <a:pt x="1003561" y="293002"/>
                  <a:pt x="1065759" y="438059"/>
                </a:cubicBezTo>
                <a:cubicBezTo>
                  <a:pt x="971917" y="475036"/>
                  <a:pt x="871938" y="493963"/>
                  <a:pt x="771073" y="493849"/>
                </a:cubicBezTo>
                <a:cubicBezTo>
                  <a:pt x="667160" y="493849"/>
                  <a:pt x="567783" y="474118"/>
                  <a:pt x="476343" y="438015"/>
                </a:cubicBezTo>
                <a:cubicBezTo>
                  <a:pt x="537623" y="295175"/>
                  <a:pt x="637719" y="172373"/>
                  <a:pt x="765267" y="83549"/>
                </a:cubicBezTo>
                <a:close/>
                <a:moveTo>
                  <a:pt x="623663" y="45"/>
                </a:moveTo>
                <a:lnTo>
                  <a:pt x="638493" y="6305"/>
                </a:lnTo>
                <a:cubicBezTo>
                  <a:pt x="514802" y="104935"/>
                  <a:pt x="417095" y="232304"/>
                  <a:pt x="353878" y="377326"/>
                </a:cubicBezTo>
                <a:cubicBezTo>
                  <a:pt x="295435" y="341833"/>
                  <a:pt x="241649" y="299186"/>
                  <a:pt x="193767" y="250372"/>
                </a:cubicBezTo>
                <a:cubicBezTo>
                  <a:pt x="304121" y="123643"/>
                  <a:pt x="454026" y="33474"/>
                  <a:pt x="623754" y="0"/>
                </a:cubicBezTo>
                <a:close/>
                <a:moveTo>
                  <a:pt x="1348244" y="250326"/>
                </a:moveTo>
                <a:lnTo>
                  <a:pt x="1342482" y="256223"/>
                </a:lnTo>
                <a:cubicBezTo>
                  <a:pt x="1296079" y="302575"/>
                  <a:pt x="1244291" y="343204"/>
                  <a:pt x="1188224" y="377235"/>
                </a:cubicBezTo>
                <a:cubicBezTo>
                  <a:pt x="1124959" y="232241"/>
                  <a:pt x="1027242" y="104894"/>
                  <a:pt x="903562" y="6259"/>
                </a:cubicBezTo>
                <a:cubicBezTo>
                  <a:pt x="908460" y="4128"/>
                  <a:pt x="913403" y="2041"/>
                  <a:pt x="918348" y="0"/>
                </a:cubicBezTo>
                <a:cubicBezTo>
                  <a:pt x="1088073" y="33474"/>
                  <a:pt x="1237981" y="123643"/>
                  <a:pt x="1348244" y="250372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图形 30"/>
          <p:cNvSpPr/>
          <p:nvPr/>
        </p:nvSpPr>
        <p:spPr>
          <a:xfrm>
            <a:off x="724599" y="2687054"/>
            <a:ext cx="309175" cy="290988"/>
          </a:xfrm>
          <a:custGeom>
            <a:avLst/>
            <a:gdLst>
              <a:gd name="connsiteX0" fmla="*/ 1542143 w 1542142"/>
              <a:gd name="connsiteY0" fmla="*/ 0 h 1451427"/>
              <a:gd name="connsiteX1" fmla="*/ 1542143 w 1542142"/>
              <a:gd name="connsiteY1" fmla="*/ 136072 h 1451427"/>
              <a:gd name="connsiteX2" fmla="*/ 1451428 w 1542142"/>
              <a:gd name="connsiteY2" fmla="*/ 136072 h 1451427"/>
              <a:gd name="connsiteX3" fmla="*/ 1451428 w 1542142"/>
              <a:gd name="connsiteY3" fmla="*/ 1043214 h 1451427"/>
              <a:gd name="connsiteX4" fmla="*/ 1305651 w 1542142"/>
              <a:gd name="connsiteY4" fmla="*/ 1179286 h 1451427"/>
              <a:gd name="connsiteX5" fmla="*/ 988106 w 1542142"/>
              <a:gd name="connsiteY5" fmla="*/ 1179286 h 1451427"/>
              <a:gd name="connsiteX6" fmla="*/ 1229950 w 1542142"/>
              <a:gd name="connsiteY6" fmla="*/ 1451428 h 1451427"/>
              <a:gd name="connsiteX7" fmla="*/ 1047886 w 1542142"/>
              <a:gd name="connsiteY7" fmla="*/ 1451428 h 1451427"/>
              <a:gd name="connsiteX8" fmla="*/ 805996 w 1542142"/>
              <a:gd name="connsiteY8" fmla="*/ 1179286 h 1451427"/>
              <a:gd name="connsiteX9" fmla="*/ 781413 w 1542142"/>
              <a:gd name="connsiteY9" fmla="*/ 1179286 h 1451427"/>
              <a:gd name="connsiteX10" fmla="*/ 539569 w 1542142"/>
              <a:gd name="connsiteY10" fmla="*/ 1451428 h 1451427"/>
              <a:gd name="connsiteX11" fmla="*/ 357551 w 1542142"/>
              <a:gd name="connsiteY11" fmla="*/ 1451428 h 1451427"/>
              <a:gd name="connsiteX12" fmla="*/ 599350 w 1542142"/>
              <a:gd name="connsiteY12" fmla="*/ 1179286 h 1451427"/>
              <a:gd name="connsiteX13" fmla="*/ 236492 w 1542142"/>
              <a:gd name="connsiteY13" fmla="*/ 1179286 h 1451427"/>
              <a:gd name="connsiteX14" fmla="*/ 90715 w 1542142"/>
              <a:gd name="connsiteY14" fmla="*/ 1043214 h 1451427"/>
              <a:gd name="connsiteX15" fmla="*/ 90715 w 1542142"/>
              <a:gd name="connsiteY15" fmla="*/ 136072 h 1451427"/>
              <a:gd name="connsiteX16" fmla="*/ 0 w 1542142"/>
              <a:gd name="connsiteY16" fmla="*/ 136072 h 1451427"/>
              <a:gd name="connsiteX17" fmla="*/ 0 w 1542142"/>
              <a:gd name="connsiteY17" fmla="*/ 0 h 1451427"/>
              <a:gd name="connsiteX18" fmla="*/ 1542143 w 1542142"/>
              <a:gd name="connsiteY18" fmla="*/ 0 h 1451427"/>
              <a:gd name="connsiteX19" fmla="*/ 544285 w 1542142"/>
              <a:gd name="connsiteY19" fmla="*/ 634999 h 1451427"/>
              <a:gd name="connsiteX20" fmla="*/ 408214 w 1542142"/>
              <a:gd name="connsiteY20" fmla="*/ 634999 h 1451427"/>
              <a:gd name="connsiteX21" fmla="*/ 408214 w 1542142"/>
              <a:gd name="connsiteY21" fmla="*/ 771071 h 1451427"/>
              <a:gd name="connsiteX22" fmla="*/ 544285 w 1542142"/>
              <a:gd name="connsiteY22" fmla="*/ 771071 h 1451427"/>
              <a:gd name="connsiteX23" fmla="*/ 544285 w 1542142"/>
              <a:gd name="connsiteY23" fmla="*/ 634999 h 1451427"/>
              <a:gd name="connsiteX24" fmla="*/ 1133929 w 1542142"/>
              <a:gd name="connsiteY24" fmla="*/ 634999 h 1451427"/>
              <a:gd name="connsiteX25" fmla="*/ 635000 w 1542142"/>
              <a:gd name="connsiteY25" fmla="*/ 634999 h 1451427"/>
              <a:gd name="connsiteX26" fmla="*/ 635000 w 1542142"/>
              <a:gd name="connsiteY26" fmla="*/ 771071 h 1451427"/>
              <a:gd name="connsiteX27" fmla="*/ 1133929 w 1542142"/>
              <a:gd name="connsiteY27" fmla="*/ 771071 h 1451427"/>
              <a:gd name="connsiteX28" fmla="*/ 1133929 w 1542142"/>
              <a:gd name="connsiteY28" fmla="*/ 634999 h 1451427"/>
              <a:gd name="connsiteX29" fmla="*/ 1133929 w 1542142"/>
              <a:gd name="connsiteY29" fmla="*/ 408213 h 1451427"/>
              <a:gd name="connsiteX30" fmla="*/ 635000 w 1542142"/>
              <a:gd name="connsiteY30" fmla="*/ 408213 h 1451427"/>
              <a:gd name="connsiteX31" fmla="*/ 635000 w 1542142"/>
              <a:gd name="connsiteY31" fmla="*/ 544285 h 1451427"/>
              <a:gd name="connsiteX32" fmla="*/ 1133929 w 1542142"/>
              <a:gd name="connsiteY32" fmla="*/ 544285 h 1451427"/>
              <a:gd name="connsiteX33" fmla="*/ 1133929 w 1542142"/>
              <a:gd name="connsiteY33" fmla="*/ 408213 h 1451427"/>
              <a:gd name="connsiteX34" fmla="*/ 544285 w 1542142"/>
              <a:gd name="connsiteY34" fmla="*/ 408213 h 1451427"/>
              <a:gd name="connsiteX35" fmla="*/ 408214 w 1542142"/>
              <a:gd name="connsiteY35" fmla="*/ 408213 h 1451427"/>
              <a:gd name="connsiteX36" fmla="*/ 408214 w 1542142"/>
              <a:gd name="connsiteY36" fmla="*/ 544285 h 1451427"/>
              <a:gd name="connsiteX37" fmla="*/ 544285 w 1542142"/>
              <a:gd name="connsiteY37" fmla="*/ 544285 h 1451427"/>
              <a:gd name="connsiteX38" fmla="*/ 544285 w 1542142"/>
              <a:gd name="connsiteY38" fmla="*/ 408213 h 1451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542142" h="1451427">
                <a:moveTo>
                  <a:pt x="1542143" y="0"/>
                </a:moveTo>
                <a:lnTo>
                  <a:pt x="1542143" y="136072"/>
                </a:lnTo>
                <a:lnTo>
                  <a:pt x="1451428" y="136072"/>
                </a:lnTo>
                <a:lnTo>
                  <a:pt x="1451428" y="1043214"/>
                </a:lnTo>
                <a:cubicBezTo>
                  <a:pt x="1451428" y="1118371"/>
                  <a:pt x="1386115" y="1179286"/>
                  <a:pt x="1305651" y="1179286"/>
                </a:cubicBezTo>
                <a:lnTo>
                  <a:pt x="988106" y="1179286"/>
                </a:lnTo>
                <a:lnTo>
                  <a:pt x="1229950" y="1451428"/>
                </a:lnTo>
                <a:lnTo>
                  <a:pt x="1047886" y="1451428"/>
                </a:lnTo>
                <a:lnTo>
                  <a:pt x="805996" y="1179286"/>
                </a:lnTo>
                <a:lnTo>
                  <a:pt x="781413" y="1179286"/>
                </a:lnTo>
                <a:lnTo>
                  <a:pt x="539569" y="1451428"/>
                </a:lnTo>
                <a:lnTo>
                  <a:pt x="357551" y="1451428"/>
                </a:lnTo>
                <a:lnTo>
                  <a:pt x="599350" y="1179286"/>
                </a:lnTo>
                <a:lnTo>
                  <a:pt x="236492" y="1179286"/>
                </a:lnTo>
                <a:cubicBezTo>
                  <a:pt x="156028" y="1179286"/>
                  <a:pt x="90715" y="1118371"/>
                  <a:pt x="90715" y="1043214"/>
                </a:cubicBezTo>
                <a:lnTo>
                  <a:pt x="90715" y="136072"/>
                </a:lnTo>
                <a:lnTo>
                  <a:pt x="0" y="136072"/>
                </a:lnTo>
                <a:lnTo>
                  <a:pt x="0" y="0"/>
                </a:lnTo>
                <a:lnTo>
                  <a:pt x="1542143" y="0"/>
                </a:lnTo>
                <a:close/>
                <a:moveTo>
                  <a:pt x="544285" y="634999"/>
                </a:moveTo>
                <a:lnTo>
                  <a:pt x="408214" y="634999"/>
                </a:lnTo>
                <a:lnTo>
                  <a:pt x="408214" y="771071"/>
                </a:lnTo>
                <a:lnTo>
                  <a:pt x="544285" y="771071"/>
                </a:lnTo>
                <a:lnTo>
                  <a:pt x="544285" y="634999"/>
                </a:lnTo>
                <a:close/>
                <a:moveTo>
                  <a:pt x="1133929" y="634999"/>
                </a:moveTo>
                <a:lnTo>
                  <a:pt x="635000" y="634999"/>
                </a:lnTo>
                <a:lnTo>
                  <a:pt x="635000" y="771071"/>
                </a:lnTo>
                <a:lnTo>
                  <a:pt x="1133929" y="771071"/>
                </a:lnTo>
                <a:lnTo>
                  <a:pt x="1133929" y="634999"/>
                </a:lnTo>
                <a:close/>
                <a:moveTo>
                  <a:pt x="1133929" y="408213"/>
                </a:moveTo>
                <a:lnTo>
                  <a:pt x="635000" y="408213"/>
                </a:lnTo>
                <a:lnTo>
                  <a:pt x="635000" y="544285"/>
                </a:lnTo>
                <a:lnTo>
                  <a:pt x="1133929" y="544285"/>
                </a:lnTo>
                <a:lnTo>
                  <a:pt x="1133929" y="408213"/>
                </a:lnTo>
                <a:close/>
                <a:moveTo>
                  <a:pt x="544285" y="408213"/>
                </a:moveTo>
                <a:lnTo>
                  <a:pt x="408214" y="408213"/>
                </a:lnTo>
                <a:lnTo>
                  <a:pt x="408214" y="544285"/>
                </a:lnTo>
                <a:lnTo>
                  <a:pt x="544285" y="544285"/>
                </a:lnTo>
                <a:lnTo>
                  <a:pt x="544285" y="408213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724030" y="1208760"/>
            <a:ext cx="310312" cy="310312"/>
            <a:chOff x="178593" y="287674"/>
            <a:chExt cx="1547813" cy="1547813"/>
          </a:xfrm>
          <a:solidFill>
            <a:schemeClr val="bg1"/>
          </a:solidFill>
        </p:grpSpPr>
        <p:sp>
          <p:nvSpPr>
            <p:cNvPr id="11" name="任意多边形: 形状 10"/>
            <p:cNvSpPr/>
            <p:nvPr/>
          </p:nvSpPr>
          <p:spPr>
            <a:xfrm>
              <a:off x="178593" y="287674"/>
              <a:ext cx="1547812" cy="1547812"/>
            </a:xfrm>
            <a:custGeom>
              <a:avLst/>
              <a:gdLst>
                <a:gd name="connsiteX0" fmla="*/ 357188 w 1547812"/>
                <a:gd name="connsiteY0" fmla="*/ 0 h 1547812"/>
                <a:gd name="connsiteX1" fmla="*/ 0 w 1547812"/>
                <a:gd name="connsiteY1" fmla="*/ 357188 h 1547812"/>
                <a:gd name="connsiteX2" fmla="*/ 357188 w 1547812"/>
                <a:gd name="connsiteY2" fmla="*/ 714375 h 1547812"/>
                <a:gd name="connsiteX3" fmla="*/ 654844 w 1547812"/>
                <a:gd name="connsiteY3" fmla="*/ 714375 h 1547812"/>
                <a:gd name="connsiteX4" fmla="*/ 714375 w 1547812"/>
                <a:gd name="connsiteY4" fmla="*/ 654844 h 1547812"/>
                <a:gd name="connsiteX5" fmla="*/ 714375 w 1547812"/>
                <a:gd name="connsiteY5" fmla="*/ 357188 h 1547812"/>
                <a:gd name="connsiteX6" fmla="*/ 357188 w 1547812"/>
                <a:gd name="connsiteY6" fmla="*/ 0 h 1547812"/>
                <a:gd name="connsiteX7" fmla="*/ 654844 w 1547812"/>
                <a:gd name="connsiteY7" fmla="*/ 833438 h 1547812"/>
                <a:gd name="connsiteX8" fmla="*/ 357188 w 1547812"/>
                <a:gd name="connsiteY8" fmla="*/ 833438 h 1547812"/>
                <a:gd name="connsiteX9" fmla="*/ 0 w 1547812"/>
                <a:gd name="connsiteY9" fmla="*/ 1190625 h 1547812"/>
                <a:gd name="connsiteX10" fmla="*/ 357188 w 1547812"/>
                <a:gd name="connsiteY10" fmla="*/ 1547813 h 1547812"/>
                <a:gd name="connsiteX11" fmla="*/ 714375 w 1547812"/>
                <a:gd name="connsiteY11" fmla="*/ 1190625 h 1547812"/>
                <a:gd name="connsiteX12" fmla="*/ 714375 w 1547812"/>
                <a:gd name="connsiteY12" fmla="*/ 892969 h 1547812"/>
                <a:gd name="connsiteX13" fmla="*/ 654844 w 1547812"/>
                <a:gd name="connsiteY13" fmla="*/ 833438 h 1547812"/>
                <a:gd name="connsiteX14" fmla="*/ 1190625 w 1547812"/>
                <a:gd name="connsiteY14" fmla="*/ 0 h 1547812"/>
                <a:gd name="connsiteX15" fmla="*/ 833438 w 1547812"/>
                <a:gd name="connsiteY15" fmla="*/ 357188 h 1547812"/>
                <a:gd name="connsiteX16" fmla="*/ 833438 w 1547812"/>
                <a:gd name="connsiteY16" fmla="*/ 654844 h 1547812"/>
                <a:gd name="connsiteX17" fmla="*/ 892969 w 1547812"/>
                <a:gd name="connsiteY17" fmla="*/ 714375 h 1547812"/>
                <a:gd name="connsiteX18" fmla="*/ 1190625 w 1547812"/>
                <a:gd name="connsiteY18" fmla="*/ 714375 h 1547812"/>
                <a:gd name="connsiteX19" fmla="*/ 1547813 w 1547812"/>
                <a:gd name="connsiteY19" fmla="*/ 357188 h 1547812"/>
                <a:gd name="connsiteX20" fmla="*/ 1190625 w 1547812"/>
                <a:gd name="connsiteY20" fmla="*/ 0 h 1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47812" h="1547812">
                  <a:moveTo>
                    <a:pt x="357188" y="0"/>
                  </a:moveTo>
                  <a:cubicBezTo>
                    <a:pt x="159918" y="0"/>
                    <a:pt x="0" y="159918"/>
                    <a:pt x="0" y="357188"/>
                  </a:cubicBezTo>
                  <a:cubicBezTo>
                    <a:pt x="0" y="554457"/>
                    <a:pt x="159918" y="714375"/>
                    <a:pt x="357188" y="714375"/>
                  </a:cubicBezTo>
                  <a:lnTo>
                    <a:pt x="654844" y="714375"/>
                  </a:lnTo>
                  <a:cubicBezTo>
                    <a:pt x="687722" y="714375"/>
                    <a:pt x="714375" y="687722"/>
                    <a:pt x="714375" y="654844"/>
                  </a:cubicBezTo>
                  <a:lnTo>
                    <a:pt x="714375" y="357188"/>
                  </a:lnTo>
                  <a:cubicBezTo>
                    <a:pt x="714375" y="159918"/>
                    <a:pt x="554457" y="0"/>
                    <a:pt x="357188" y="0"/>
                  </a:cubicBezTo>
                  <a:close/>
                  <a:moveTo>
                    <a:pt x="654844" y="833438"/>
                  </a:moveTo>
                  <a:lnTo>
                    <a:pt x="357188" y="833438"/>
                  </a:lnTo>
                  <a:cubicBezTo>
                    <a:pt x="159918" y="833438"/>
                    <a:pt x="0" y="993355"/>
                    <a:pt x="0" y="1190625"/>
                  </a:cubicBezTo>
                  <a:cubicBezTo>
                    <a:pt x="0" y="1387895"/>
                    <a:pt x="159918" y="1547813"/>
                    <a:pt x="357188" y="1547813"/>
                  </a:cubicBezTo>
                  <a:cubicBezTo>
                    <a:pt x="554457" y="1547813"/>
                    <a:pt x="714375" y="1387895"/>
                    <a:pt x="714375" y="1190625"/>
                  </a:cubicBezTo>
                  <a:lnTo>
                    <a:pt x="714375" y="892969"/>
                  </a:lnTo>
                  <a:cubicBezTo>
                    <a:pt x="714375" y="860091"/>
                    <a:pt x="687722" y="833438"/>
                    <a:pt x="654844" y="833438"/>
                  </a:cubicBezTo>
                  <a:close/>
                  <a:moveTo>
                    <a:pt x="1190625" y="0"/>
                  </a:moveTo>
                  <a:cubicBezTo>
                    <a:pt x="993355" y="0"/>
                    <a:pt x="833438" y="159918"/>
                    <a:pt x="833438" y="357188"/>
                  </a:cubicBezTo>
                  <a:lnTo>
                    <a:pt x="833438" y="654844"/>
                  </a:lnTo>
                  <a:cubicBezTo>
                    <a:pt x="833438" y="687722"/>
                    <a:pt x="860091" y="714375"/>
                    <a:pt x="892969" y="714375"/>
                  </a:cubicBezTo>
                  <a:lnTo>
                    <a:pt x="1190625" y="714375"/>
                  </a:lnTo>
                  <a:cubicBezTo>
                    <a:pt x="1387895" y="714375"/>
                    <a:pt x="1547813" y="554457"/>
                    <a:pt x="1547813" y="357188"/>
                  </a:cubicBezTo>
                  <a:cubicBezTo>
                    <a:pt x="1547813" y="159918"/>
                    <a:pt x="1387895" y="0"/>
                    <a:pt x="1190625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1012031" y="1121112"/>
              <a:ext cx="714375" cy="714375"/>
            </a:xfrm>
            <a:custGeom>
              <a:avLst/>
              <a:gdLst>
                <a:gd name="connsiteX0" fmla="*/ 357188 w 714375"/>
                <a:gd name="connsiteY0" fmla="*/ 0 h 714375"/>
                <a:gd name="connsiteX1" fmla="*/ 59531 w 714375"/>
                <a:gd name="connsiteY1" fmla="*/ 0 h 714375"/>
                <a:gd name="connsiteX2" fmla="*/ 0 w 714375"/>
                <a:gd name="connsiteY2" fmla="*/ 59531 h 714375"/>
                <a:gd name="connsiteX3" fmla="*/ 0 w 714375"/>
                <a:gd name="connsiteY3" fmla="*/ 357188 h 714375"/>
                <a:gd name="connsiteX4" fmla="*/ 357188 w 714375"/>
                <a:gd name="connsiteY4" fmla="*/ 714375 h 714375"/>
                <a:gd name="connsiteX5" fmla="*/ 714375 w 714375"/>
                <a:gd name="connsiteY5" fmla="*/ 357188 h 714375"/>
                <a:gd name="connsiteX6" fmla="*/ 357188 w 714375"/>
                <a:gd name="connsiteY6" fmla="*/ 0 h 71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4375" h="714375">
                  <a:moveTo>
                    <a:pt x="357188" y="0"/>
                  </a:moveTo>
                  <a:lnTo>
                    <a:pt x="59531" y="0"/>
                  </a:lnTo>
                  <a:cubicBezTo>
                    <a:pt x="26653" y="0"/>
                    <a:pt x="0" y="26653"/>
                    <a:pt x="0" y="59531"/>
                  </a:cubicBezTo>
                  <a:lnTo>
                    <a:pt x="0" y="357188"/>
                  </a:lnTo>
                  <a:cubicBezTo>
                    <a:pt x="0" y="554457"/>
                    <a:pt x="159918" y="714375"/>
                    <a:pt x="357188" y="714375"/>
                  </a:cubicBezTo>
                  <a:cubicBezTo>
                    <a:pt x="554457" y="714375"/>
                    <a:pt x="714375" y="554457"/>
                    <a:pt x="714375" y="357188"/>
                  </a:cubicBezTo>
                  <a:cubicBezTo>
                    <a:pt x="714375" y="159918"/>
                    <a:pt x="554457" y="0"/>
                    <a:pt x="357188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cxnSp>
        <p:nvCxnSpPr>
          <p:cNvPr id="14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3545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数据图表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营收财务分析</a:t>
            </a:r>
          </a:p>
        </p:txBody>
      </p:sp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230161" y="738505"/>
            <a:ext cx="2694015" cy="13162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358417" y="1500459"/>
            <a:ext cx="13179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旺季（Q4）营收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358417" y="1015348"/>
            <a:ext cx="10839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1.2亿​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6253771" y="738770"/>
            <a:ext cx="2694015" cy="13162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6"/>
            </p:custDataLst>
          </p:nvPr>
        </p:nvSpPr>
        <p:spPr>
          <a:xfrm>
            <a:off x="6382027" y="1501359"/>
            <a:ext cx="126188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售后业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务营收涨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文本框 18"/>
          <p:cNvSpPr txBox="1"/>
          <p:nvPr>
            <p:custDataLst>
              <p:tags r:id="rId7"/>
            </p:custDataLst>
          </p:nvPr>
        </p:nvSpPr>
        <p:spPr>
          <a:xfrm>
            <a:off x="6382027" y="1016248"/>
            <a:ext cx="10342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 20%​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>
            <a:off x="3241966" y="738320"/>
            <a:ext cx="2694015" cy="1316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9"/>
            </p:custDataLst>
          </p:nvPr>
        </p:nvSpPr>
        <p:spPr>
          <a:xfrm>
            <a:off x="3370222" y="1500274"/>
            <a:ext cx="1560662" cy="25906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SUV 车型营收占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10"/>
            </p:custDataLst>
          </p:nvPr>
        </p:nvSpPr>
        <p:spPr>
          <a:xfrm>
            <a:off x="3370222" y="1015163"/>
            <a:ext cx="7553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6成​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>
            <p:custDataLst>
              <p:tags r:id="rId11"/>
            </p:custDataLst>
          </p:nvPr>
        </p:nvSpPr>
        <p:spPr>
          <a:xfrm>
            <a:off x="9265576" y="738585"/>
            <a:ext cx="2694015" cy="1316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2"/>
            </p:custDataLst>
          </p:nvPr>
        </p:nvSpPr>
        <p:spPr>
          <a:xfrm>
            <a:off x="9393832" y="1500539"/>
            <a:ext cx="1107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海外市场营收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13"/>
            </p:custDataLst>
          </p:nvPr>
        </p:nvSpPr>
        <p:spPr>
          <a:xfrm>
            <a:off x="9393832" y="1016063"/>
            <a:ext cx="14718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5000 万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30161" y="5308426"/>
            <a:ext cx="11728794" cy="1290955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775848" y="5649732"/>
            <a:ext cx="612180" cy="6121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6372827" y="5649732"/>
            <a:ext cx="612180" cy="6121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509728" y="5514450"/>
            <a:ext cx="4714564" cy="36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年度营收稳增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1509728" y="5835012"/>
            <a:ext cx="4392979" cy="607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全年营收呈波动上升，从 1 月 8500 万升至 12 月 9500 万，增长 11.8%。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7087184" y="5514450"/>
            <a:ext cx="4714564" cy="33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季度差异明显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7087184" y="5835012"/>
            <a:ext cx="4392979" cy="607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二、四季度营收较高（均超 9000 万），一、三季度略低（8500-8800 万）。</a:t>
            </a:r>
          </a:p>
        </p:txBody>
      </p:sp>
      <p:grpSp>
        <p:nvGrpSpPr>
          <p:cNvPr id="45" name="组合 44"/>
          <p:cNvGrpSpPr/>
          <p:nvPr/>
        </p:nvGrpSpPr>
        <p:grpSpPr>
          <a:xfrm>
            <a:off x="920088" y="5793972"/>
            <a:ext cx="323701" cy="323701"/>
            <a:chOff x="12669862" y="379215"/>
            <a:chExt cx="1905000" cy="1905000"/>
          </a:xfrm>
          <a:solidFill>
            <a:schemeClr val="accent2"/>
          </a:solidFill>
        </p:grpSpPr>
        <p:sp>
          <p:nvSpPr>
            <p:cNvPr id="46" name="任意多边形: 形状 45"/>
            <p:cNvSpPr/>
            <p:nvPr/>
          </p:nvSpPr>
          <p:spPr>
            <a:xfrm>
              <a:off x="12669862" y="379215"/>
              <a:ext cx="1905000" cy="1905000"/>
            </a:xfrm>
            <a:custGeom>
              <a:avLst/>
              <a:gdLst>
                <a:gd name="connsiteX0" fmla="*/ 141111 w 1905000"/>
                <a:gd name="connsiteY0" fmla="*/ 1763889 h 1905000"/>
                <a:gd name="connsiteX1" fmla="*/ 141111 w 1905000"/>
                <a:gd name="connsiteY1" fmla="*/ 0 h 1905000"/>
                <a:gd name="connsiteX2" fmla="*/ 0 w 1905000"/>
                <a:gd name="connsiteY2" fmla="*/ 0 h 1905000"/>
                <a:gd name="connsiteX3" fmla="*/ 0 w 1905000"/>
                <a:gd name="connsiteY3" fmla="*/ 1905000 h 1905000"/>
                <a:gd name="connsiteX4" fmla="*/ 1905000 w 1905000"/>
                <a:gd name="connsiteY4" fmla="*/ 1905000 h 1905000"/>
                <a:gd name="connsiteX5" fmla="*/ 1905000 w 1905000"/>
                <a:gd name="connsiteY5" fmla="*/ 1763889 h 1905000"/>
                <a:gd name="connsiteX6" fmla="*/ 141111 w 1905000"/>
                <a:gd name="connsiteY6" fmla="*/ 1763889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5000" h="1905000">
                  <a:moveTo>
                    <a:pt x="141111" y="1763889"/>
                  </a:moveTo>
                  <a:lnTo>
                    <a:pt x="141111" y="0"/>
                  </a:lnTo>
                  <a:lnTo>
                    <a:pt x="0" y="0"/>
                  </a:lnTo>
                  <a:lnTo>
                    <a:pt x="0" y="1905000"/>
                  </a:lnTo>
                  <a:lnTo>
                    <a:pt x="1905000" y="1905000"/>
                  </a:lnTo>
                  <a:lnTo>
                    <a:pt x="1905000" y="1763889"/>
                  </a:lnTo>
                  <a:lnTo>
                    <a:pt x="141111" y="1763889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12966195" y="537259"/>
              <a:ext cx="1454854" cy="1538110"/>
            </a:xfrm>
            <a:custGeom>
              <a:avLst/>
              <a:gdLst>
                <a:gd name="connsiteX0" fmla="*/ 464254 w 1454854"/>
                <a:gd name="connsiteY0" fmla="*/ 1117600 h 1538110"/>
                <a:gd name="connsiteX1" fmla="*/ 887589 w 1454854"/>
                <a:gd name="connsiteY1" fmla="*/ 1399821 h 1538110"/>
                <a:gd name="connsiteX2" fmla="*/ 1306689 w 1454854"/>
                <a:gd name="connsiteY2" fmla="*/ 560211 h 1538110"/>
                <a:gd name="connsiteX3" fmla="*/ 1454854 w 1454854"/>
                <a:gd name="connsiteY3" fmla="*/ 646290 h 1538110"/>
                <a:gd name="connsiteX4" fmla="*/ 1454854 w 1454854"/>
                <a:gd name="connsiteY4" fmla="*/ 0 h 1538110"/>
                <a:gd name="connsiteX5" fmla="*/ 894645 w 1454854"/>
                <a:gd name="connsiteY5" fmla="*/ 323145 h 1538110"/>
                <a:gd name="connsiteX6" fmla="*/ 1061156 w 1454854"/>
                <a:gd name="connsiteY6" fmla="*/ 419100 h 1538110"/>
                <a:gd name="connsiteX7" fmla="*/ 777523 w 1454854"/>
                <a:gd name="connsiteY7" fmla="*/ 987778 h 1538110"/>
                <a:gd name="connsiteX8" fmla="*/ 354189 w 1454854"/>
                <a:gd name="connsiteY8" fmla="*/ 705555 h 1538110"/>
                <a:gd name="connsiteX9" fmla="*/ 0 w 1454854"/>
                <a:gd name="connsiteY9" fmla="*/ 1412522 h 1538110"/>
                <a:gd name="connsiteX10" fmla="*/ 253999 w 1454854"/>
                <a:gd name="connsiteY10" fmla="*/ 1538111 h 1538110"/>
                <a:gd name="connsiteX11" fmla="*/ 464254 w 1454854"/>
                <a:gd name="connsiteY11" fmla="*/ 1117600 h 153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54854" h="1538110">
                  <a:moveTo>
                    <a:pt x="464254" y="1117600"/>
                  </a:moveTo>
                  <a:lnTo>
                    <a:pt x="887589" y="1399821"/>
                  </a:lnTo>
                  <a:lnTo>
                    <a:pt x="1306689" y="560211"/>
                  </a:lnTo>
                  <a:lnTo>
                    <a:pt x="1454854" y="646290"/>
                  </a:lnTo>
                  <a:lnTo>
                    <a:pt x="1454854" y="0"/>
                  </a:lnTo>
                  <a:lnTo>
                    <a:pt x="894645" y="323145"/>
                  </a:lnTo>
                  <a:lnTo>
                    <a:pt x="1061156" y="419100"/>
                  </a:lnTo>
                  <a:lnTo>
                    <a:pt x="777523" y="987778"/>
                  </a:lnTo>
                  <a:lnTo>
                    <a:pt x="354189" y="705555"/>
                  </a:lnTo>
                  <a:lnTo>
                    <a:pt x="0" y="1412522"/>
                  </a:lnTo>
                  <a:lnTo>
                    <a:pt x="253999" y="1538111"/>
                  </a:lnTo>
                  <a:lnTo>
                    <a:pt x="464254" y="111760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48" name="图形 16"/>
          <p:cNvSpPr/>
          <p:nvPr/>
        </p:nvSpPr>
        <p:spPr>
          <a:xfrm>
            <a:off x="1882636" y="1000098"/>
            <a:ext cx="793138" cy="793089"/>
          </a:xfrm>
          <a:custGeom>
            <a:avLst/>
            <a:gdLst>
              <a:gd name="connsiteX0" fmla="*/ 601052 w 1587604"/>
              <a:gd name="connsiteY0" fmla="*/ 964983 h 1587506"/>
              <a:gd name="connsiteX1" fmla="*/ 723138 w 1587604"/>
              <a:gd name="connsiteY1" fmla="*/ 964983 h 1587506"/>
              <a:gd name="connsiteX2" fmla="*/ 723138 w 1587604"/>
              <a:gd name="connsiteY2" fmla="*/ 886848 h 1587506"/>
              <a:gd name="connsiteX3" fmla="*/ 601052 w 1587604"/>
              <a:gd name="connsiteY3" fmla="*/ 886848 h 1587506"/>
              <a:gd name="connsiteX4" fmla="*/ 524004 w 1587604"/>
              <a:gd name="connsiteY4" fmla="*/ 835844 h 1587506"/>
              <a:gd name="connsiteX5" fmla="*/ 601052 w 1587604"/>
              <a:gd name="connsiteY5" fmla="*/ 785924 h 1587506"/>
              <a:gd name="connsiteX6" fmla="*/ 669963 w 1587604"/>
              <a:gd name="connsiteY6" fmla="*/ 785924 h 1587506"/>
              <a:gd name="connsiteX7" fmla="*/ 507726 w 1587604"/>
              <a:gd name="connsiteY7" fmla="*/ 531444 h 1587506"/>
              <a:gd name="connsiteX8" fmla="*/ 482222 w 1587604"/>
              <a:gd name="connsiteY8" fmla="*/ 488035 h 1587506"/>
              <a:gd name="connsiteX9" fmla="*/ 476254 w 1587604"/>
              <a:gd name="connsiteY9" fmla="*/ 459278 h 1587506"/>
              <a:gd name="connsiteX10" fmla="*/ 493345 w 1587604"/>
              <a:gd name="connsiteY10" fmla="*/ 413971 h 1587506"/>
              <a:gd name="connsiteX11" fmla="*/ 537568 w 1587604"/>
              <a:gd name="connsiteY11" fmla="*/ 396878 h 1587506"/>
              <a:gd name="connsiteX12" fmla="*/ 582333 w 1587604"/>
              <a:gd name="connsiteY12" fmla="*/ 413699 h 1587506"/>
              <a:gd name="connsiteX13" fmla="*/ 622214 w 1587604"/>
              <a:gd name="connsiteY13" fmla="*/ 467960 h 1587506"/>
              <a:gd name="connsiteX14" fmla="*/ 797476 w 1587604"/>
              <a:gd name="connsiteY14" fmla="*/ 742516 h 1587506"/>
              <a:gd name="connsiteX15" fmla="*/ 954286 w 1587604"/>
              <a:gd name="connsiteY15" fmla="*/ 483695 h 1587506"/>
              <a:gd name="connsiteX16" fmla="*/ 972736 w 1587604"/>
              <a:gd name="connsiteY16" fmla="*/ 451952 h 1587506"/>
              <a:gd name="connsiteX17" fmla="*/ 991726 w 1587604"/>
              <a:gd name="connsiteY17" fmla="*/ 423737 h 1587506"/>
              <a:gd name="connsiteX18" fmla="*/ 1014787 w 1587604"/>
              <a:gd name="connsiteY18" fmla="*/ 404475 h 1587506"/>
              <a:gd name="connsiteX19" fmla="*/ 1047615 w 1587604"/>
              <a:gd name="connsiteY19" fmla="*/ 396878 h 1587506"/>
              <a:gd name="connsiteX20" fmla="*/ 1091835 w 1587604"/>
              <a:gd name="connsiteY20" fmla="*/ 413427 h 1587506"/>
              <a:gd name="connsiteX21" fmla="*/ 1108928 w 1587604"/>
              <a:gd name="connsiteY21" fmla="*/ 453853 h 1587506"/>
              <a:gd name="connsiteX22" fmla="*/ 1102145 w 1587604"/>
              <a:gd name="connsiteY22" fmla="*/ 488578 h 1587506"/>
              <a:gd name="connsiteX23" fmla="*/ 1080714 w 1587604"/>
              <a:gd name="connsiteY23" fmla="*/ 528189 h 1587506"/>
              <a:gd name="connsiteX24" fmla="*/ 924445 w 1587604"/>
              <a:gd name="connsiteY24" fmla="*/ 785924 h 1587506"/>
              <a:gd name="connsiteX25" fmla="*/ 993354 w 1587604"/>
              <a:gd name="connsiteY25" fmla="*/ 785924 h 1587506"/>
              <a:gd name="connsiteX26" fmla="*/ 1069861 w 1587604"/>
              <a:gd name="connsiteY26" fmla="*/ 835844 h 1587506"/>
              <a:gd name="connsiteX27" fmla="*/ 993354 w 1587604"/>
              <a:gd name="connsiteY27" fmla="*/ 886848 h 1587506"/>
              <a:gd name="connsiteX28" fmla="*/ 870727 w 1587604"/>
              <a:gd name="connsiteY28" fmla="*/ 886848 h 1587506"/>
              <a:gd name="connsiteX29" fmla="*/ 870727 w 1587604"/>
              <a:gd name="connsiteY29" fmla="*/ 964983 h 1587506"/>
              <a:gd name="connsiteX30" fmla="*/ 993354 w 1587604"/>
              <a:gd name="connsiteY30" fmla="*/ 964983 h 1587506"/>
              <a:gd name="connsiteX31" fmla="*/ 1069861 w 1587604"/>
              <a:gd name="connsiteY31" fmla="*/ 1015988 h 1587506"/>
              <a:gd name="connsiteX32" fmla="*/ 993354 w 1587604"/>
              <a:gd name="connsiteY32" fmla="*/ 1065907 h 1587506"/>
              <a:gd name="connsiteX33" fmla="*/ 870727 w 1587604"/>
              <a:gd name="connsiteY33" fmla="*/ 1065907 h 1587506"/>
              <a:gd name="connsiteX34" fmla="*/ 870727 w 1587604"/>
              <a:gd name="connsiteY34" fmla="*/ 1109316 h 1587506"/>
              <a:gd name="connsiteX35" fmla="*/ 797476 w 1587604"/>
              <a:gd name="connsiteY35" fmla="*/ 1219464 h 1587506"/>
              <a:gd name="connsiteX36" fmla="*/ 723138 w 1587604"/>
              <a:gd name="connsiteY36" fmla="*/ 1109316 h 1587506"/>
              <a:gd name="connsiteX37" fmla="*/ 723138 w 1587604"/>
              <a:gd name="connsiteY37" fmla="*/ 1065907 h 1587506"/>
              <a:gd name="connsiteX38" fmla="*/ 601052 w 1587604"/>
              <a:gd name="connsiteY38" fmla="*/ 1065907 h 1587506"/>
              <a:gd name="connsiteX39" fmla="*/ 524004 w 1587604"/>
              <a:gd name="connsiteY39" fmla="*/ 1015988 h 1587506"/>
              <a:gd name="connsiteX40" fmla="*/ 601052 w 1587604"/>
              <a:gd name="connsiteY40" fmla="*/ 964983 h 1587506"/>
              <a:gd name="connsiteX41" fmla="*/ 1374266 w 1587604"/>
              <a:gd name="connsiteY41" fmla="*/ 252418 h 1587506"/>
              <a:gd name="connsiteX42" fmla="*/ 1370349 w 1587604"/>
              <a:gd name="connsiteY42" fmla="*/ 364602 h 1587506"/>
              <a:gd name="connsiteX43" fmla="*/ 1258164 w 1587604"/>
              <a:gd name="connsiteY43" fmla="*/ 360685 h 1587506"/>
              <a:gd name="connsiteX44" fmla="*/ 360685 w 1587604"/>
              <a:gd name="connsiteY44" fmla="*/ 329343 h 1587506"/>
              <a:gd name="connsiteX45" fmla="*/ 329344 w 1587604"/>
              <a:gd name="connsiteY45" fmla="*/ 1226821 h 1587506"/>
              <a:gd name="connsiteX46" fmla="*/ 1226822 w 1587604"/>
              <a:gd name="connsiteY46" fmla="*/ 1258163 h 1587506"/>
              <a:gd name="connsiteX47" fmla="*/ 1397746 w 1587604"/>
              <a:gd name="connsiteY47" fmla="*/ 597197 h 1587506"/>
              <a:gd name="connsiteX48" fmla="*/ 1448736 w 1587604"/>
              <a:gd name="connsiteY48" fmla="*/ 497192 h 1587506"/>
              <a:gd name="connsiteX49" fmla="*/ 1548739 w 1587604"/>
              <a:gd name="connsiteY49" fmla="*/ 548182 h 1587506"/>
              <a:gd name="connsiteX50" fmla="*/ 1335091 w 1587604"/>
              <a:gd name="connsiteY50" fmla="*/ 1374266 h 1587506"/>
              <a:gd name="connsiteX51" fmla="*/ 213243 w 1587604"/>
              <a:gd name="connsiteY51" fmla="*/ 1335090 h 1587506"/>
              <a:gd name="connsiteX52" fmla="*/ 252417 w 1587604"/>
              <a:gd name="connsiteY52" fmla="*/ 213242 h 1587506"/>
              <a:gd name="connsiteX53" fmla="*/ 1374265 w 1587604"/>
              <a:gd name="connsiteY53" fmla="*/ 252418 h 158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587604" h="1587506">
                <a:moveTo>
                  <a:pt x="601052" y="964983"/>
                </a:moveTo>
                <a:lnTo>
                  <a:pt x="723138" y="964983"/>
                </a:lnTo>
                <a:lnTo>
                  <a:pt x="723138" y="886848"/>
                </a:lnTo>
                <a:lnTo>
                  <a:pt x="601052" y="886848"/>
                </a:lnTo>
                <a:cubicBezTo>
                  <a:pt x="549686" y="886848"/>
                  <a:pt x="524004" y="869846"/>
                  <a:pt x="524004" y="835844"/>
                </a:cubicBezTo>
                <a:cubicBezTo>
                  <a:pt x="524004" y="802563"/>
                  <a:pt x="549686" y="785924"/>
                  <a:pt x="601052" y="785924"/>
                </a:cubicBezTo>
                <a:lnTo>
                  <a:pt x="669963" y="785924"/>
                </a:lnTo>
                <a:lnTo>
                  <a:pt x="507726" y="531444"/>
                </a:lnTo>
                <a:cubicBezTo>
                  <a:pt x="494703" y="511185"/>
                  <a:pt x="486202" y="496717"/>
                  <a:pt x="482222" y="488035"/>
                </a:cubicBezTo>
                <a:cubicBezTo>
                  <a:pt x="478243" y="479355"/>
                  <a:pt x="476254" y="469766"/>
                  <a:pt x="476254" y="459278"/>
                </a:cubicBezTo>
                <a:cubicBezTo>
                  <a:pt x="476254" y="440468"/>
                  <a:pt x="481951" y="425363"/>
                  <a:pt x="493345" y="413971"/>
                </a:cubicBezTo>
                <a:cubicBezTo>
                  <a:pt x="504740" y="402576"/>
                  <a:pt x="519481" y="396878"/>
                  <a:pt x="537568" y="396878"/>
                </a:cubicBezTo>
                <a:cubicBezTo>
                  <a:pt x="556017" y="396878"/>
                  <a:pt x="570939" y="402485"/>
                  <a:pt x="582333" y="413699"/>
                </a:cubicBezTo>
                <a:cubicBezTo>
                  <a:pt x="593728" y="424913"/>
                  <a:pt x="607020" y="443000"/>
                  <a:pt x="622214" y="467960"/>
                </a:cubicBezTo>
                <a:lnTo>
                  <a:pt x="797476" y="742516"/>
                </a:lnTo>
                <a:lnTo>
                  <a:pt x="954286" y="483695"/>
                </a:lnTo>
                <a:cubicBezTo>
                  <a:pt x="960362" y="473070"/>
                  <a:pt x="966513" y="462489"/>
                  <a:pt x="972736" y="451952"/>
                </a:cubicBezTo>
                <a:cubicBezTo>
                  <a:pt x="979247" y="440920"/>
                  <a:pt x="985578" y="431514"/>
                  <a:pt x="991726" y="423737"/>
                </a:cubicBezTo>
                <a:cubicBezTo>
                  <a:pt x="997876" y="415961"/>
                  <a:pt x="1005563" y="409539"/>
                  <a:pt x="1014787" y="404475"/>
                </a:cubicBezTo>
                <a:cubicBezTo>
                  <a:pt x="1024010" y="399410"/>
                  <a:pt x="1034953" y="396878"/>
                  <a:pt x="1047615" y="396878"/>
                </a:cubicBezTo>
                <a:cubicBezTo>
                  <a:pt x="1065701" y="396878"/>
                  <a:pt x="1080443" y="402396"/>
                  <a:pt x="1091835" y="413427"/>
                </a:cubicBezTo>
                <a:cubicBezTo>
                  <a:pt x="1103232" y="424459"/>
                  <a:pt x="1108928" y="437936"/>
                  <a:pt x="1108928" y="453853"/>
                </a:cubicBezTo>
                <a:cubicBezTo>
                  <a:pt x="1108928" y="466513"/>
                  <a:pt x="1106668" y="478088"/>
                  <a:pt x="1102145" y="488578"/>
                </a:cubicBezTo>
                <a:cubicBezTo>
                  <a:pt x="1097625" y="499069"/>
                  <a:pt x="1090481" y="512272"/>
                  <a:pt x="1080714" y="528189"/>
                </a:cubicBezTo>
                <a:lnTo>
                  <a:pt x="924445" y="785924"/>
                </a:lnTo>
                <a:lnTo>
                  <a:pt x="993354" y="785924"/>
                </a:lnTo>
                <a:cubicBezTo>
                  <a:pt x="1044359" y="785924"/>
                  <a:pt x="1069861" y="802565"/>
                  <a:pt x="1069861" y="835844"/>
                </a:cubicBezTo>
                <a:cubicBezTo>
                  <a:pt x="1069861" y="869846"/>
                  <a:pt x="1044359" y="886848"/>
                  <a:pt x="993354" y="886848"/>
                </a:cubicBezTo>
                <a:lnTo>
                  <a:pt x="870727" y="886848"/>
                </a:lnTo>
                <a:lnTo>
                  <a:pt x="870727" y="964983"/>
                </a:lnTo>
                <a:lnTo>
                  <a:pt x="993354" y="964983"/>
                </a:lnTo>
                <a:cubicBezTo>
                  <a:pt x="1044359" y="964983"/>
                  <a:pt x="1069861" y="981986"/>
                  <a:pt x="1069861" y="1015988"/>
                </a:cubicBezTo>
                <a:cubicBezTo>
                  <a:pt x="1069861" y="1049268"/>
                  <a:pt x="1044359" y="1065907"/>
                  <a:pt x="993354" y="1065907"/>
                </a:cubicBezTo>
                <a:lnTo>
                  <a:pt x="870727" y="1065907"/>
                </a:lnTo>
                <a:lnTo>
                  <a:pt x="870727" y="1109316"/>
                </a:lnTo>
                <a:cubicBezTo>
                  <a:pt x="870727" y="1182748"/>
                  <a:pt x="846310" y="1219464"/>
                  <a:pt x="797476" y="1219464"/>
                </a:cubicBezTo>
                <a:cubicBezTo>
                  <a:pt x="747916" y="1219464"/>
                  <a:pt x="723138" y="1182748"/>
                  <a:pt x="723138" y="1109316"/>
                </a:cubicBezTo>
                <a:lnTo>
                  <a:pt x="723138" y="1065907"/>
                </a:lnTo>
                <a:lnTo>
                  <a:pt x="601052" y="1065907"/>
                </a:lnTo>
                <a:cubicBezTo>
                  <a:pt x="549686" y="1065907"/>
                  <a:pt x="524004" y="1049268"/>
                  <a:pt x="524004" y="1015988"/>
                </a:cubicBezTo>
                <a:cubicBezTo>
                  <a:pt x="524004" y="981984"/>
                  <a:pt x="549686" y="964983"/>
                  <a:pt x="601052" y="964983"/>
                </a:cubicBezTo>
                <a:close/>
                <a:moveTo>
                  <a:pt x="1374266" y="252418"/>
                </a:moveTo>
                <a:cubicBezTo>
                  <a:pt x="1404162" y="284477"/>
                  <a:pt x="1402410" y="334705"/>
                  <a:pt x="1370349" y="364602"/>
                </a:cubicBezTo>
                <a:cubicBezTo>
                  <a:pt x="1338287" y="394498"/>
                  <a:pt x="1288061" y="392746"/>
                  <a:pt x="1258164" y="360685"/>
                </a:cubicBezTo>
                <a:cubicBezTo>
                  <a:pt x="1018986" y="104198"/>
                  <a:pt x="617172" y="90167"/>
                  <a:pt x="360685" y="329343"/>
                </a:cubicBezTo>
                <a:cubicBezTo>
                  <a:pt x="104199" y="568521"/>
                  <a:pt x="90166" y="970337"/>
                  <a:pt x="329344" y="1226821"/>
                </a:cubicBezTo>
                <a:cubicBezTo>
                  <a:pt x="568522" y="1483308"/>
                  <a:pt x="970338" y="1497341"/>
                  <a:pt x="1226822" y="1258163"/>
                </a:cubicBezTo>
                <a:cubicBezTo>
                  <a:pt x="1409113" y="1088175"/>
                  <a:pt x="1473369" y="830157"/>
                  <a:pt x="1397746" y="597197"/>
                </a:cubicBezTo>
                <a:cubicBezTo>
                  <a:pt x="1384212" y="555501"/>
                  <a:pt x="1407040" y="510727"/>
                  <a:pt x="1448736" y="497192"/>
                </a:cubicBezTo>
                <a:cubicBezTo>
                  <a:pt x="1490432" y="483658"/>
                  <a:pt x="1535205" y="506486"/>
                  <a:pt x="1548739" y="548182"/>
                </a:cubicBezTo>
                <a:cubicBezTo>
                  <a:pt x="1643236" y="839279"/>
                  <a:pt x="1562908" y="1161823"/>
                  <a:pt x="1335091" y="1374266"/>
                </a:cubicBezTo>
                <a:cubicBezTo>
                  <a:pt x="1014482" y="1673237"/>
                  <a:pt x="512213" y="1655698"/>
                  <a:pt x="213243" y="1335090"/>
                </a:cubicBezTo>
                <a:cubicBezTo>
                  <a:pt x="-85730" y="1014481"/>
                  <a:pt x="-68193" y="512212"/>
                  <a:pt x="252417" y="213242"/>
                </a:cubicBezTo>
                <a:cubicBezTo>
                  <a:pt x="573024" y="-85731"/>
                  <a:pt x="1075293" y="-68192"/>
                  <a:pt x="1374265" y="25241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4914817" y="1109141"/>
            <a:ext cx="755335" cy="574633"/>
            <a:chOff x="12678933" y="8827806"/>
            <a:chExt cx="1895928" cy="1442356"/>
          </a:xfrm>
          <a:solidFill>
            <a:schemeClr val="bg1"/>
          </a:solidFill>
        </p:grpSpPr>
        <p:sp>
          <p:nvSpPr>
            <p:cNvPr id="50" name="任意多边形: 形状 49"/>
            <p:cNvSpPr/>
            <p:nvPr/>
          </p:nvSpPr>
          <p:spPr>
            <a:xfrm>
              <a:off x="13087148" y="9589806"/>
              <a:ext cx="1070427" cy="145142"/>
            </a:xfrm>
            <a:custGeom>
              <a:avLst/>
              <a:gdLst>
                <a:gd name="connsiteX0" fmla="*/ 0 w 1070427"/>
                <a:gd name="connsiteY0" fmla="*/ 0 h 145142"/>
                <a:gd name="connsiteX1" fmla="*/ 326572 w 1070427"/>
                <a:gd name="connsiteY1" fmla="*/ 0 h 145142"/>
                <a:gd name="connsiteX2" fmla="*/ 326572 w 1070427"/>
                <a:gd name="connsiteY2" fmla="*/ 145143 h 145142"/>
                <a:gd name="connsiteX3" fmla="*/ 0 w 1070427"/>
                <a:gd name="connsiteY3" fmla="*/ 145143 h 145142"/>
                <a:gd name="connsiteX4" fmla="*/ 743856 w 1070427"/>
                <a:gd name="connsiteY4" fmla="*/ 0 h 145142"/>
                <a:gd name="connsiteX5" fmla="*/ 1070428 w 1070427"/>
                <a:gd name="connsiteY5" fmla="*/ 0 h 145142"/>
                <a:gd name="connsiteX6" fmla="*/ 1070428 w 1070427"/>
                <a:gd name="connsiteY6" fmla="*/ 145143 h 145142"/>
                <a:gd name="connsiteX7" fmla="*/ 743856 w 1070427"/>
                <a:gd name="connsiteY7" fmla="*/ 145143 h 145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0427" h="145142">
                  <a:moveTo>
                    <a:pt x="0" y="0"/>
                  </a:moveTo>
                  <a:lnTo>
                    <a:pt x="326572" y="0"/>
                  </a:lnTo>
                  <a:lnTo>
                    <a:pt x="326572" y="145143"/>
                  </a:lnTo>
                  <a:lnTo>
                    <a:pt x="0" y="145143"/>
                  </a:lnTo>
                  <a:close/>
                  <a:moveTo>
                    <a:pt x="743856" y="0"/>
                  </a:moveTo>
                  <a:lnTo>
                    <a:pt x="1070428" y="0"/>
                  </a:lnTo>
                  <a:lnTo>
                    <a:pt x="1070428" y="145143"/>
                  </a:lnTo>
                  <a:lnTo>
                    <a:pt x="743856" y="145143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12678933" y="8827806"/>
              <a:ext cx="1895928" cy="1442356"/>
            </a:xfrm>
            <a:custGeom>
              <a:avLst/>
              <a:gdLst>
                <a:gd name="connsiteX0" fmla="*/ 1886850 w 1895928"/>
                <a:gd name="connsiteY0" fmla="*/ 317499 h 1442356"/>
                <a:gd name="connsiteX1" fmla="*/ 1614714 w 1895928"/>
                <a:gd name="connsiteY1" fmla="*/ 317499 h 1442356"/>
                <a:gd name="connsiteX2" fmla="*/ 1406072 w 1895928"/>
                <a:gd name="connsiteY2" fmla="*/ 0 h 1442356"/>
                <a:gd name="connsiteX3" fmla="*/ 471714 w 1895928"/>
                <a:gd name="connsiteY3" fmla="*/ 0 h 1442356"/>
                <a:gd name="connsiteX4" fmla="*/ 263072 w 1895928"/>
                <a:gd name="connsiteY4" fmla="*/ 317499 h 1442356"/>
                <a:gd name="connsiteX5" fmla="*/ 0 w 1895928"/>
                <a:gd name="connsiteY5" fmla="*/ 317499 h 1442356"/>
                <a:gd name="connsiteX6" fmla="*/ 0 w 1895928"/>
                <a:gd name="connsiteY6" fmla="*/ 498928 h 1442356"/>
                <a:gd name="connsiteX7" fmla="*/ 145143 w 1895928"/>
                <a:gd name="connsiteY7" fmla="*/ 498928 h 1442356"/>
                <a:gd name="connsiteX8" fmla="*/ 27214 w 1895928"/>
                <a:gd name="connsiteY8" fmla="*/ 671286 h 1442356"/>
                <a:gd name="connsiteX9" fmla="*/ 18143 w 1895928"/>
                <a:gd name="connsiteY9" fmla="*/ 725714 h 1442356"/>
                <a:gd name="connsiteX10" fmla="*/ 18143 w 1895928"/>
                <a:gd name="connsiteY10" fmla="*/ 1442357 h 1442356"/>
                <a:gd name="connsiteX11" fmla="*/ 625928 w 1895928"/>
                <a:gd name="connsiteY11" fmla="*/ 1442357 h 1442356"/>
                <a:gd name="connsiteX12" fmla="*/ 625928 w 1895928"/>
                <a:gd name="connsiteY12" fmla="*/ 1224642 h 1442356"/>
                <a:gd name="connsiteX13" fmla="*/ 1288142 w 1895928"/>
                <a:gd name="connsiteY13" fmla="*/ 1224642 h 1442356"/>
                <a:gd name="connsiteX14" fmla="*/ 1279071 w 1895928"/>
                <a:gd name="connsiteY14" fmla="*/ 1442357 h 1442356"/>
                <a:gd name="connsiteX15" fmla="*/ 1877790 w 1895928"/>
                <a:gd name="connsiteY15" fmla="*/ 1442357 h 1442356"/>
                <a:gd name="connsiteX16" fmla="*/ 1877790 w 1895928"/>
                <a:gd name="connsiteY16" fmla="*/ 725714 h 1442356"/>
                <a:gd name="connsiteX17" fmla="*/ 1868712 w 1895928"/>
                <a:gd name="connsiteY17" fmla="*/ 671286 h 1442356"/>
                <a:gd name="connsiteX18" fmla="*/ 1741715 w 1895928"/>
                <a:gd name="connsiteY18" fmla="*/ 498928 h 1442356"/>
                <a:gd name="connsiteX19" fmla="*/ 1895929 w 1895928"/>
                <a:gd name="connsiteY19" fmla="*/ 498928 h 1442356"/>
                <a:gd name="connsiteX20" fmla="*/ 1895929 w 1895928"/>
                <a:gd name="connsiteY20" fmla="*/ 317499 h 1442356"/>
                <a:gd name="connsiteX21" fmla="*/ 571500 w 1895928"/>
                <a:gd name="connsiteY21" fmla="*/ 190500 h 1442356"/>
                <a:gd name="connsiteX22" fmla="*/ 1315358 w 1895928"/>
                <a:gd name="connsiteY22" fmla="*/ 190500 h 1442356"/>
                <a:gd name="connsiteX23" fmla="*/ 1469571 w 1895928"/>
                <a:gd name="connsiteY23" fmla="*/ 426357 h 1442356"/>
                <a:gd name="connsiteX24" fmla="*/ 417286 w 1895928"/>
                <a:gd name="connsiteY24" fmla="*/ 426357 h 1442356"/>
                <a:gd name="connsiteX25" fmla="*/ 571500 w 1895928"/>
                <a:gd name="connsiteY25" fmla="*/ 190500 h 1442356"/>
                <a:gd name="connsiteX26" fmla="*/ 1451429 w 1895928"/>
                <a:gd name="connsiteY26" fmla="*/ 1260928 h 1442356"/>
                <a:gd name="connsiteX27" fmla="*/ 1460500 w 1895928"/>
                <a:gd name="connsiteY27" fmla="*/ 1043214 h 1442356"/>
                <a:gd name="connsiteX28" fmla="*/ 426357 w 1895928"/>
                <a:gd name="connsiteY28" fmla="*/ 1043214 h 1442356"/>
                <a:gd name="connsiteX29" fmla="*/ 426357 w 1895928"/>
                <a:gd name="connsiteY29" fmla="*/ 1260928 h 1442356"/>
                <a:gd name="connsiteX30" fmla="*/ 190500 w 1895928"/>
                <a:gd name="connsiteY30" fmla="*/ 1260928 h 1442356"/>
                <a:gd name="connsiteX31" fmla="*/ 190500 w 1895928"/>
                <a:gd name="connsiteY31" fmla="*/ 752929 h 1442356"/>
                <a:gd name="connsiteX32" fmla="*/ 290285 w 1895928"/>
                <a:gd name="connsiteY32" fmla="*/ 607786 h 1442356"/>
                <a:gd name="connsiteX33" fmla="*/ 1587501 w 1895928"/>
                <a:gd name="connsiteY33" fmla="*/ 607786 h 1442356"/>
                <a:gd name="connsiteX34" fmla="*/ 1687287 w 1895928"/>
                <a:gd name="connsiteY34" fmla="*/ 752929 h 1442356"/>
                <a:gd name="connsiteX35" fmla="*/ 1687287 w 1895928"/>
                <a:gd name="connsiteY35" fmla="*/ 1260928 h 1442356"/>
                <a:gd name="connsiteX36" fmla="*/ 1451429 w 1895928"/>
                <a:gd name="connsiteY36" fmla="*/ 1260928 h 1442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895928" h="1442356">
                  <a:moveTo>
                    <a:pt x="1886850" y="317499"/>
                  </a:moveTo>
                  <a:lnTo>
                    <a:pt x="1614714" y="317499"/>
                  </a:lnTo>
                  <a:lnTo>
                    <a:pt x="1406072" y="0"/>
                  </a:lnTo>
                  <a:lnTo>
                    <a:pt x="471714" y="0"/>
                  </a:lnTo>
                  <a:lnTo>
                    <a:pt x="263072" y="317499"/>
                  </a:lnTo>
                  <a:lnTo>
                    <a:pt x="0" y="317499"/>
                  </a:lnTo>
                  <a:lnTo>
                    <a:pt x="0" y="498928"/>
                  </a:lnTo>
                  <a:lnTo>
                    <a:pt x="145143" y="498928"/>
                  </a:lnTo>
                  <a:lnTo>
                    <a:pt x="27214" y="671286"/>
                  </a:lnTo>
                  <a:cubicBezTo>
                    <a:pt x="18143" y="689428"/>
                    <a:pt x="18143" y="707572"/>
                    <a:pt x="18143" y="725714"/>
                  </a:cubicBezTo>
                  <a:lnTo>
                    <a:pt x="18143" y="1442357"/>
                  </a:lnTo>
                  <a:lnTo>
                    <a:pt x="625928" y="1442357"/>
                  </a:lnTo>
                  <a:lnTo>
                    <a:pt x="625928" y="1224642"/>
                  </a:lnTo>
                  <a:lnTo>
                    <a:pt x="1288142" y="1224642"/>
                  </a:lnTo>
                  <a:lnTo>
                    <a:pt x="1279071" y="1442357"/>
                  </a:lnTo>
                  <a:lnTo>
                    <a:pt x="1877790" y="1442357"/>
                  </a:lnTo>
                  <a:lnTo>
                    <a:pt x="1877790" y="725714"/>
                  </a:lnTo>
                  <a:cubicBezTo>
                    <a:pt x="1877790" y="707572"/>
                    <a:pt x="1877790" y="689428"/>
                    <a:pt x="1868712" y="671286"/>
                  </a:cubicBezTo>
                  <a:lnTo>
                    <a:pt x="1741715" y="498928"/>
                  </a:lnTo>
                  <a:lnTo>
                    <a:pt x="1895929" y="498928"/>
                  </a:lnTo>
                  <a:lnTo>
                    <a:pt x="1895929" y="317499"/>
                  </a:lnTo>
                  <a:close/>
                  <a:moveTo>
                    <a:pt x="571500" y="190500"/>
                  </a:moveTo>
                  <a:lnTo>
                    <a:pt x="1315358" y="190500"/>
                  </a:lnTo>
                  <a:lnTo>
                    <a:pt x="1469571" y="426357"/>
                  </a:lnTo>
                  <a:lnTo>
                    <a:pt x="417286" y="426357"/>
                  </a:lnTo>
                  <a:lnTo>
                    <a:pt x="571500" y="190500"/>
                  </a:lnTo>
                  <a:close/>
                  <a:moveTo>
                    <a:pt x="1451429" y="1260928"/>
                  </a:moveTo>
                  <a:lnTo>
                    <a:pt x="1460500" y="1043214"/>
                  </a:lnTo>
                  <a:lnTo>
                    <a:pt x="426357" y="1043214"/>
                  </a:lnTo>
                  <a:lnTo>
                    <a:pt x="426357" y="1260928"/>
                  </a:lnTo>
                  <a:lnTo>
                    <a:pt x="190500" y="1260928"/>
                  </a:lnTo>
                  <a:lnTo>
                    <a:pt x="190500" y="752929"/>
                  </a:lnTo>
                  <a:lnTo>
                    <a:pt x="290285" y="607786"/>
                  </a:lnTo>
                  <a:lnTo>
                    <a:pt x="1587501" y="607786"/>
                  </a:lnTo>
                  <a:lnTo>
                    <a:pt x="1687287" y="752929"/>
                  </a:lnTo>
                  <a:lnTo>
                    <a:pt x="1687287" y="1260928"/>
                  </a:lnTo>
                  <a:lnTo>
                    <a:pt x="1451429" y="1260928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52" name="图形 22"/>
          <p:cNvSpPr/>
          <p:nvPr/>
        </p:nvSpPr>
        <p:spPr>
          <a:xfrm>
            <a:off x="7910422" y="1026847"/>
            <a:ext cx="811393" cy="740121"/>
          </a:xfrm>
          <a:custGeom>
            <a:avLst/>
            <a:gdLst>
              <a:gd name="connsiteX0" fmla="*/ 178163 w 1532684"/>
              <a:gd name="connsiteY0" fmla="*/ 837716 h 1398054"/>
              <a:gd name="connsiteX1" fmla="*/ 144490 w 1532684"/>
              <a:gd name="connsiteY1" fmla="*/ 823392 h 1398054"/>
              <a:gd name="connsiteX2" fmla="*/ 12964 w 1532684"/>
              <a:gd name="connsiteY2" fmla="*/ 686098 h 1398054"/>
              <a:gd name="connsiteX3" fmla="*/ 14266 w 1532684"/>
              <a:gd name="connsiteY3" fmla="*/ 620427 h 1398054"/>
              <a:gd name="connsiteX4" fmla="*/ 79936 w 1532684"/>
              <a:gd name="connsiteY4" fmla="*/ 621730 h 1398054"/>
              <a:gd name="connsiteX5" fmla="*/ 211649 w 1532684"/>
              <a:gd name="connsiteY5" fmla="*/ 759209 h 1398054"/>
              <a:gd name="connsiteX6" fmla="*/ 210347 w 1532684"/>
              <a:gd name="connsiteY6" fmla="*/ 824880 h 1398054"/>
              <a:gd name="connsiteX7" fmla="*/ 178163 w 1532684"/>
              <a:gd name="connsiteY7" fmla="*/ 837716 h 1398054"/>
              <a:gd name="connsiteX8" fmla="*/ 193976 w 1532684"/>
              <a:gd name="connsiteY8" fmla="*/ 848878 h 1398054"/>
              <a:gd name="connsiteX9" fmla="*/ 160117 w 1532684"/>
              <a:gd name="connsiteY9" fmla="*/ 834182 h 1398054"/>
              <a:gd name="connsiteX10" fmla="*/ 162164 w 1532684"/>
              <a:gd name="connsiteY10" fmla="*/ 768511 h 1398054"/>
              <a:gd name="connsiteX11" fmla="*/ 308573 w 1532684"/>
              <a:gd name="connsiteY11" fmla="*/ 631217 h 1398054"/>
              <a:gd name="connsiteX12" fmla="*/ 374244 w 1532684"/>
              <a:gd name="connsiteY12" fmla="*/ 633264 h 1398054"/>
              <a:gd name="connsiteX13" fmla="*/ 372197 w 1532684"/>
              <a:gd name="connsiteY13" fmla="*/ 698934 h 1398054"/>
              <a:gd name="connsiteX14" fmla="*/ 225788 w 1532684"/>
              <a:gd name="connsiteY14" fmla="*/ 836228 h 1398054"/>
              <a:gd name="connsiteX15" fmla="*/ 193976 w 1532684"/>
              <a:gd name="connsiteY15" fmla="*/ 848878 h 1398054"/>
              <a:gd name="connsiteX16" fmla="*/ 833751 w 1532684"/>
              <a:gd name="connsiteY16" fmla="*/ 1398054 h 1398054"/>
              <a:gd name="connsiteX17" fmla="*/ 777940 w 1532684"/>
              <a:gd name="connsiteY17" fmla="*/ 1342244 h 1398054"/>
              <a:gd name="connsiteX18" fmla="*/ 833751 w 1532684"/>
              <a:gd name="connsiteY18" fmla="*/ 1286433 h 1398054"/>
              <a:gd name="connsiteX19" fmla="*/ 1421064 w 1532684"/>
              <a:gd name="connsiteY19" fmla="*/ 699120 h 1398054"/>
              <a:gd name="connsiteX20" fmla="*/ 833751 w 1532684"/>
              <a:gd name="connsiteY20" fmla="*/ 111621 h 1398054"/>
              <a:gd name="connsiteX21" fmla="*/ 246438 w 1532684"/>
              <a:gd name="connsiteY21" fmla="*/ 698934 h 1398054"/>
              <a:gd name="connsiteX22" fmla="*/ 190627 w 1532684"/>
              <a:gd name="connsiteY22" fmla="*/ 754745 h 1398054"/>
              <a:gd name="connsiteX23" fmla="*/ 134817 w 1532684"/>
              <a:gd name="connsiteY23" fmla="*/ 698934 h 1398054"/>
              <a:gd name="connsiteX24" fmla="*/ 189697 w 1532684"/>
              <a:gd name="connsiteY24" fmla="*/ 426765 h 1398054"/>
              <a:gd name="connsiteX25" fmla="*/ 339455 w 1532684"/>
              <a:gd name="connsiteY25" fmla="*/ 204639 h 1398054"/>
              <a:gd name="connsiteX26" fmla="*/ 561581 w 1532684"/>
              <a:gd name="connsiteY26" fmla="*/ 54880 h 1398054"/>
              <a:gd name="connsiteX27" fmla="*/ 833751 w 1532684"/>
              <a:gd name="connsiteY27" fmla="*/ 0 h 1398054"/>
              <a:gd name="connsiteX28" fmla="*/ 1105920 w 1532684"/>
              <a:gd name="connsiteY28" fmla="*/ 54880 h 1398054"/>
              <a:gd name="connsiteX29" fmla="*/ 1328046 w 1532684"/>
              <a:gd name="connsiteY29" fmla="*/ 204639 h 1398054"/>
              <a:gd name="connsiteX30" fmla="*/ 1477804 w 1532684"/>
              <a:gd name="connsiteY30" fmla="*/ 426765 h 1398054"/>
              <a:gd name="connsiteX31" fmla="*/ 1532685 w 1532684"/>
              <a:gd name="connsiteY31" fmla="*/ 698934 h 1398054"/>
              <a:gd name="connsiteX32" fmla="*/ 1477804 w 1532684"/>
              <a:gd name="connsiteY32" fmla="*/ 971104 h 1398054"/>
              <a:gd name="connsiteX33" fmla="*/ 1328046 w 1532684"/>
              <a:gd name="connsiteY33" fmla="*/ 1193230 h 1398054"/>
              <a:gd name="connsiteX34" fmla="*/ 1105920 w 1532684"/>
              <a:gd name="connsiteY34" fmla="*/ 1342988 h 1398054"/>
              <a:gd name="connsiteX35" fmla="*/ 833751 w 1532684"/>
              <a:gd name="connsiteY35" fmla="*/ 1398054 h 1398054"/>
              <a:gd name="connsiteX36" fmla="*/ 1065737 w 1532684"/>
              <a:gd name="connsiteY36" fmla="*/ 729258 h 1398054"/>
              <a:gd name="connsiteX37" fmla="*/ 622787 w 1532684"/>
              <a:gd name="connsiteY37" fmla="*/ 729258 h 1398054"/>
              <a:gd name="connsiteX38" fmla="*/ 566976 w 1532684"/>
              <a:gd name="connsiteY38" fmla="*/ 673447 h 1398054"/>
              <a:gd name="connsiteX39" fmla="*/ 622787 w 1532684"/>
              <a:gd name="connsiteY39" fmla="*/ 617637 h 1398054"/>
              <a:gd name="connsiteX40" fmla="*/ 1065737 w 1532684"/>
              <a:gd name="connsiteY40" fmla="*/ 617637 h 1398054"/>
              <a:gd name="connsiteX41" fmla="*/ 1121547 w 1532684"/>
              <a:gd name="connsiteY41" fmla="*/ 673447 h 1398054"/>
              <a:gd name="connsiteX42" fmla="*/ 1065737 w 1532684"/>
              <a:gd name="connsiteY42" fmla="*/ 729258 h 1398054"/>
              <a:gd name="connsiteX43" fmla="*/ 1063876 w 1532684"/>
              <a:gd name="connsiteY43" fmla="*/ 919014 h 1398054"/>
              <a:gd name="connsiteX44" fmla="*/ 620926 w 1532684"/>
              <a:gd name="connsiteY44" fmla="*/ 919014 h 1398054"/>
              <a:gd name="connsiteX45" fmla="*/ 565116 w 1532684"/>
              <a:gd name="connsiteY45" fmla="*/ 863203 h 1398054"/>
              <a:gd name="connsiteX46" fmla="*/ 620926 w 1532684"/>
              <a:gd name="connsiteY46" fmla="*/ 807393 h 1398054"/>
              <a:gd name="connsiteX47" fmla="*/ 1063876 w 1532684"/>
              <a:gd name="connsiteY47" fmla="*/ 807393 h 1398054"/>
              <a:gd name="connsiteX48" fmla="*/ 1119687 w 1532684"/>
              <a:gd name="connsiteY48" fmla="*/ 863203 h 1398054"/>
              <a:gd name="connsiteX49" fmla="*/ 1063876 w 1532684"/>
              <a:gd name="connsiteY49" fmla="*/ 919014 h 1398054"/>
              <a:gd name="connsiteX50" fmla="*/ 842308 w 1532684"/>
              <a:gd name="connsiteY50" fmla="*/ 1135745 h 1398054"/>
              <a:gd name="connsiteX51" fmla="*/ 786498 w 1532684"/>
              <a:gd name="connsiteY51" fmla="*/ 1079934 h 1398054"/>
              <a:gd name="connsiteX52" fmla="*/ 786498 w 1532684"/>
              <a:gd name="connsiteY52" fmla="*/ 673447 h 1398054"/>
              <a:gd name="connsiteX53" fmla="*/ 842308 w 1532684"/>
              <a:gd name="connsiteY53" fmla="*/ 617637 h 1398054"/>
              <a:gd name="connsiteX54" fmla="*/ 898119 w 1532684"/>
              <a:gd name="connsiteY54" fmla="*/ 673447 h 1398054"/>
              <a:gd name="connsiteX55" fmla="*/ 898119 w 1532684"/>
              <a:gd name="connsiteY55" fmla="*/ 1079934 h 1398054"/>
              <a:gd name="connsiteX56" fmla="*/ 842308 w 1532684"/>
              <a:gd name="connsiteY56" fmla="*/ 1135745 h 1398054"/>
              <a:gd name="connsiteX57" fmla="*/ 844355 w 1532684"/>
              <a:gd name="connsiteY57" fmla="*/ 684609 h 1398054"/>
              <a:gd name="connsiteX58" fmla="*/ 803985 w 1532684"/>
              <a:gd name="connsiteY58" fmla="*/ 667308 h 1398054"/>
              <a:gd name="connsiteX59" fmla="*/ 590231 w 1532684"/>
              <a:gd name="connsiteY59" fmla="*/ 443136 h 1398054"/>
              <a:gd name="connsiteX60" fmla="*/ 592091 w 1532684"/>
              <a:gd name="connsiteY60" fmla="*/ 364257 h 1398054"/>
              <a:gd name="connsiteX61" fmla="*/ 670970 w 1532684"/>
              <a:gd name="connsiteY61" fmla="*/ 366117 h 1398054"/>
              <a:gd name="connsiteX62" fmla="*/ 884724 w 1532684"/>
              <a:gd name="connsiteY62" fmla="*/ 590290 h 1398054"/>
              <a:gd name="connsiteX63" fmla="*/ 882864 w 1532684"/>
              <a:gd name="connsiteY63" fmla="*/ 669168 h 1398054"/>
              <a:gd name="connsiteX64" fmla="*/ 844355 w 1532684"/>
              <a:gd name="connsiteY64" fmla="*/ 684609 h 1398054"/>
              <a:gd name="connsiteX65" fmla="*/ 841378 w 1532684"/>
              <a:gd name="connsiteY65" fmla="*/ 682935 h 1398054"/>
              <a:gd name="connsiteX66" fmla="*/ 802125 w 1532684"/>
              <a:gd name="connsiteY66" fmla="*/ 666750 h 1398054"/>
              <a:gd name="connsiteX67" fmla="*/ 801753 w 1532684"/>
              <a:gd name="connsiteY67" fmla="*/ 587871 h 1398054"/>
              <a:gd name="connsiteX68" fmla="*/ 1025367 w 1532684"/>
              <a:gd name="connsiteY68" fmla="*/ 361838 h 1398054"/>
              <a:gd name="connsiteX69" fmla="*/ 1104246 w 1532684"/>
              <a:gd name="connsiteY69" fmla="*/ 361466 h 1398054"/>
              <a:gd name="connsiteX70" fmla="*/ 1104618 w 1532684"/>
              <a:gd name="connsiteY70" fmla="*/ 440345 h 1398054"/>
              <a:gd name="connsiteX71" fmla="*/ 881004 w 1532684"/>
              <a:gd name="connsiteY71" fmla="*/ 666378 h 1398054"/>
              <a:gd name="connsiteX72" fmla="*/ 841378 w 1532684"/>
              <a:gd name="connsiteY72" fmla="*/ 682935 h 1398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1532684" h="1398054">
                <a:moveTo>
                  <a:pt x="178163" y="837716"/>
                </a:moveTo>
                <a:cubicBezTo>
                  <a:pt x="165884" y="837716"/>
                  <a:pt x="153792" y="832879"/>
                  <a:pt x="144490" y="823392"/>
                </a:cubicBezTo>
                <a:lnTo>
                  <a:pt x="12964" y="686098"/>
                </a:lnTo>
                <a:cubicBezTo>
                  <a:pt x="-4896" y="667494"/>
                  <a:pt x="-4152" y="638101"/>
                  <a:pt x="14266" y="620427"/>
                </a:cubicBezTo>
                <a:cubicBezTo>
                  <a:pt x="32869" y="602568"/>
                  <a:pt x="62263" y="603312"/>
                  <a:pt x="79936" y="621730"/>
                </a:cubicBezTo>
                <a:lnTo>
                  <a:pt x="211649" y="759209"/>
                </a:lnTo>
                <a:cubicBezTo>
                  <a:pt x="229508" y="777813"/>
                  <a:pt x="228764" y="807207"/>
                  <a:pt x="210347" y="824880"/>
                </a:cubicBezTo>
                <a:cubicBezTo>
                  <a:pt x="201417" y="833438"/>
                  <a:pt x="189697" y="837716"/>
                  <a:pt x="178163" y="837716"/>
                </a:cubicBezTo>
                <a:close/>
                <a:moveTo>
                  <a:pt x="193976" y="848878"/>
                </a:moveTo>
                <a:cubicBezTo>
                  <a:pt x="181511" y="848878"/>
                  <a:pt x="169233" y="844042"/>
                  <a:pt x="160117" y="834182"/>
                </a:cubicBezTo>
                <a:cubicBezTo>
                  <a:pt x="142630" y="815392"/>
                  <a:pt x="143560" y="785999"/>
                  <a:pt x="162164" y="768511"/>
                </a:cubicBezTo>
                <a:lnTo>
                  <a:pt x="308573" y="631217"/>
                </a:lnTo>
                <a:cubicBezTo>
                  <a:pt x="327363" y="613730"/>
                  <a:pt x="356757" y="614660"/>
                  <a:pt x="374244" y="633264"/>
                </a:cubicBezTo>
                <a:cubicBezTo>
                  <a:pt x="391731" y="652053"/>
                  <a:pt x="390801" y="681447"/>
                  <a:pt x="372197" y="698934"/>
                </a:cubicBezTo>
                <a:lnTo>
                  <a:pt x="225788" y="836228"/>
                </a:lnTo>
                <a:cubicBezTo>
                  <a:pt x="216858" y="844600"/>
                  <a:pt x="205510" y="848878"/>
                  <a:pt x="193976" y="848878"/>
                </a:cubicBezTo>
                <a:close/>
                <a:moveTo>
                  <a:pt x="833751" y="1398054"/>
                </a:moveTo>
                <a:cubicBezTo>
                  <a:pt x="802869" y="1398054"/>
                  <a:pt x="777940" y="1373126"/>
                  <a:pt x="777940" y="1342244"/>
                </a:cubicBezTo>
                <a:cubicBezTo>
                  <a:pt x="777940" y="1311362"/>
                  <a:pt x="802869" y="1286433"/>
                  <a:pt x="833751" y="1286433"/>
                </a:cubicBezTo>
                <a:cubicBezTo>
                  <a:pt x="1157638" y="1286433"/>
                  <a:pt x="1421064" y="1023007"/>
                  <a:pt x="1421064" y="699120"/>
                </a:cubicBezTo>
                <a:cubicBezTo>
                  <a:pt x="1421064" y="375233"/>
                  <a:pt x="1157638" y="111621"/>
                  <a:pt x="833751" y="111621"/>
                </a:cubicBezTo>
                <a:cubicBezTo>
                  <a:pt x="509863" y="111621"/>
                  <a:pt x="246438" y="375047"/>
                  <a:pt x="246438" y="698934"/>
                </a:cubicBezTo>
                <a:cubicBezTo>
                  <a:pt x="246438" y="729816"/>
                  <a:pt x="221509" y="754745"/>
                  <a:pt x="190627" y="754745"/>
                </a:cubicBezTo>
                <a:cubicBezTo>
                  <a:pt x="159745" y="754745"/>
                  <a:pt x="134817" y="729816"/>
                  <a:pt x="134817" y="698934"/>
                </a:cubicBezTo>
                <a:cubicBezTo>
                  <a:pt x="134817" y="604614"/>
                  <a:pt x="153234" y="513085"/>
                  <a:pt x="189697" y="426765"/>
                </a:cubicBezTo>
                <a:cubicBezTo>
                  <a:pt x="224858" y="343607"/>
                  <a:pt x="275273" y="268821"/>
                  <a:pt x="339455" y="204639"/>
                </a:cubicBezTo>
                <a:cubicBezTo>
                  <a:pt x="403637" y="140457"/>
                  <a:pt x="478423" y="90041"/>
                  <a:pt x="561581" y="54880"/>
                </a:cubicBezTo>
                <a:cubicBezTo>
                  <a:pt x="647716" y="18417"/>
                  <a:pt x="739431" y="0"/>
                  <a:pt x="833751" y="0"/>
                </a:cubicBezTo>
                <a:cubicBezTo>
                  <a:pt x="928071" y="0"/>
                  <a:pt x="1019600" y="18417"/>
                  <a:pt x="1105920" y="54880"/>
                </a:cubicBezTo>
                <a:cubicBezTo>
                  <a:pt x="1189078" y="90041"/>
                  <a:pt x="1263864" y="140457"/>
                  <a:pt x="1328046" y="204639"/>
                </a:cubicBezTo>
                <a:cubicBezTo>
                  <a:pt x="1392228" y="268821"/>
                  <a:pt x="1442644" y="343607"/>
                  <a:pt x="1477804" y="426765"/>
                </a:cubicBezTo>
                <a:cubicBezTo>
                  <a:pt x="1514267" y="512899"/>
                  <a:pt x="1532685" y="604614"/>
                  <a:pt x="1532685" y="698934"/>
                </a:cubicBezTo>
                <a:cubicBezTo>
                  <a:pt x="1532685" y="793254"/>
                  <a:pt x="1514267" y="884783"/>
                  <a:pt x="1477804" y="971104"/>
                </a:cubicBezTo>
                <a:cubicBezTo>
                  <a:pt x="1442644" y="1054261"/>
                  <a:pt x="1392228" y="1129047"/>
                  <a:pt x="1328046" y="1193230"/>
                </a:cubicBezTo>
                <a:cubicBezTo>
                  <a:pt x="1263864" y="1257412"/>
                  <a:pt x="1189078" y="1307827"/>
                  <a:pt x="1105920" y="1342988"/>
                </a:cubicBezTo>
                <a:cubicBezTo>
                  <a:pt x="1019786" y="1379637"/>
                  <a:pt x="928256" y="1398054"/>
                  <a:pt x="833751" y="1398054"/>
                </a:cubicBezTo>
                <a:close/>
                <a:moveTo>
                  <a:pt x="1065737" y="729258"/>
                </a:moveTo>
                <a:lnTo>
                  <a:pt x="622787" y="729258"/>
                </a:lnTo>
                <a:cubicBezTo>
                  <a:pt x="591905" y="729258"/>
                  <a:pt x="566976" y="704329"/>
                  <a:pt x="566976" y="673447"/>
                </a:cubicBezTo>
                <a:cubicBezTo>
                  <a:pt x="566976" y="642565"/>
                  <a:pt x="591905" y="617637"/>
                  <a:pt x="622787" y="617637"/>
                </a:cubicBezTo>
                <a:lnTo>
                  <a:pt x="1065737" y="617637"/>
                </a:lnTo>
                <a:cubicBezTo>
                  <a:pt x="1096618" y="617637"/>
                  <a:pt x="1121547" y="642565"/>
                  <a:pt x="1121547" y="673447"/>
                </a:cubicBezTo>
                <a:cubicBezTo>
                  <a:pt x="1121547" y="704329"/>
                  <a:pt x="1096432" y="729258"/>
                  <a:pt x="1065737" y="729258"/>
                </a:cubicBezTo>
                <a:close/>
                <a:moveTo>
                  <a:pt x="1063876" y="919014"/>
                </a:moveTo>
                <a:lnTo>
                  <a:pt x="620926" y="919014"/>
                </a:lnTo>
                <a:cubicBezTo>
                  <a:pt x="590045" y="919014"/>
                  <a:pt x="565116" y="894085"/>
                  <a:pt x="565116" y="863203"/>
                </a:cubicBezTo>
                <a:cubicBezTo>
                  <a:pt x="565116" y="832321"/>
                  <a:pt x="590045" y="807393"/>
                  <a:pt x="620926" y="807393"/>
                </a:cubicBezTo>
                <a:lnTo>
                  <a:pt x="1063876" y="807393"/>
                </a:lnTo>
                <a:cubicBezTo>
                  <a:pt x="1094758" y="807393"/>
                  <a:pt x="1119687" y="832321"/>
                  <a:pt x="1119687" y="863203"/>
                </a:cubicBezTo>
                <a:cubicBezTo>
                  <a:pt x="1119687" y="894085"/>
                  <a:pt x="1094758" y="919014"/>
                  <a:pt x="1063876" y="919014"/>
                </a:cubicBezTo>
                <a:close/>
                <a:moveTo>
                  <a:pt x="842308" y="1135745"/>
                </a:moveTo>
                <a:cubicBezTo>
                  <a:pt x="811426" y="1135745"/>
                  <a:pt x="786498" y="1110816"/>
                  <a:pt x="786498" y="1079934"/>
                </a:cubicBezTo>
                <a:lnTo>
                  <a:pt x="786498" y="673447"/>
                </a:lnTo>
                <a:cubicBezTo>
                  <a:pt x="786498" y="642565"/>
                  <a:pt x="811426" y="617637"/>
                  <a:pt x="842308" y="617637"/>
                </a:cubicBezTo>
                <a:cubicBezTo>
                  <a:pt x="873190" y="617637"/>
                  <a:pt x="898119" y="642565"/>
                  <a:pt x="898119" y="673447"/>
                </a:cubicBezTo>
                <a:lnTo>
                  <a:pt x="898119" y="1079934"/>
                </a:lnTo>
                <a:cubicBezTo>
                  <a:pt x="898119" y="1110630"/>
                  <a:pt x="873190" y="1135745"/>
                  <a:pt x="842308" y="1135745"/>
                </a:cubicBezTo>
                <a:close/>
                <a:moveTo>
                  <a:pt x="844355" y="684609"/>
                </a:moveTo>
                <a:cubicBezTo>
                  <a:pt x="829658" y="684609"/>
                  <a:pt x="814961" y="678842"/>
                  <a:pt x="803985" y="667308"/>
                </a:cubicBezTo>
                <a:lnTo>
                  <a:pt x="590231" y="443136"/>
                </a:lnTo>
                <a:cubicBezTo>
                  <a:pt x="569023" y="420812"/>
                  <a:pt x="569767" y="385465"/>
                  <a:pt x="592091" y="364257"/>
                </a:cubicBezTo>
                <a:cubicBezTo>
                  <a:pt x="614415" y="343049"/>
                  <a:pt x="649762" y="343793"/>
                  <a:pt x="670970" y="366117"/>
                </a:cubicBezTo>
                <a:lnTo>
                  <a:pt x="884724" y="590290"/>
                </a:lnTo>
                <a:cubicBezTo>
                  <a:pt x="905932" y="612614"/>
                  <a:pt x="905188" y="647960"/>
                  <a:pt x="882864" y="669168"/>
                </a:cubicBezTo>
                <a:cubicBezTo>
                  <a:pt x="872074" y="679586"/>
                  <a:pt x="858307" y="684609"/>
                  <a:pt x="844355" y="684609"/>
                </a:cubicBezTo>
                <a:close/>
                <a:moveTo>
                  <a:pt x="841378" y="682935"/>
                </a:moveTo>
                <a:cubicBezTo>
                  <a:pt x="827239" y="682935"/>
                  <a:pt x="812915" y="677540"/>
                  <a:pt x="802125" y="666750"/>
                </a:cubicBezTo>
                <a:cubicBezTo>
                  <a:pt x="780173" y="644984"/>
                  <a:pt x="779986" y="609823"/>
                  <a:pt x="801753" y="587871"/>
                </a:cubicBezTo>
                <a:lnTo>
                  <a:pt x="1025367" y="361838"/>
                </a:lnTo>
                <a:cubicBezTo>
                  <a:pt x="1047133" y="339886"/>
                  <a:pt x="1082480" y="339700"/>
                  <a:pt x="1104246" y="361466"/>
                </a:cubicBezTo>
                <a:cubicBezTo>
                  <a:pt x="1126198" y="383232"/>
                  <a:pt x="1126384" y="418393"/>
                  <a:pt x="1104618" y="440345"/>
                </a:cubicBezTo>
                <a:lnTo>
                  <a:pt x="881004" y="666378"/>
                </a:lnTo>
                <a:cubicBezTo>
                  <a:pt x="870214" y="677540"/>
                  <a:pt x="855889" y="682935"/>
                  <a:pt x="841378" y="682935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图形 24"/>
          <p:cNvSpPr/>
          <p:nvPr/>
        </p:nvSpPr>
        <p:spPr>
          <a:xfrm>
            <a:off x="11131845" y="1092486"/>
            <a:ext cx="669903" cy="608473"/>
          </a:xfrm>
          <a:custGeom>
            <a:avLst/>
            <a:gdLst>
              <a:gd name="connsiteX0" fmla="*/ 1429490 w 1747726"/>
              <a:gd name="connsiteY0" fmla="*/ 1428750 h 1587460"/>
              <a:gd name="connsiteX1" fmla="*/ 1112010 w 1747726"/>
              <a:gd name="connsiteY1" fmla="*/ 1428750 h 1587460"/>
              <a:gd name="connsiteX2" fmla="*/ 1112010 w 1747726"/>
              <a:gd name="connsiteY2" fmla="*/ 1111270 h 1587460"/>
              <a:gd name="connsiteX3" fmla="*/ 1032655 w 1747726"/>
              <a:gd name="connsiteY3" fmla="*/ 1031915 h 1587460"/>
              <a:gd name="connsiteX4" fmla="*/ 715175 w 1747726"/>
              <a:gd name="connsiteY4" fmla="*/ 1031915 h 1587460"/>
              <a:gd name="connsiteX5" fmla="*/ 635819 w 1747726"/>
              <a:gd name="connsiteY5" fmla="*/ 1111270 h 1587460"/>
              <a:gd name="connsiteX6" fmla="*/ 635819 w 1747726"/>
              <a:gd name="connsiteY6" fmla="*/ 1428750 h 1587460"/>
              <a:gd name="connsiteX7" fmla="*/ 318339 w 1747726"/>
              <a:gd name="connsiteY7" fmla="*/ 1428750 h 1587460"/>
              <a:gd name="connsiteX8" fmla="*/ 318339 w 1747726"/>
              <a:gd name="connsiteY8" fmla="*/ 1031855 h 1587460"/>
              <a:gd name="connsiteX9" fmla="*/ 159569 w 1747726"/>
              <a:gd name="connsiteY9" fmla="*/ 1031855 h 1587460"/>
              <a:gd name="connsiteX10" fmla="*/ 159569 w 1747726"/>
              <a:gd name="connsiteY10" fmla="*/ 1508105 h 1587460"/>
              <a:gd name="connsiteX11" fmla="*/ 238925 w 1747726"/>
              <a:gd name="connsiteY11" fmla="*/ 1587460 h 1587460"/>
              <a:gd name="connsiteX12" fmla="*/ 1508905 w 1747726"/>
              <a:gd name="connsiteY12" fmla="*/ 1587460 h 1587460"/>
              <a:gd name="connsiteX13" fmla="*/ 1588260 w 1747726"/>
              <a:gd name="connsiteY13" fmla="*/ 1508105 h 1587460"/>
              <a:gd name="connsiteX14" fmla="*/ 1588260 w 1747726"/>
              <a:gd name="connsiteY14" fmla="*/ 1031855 h 1587460"/>
              <a:gd name="connsiteX15" fmla="*/ 1429490 w 1747726"/>
              <a:gd name="connsiteY15" fmla="*/ 1031855 h 1587460"/>
              <a:gd name="connsiteX16" fmla="*/ 1429490 w 1747726"/>
              <a:gd name="connsiteY16" fmla="*/ 1428750 h 1587460"/>
              <a:gd name="connsiteX17" fmla="*/ 794530 w 1747726"/>
              <a:gd name="connsiteY17" fmla="*/ 1428750 h 1587460"/>
              <a:gd name="connsiteX18" fmla="*/ 794530 w 1747726"/>
              <a:gd name="connsiteY18" fmla="*/ 1190625 h 1587460"/>
              <a:gd name="connsiteX19" fmla="*/ 953300 w 1747726"/>
              <a:gd name="connsiteY19" fmla="*/ 1190625 h 1587460"/>
              <a:gd name="connsiteX20" fmla="*/ 953300 w 1747726"/>
              <a:gd name="connsiteY20" fmla="*/ 1428750 h 1587460"/>
              <a:gd name="connsiteX21" fmla="*/ 794530 w 1747726"/>
              <a:gd name="connsiteY21" fmla="*/ 1428750 h 1587460"/>
              <a:gd name="connsiteX22" fmla="*/ 1739053 w 1747726"/>
              <a:gd name="connsiteY22" fmla="*/ 769918 h 1587460"/>
              <a:gd name="connsiteX23" fmla="*/ 1580283 w 1747726"/>
              <a:gd name="connsiteY23" fmla="*/ 293668 h 1587460"/>
              <a:gd name="connsiteX24" fmla="*/ 1508845 w 1747726"/>
              <a:gd name="connsiteY24" fmla="*/ 238125 h 1587460"/>
              <a:gd name="connsiteX25" fmla="*/ 238865 w 1747726"/>
              <a:gd name="connsiteY25" fmla="*/ 238125 h 1587460"/>
              <a:gd name="connsiteX26" fmla="*/ 167427 w 1747726"/>
              <a:gd name="connsiteY26" fmla="*/ 293668 h 1587460"/>
              <a:gd name="connsiteX27" fmla="*/ 8658 w 1747726"/>
              <a:gd name="connsiteY27" fmla="*/ 769918 h 1587460"/>
              <a:gd name="connsiteX28" fmla="*/ 16575 w 1747726"/>
              <a:gd name="connsiteY28" fmla="*/ 841355 h 1587460"/>
              <a:gd name="connsiteX29" fmla="*/ 80095 w 1747726"/>
              <a:gd name="connsiteY29" fmla="*/ 873085 h 1587460"/>
              <a:gd name="connsiteX30" fmla="*/ 1667615 w 1747726"/>
              <a:gd name="connsiteY30" fmla="*/ 873085 h 1587460"/>
              <a:gd name="connsiteX31" fmla="*/ 1731135 w 1747726"/>
              <a:gd name="connsiteY31" fmla="*/ 841355 h 1587460"/>
              <a:gd name="connsiteX32" fmla="*/ 1739053 w 1747726"/>
              <a:gd name="connsiteY32" fmla="*/ 769918 h 1587460"/>
              <a:gd name="connsiteX33" fmla="*/ 953240 w 1747726"/>
              <a:gd name="connsiteY33" fmla="*/ 396835 h 1587460"/>
              <a:gd name="connsiteX34" fmla="*/ 1127845 w 1747726"/>
              <a:gd name="connsiteY34" fmla="*/ 396835 h 1587460"/>
              <a:gd name="connsiteX35" fmla="*/ 1183388 w 1747726"/>
              <a:gd name="connsiteY35" fmla="*/ 714316 h 1587460"/>
              <a:gd name="connsiteX36" fmla="*/ 953181 w 1747726"/>
              <a:gd name="connsiteY36" fmla="*/ 714316 h 1587460"/>
              <a:gd name="connsiteX37" fmla="*/ 953181 w 1747726"/>
              <a:gd name="connsiteY37" fmla="*/ 396835 h 1587460"/>
              <a:gd name="connsiteX38" fmla="*/ 794530 w 1747726"/>
              <a:gd name="connsiteY38" fmla="*/ 714375 h 1587460"/>
              <a:gd name="connsiteX39" fmla="*/ 572300 w 1747726"/>
              <a:gd name="connsiteY39" fmla="*/ 714375 h 1587460"/>
              <a:gd name="connsiteX40" fmla="*/ 627842 w 1747726"/>
              <a:gd name="connsiteY40" fmla="*/ 396895 h 1587460"/>
              <a:gd name="connsiteX41" fmla="*/ 794530 w 1747726"/>
              <a:gd name="connsiteY41" fmla="*/ 396895 h 1587460"/>
              <a:gd name="connsiteX42" fmla="*/ 794530 w 1747726"/>
              <a:gd name="connsiteY42" fmla="*/ 714375 h 1587460"/>
              <a:gd name="connsiteX43" fmla="*/ 294467 w 1747726"/>
              <a:gd name="connsiteY43" fmla="*/ 396835 h 1587460"/>
              <a:gd name="connsiteX44" fmla="*/ 461155 w 1747726"/>
              <a:gd name="connsiteY44" fmla="*/ 396835 h 1587460"/>
              <a:gd name="connsiteX45" fmla="*/ 405612 w 1747726"/>
              <a:gd name="connsiteY45" fmla="*/ 714316 h 1587460"/>
              <a:gd name="connsiteX46" fmla="*/ 191300 w 1747726"/>
              <a:gd name="connsiteY46" fmla="*/ 714316 h 1587460"/>
              <a:gd name="connsiteX47" fmla="*/ 294467 w 1747726"/>
              <a:gd name="connsiteY47" fmla="*/ 396835 h 1587460"/>
              <a:gd name="connsiteX48" fmla="*/ 1334240 w 1747726"/>
              <a:gd name="connsiteY48" fmla="*/ 714375 h 1587460"/>
              <a:gd name="connsiteX49" fmla="*/ 1278697 w 1747726"/>
              <a:gd name="connsiteY49" fmla="*/ 396895 h 1587460"/>
              <a:gd name="connsiteX50" fmla="*/ 1445385 w 1747726"/>
              <a:gd name="connsiteY50" fmla="*/ 396895 h 1587460"/>
              <a:gd name="connsiteX51" fmla="*/ 1548553 w 1747726"/>
              <a:gd name="connsiteY51" fmla="*/ 714375 h 1587460"/>
              <a:gd name="connsiteX52" fmla="*/ 1334240 w 1747726"/>
              <a:gd name="connsiteY52" fmla="*/ 714375 h 1587460"/>
              <a:gd name="connsiteX53" fmla="*/ 318280 w 1747726"/>
              <a:gd name="connsiteY53" fmla="*/ 0 h 1587460"/>
              <a:gd name="connsiteX54" fmla="*/ 1429550 w 1747726"/>
              <a:gd name="connsiteY54" fmla="*/ 0 h 1587460"/>
              <a:gd name="connsiteX55" fmla="*/ 1429550 w 1747726"/>
              <a:gd name="connsiteY55" fmla="*/ 158770 h 1587460"/>
              <a:gd name="connsiteX56" fmla="*/ 318280 w 1747726"/>
              <a:gd name="connsiteY56" fmla="*/ 158770 h 1587460"/>
              <a:gd name="connsiteX57" fmla="*/ 318280 w 1747726"/>
              <a:gd name="connsiteY57" fmla="*/ 0 h 1587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747726" h="1587460">
                <a:moveTo>
                  <a:pt x="1429490" y="1428750"/>
                </a:moveTo>
                <a:lnTo>
                  <a:pt x="1112010" y="1428750"/>
                </a:lnTo>
                <a:lnTo>
                  <a:pt x="1112010" y="1111270"/>
                </a:lnTo>
                <a:cubicBezTo>
                  <a:pt x="1112010" y="1063645"/>
                  <a:pt x="1080280" y="1031915"/>
                  <a:pt x="1032655" y="1031915"/>
                </a:cubicBezTo>
                <a:lnTo>
                  <a:pt x="715175" y="1031915"/>
                </a:lnTo>
                <a:cubicBezTo>
                  <a:pt x="667550" y="1031915"/>
                  <a:pt x="635819" y="1063645"/>
                  <a:pt x="635819" y="1111270"/>
                </a:cubicBezTo>
                <a:lnTo>
                  <a:pt x="635819" y="1428750"/>
                </a:lnTo>
                <a:lnTo>
                  <a:pt x="318339" y="1428750"/>
                </a:lnTo>
                <a:lnTo>
                  <a:pt x="318339" y="1031855"/>
                </a:lnTo>
                <a:lnTo>
                  <a:pt x="159569" y="1031855"/>
                </a:lnTo>
                <a:lnTo>
                  <a:pt x="159569" y="1508105"/>
                </a:lnTo>
                <a:cubicBezTo>
                  <a:pt x="159569" y="1555730"/>
                  <a:pt x="191300" y="1587460"/>
                  <a:pt x="238925" y="1587460"/>
                </a:cubicBezTo>
                <a:lnTo>
                  <a:pt x="1508905" y="1587460"/>
                </a:lnTo>
                <a:cubicBezTo>
                  <a:pt x="1556530" y="1587460"/>
                  <a:pt x="1588260" y="1555730"/>
                  <a:pt x="1588260" y="1508105"/>
                </a:cubicBezTo>
                <a:lnTo>
                  <a:pt x="1588260" y="1031855"/>
                </a:lnTo>
                <a:lnTo>
                  <a:pt x="1429490" y="1031855"/>
                </a:lnTo>
                <a:lnTo>
                  <a:pt x="1429490" y="1428750"/>
                </a:lnTo>
                <a:close/>
                <a:moveTo>
                  <a:pt x="794530" y="1428750"/>
                </a:moveTo>
                <a:lnTo>
                  <a:pt x="794530" y="1190625"/>
                </a:lnTo>
                <a:lnTo>
                  <a:pt x="953300" y="1190625"/>
                </a:lnTo>
                <a:lnTo>
                  <a:pt x="953300" y="1428750"/>
                </a:lnTo>
                <a:lnTo>
                  <a:pt x="794530" y="1428750"/>
                </a:lnTo>
                <a:close/>
                <a:moveTo>
                  <a:pt x="1739053" y="769918"/>
                </a:moveTo>
                <a:lnTo>
                  <a:pt x="1580283" y="293668"/>
                </a:lnTo>
                <a:cubicBezTo>
                  <a:pt x="1572365" y="261937"/>
                  <a:pt x="1540575" y="238125"/>
                  <a:pt x="1508845" y="238125"/>
                </a:cubicBezTo>
                <a:lnTo>
                  <a:pt x="238865" y="238125"/>
                </a:lnTo>
                <a:cubicBezTo>
                  <a:pt x="207135" y="238125"/>
                  <a:pt x="175345" y="261937"/>
                  <a:pt x="167427" y="293668"/>
                </a:cubicBezTo>
                <a:lnTo>
                  <a:pt x="8658" y="769918"/>
                </a:lnTo>
                <a:cubicBezTo>
                  <a:pt x="-7237" y="793730"/>
                  <a:pt x="740" y="817543"/>
                  <a:pt x="16575" y="841355"/>
                </a:cubicBezTo>
                <a:cubicBezTo>
                  <a:pt x="32411" y="865168"/>
                  <a:pt x="56283" y="873085"/>
                  <a:pt x="80095" y="873085"/>
                </a:cubicBezTo>
                <a:lnTo>
                  <a:pt x="1667615" y="873085"/>
                </a:lnTo>
                <a:cubicBezTo>
                  <a:pt x="1691428" y="873085"/>
                  <a:pt x="1715240" y="857190"/>
                  <a:pt x="1731135" y="841355"/>
                </a:cubicBezTo>
                <a:cubicBezTo>
                  <a:pt x="1747030" y="817543"/>
                  <a:pt x="1754947" y="793730"/>
                  <a:pt x="1739053" y="769918"/>
                </a:cubicBezTo>
                <a:close/>
                <a:moveTo>
                  <a:pt x="953240" y="396835"/>
                </a:moveTo>
                <a:lnTo>
                  <a:pt x="1127845" y="396835"/>
                </a:lnTo>
                <a:lnTo>
                  <a:pt x="1183388" y="714316"/>
                </a:lnTo>
                <a:lnTo>
                  <a:pt x="953181" y="714316"/>
                </a:lnTo>
                <a:lnTo>
                  <a:pt x="953181" y="396835"/>
                </a:lnTo>
                <a:close/>
                <a:moveTo>
                  <a:pt x="794530" y="714375"/>
                </a:moveTo>
                <a:lnTo>
                  <a:pt x="572300" y="714375"/>
                </a:lnTo>
                <a:lnTo>
                  <a:pt x="627842" y="396895"/>
                </a:lnTo>
                <a:lnTo>
                  <a:pt x="794530" y="396895"/>
                </a:lnTo>
                <a:lnTo>
                  <a:pt x="794530" y="714375"/>
                </a:lnTo>
                <a:close/>
                <a:moveTo>
                  <a:pt x="294467" y="396835"/>
                </a:moveTo>
                <a:lnTo>
                  <a:pt x="461155" y="396835"/>
                </a:lnTo>
                <a:lnTo>
                  <a:pt x="405612" y="714316"/>
                </a:lnTo>
                <a:lnTo>
                  <a:pt x="191300" y="714316"/>
                </a:lnTo>
                <a:lnTo>
                  <a:pt x="294467" y="396835"/>
                </a:lnTo>
                <a:close/>
                <a:moveTo>
                  <a:pt x="1334240" y="714375"/>
                </a:moveTo>
                <a:lnTo>
                  <a:pt x="1278697" y="396895"/>
                </a:lnTo>
                <a:lnTo>
                  <a:pt x="1445385" y="396895"/>
                </a:lnTo>
                <a:lnTo>
                  <a:pt x="1548553" y="714375"/>
                </a:lnTo>
                <a:lnTo>
                  <a:pt x="1334240" y="714375"/>
                </a:lnTo>
                <a:close/>
                <a:moveTo>
                  <a:pt x="318280" y="0"/>
                </a:moveTo>
                <a:lnTo>
                  <a:pt x="1429550" y="0"/>
                </a:lnTo>
                <a:lnTo>
                  <a:pt x="1429550" y="158770"/>
                </a:lnTo>
                <a:lnTo>
                  <a:pt x="318280" y="158770"/>
                </a:lnTo>
                <a:lnTo>
                  <a:pt x="318280" y="0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6508351" y="5766105"/>
            <a:ext cx="341133" cy="379434"/>
            <a:chOff x="5243191" y="2476500"/>
            <a:chExt cx="1705615" cy="1897112"/>
          </a:xfrm>
          <a:solidFill>
            <a:schemeClr val="accent2"/>
          </a:solidFill>
        </p:grpSpPr>
        <p:sp>
          <p:nvSpPr>
            <p:cNvPr id="55" name="任意多边形: 形状 54"/>
            <p:cNvSpPr/>
            <p:nvPr/>
          </p:nvSpPr>
          <p:spPr>
            <a:xfrm>
              <a:off x="5243191" y="2476500"/>
              <a:ext cx="1705615" cy="1897112"/>
            </a:xfrm>
            <a:custGeom>
              <a:avLst/>
              <a:gdLst>
                <a:gd name="connsiteX0" fmla="*/ 1484519 w 1705615"/>
                <a:gd name="connsiteY0" fmla="*/ 657374 h 1897112"/>
                <a:gd name="connsiteX1" fmla="*/ 1350279 w 1705615"/>
                <a:gd name="connsiteY1" fmla="*/ 531032 h 1897112"/>
                <a:gd name="connsiteX2" fmla="*/ 1484519 w 1705615"/>
                <a:gd name="connsiteY2" fmla="*/ 325725 h 1897112"/>
                <a:gd name="connsiteX3" fmla="*/ 1208145 w 1705615"/>
                <a:gd name="connsiteY3" fmla="*/ 88834 h 1897112"/>
                <a:gd name="connsiteX4" fmla="*/ 1113388 w 1705615"/>
                <a:gd name="connsiteY4" fmla="*/ 104627 h 1897112"/>
                <a:gd name="connsiteX5" fmla="*/ 1089700 w 1705615"/>
                <a:gd name="connsiteY5" fmla="*/ 112523 h 1897112"/>
                <a:gd name="connsiteX6" fmla="*/ 1042320 w 1705615"/>
                <a:gd name="connsiteY6" fmla="*/ 65145 h 1897112"/>
                <a:gd name="connsiteX7" fmla="*/ 702776 w 1705615"/>
                <a:gd name="connsiteY7" fmla="*/ 65145 h 1897112"/>
                <a:gd name="connsiteX8" fmla="*/ 655399 w 1705615"/>
                <a:gd name="connsiteY8" fmla="*/ 128316 h 1897112"/>
                <a:gd name="connsiteX9" fmla="*/ 631709 w 1705615"/>
                <a:gd name="connsiteY9" fmla="*/ 120420 h 1897112"/>
                <a:gd name="connsiteX10" fmla="*/ 536954 w 1705615"/>
                <a:gd name="connsiteY10" fmla="*/ 96731 h 1897112"/>
                <a:gd name="connsiteX11" fmla="*/ 260580 w 1705615"/>
                <a:gd name="connsiteY11" fmla="*/ 333622 h 1897112"/>
                <a:gd name="connsiteX12" fmla="*/ 363233 w 1705615"/>
                <a:gd name="connsiteY12" fmla="*/ 515239 h 1897112"/>
                <a:gd name="connsiteX13" fmla="*/ 221098 w 1705615"/>
                <a:gd name="connsiteY13" fmla="*/ 641579 h 1897112"/>
                <a:gd name="connsiteX14" fmla="*/ 0 w 1705615"/>
                <a:gd name="connsiteY14" fmla="*/ 1139052 h 1897112"/>
                <a:gd name="connsiteX15" fmla="*/ 844911 w 1705615"/>
                <a:gd name="connsiteY15" fmla="*/ 1897112 h 1897112"/>
                <a:gd name="connsiteX16" fmla="*/ 1373969 w 1705615"/>
                <a:gd name="connsiteY16" fmla="*/ 1770761 h 1897112"/>
                <a:gd name="connsiteX17" fmla="*/ 1705616 w 1705615"/>
                <a:gd name="connsiteY17" fmla="*/ 1139052 h 1897112"/>
                <a:gd name="connsiteX18" fmla="*/ 1484519 w 1705615"/>
                <a:gd name="connsiteY18" fmla="*/ 657374 h 1897112"/>
                <a:gd name="connsiteX19" fmla="*/ 465887 w 1705615"/>
                <a:gd name="connsiteY19" fmla="*/ 641579 h 1897112"/>
                <a:gd name="connsiteX20" fmla="*/ 505367 w 1705615"/>
                <a:gd name="connsiteY20" fmla="*/ 609994 h 1897112"/>
                <a:gd name="connsiteX21" fmla="*/ 521160 w 1705615"/>
                <a:gd name="connsiteY21" fmla="*/ 602099 h 1897112"/>
                <a:gd name="connsiteX22" fmla="*/ 576434 w 1705615"/>
                <a:gd name="connsiteY22" fmla="*/ 507342 h 1897112"/>
                <a:gd name="connsiteX23" fmla="*/ 529057 w 1705615"/>
                <a:gd name="connsiteY23" fmla="*/ 428378 h 1897112"/>
                <a:gd name="connsiteX24" fmla="*/ 497472 w 1705615"/>
                <a:gd name="connsiteY24" fmla="*/ 404690 h 1897112"/>
                <a:gd name="connsiteX25" fmla="*/ 426405 w 1705615"/>
                <a:gd name="connsiteY25" fmla="*/ 333622 h 1897112"/>
                <a:gd name="connsiteX26" fmla="*/ 544849 w 1705615"/>
                <a:gd name="connsiteY26" fmla="*/ 254658 h 1897112"/>
                <a:gd name="connsiteX27" fmla="*/ 584332 w 1705615"/>
                <a:gd name="connsiteY27" fmla="*/ 262555 h 1897112"/>
                <a:gd name="connsiteX28" fmla="*/ 592229 w 1705615"/>
                <a:gd name="connsiteY28" fmla="*/ 270450 h 1897112"/>
                <a:gd name="connsiteX29" fmla="*/ 600124 w 1705615"/>
                <a:gd name="connsiteY29" fmla="*/ 278348 h 1897112"/>
                <a:gd name="connsiteX30" fmla="*/ 781741 w 1705615"/>
                <a:gd name="connsiteY30" fmla="*/ 238865 h 1897112"/>
                <a:gd name="connsiteX31" fmla="*/ 789638 w 1705615"/>
                <a:gd name="connsiteY31" fmla="*/ 230968 h 1897112"/>
                <a:gd name="connsiteX32" fmla="*/ 813326 w 1705615"/>
                <a:gd name="connsiteY32" fmla="*/ 199383 h 1897112"/>
                <a:gd name="connsiteX33" fmla="*/ 939668 w 1705615"/>
                <a:gd name="connsiteY33" fmla="*/ 199383 h 1897112"/>
                <a:gd name="connsiteX34" fmla="*/ 963358 w 1705615"/>
                <a:gd name="connsiteY34" fmla="*/ 230968 h 1897112"/>
                <a:gd name="connsiteX35" fmla="*/ 971253 w 1705615"/>
                <a:gd name="connsiteY35" fmla="*/ 238865 h 1897112"/>
                <a:gd name="connsiteX36" fmla="*/ 1152870 w 1705615"/>
                <a:gd name="connsiteY36" fmla="*/ 270450 h 1897112"/>
                <a:gd name="connsiteX37" fmla="*/ 1160767 w 1705615"/>
                <a:gd name="connsiteY37" fmla="*/ 262555 h 1897112"/>
                <a:gd name="connsiteX38" fmla="*/ 1168662 w 1705615"/>
                <a:gd name="connsiteY38" fmla="*/ 254658 h 1897112"/>
                <a:gd name="connsiteX39" fmla="*/ 1208145 w 1705615"/>
                <a:gd name="connsiteY39" fmla="*/ 246761 h 1897112"/>
                <a:gd name="connsiteX40" fmla="*/ 1326591 w 1705615"/>
                <a:gd name="connsiteY40" fmla="*/ 325725 h 1897112"/>
                <a:gd name="connsiteX41" fmla="*/ 1255524 w 1705615"/>
                <a:gd name="connsiteY41" fmla="*/ 396792 h 1897112"/>
                <a:gd name="connsiteX42" fmla="*/ 1247627 w 1705615"/>
                <a:gd name="connsiteY42" fmla="*/ 396792 h 1897112"/>
                <a:gd name="connsiteX43" fmla="*/ 1223937 w 1705615"/>
                <a:gd name="connsiteY43" fmla="*/ 404690 h 1897112"/>
                <a:gd name="connsiteX44" fmla="*/ 1137077 w 1705615"/>
                <a:gd name="connsiteY44" fmla="*/ 491549 h 1897112"/>
                <a:gd name="connsiteX45" fmla="*/ 1184455 w 1705615"/>
                <a:gd name="connsiteY45" fmla="*/ 594202 h 1897112"/>
                <a:gd name="connsiteX46" fmla="*/ 1200249 w 1705615"/>
                <a:gd name="connsiteY46" fmla="*/ 602099 h 1897112"/>
                <a:gd name="connsiteX47" fmla="*/ 1239730 w 1705615"/>
                <a:gd name="connsiteY47" fmla="*/ 633684 h 1897112"/>
                <a:gd name="connsiteX48" fmla="*/ 1366072 w 1705615"/>
                <a:gd name="connsiteY48" fmla="*/ 752129 h 1897112"/>
                <a:gd name="connsiteX49" fmla="*/ 1547689 w 1705615"/>
                <a:gd name="connsiteY49" fmla="*/ 1131155 h 1897112"/>
                <a:gd name="connsiteX50" fmla="*/ 844911 w 1705615"/>
                <a:gd name="connsiteY50" fmla="*/ 1731280 h 1897112"/>
                <a:gd name="connsiteX51" fmla="*/ 157928 w 1705615"/>
                <a:gd name="connsiteY51" fmla="*/ 1131155 h 1897112"/>
                <a:gd name="connsiteX52" fmla="*/ 339545 w 1705615"/>
                <a:gd name="connsiteY52" fmla="*/ 736336 h 1897112"/>
                <a:gd name="connsiteX53" fmla="*/ 465887 w 1705615"/>
                <a:gd name="connsiteY53" fmla="*/ 641579 h 1897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705615" h="1897112">
                  <a:moveTo>
                    <a:pt x="1484519" y="657374"/>
                  </a:moveTo>
                  <a:cubicBezTo>
                    <a:pt x="1445036" y="617892"/>
                    <a:pt x="1397659" y="570512"/>
                    <a:pt x="1350279" y="531032"/>
                  </a:cubicBezTo>
                  <a:cubicBezTo>
                    <a:pt x="1429244" y="491549"/>
                    <a:pt x="1484519" y="412585"/>
                    <a:pt x="1484519" y="325725"/>
                  </a:cubicBezTo>
                  <a:cubicBezTo>
                    <a:pt x="1484519" y="199383"/>
                    <a:pt x="1358176" y="88834"/>
                    <a:pt x="1208145" y="88834"/>
                  </a:cubicBezTo>
                  <a:cubicBezTo>
                    <a:pt x="1176560" y="88834"/>
                    <a:pt x="1144975" y="96731"/>
                    <a:pt x="1113388" y="104627"/>
                  </a:cubicBezTo>
                  <a:cubicBezTo>
                    <a:pt x="1105492" y="104627"/>
                    <a:pt x="1097595" y="112523"/>
                    <a:pt x="1089700" y="112523"/>
                  </a:cubicBezTo>
                  <a:lnTo>
                    <a:pt x="1042320" y="65145"/>
                  </a:lnTo>
                  <a:cubicBezTo>
                    <a:pt x="939668" y="-21715"/>
                    <a:pt x="805431" y="-21715"/>
                    <a:pt x="702776" y="65145"/>
                  </a:cubicBezTo>
                  <a:cubicBezTo>
                    <a:pt x="686984" y="88834"/>
                    <a:pt x="671191" y="112523"/>
                    <a:pt x="655399" y="128316"/>
                  </a:cubicBezTo>
                  <a:cubicBezTo>
                    <a:pt x="647502" y="128316"/>
                    <a:pt x="639606" y="120420"/>
                    <a:pt x="631709" y="120420"/>
                  </a:cubicBezTo>
                  <a:cubicBezTo>
                    <a:pt x="600124" y="104627"/>
                    <a:pt x="568539" y="96731"/>
                    <a:pt x="536954" y="96731"/>
                  </a:cubicBezTo>
                  <a:cubicBezTo>
                    <a:pt x="386922" y="96731"/>
                    <a:pt x="260580" y="199383"/>
                    <a:pt x="260580" y="333622"/>
                  </a:cubicBezTo>
                  <a:cubicBezTo>
                    <a:pt x="268477" y="404690"/>
                    <a:pt x="300062" y="475757"/>
                    <a:pt x="363233" y="515239"/>
                  </a:cubicBezTo>
                  <a:cubicBezTo>
                    <a:pt x="315855" y="554720"/>
                    <a:pt x="268477" y="602099"/>
                    <a:pt x="221098" y="641579"/>
                  </a:cubicBezTo>
                  <a:cubicBezTo>
                    <a:pt x="71067" y="799508"/>
                    <a:pt x="0" y="965331"/>
                    <a:pt x="0" y="1139052"/>
                  </a:cubicBezTo>
                  <a:cubicBezTo>
                    <a:pt x="0" y="1597041"/>
                    <a:pt x="331647" y="1897112"/>
                    <a:pt x="844911" y="1897112"/>
                  </a:cubicBezTo>
                  <a:cubicBezTo>
                    <a:pt x="1050218" y="1897112"/>
                    <a:pt x="1231834" y="1849725"/>
                    <a:pt x="1373969" y="1770761"/>
                  </a:cubicBezTo>
                  <a:cubicBezTo>
                    <a:pt x="1595068" y="1644421"/>
                    <a:pt x="1705616" y="1431217"/>
                    <a:pt x="1705616" y="1139052"/>
                  </a:cubicBezTo>
                  <a:cubicBezTo>
                    <a:pt x="1705616" y="981125"/>
                    <a:pt x="1626653" y="815301"/>
                    <a:pt x="1484519" y="657374"/>
                  </a:cubicBezTo>
                  <a:close/>
                  <a:moveTo>
                    <a:pt x="465887" y="641579"/>
                  </a:moveTo>
                  <a:cubicBezTo>
                    <a:pt x="481679" y="633684"/>
                    <a:pt x="497472" y="617892"/>
                    <a:pt x="505367" y="609994"/>
                  </a:cubicBezTo>
                  <a:lnTo>
                    <a:pt x="521160" y="602099"/>
                  </a:lnTo>
                  <a:cubicBezTo>
                    <a:pt x="560642" y="578409"/>
                    <a:pt x="576434" y="538927"/>
                    <a:pt x="576434" y="507342"/>
                  </a:cubicBezTo>
                  <a:cubicBezTo>
                    <a:pt x="576434" y="475757"/>
                    <a:pt x="560642" y="444170"/>
                    <a:pt x="529057" y="428378"/>
                  </a:cubicBezTo>
                  <a:lnTo>
                    <a:pt x="497472" y="404690"/>
                  </a:lnTo>
                  <a:cubicBezTo>
                    <a:pt x="450092" y="396792"/>
                    <a:pt x="426405" y="365207"/>
                    <a:pt x="426405" y="333622"/>
                  </a:cubicBezTo>
                  <a:cubicBezTo>
                    <a:pt x="426405" y="294140"/>
                    <a:pt x="473782" y="254658"/>
                    <a:pt x="544849" y="254658"/>
                  </a:cubicBezTo>
                  <a:cubicBezTo>
                    <a:pt x="560642" y="254658"/>
                    <a:pt x="568539" y="254658"/>
                    <a:pt x="584332" y="262555"/>
                  </a:cubicBezTo>
                  <a:cubicBezTo>
                    <a:pt x="592229" y="262555"/>
                    <a:pt x="592229" y="262555"/>
                    <a:pt x="592229" y="270450"/>
                  </a:cubicBezTo>
                  <a:lnTo>
                    <a:pt x="600124" y="278348"/>
                  </a:lnTo>
                  <a:cubicBezTo>
                    <a:pt x="655399" y="309933"/>
                    <a:pt x="734363" y="286243"/>
                    <a:pt x="781741" y="238865"/>
                  </a:cubicBezTo>
                  <a:lnTo>
                    <a:pt x="789638" y="230968"/>
                  </a:lnTo>
                  <a:cubicBezTo>
                    <a:pt x="789638" y="223073"/>
                    <a:pt x="805431" y="215176"/>
                    <a:pt x="813326" y="199383"/>
                  </a:cubicBezTo>
                  <a:cubicBezTo>
                    <a:pt x="852808" y="159901"/>
                    <a:pt x="900186" y="159901"/>
                    <a:pt x="939668" y="199383"/>
                  </a:cubicBezTo>
                  <a:cubicBezTo>
                    <a:pt x="955461" y="215176"/>
                    <a:pt x="963358" y="223073"/>
                    <a:pt x="963358" y="230968"/>
                  </a:cubicBezTo>
                  <a:lnTo>
                    <a:pt x="971253" y="238865"/>
                  </a:lnTo>
                  <a:cubicBezTo>
                    <a:pt x="1010735" y="286243"/>
                    <a:pt x="1089700" y="302035"/>
                    <a:pt x="1152870" y="270450"/>
                  </a:cubicBezTo>
                  <a:lnTo>
                    <a:pt x="1160767" y="262555"/>
                  </a:lnTo>
                  <a:cubicBezTo>
                    <a:pt x="1160767" y="262555"/>
                    <a:pt x="1168662" y="262555"/>
                    <a:pt x="1168662" y="254658"/>
                  </a:cubicBezTo>
                  <a:cubicBezTo>
                    <a:pt x="1184455" y="246761"/>
                    <a:pt x="1192352" y="246761"/>
                    <a:pt x="1208145" y="246761"/>
                  </a:cubicBezTo>
                  <a:cubicBezTo>
                    <a:pt x="1279212" y="246761"/>
                    <a:pt x="1326591" y="286243"/>
                    <a:pt x="1326591" y="325725"/>
                  </a:cubicBezTo>
                  <a:cubicBezTo>
                    <a:pt x="1326591" y="357310"/>
                    <a:pt x="1295005" y="381000"/>
                    <a:pt x="1255524" y="396792"/>
                  </a:cubicBezTo>
                  <a:lnTo>
                    <a:pt x="1247627" y="396792"/>
                  </a:lnTo>
                  <a:cubicBezTo>
                    <a:pt x="1231834" y="404690"/>
                    <a:pt x="1223937" y="404690"/>
                    <a:pt x="1223937" y="404690"/>
                  </a:cubicBezTo>
                  <a:cubicBezTo>
                    <a:pt x="1176560" y="420482"/>
                    <a:pt x="1144975" y="452067"/>
                    <a:pt x="1137077" y="491549"/>
                  </a:cubicBezTo>
                  <a:cubicBezTo>
                    <a:pt x="1129182" y="531032"/>
                    <a:pt x="1152870" y="570512"/>
                    <a:pt x="1184455" y="594202"/>
                  </a:cubicBezTo>
                  <a:lnTo>
                    <a:pt x="1200249" y="602099"/>
                  </a:lnTo>
                  <a:cubicBezTo>
                    <a:pt x="1216042" y="609994"/>
                    <a:pt x="1223937" y="617892"/>
                    <a:pt x="1239730" y="633684"/>
                  </a:cubicBezTo>
                  <a:cubicBezTo>
                    <a:pt x="1287109" y="673166"/>
                    <a:pt x="1326591" y="704751"/>
                    <a:pt x="1366072" y="752129"/>
                  </a:cubicBezTo>
                  <a:cubicBezTo>
                    <a:pt x="1484519" y="878471"/>
                    <a:pt x="1547689" y="1004813"/>
                    <a:pt x="1547689" y="1131155"/>
                  </a:cubicBezTo>
                  <a:cubicBezTo>
                    <a:pt x="1547689" y="1628626"/>
                    <a:pt x="1168662" y="1731280"/>
                    <a:pt x="844911" y="1731280"/>
                  </a:cubicBezTo>
                  <a:cubicBezTo>
                    <a:pt x="513264" y="1731280"/>
                    <a:pt x="157928" y="1573353"/>
                    <a:pt x="157928" y="1131155"/>
                  </a:cubicBezTo>
                  <a:cubicBezTo>
                    <a:pt x="157928" y="996918"/>
                    <a:pt x="221098" y="862678"/>
                    <a:pt x="339545" y="736336"/>
                  </a:cubicBezTo>
                  <a:cubicBezTo>
                    <a:pt x="379025" y="712649"/>
                    <a:pt x="418507" y="673166"/>
                    <a:pt x="465887" y="641579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5788041" y="3210863"/>
              <a:ext cx="608020" cy="791610"/>
            </a:xfrm>
            <a:custGeom>
              <a:avLst/>
              <a:gdLst>
                <a:gd name="connsiteX0" fmla="*/ 71067 w 608020"/>
                <a:gd name="connsiteY0" fmla="*/ 444170 h 791610"/>
                <a:gd name="connsiteX1" fmla="*/ 0 w 608020"/>
                <a:gd name="connsiteY1" fmla="*/ 515239 h 791610"/>
                <a:gd name="connsiteX2" fmla="*/ 71067 w 608020"/>
                <a:gd name="connsiteY2" fmla="*/ 586306 h 791610"/>
                <a:gd name="connsiteX3" fmla="*/ 228994 w 608020"/>
                <a:gd name="connsiteY3" fmla="*/ 586306 h 791610"/>
                <a:gd name="connsiteX4" fmla="*/ 228994 w 608020"/>
                <a:gd name="connsiteY4" fmla="*/ 728441 h 791610"/>
                <a:gd name="connsiteX5" fmla="*/ 300062 w 608020"/>
                <a:gd name="connsiteY5" fmla="*/ 791611 h 791610"/>
                <a:gd name="connsiteX6" fmla="*/ 371129 w 608020"/>
                <a:gd name="connsiteY6" fmla="*/ 728441 h 791610"/>
                <a:gd name="connsiteX7" fmla="*/ 371129 w 608020"/>
                <a:gd name="connsiteY7" fmla="*/ 586306 h 791610"/>
                <a:gd name="connsiteX8" fmla="*/ 536953 w 608020"/>
                <a:gd name="connsiteY8" fmla="*/ 586306 h 791610"/>
                <a:gd name="connsiteX9" fmla="*/ 608021 w 608020"/>
                <a:gd name="connsiteY9" fmla="*/ 515239 h 791610"/>
                <a:gd name="connsiteX10" fmla="*/ 536953 w 608020"/>
                <a:gd name="connsiteY10" fmla="*/ 444170 h 791610"/>
                <a:gd name="connsiteX11" fmla="*/ 371129 w 608020"/>
                <a:gd name="connsiteY11" fmla="*/ 444170 h 791610"/>
                <a:gd name="connsiteX12" fmla="*/ 371129 w 608020"/>
                <a:gd name="connsiteY12" fmla="*/ 404689 h 791610"/>
                <a:gd name="connsiteX13" fmla="*/ 536953 w 608020"/>
                <a:gd name="connsiteY13" fmla="*/ 404689 h 791610"/>
                <a:gd name="connsiteX14" fmla="*/ 608021 w 608020"/>
                <a:gd name="connsiteY14" fmla="*/ 333622 h 791610"/>
                <a:gd name="connsiteX15" fmla="*/ 536953 w 608020"/>
                <a:gd name="connsiteY15" fmla="*/ 262555 h 791610"/>
                <a:gd name="connsiteX16" fmla="*/ 402716 w 608020"/>
                <a:gd name="connsiteY16" fmla="*/ 262555 h 791610"/>
                <a:gd name="connsiteX17" fmla="*/ 536953 w 608020"/>
                <a:gd name="connsiteY17" fmla="*/ 120420 h 791610"/>
                <a:gd name="connsiteX18" fmla="*/ 536953 w 608020"/>
                <a:gd name="connsiteY18" fmla="*/ 17766 h 791610"/>
                <a:gd name="connsiteX19" fmla="*/ 442198 w 608020"/>
                <a:gd name="connsiteY19" fmla="*/ 17766 h 791610"/>
                <a:gd name="connsiteX20" fmla="*/ 307959 w 608020"/>
                <a:gd name="connsiteY20" fmla="*/ 159900 h 791610"/>
                <a:gd name="connsiteX21" fmla="*/ 173720 w 608020"/>
                <a:gd name="connsiteY21" fmla="*/ 17766 h 791610"/>
                <a:gd name="connsiteX22" fmla="*/ 78964 w 608020"/>
                <a:gd name="connsiteY22" fmla="*/ 17766 h 791610"/>
                <a:gd name="connsiteX23" fmla="*/ 78964 w 608020"/>
                <a:gd name="connsiteY23" fmla="*/ 120420 h 791610"/>
                <a:gd name="connsiteX24" fmla="*/ 213202 w 608020"/>
                <a:gd name="connsiteY24" fmla="*/ 262555 h 791610"/>
                <a:gd name="connsiteX25" fmla="*/ 71067 w 608020"/>
                <a:gd name="connsiteY25" fmla="*/ 262555 h 791610"/>
                <a:gd name="connsiteX26" fmla="*/ 0 w 608020"/>
                <a:gd name="connsiteY26" fmla="*/ 333622 h 791610"/>
                <a:gd name="connsiteX27" fmla="*/ 71067 w 608020"/>
                <a:gd name="connsiteY27" fmla="*/ 404689 h 791610"/>
                <a:gd name="connsiteX28" fmla="*/ 228994 w 608020"/>
                <a:gd name="connsiteY28" fmla="*/ 404689 h 791610"/>
                <a:gd name="connsiteX29" fmla="*/ 228994 w 608020"/>
                <a:gd name="connsiteY29" fmla="*/ 444170 h 791610"/>
                <a:gd name="connsiteX30" fmla="*/ 71067 w 608020"/>
                <a:gd name="connsiteY30" fmla="*/ 444170 h 791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08020" h="791610">
                  <a:moveTo>
                    <a:pt x="71067" y="444170"/>
                  </a:moveTo>
                  <a:cubicBezTo>
                    <a:pt x="31585" y="444170"/>
                    <a:pt x="0" y="475757"/>
                    <a:pt x="0" y="515239"/>
                  </a:cubicBezTo>
                  <a:cubicBezTo>
                    <a:pt x="0" y="554719"/>
                    <a:pt x="31585" y="586306"/>
                    <a:pt x="71067" y="586306"/>
                  </a:cubicBezTo>
                  <a:lnTo>
                    <a:pt x="228994" y="586306"/>
                  </a:lnTo>
                  <a:lnTo>
                    <a:pt x="228994" y="728441"/>
                  </a:lnTo>
                  <a:cubicBezTo>
                    <a:pt x="228994" y="760026"/>
                    <a:pt x="260581" y="791611"/>
                    <a:pt x="300062" y="791611"/>
                  </a:cubicBezTo>
                  <a:cubicBezTo>
                    <a:pt x="339544" y="791611"/>
                    <a:pt x="371129" y="767921"/>
                    <a:pt x="371129" y="728441"/>
                  </a:cubicBezTo>
                  <a:lnTo>
                    <a:pt x="371129" y="586306"/>
                  </a:lnTo>
                  <a:lnTo>
                    <a:pt x="536953" y="586306"/>
                  </a:lnTo>
                  <a:cubicBezTo>
                    <a:pt x="576436" y="586306"/>
                    <a:pt x="608021" y="554719"/>
                    <a:pt x="608021" y="515239"/>
                  </a:cubicBezTo>
                  <a:cubicBezTo>
                    <a:pt x="608021" y="475757"/>
                    <a:pt x="576436" y="444170"/>
                    <a:pt x="536953" y="444170"/>
                  </a:cubicBezTo>
                  <a:lnTo>
                    <a:pt x="371129" y="444170"/>
                  </a:lnTo>
                  <a:lnTo>
                    <a:pt x="371129" y="404689"/>
                  </a:lnTo>
                  <a:lnTo>
                    <a:pt x="536953" y="404689"/>
                  </a:lnTo>
                  <a:cubicBezTo>
                    <a:pt x="576436" y="404689"/>
                    <a:pt x="608021" y="373102"/>
                    <a:pt x="608021" y="333622"/>
                  </a:cubicBezTo>
                  <a:cubicBezTo>
                    <a:pt x="608021" y="294140"/>
                    <a:pt x="576436" y="262555"/>
                    <a:pt x="536953" y="262555"/>
                  </a:cubicBezTo>
                  <a:lnTo>
                    <a:pt x="402716" y="262555"/>
                  </a:lnTo>
                  <a:lnTo>
                    <a:pt x="536953" y="120420"/>
                  </a:lnTo>
                  <a:cubicBezTo>
                    <a:pt x="560643" y="96730"/>
                    <a:pt x="560643" y="49353"/>
                    <a:pt x="536953" y="17766"/>
                  </a:cubicBezTo>
                  <a:cubicBezTo>
                    <a:pt x="513265" y="-5922"/>
                    <a:pt x="465886" y="-5922"/>
                    <a:pt x="442198" y="17766"/>
                  </a:cubicBezTo>
                  <a:lnTo>
                    <a:pt x="307959" y="159900"/>
                  </a:lnTo>
                  <a:lnTo>
                    <a:pt x="173720" y="17766"/>
                  </a:lnTo>
                  <a:cubicBezTo>
                    <a:pt x="150032" y="-5922"/>
                    <a:pt x="102652" y="-5922"/>
                    <a:pt x="78964" y="17766"/>
                  </a:cubicBezTo>
                  <a:cubicBezTo>
                    <a:pt x="55275" y="41456"/>
                    <a:pt x="55275" y="88833"/>
                    <a:pt x="78964" y="120420"/>
                  </a:cubicBezTo>
                  <a:lnTo>
                    <a:pt x="213202" y="262555"/>
                  </a:lnTo>
                  <a:lnTo>
                    <a:pt x="71067" y="262555"/>
                  </a:lnTo>
                  <a:cubicBezTo>
                    <a:pt x="31585" y="262555"/>
                    <a:pt x="0" y="294140"/>
                    <a:pt x="0" y="333622"/>
                  </a:cubicBezTo>
                  <a:cubicBezTo>
                    <a:pt x="0" y="373102"/>
                    <a:pt x="31585" y="404689"/>
                    <a:pt x="71067" y="404689"/>
                  </a:cubicBezTo>
                  <a:lnTo>
                    <a:pt x="228994" y="404689"/>
                  </a:lnTo>
                  <a:lnTo>
                    <a:pt x="228994" y="444170"/>
                  </a:lnTo>
                  <a:lnTo>
                    <a:pt x="71067" y="44417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187325" y="2164715"/>
            <a:ext cx="3813810" cy="2976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graphicFrame>
        <p:nvGraphicFramePr>
          <p:cNvPr id="3" name="图表 2"/>
          <p:cNvGraphicFramePr/>
          <p:nvPr/>
        </p:nvGraphicFramePr>
        <p:xfrm>
          <a:off x="386080" y="2724150"/>
          <a:ext cx="3416300" cy="2346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5" name="矩形 4"/>
          <p:cNvSpPr/>
          <p:nvPr/>
        </p:nvSpPr>
        <p:spPr>
          <a:xfrm>
            <a:off x="4166235" y="2164715"/>
            <a:ext cx="3813810" cy="2976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145145" y="2164715"/>
            <a:ext cx="3813810" cy="2976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graphicFrame>
        <p:nvGraphicFramePr>
          <p:cNvPr id="9" name="图表 8"/>
          <p:cNvGraphicFramePr/>
          <p:nvPr/>
        </p:nvGraphicFramePr>
        <p:xfrm>
          <a:off x="8223250" y="2604770"/>
          <a:ext cx="3657600" cy="2364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graphicFrame>
        <p:nvGraphicFramePr>
          <p:cNvPr id="10" name="图表 9"/>
          <p:cNvGraphicFramePr/>
          <p:nvPr/>
        </p:nvGraphicFramePr>
        <p:xfrm>
          <a:off x="4324350" y="2722880"/>
          <a:ext cx="3498215" cy="21888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9503410" y="2420189"/>
            <a:ext cx="1097280" cy="27559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季度成本支出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295900" y="2420189"/>
            <a:ext cx="1554480" cy="27559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转化率最高三大渠道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316990" y="2420189"/>
            <a:ext cx="1554480" cy="27559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月平均收入（亿元）</a:t>
            </a:r>
          </a:p>
        </p:txBody>
      </p:sp>
      <p:cxnSp>
        <p:nvCxnSpPr>
          <p:cNvPr id="26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6092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数据图表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关键数据洞察</a:t>
            </a:r>
          </a:p>
        </p:txBody>
      </p:sp>
      <p:sp>
        <p:nvSpPr>
          <p:cNvPr id="26" name="矩形 25"/>
          <p:cNvSpPr/>
          <p:nvPr/>
        </p:nvSpPr>
        <p:spPr>
          <a:xfrm>
            <a:off x="229235" y="725805"/>
            <a:ext cx="11740515" cy="14014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399665" y="826770"/>
            <a:ext cx="2284730" cy="11995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798695" y="826770"/>
            <a:ext cx="2284730" cy="119951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197725" y="826770"/>
            <a:ext cx="2284730" cy="11995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9597390" y="826770"/>
            <a:ext cx="2284730" cy="119951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728595" y="1623060"/>
            <a:ext cx="162687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华北市场占比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5086985" y="1623060"/>
            <a:ext cx="170815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西北市场占比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486015" y="1623060"/>
            <a:ext cx="170815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华东市场占比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885680" y="1623060"/>
            <a:ext cx="170815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南方市场营收增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801620" y="905510"/>
            <a:ext cx="156972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+mn-lt"/>
              </a:rPr>
              <a:t>22%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5200650" y="905510"/>
            <a:ext cx="156972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+mn-lt"/>
              </a:rPr>
              <a:t>20%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7599045" y="905510"/>
            <a:ext cx="156972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+mn-lt"/>
              </a:rPr>
              <a:t>28%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9998710" y="905510"/>
            <a:ext cx="156972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+mn-lt"/>
              </a:rPr>
              <a:t>15%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432435" y="1061085"/>
            <a:ext cx="1851660" cy="701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近三年国内四大市场营收各有变化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59" name="矩形: 圆角 27"/>
          <p:cNvSpPr/>
          <p:nvPr/>
        </p:nvSpPr>
        <p:spPr>
          <a:xfrm>
            <a:off x="229235" y="2235200"/>
            <a:ext cx="8136890" cy="371221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  <a:miter lim="800000"/>
          </a:ln>
          <a:effectLst>
            <a:reflection blurRad="6350" stA="20000" endPos="4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: 圆角 34"/>
          <p:cNvSpPr/>
          <p:nvPr/>
        </p:nvSpPr>
        <p:spPr>
          <a:xfrm>
            <a:off x="8559512" y="2235415"/>
            <a:ext cx="3409603" cy="371205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  <a:miter lim="800000"/>
          </a:ln>
          <a:effectLst>
            <a:reflection blurRad="6350" stA="20000" endPos="4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: 圆角 35"/>
          <p:cNvSpPr/>
          <p:nvPr/>
        </p:nvSpPr>
        <p:spPr>
          <a:xfrm>
            <a:off x="8748882" y="2818766"/>
            <a:ext cx="3030862" cy="87137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8868784" y="3008710"/>
            <a:ext cx="2791059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近三年季度占比 22%-27%，逐年小幅提升，增长趋势连贯且稳定。</a:t>
            </a:r>
          </a:p>
        </p:txBody>
      </p:sp>
      <p:sp>
        <p:nvSpPr>
          <p:cNvPr id="63" name="梯形 62"/>
          <p:cNvSpPr/>
          <p:nvPr/>
        </p:nvSpPr>
        <p:spPr>
          <a:xfrm rot="10800000">
            <a:off x="2935184" y="2239173"/>
            <a:ext cx="2724993" cy="311963"/>
          </a:xfrm>
          <a:prstGeom prst="trapezoid">
            <a:avLst>
              <a:gd name="adj" fmla="val 567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3061653" y="2256656"/>
            <a:ext cx="246316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defRPr sz="10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国内四大市场季度营收占比（%）</a:t>
            </a:r>
          </a:p>
        </p:txBody>
      </p:sp>
      <p:sp>
        <p:nvSpPr>
          <p:cNvPr id="65" name="梯形 64"/>
          <p:cNvSpPr/>
          <p:nvPr/>
        </p:nvSpPr>
        <p:spPr>
          <a:xfrm rot="10800000">
            <a:off x="8901817" y="2239174"/>
            <a:ext cx="2724993" cy="311963"/>
          </a:xfrm>
          <a:prstGeom prst="trapezoid">
            <a:avLst>
              <a:gd name="adj" fmla="val 567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9113198" y="2256656"/>
            <a:ext cx="230223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defRPr sz="10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2025 年季度成本数据（万元）</a:t>
            </a:r>
          </a:p>
        </p:txBody>
      </p:sp>
      <p:sp>
        <p:nvSpPr>
          <p:cNvPr id="67" name="矩形: 圆角 28"/>
          <p:cNvSpPr/>
          <p:nvPr/>
        </p:nvSpPr>
        <p:spPr>
          <a:xfrm>
            <a:off x="776605" y="2818765"/>
            <a:ext cx="2231390" cy="8712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65835" y="2908618"/>
            <a:ext cx="1863725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2023-2025 年季度占比稳定在 19%-24%，整体波动小，营收表现平稳</a:t>
            </a:r>
          </a:p>
        </p:txBody>
      </p:sp>
      <p:sp>
        <p:nvSpPr>
          <p:cNvPr id="69" name="矩形: 圆角 31"/>
          <p:cNvSpPr/>
          <p:nvPr/>
        </p:nvSpPr>
        <p:spPr>
          <a:xfrm>
            <a:off x="3181985" y="2818765"/>
            <a:ext cx="2231390" cy="8712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3352165" y="2908618"/>
            <a:ext cx="1863725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近三年季度占比 17%-23%，呈小幅上升趋势，后期逐步稳定在 20% 左右</a:t>
            </a:r>
          </a:p>
        </p:txBody>
      </p:sp>
      <p:sp>
        <p:nvSpPr>
          <p:cNvPr id="71" name="矩形: 圆角 32"/>
          <p:cNvSpPr/>
          <p:nvPr/>
        </p:nvSpPr>
        <p:spPr>
          <a:xfrm>
            <a:off x="5574030" y="2833370"/>
            <a:ext cx="2231390" cy="8712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5757863" y="2923223"/>
            <a:ext cx="1863725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2023-2025 年季度占比 25%-29%，始终为四大市场最高，且保持稳步增长</a:t>
            </a:r>
          </a:p>
        </p:txBody>
      </p:sp>
      <p:graphicFrame>
        <p:nvGraphicFramePr>
          <p:cNvPr id="73" name="图表 72"/>
          <p:cNvGraphicFramePr/>
          <p:nvPr/>
        </p:nvGraphicFramePr>
        <p:xfrm>
          <a:off x="5280660" y="3689350"/>
          <a:ext cx="2788920" cy="22205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4" name="图表 73"/>
          <p:cNvGraphicFramePr/>
          <p:nvPr/>
        </p:nvGraphicFramePr>
        <p:xfrm>
          <a:off x="8749204" y="3935730"/>
          <a:ext cx="3030220" cy="18853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5" name="矩形 74"/>
          <p:cNvSpPr/>
          <p:nvPr/>
        </p:nvSpPr>
        <p:spPr>
          <a:xfrm>
            <a:off x="229235" y="6049010"/>
            <a:ext cx="11740515" cy="5594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393383" y="6190933"/>
            <a:ext cx="1141222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华东市场在 2025 年占比突出，南方市场 2025 年营收增长显著，各区域季度表现有波动。从季度数据看，2025 年成本逐季上升，需关注成本控制策略调整。</a:t>
            </a:r>
          </a:p>
        </p:txBody>
      </p:sp>
      <p:graphicFrame>
        <p:nvGraphicFramePr>
          <p:cNvPr id="77" name="图表 76"/>
          <p:cNvGraphicFramePr/>
          <p:nvPr/>
        </p:nvGraphicFramePr>
        <p:xfrm>
          <a:off x="469900" y="3689350"/>
          <a:ext cx="2788920" cy="22205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78" name="图表 77"/>
          <p:cNvGraphicFramePr/>
          <p:nvPr/>
        </p:nvGraphicFramePr>
        <p:xfrm>
          <a:off x="2875280" y="3689350"/>
          <a:ext cx="2788920" cy="22205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2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3328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数据图表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财务数据分析</a:t>
            </a:r>
          </a:p>
        </p:txBody>
      </p:sp>
      <p:sp>
        <p:nvSpPr>
          <p:cNvPr id="2" name="矩形 1"/>
          <p:cNvSpPr/>
          <p:nvPr/>
        </p:nvSpPr>
        <p:spPr>
          <a:xfrm>
            <a:off x="219710" y="819785"/>
            <a:ext cx="2205355" cy="57384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24760" y="819785"/>
            <a:ext cx="2205355" cy="57384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830086" y="2908615"/>
            <a:ext cx="98456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环比 + 25%</a:t>
            </a: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614483" y="2490172"/>
            <a:ext cx="14157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1.2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亿元</a:t>
            </a: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608629" y="2155276"/>
            <a:ext cx="14274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新能源车型营收</a:t>
            </a: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3086136" y="2908615"/>
            <a:ext cx="108234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环比 + 12.5%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2919424" y="2490172"/>
            <a:ext cx="14157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0.4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亿元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3180270" y="2155276"/>
            <a:ext cx="8940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研发支出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776386" y="4327435"/>
            <a:ext cx="109196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环比 - 12.5%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614483" y="3908992"/>
            <a:ext cx="14157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0.8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亿元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697529" y="3574096"/>
            <a:ext cx="12496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燃油车型营收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11"/>
            </p:custDataLst>
          </p:nvPr>
        </p:nvSpPr>
        <p:spPr>
          <a:xfrm>
            <a:off x="3135027" y="4327435"/>
            <a:ext cx="98456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环比 + 20%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12"/>
            </p:custDataLst>
          </p:nvPr>
        </p:nvSpPr>
        <p:spPr>
          <a:xfrm>
            <a:off x="2816831" y="3908992"/>
            <a:ext cx="162095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0.25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亿元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>
            <a:off x="3180270" y="3574096"/>
            <a:ext cx="8940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营销支出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14"/>
            </p:custDataLst>
          </p:nvPr>
        </p:nvSpPr>
        <p:spPr>
          <a:xfrm>
            <a:off x="830085" y="5775707"/>
            <a:ext cx="98456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环比 + 20%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15"/>
            </p:custDataLst>
          </p:nvPr>
        </p:nvSpPr>
        <p:spPr>
          <a:xfrm>
            <a:off x="614483" y="5357264"/>
            <a:ext cx="14157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0.3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亿元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16"/>
            </p:custDataLst>
          </p:nvPr>
        </p:nvSpPr>
        <p:spPr>
          <a:xfrm>
            <a:off x="697528" y="5022369"/>
            <a:ext cx="12496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售后业务营收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17"/>
            </p:custDataLst>
          </p:nvPr>
        </p:nvSpPr>
        <p:spPr>
          <a:xfrm>
            <a:off x="3110181" y="5775707"/>
            <a:ext cx="10342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环比 + 5.6%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18"/>
            </p:custDataLst>
          </p:nvPr>
        </p:nvSpPr>
        <p:spPr>
          <a:xfrm>
            <a:off x="2919424" y="5357264"/>
            <a:ext cx="14157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0.9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亿元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9"/>
            </p:custDataLst>
          </p:nvPr>
        </p:nvSpPr>
        <p:spPr>
          <a:xfrm>
            <a:off x="3180270" y="5022369"/>
            <a:ext cx="8940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生产支出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19841" y="819786"/>
            <a:ext cx="2205054" cy="10865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5BB72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cxnSp>
        <p:nvCxnSpPr>
          <p:cNvPr id="38" name="直接连接符 37"/>
          <p:cNvCxnSpPr/>
          <p:nvPr>
            <p:custDataLst>
              <p:tags r:id="rId20"/>
            </p:custDataLst>
          </p:nvPr>
        </p:nvCxnSpPr>
        <p:spPr>
          <a:xfrm>
            <a:off x="507882" y="3379855"/>
            <a:ext cx="162897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>
            <p:custDataLst>
              <p:tags r:id="rId21"/>
            </p:custDataLst>
          </p:nvPr>
        </p:nvCxnSpPr>
        <p:spPr>
          <a:xfrm>
            <a:off x="507882" y="4813402"/>
            <a:ext cx="162897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>
            <p:custDataLst>
              <p:tags r:id="rId22"/>
            </p:custDataLst>
          </p:nvPr>
        </p:nvCxnSpPr>
        <p:spPr>
          <a:xfrm>
            <a:off x="2812823" y="3379855"/>
            <a:ext cx="162897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>
            <p:custDataLst>
              <p:tags r:id="rId23"/>
            </p:custDataLst>
          </p:nvPr>
        </p:nvCxnSpPr>
        <p:spPr>
          <a:xfrm>
            <a:off x="2812823" y="4813402"/>
            <a:ext cx="162897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2524782" y="819786"/>
            <a:ext cx="2205054" cy="10865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5BB72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19841" y="6501959"/>
            <a:ext cx="2205054" cy="3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5BB72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524782" y="6501959"/>
            <a:ext cx="2205054" cy="36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5BB72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895215" y="3674110"/>
            <a:ext cx="7056755" cy="28575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312535" y="3776547"/>
            <a:ext cx="422211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defRPr sz="10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1 - 12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月整体销售支出和营收（单位：万元）</a:t>
            </a:r>
          </a:p>
        </p:txBody>
      </p:sp>
      <p:sp>
        <p:nvSpPr>
          <p:cNvPr id="47" name="矩形: 圆角 8"/>
          <p:cNvSpPr/>
          <p:nvPr/>
        </p:nvSpPr>
        <p:spPr>
          <a:xfrm>
            <a:off x="4895215" y="843280"/>
            <a:ext cx="3456305" cy="262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343843" y="922020"/>
            <a:ext cx="255905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0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年度季度营收占比（%）</a:t>
            </a:r>
          </a:p>
        </p:txBody>
      </p:sp>
      <p:graphicFrame>
        <p:nvGraphicFramePr>
          <p:cNvPr id="49" name="图表 48"/>
          <p:cNvGraphicFramePr/>
          <p:nvPr/>
        </p:nvGraphicFramePr>
        <p:xfrm>
          <a:off x="5146040" y="1283335"/>
          <a:ext cx="2954020" cy="2101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sp>
        <p:nvSpPr>
          <p:cNvPr id="50" name="矩形: 圆角 8"/>
          <p:cNvSpPr/>
          <p:nvPr/>
        </p:nvSpPr>
        <p:spPr>
          <a:xfrm>
            <a:off x="8509000" y="843280"/>
            <a:ext cx="3456305" cy="262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9197340" y="922020"/>
            <a:ext cx="207962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0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成本支出方面（万元）</a:t>
            </a:r>
          </a:p>
        </p:txBody>
      </p:sp>
      <p:graphicFrame>
        <p:nvGraphicFramePr>
          <p:cNvPr id="52" name="图表 51"/>
          <p:cNvGraphicFramePr/>
          <p:nvPr/>
        </p:nvGraphicFramePr>
        <p:xfrm>
          <a:off x="8815070" y="1343660"/>
          <a:ext cx="2922905" cy="2024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sp>
        <p:nvSpPr>
          <p:cNvPr id="53" name="文本框 52"/>
          <p:cNvSpPr txBox="1"/>
          <p:nvPr/>
        </p:nvSpPr>
        <p:spPr>
          <a:xfrm>
            <a:off x="1000105" y="1010016"/>
            <a:ext cx="130111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核心业务营收表现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3305047" y="1010016"/>
            <a:ext cx="130111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重点板块支出情况</a:t>
            </a:r>
          </a:p>
        </p:txBody>
      </p:sp>
      <p:graphicFrame>
        <p:nvGraphicFramePr>
          <p:cNvPr id="55" name="图表 54"/>
          <p:cNvGraphicFramePr/>
          <p:nvPr/>
        </p:nvGraphicFramePr>
        <p:xfrm>
          <a:off x="5030470" y="4113530"/>
          <a:ext cx="6786245" cy="2251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8"/>
          </a:graphicData>
        </a:graphic>
      </p:graphicFrame>
      <p:sp>
        <p:nvSpPr>
          <p:cNvPr id="56" name="图形 2"/>
          <p:cNvSpPr/>
          <p:nvPr/>
        </p:nvSpPr>
        <p:spPr>
          <a:xfrm>
            <a:off x="329001" y="979303"/>
            <a:ext cx="668024" cy="668024"/>
          </a:xfrm>
          <a:custGeom>
            <a:avLst/>
            <a:gdLst>
              <a:gd name="connsiteX0" fmla="*/ 891481 w 1428750"/>
              <a:gd name="connsiteY0" fmla="*/ 0 h 1428750"/>
              <a:gd name="connsiteX1" fmla="*/ 537270 w 1428750"/>
              <a:gd name="connsiteY1" fmla="*/ 0 h 1428750"/>
              <a:gd name="connsiteX2" fmla="*/ 476250 w 1428750"/>
              <a:gd name="connsiteY2" fmla="*/ 61020 h 1428750"/>
              <a:gd name="connsiteX3" fmla="*/ 476250 w 1428750"/>
              <a:gd name="connsiteY3" fmla="*/ 238125 h 1428750"/>
              <a:gd name="connsiteX4" fmla="*/ 59531 w 1428750"/>
              <a:gd name="connsiteY4" fmla="*/ 238125 h 1428750"/>
              <a:gd name="connsiteX5" fmla="*/ 0 w 1428750"/>
              <a:gd name="connsiteY5" fmla="*/ 297656 h 1428750"/>
              <a:gd name="connsiteX6" fmla="*/ 0 w 1428750"/>
              <a:gd name="connsiteY6" fmla="*/ 1369219 h 1428750"/>
              <a:gd name="connsiteX7" fmla="*/ 59531 w 1428750"/>
              <a:gd name="connsiteY7" fmla="*/ 1428750 h 1428750"/>
              <a:gd name="connsiteX8" fmla="*/ 1369219 w 1428750"/>
              <a:gd name="connsiteY8" fmla="*/ 1428750 h 1428750"/>
              <a:gd name="connsiteX9" fmla="*/ 1428750 w 1428750"/>
              <a:gd name="connsiteY9" fmla="*/ 1369219 h 1428750"/>
              <a:gd name="connsiteX10" fmla="*/ 1428750 w 1428750"/>
              <a:gd name="connsiteY10" fmla="*/ 297656 h 1428750"/>
              <a:gd name="connsiteX11" fmla="*/ 1369219 w 1428750"/>
              <a:gd name="connsiteY11" fmla="*/ 238125 h 1428750"/>
              <a:gd name="connsiteX12" fmla="*/ 952500 w 1428750"/>
              <a:gd name="connsiteY12" fmla="*/ 238125 h 1428750"/>
              <a:gd name="connsiteX13" fmla="*/ 952500 w 1428750"/>
              <a:gd name="connsiteY13" fmla="*/ 61020 h 1428750"/>
              <a:gd name="connsiteX14" fmla="*/ 891481 w 1428750"/>
              <a:gd name="connsiteY14" fmla="*/ 0 h 1428750"/>
              <a:gd name="connsiteX15" fmla="*/ 595313 w 1428750"/>
              <a:gd name="connsiteY15" fmla="*/ 238125 h 1428750"/>
              <a:gd name="connsiteX16" fmla="*/ 595313 w 1428750"/>
              <a:gd name="connsiteY16" fmla="*/ 119063 h 1428750"/>
              <a:gd name="connsiteX17" fmla="*/ 833438 w 1428750"/>
              <a:gd name="connsiteY17" fmla="*/ 119063 h 1428750"/>
              <a:gd name="connsiteX18" fmla="*/ 833438 w 1428750"/>
              <a:gd name="connsiteY18" fmla="*/ 238125 h 1428750"/>
              <a:gd name="connsiteX19" fmla="*/ 595313 w 1428750"/>
              <a:gd name="connsiteY19" fmla="*/ 238125 h 1428750"/>
              <a:gd name="connsiteX20" fmla="*/ 714375 w 1428750"/>
              <a:gd name="connsiteY20" fmla="*/ 714375 h 1428750"/>
              <a:gd name="connsiteX21" fmla="*/ 119063 w 1428750"/>
              <a:gd name="connsiteY21" fmla="*/ 614660 h 1428750"/>
              <a:gd name="connsiteX22" fmla="*/ 119063 w 1428750"/>
              <a:gd name="connsiteY22" fmla="*/ 357188 h 1428750"/>
              <a:gd name="connsiteX23" fmla="*/ 1309688 w 1428750"/>
              <a:gd name="connsiteY23" fmla="*/ 357188 h 1428750"/>
              <a:gd name="connsiteX24" fmla="*/ 1309688 w 1428750"/>
              <a:gd name="connsiteY24" fmla="*/ 614660 h 1428750"/>
              <a:gd name="connsiteX25" fmla="*/ 714375 w 1428750"/>
              <a:gd name="connsiteY25" fmla="*/ 714375 h 1428750"/>
              <a:gd name="connsiteX26" fmla="*/ 714375 w 1428750"/>
              <a:gd name="connsiteY26" fmla="*/ 773906 h 1428750"/>
              <a:gd name="connsiteX27" fmla="*/ 1309688 w 1428750"/>
              <a:gd name="connsiteY27" fmla="*/ 674191 h 1428750"/>
              <a:gd name="connsiteX28" fmla="*/ 1309688 w 1428750"/>
              <a:gd name="connsiteY28" fmla="*/ 1309688 h 1428750"/>
              <a:gd name="connsiteX29" fmla="*/ 119063 w 1428750"/>
              <a:gd name="connsiteY29" fmla="*/ 1309688 h 1428750"/>
              <a:gd name="connsiteX30" fmla="*/ 119063 w 1428750"/>
              <a:gd name="connsiteY30" fmla="*/ 674191 h 1428750"/>
              <a:gd name="connsiteX31" fmla="*/ 714375 w 1428750"/>
              <a:gd name="connsiteY31" fmla="*/ 773906 h 1428750"/>
              <a:gd name="connsiteX32" fmla="*/ 803672 w 1428750"/>
              <a:gd name="connsiteY32" fmla="*/ 476250 h 1428750"/>
              <a:gd name="connsiteX33" fmla="*/ 625078 w 1428750"/>
              <a:gd name="connsiteY33" fmla="*/ 476250 h 1428750"/>
              <a:gd name="connsiteX34" fmla="*/ 595313 w 1428750"/>
              <a:gd name="connsiteY34" fmla="*/ 506016 h 1428750"/>
              <a:gd name="connsiteX35" fmla="*/ 595313 w 1428750"/>
              <a:gd name="connsiteY35" fmla="*/ 565547 h 1428750"/>
              <a:gd name="connsiteX36" fmla="*/ 625078 w 1428750"/>
              <a:gd name="connsiteY36" fmla="*/ 595313 h 1428750"/>
              <a:gd name="connsiteX37" fmla="*/ 803672 w 1428750"/>
              <a:gd name="connsiteY37" fmla="*/ 595313 h 1428750"/>
              <a:gd name="connsiteX38" fmla="*/ 833438 w 1428750"/>
              <a:gd name="connsiteY38" fmla="*/ 565547 h 1428750"/>
              <a:gd name="connsiteX39" fmla="*/ 833438 w 1428750"/>
              <a:gd name="connsiteY39" fmla="*/ 506016 h 1428750"/>
              <a:gd name="connsiteX40" fmla="*/ 803672 w 1428750"/>
              <a:gd name="connsiteY40" fmla="*/ 47625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428750" h="1428750">
                <a:moveTo>
                  <a:pt x="891481" y="0"/>
                </a:moveTo>
                <a:lnTo>
                  <a:pt x="537270" y="0"/>
                </a:lnTo>
                <a:cubicBezTo>
                  <a:pt x="504527" y="0"/>
                  <a:pt x="476250" y="26789"/>
                  <a:pt x="476250" y="61020"/>
                </a:cubicBezTo>
                <a:lnTo>
                  <a:pt x="476250" y="238125"/>
                </a:lnTo>
                <a:lnTo>
                  <a:pt x="59531" y="238125"/>
                </a:lnTo>
                <a:cubicBezTo>
                  <a:pt x="26789" y="238125"/>
                  <a:pt x="0" y="264914"/>
                  <a:pt x="0" y="297656"/>
                </a:cubicBezTo>
                <a:lnTo>
                  <a:pt x="0" y="1369219"/>
                </a:lnTo>
                <a:cubicBezTo>
                  <a:pt x="0" y="1401961"/>
                  <a:pt x="26789" y="1428750"/>
                  <a:pt x="59531" y="1428750"/>
                </a:cubicBezTo>
                <a:lnTo>
                  <a:pt x="1369219" y="1428750"/>
                </a:lnTo>
                <a:cubicBezTo>
                  <a:pt x="1401961" y="1428750"/>
                  <a:pt x="1428750" y="1401961"/>
                  <a:pt x="1428750" y="1369219"/>
                </a:cubicBezTo>
                <a:lnTo>
                  <a:pt x="1428750" y="297656"/>
                </a:lnTo>
                <a:cubicBezTo>
                  <a:pt x="1428750" y="264914"/>
                  <a:pt x="1401961" y="238125"/>
                  <a:pt x="1369219" y="238125"/>
                </a:cubicBezTo>
                <a:lnTo>
                  <a:pt x="952500" y="238125"/>
                </a:lnTo>
                <a:lnTo>
                  <a:pt x="952500" y="61020"/>
                </a:lnTo>
                <a:cubicBezTo>
                  <a:pt x="952500" y="26789"/>
                  <a:pt x="925711" y="0"/>
                  <a:pt x="891481" y="0"/>
                </a:cubicBezTo>
                <a:close/>
                <a:moveTo>
                  <a:pt x="595313" y="238125"/>
                </a:moveTo>
                <a:lnTo>
                  <a:pt x="595313" y="119063"/>
                </a:lnTo>
                <a:lnTo>
                  <a:pt x="833438" y="119063"/>
                </a:lnTo>
                <a:lnTo>
                  <a:pt x="833438" y="238125"/>
                </a:lnTo>
                <a:lnTo>
                  <a:pt x="595313" y="238125"/>
                </a:lnTo>
                <a:close/>
                <a:moveTo>
                  <a:pt x="714375" y="714375"/>
                </a:moveTo>
                <a:lnTo>
                  <a:pt x="119063" y="614660"/>
                </a:lnTo>
                <a:lnTo>
                  <a:pt x="119063" y="357188"/>
                </a:lnTo>
                <a:lnTo>
                  <a:pt x="1309688" y="357188"/>
                </a:lnTo>
                <a:lnTo>
                  <a:pt x="1309688" y="614660"/>
                </a:lnTo>
                <a:lnTo>
                  <a:pt x="714375" y="714375"/>
                </a:lnTo>
                <a:close/>
                <a:moveTo>
                  <a:pt x="714375" y="773906"/>
                </a:moveTo>
                <a:lnTo>
                  <a:pt x="1309688" y="674191"/>
                </a:lnTo>
                <a:lnTo>
                  <a:pt x="1309688" y="1309688"/>
                </a:lnTo>
                <a:lnTo>
                  <a:pt x="119063" y="1309688"/>
                </a:lnTo>
                <a:lnTo>
                  <a:pt x="119063" y="674191"/>
                </a:lnTo>
                <a:lnTo>
                  <a:pt x="714375" y="773906"/>
                </a:lnTo>
                <a:close/>
                <a:moveTo>
                  <a:pt x="803672" y="476250"/>
                </a:moveTo>
                <a:lnTo>
                  <a:pt x="625078" y="476250"/>
                </a:lnTo>
                <a:cubicBezTo>
                  <a:pt x="608707" y="476250"/>
                  <a:pt x="595313" y="489645"/>
                  <a:pt x="595313" y="506016"/>
                </a:cubicBezTo>
                <a:lnTo>
                  <a:pt x="595313" y="565547"/>
                </a:lnTo>
                <a:cubicBezTo>
                  <a:pt x="595313" y="581918"/>
                  <a:pt x="608707" y="595313"/>
                  <a:pt x="625078" y="595313"/>
                </a:cubicBezTo>
                <a:lnTo>
                  <a:pt x="803672" y="595313"/>
                </a:lnTo>
                <a:cubicBezTo>
                  <a:pt x="820043" y="595313"/>
                  <a:pt x="833438" y="581918"/>
                  <a:pt x="833438" y="565547"/>
                </a:cubicBezTo>
                <a:lnTo>
                  <a:pt x="833438" y="506016"/>
                </a:lnTo>
                <a:cubicBezTo>
                  <a:pt x="833438" y="489645"/>
                  <a:pt x="820043" y="476250"/>
                  <a:pt x="803672" y="47625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2633223" y="1019372"/>
            <a:ext cx="712673" cy="688043"/>
            <a:chOff x="-2061386" y="2679996"/>
            <a:chExt cx="1726545" cy="1666875"/>
          </a:xfrm>
          <a:solidFill>
            <a:schemeClr val="bg1"/>
          </a:solidFill>
        </p:grpSpPr>
        <p:sp>
          <p:nvSpPr>
            <p:cNvPr id="80" name="任意多边形: 形状 79"/>
            <p:cNvSpPr/>
            <p:nvPr/>
          </p:nvSpPr>
          <p:spPr>
            <a:xfrm>
              <a:off x="-2061386" y="2679996"/>
              <a:ext cx="1428750" cy="1666875"/>
            </a:xfrm>
            <a:custGeom>
              <a:avLst/>
              <a:gdLst>
                <a:gd name="connsiteX0" fmla="*/ 1250156 w 1428750"/>
                <a:gd name="connsiteY0" fmla="*/ 1666875 h 1666875"/>
                <a:gd name="connsiteX1" fmla="*/ 178594 w 1428750"/>
                <a:gd name="connsiteY1" fmla="*/ 1666875 h 1666875"/>
                <a:gd name="connsiteX2" fmla="*/ 0 w 1428750"/>
                <a:gd name="connsiteY2" fmla="*/ 1488281 h 1666875"/>
                <a:gd name="connsiteX3" fmla="*/ 0 w 1428750"/>
                <a:gd name="connsiteY3" fmla="*/ 178594 h 1666875"/>
                <a:gd name="connsiteX4" fmla="*/ 178594 w 1428750"/>
                <a:gd name="connsiteY4" fmla="*/ 0 h 1666875"/>
                <a:gd name="connsiteX5" fmla="*/ 1250156 w 1428750"/>
                <a:gd name="connsiteY5" fmla="*/ 0 h 1666875"/>
                <a:gd name="connsiteX6" fmla="*/ 1428750 w 1428750"/>
                <a:gd name="connsiteY6" fmla="*/ 178594 h 1666875"/>
                <a:gd name="connsiteX7" fmla="*/ 1428750 w 1428750"/>
                <a:gd name="connsiteY7" fmla="*/ 595313 h 1666875"/>
                <a:gd name="connsiteX8" fmla="*/ 1309688 w 1428750"/>
                <a:gd name="connsiteY8" fmla="*/ 595313 h 1666875"/>
                <a:gd name="connsiteX9" fmla="*/ 1309688 w 1428750"/>
                <a:gd name="connsiteY9" fmla="*/ 178594 h 1666875"/>
                <a:gd name="connsiteX10" fmla="*/ 1250156 w 1428750"/>
                <a:gd name="connsiteY10" fmla="*/ 119063 h 1666875"/>
                <a:gd name="connsiteX11" fmla="*/ 178594 w 1428750"/>
                <a:gd name="connsiteY11" fmla="*/ 119063 h 1666875"/>
                <a:gd name="connsiteX12" fmla="*/ 119063 w 1428750"/>
                <a:gd name="connsiteY12" fmla="*/ 178594 h 1666875"/>
                <a:gd name="connsiteX13" fmla="*/ 119063 w 1428750"/>
                <a:gd name="connsiteY13" fmla="*/ 1488281 h 1666875"/>
                <a:gd name="connsiteX14" fmla="*/ 178594 w 1428750"/>
                <a:gd name="connsiteY14" fmla="*/ 1547813 h 1666875"/>
                <a:gd name="connsiteX15" fmla="*/ 1250156 w 1428750"/>
                <a:gd name="connsiteY15" fmla="*/ 1547813 h 1666875"/>
                <a:gd name="connsiteX16" fmla="*/ 1309688 w 1428750"/>
                <a:gd name="connsiteY16" fmla="*/ 1488281 h 1666875"/>
                <a:gd name="connsiteX17" fmla="*/ 1309688 w 1428750"/>
                <a:gd name="connsiteY17" fmla="*/ 1071749 h 1666875"/>
                <a:gd name="connsiteX18" fmla="*/ 1428750 w 1428750"/>
                <a:gd name="connsiteY18" fmla="*/ 1071749 h 1666875"/>
                <a:gd name="connsiteX19" fmla="*/ 1428750 w 1428750"/>
                <a:gd name="connsiteY19" fmla="*/ 1488281 h 1666875"/>
                <a:gd name="connsiteX20" fmla="*/ 1250156 w 1428750"/>
                <a:gd name="connsiteY20" fmla="*/ 1666875 h 166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8750" h="1666875">
                  <a:moveTo>
                    <a:pt x="1250156" y="1666875"/>
                  </a:moveTo>
                  <a:lnTo>
                    <a:pt x="178594" y="1666875"/>
                  </a:lnTo>
                  <a:cubicBezTo>
                    <a:pt x="80181" y="1666875"/>
                    <a:pt x="0" y="1586694"/>
                    <a:pt x="0" y="1488281"/>
                  </a:cubicBezTo>
                  <a:lnTo>
                    <a:pt x="0" y="178594"/>
                  </a:lnTo>
                  <a:cubicBezTo>
                    <a:pt x="0" y="80181"/>
                    <a:pt x="80181" y="0"/>
                    <a:pt x="178594" y="0"/>
                  </a:cubicBezTo>
                  <a:lnTo>
                    <a:pt x="1250156" y="0"/>
                  </a:lnTo>
                  <a:cubicBezTo>
                    <a:pt x="1348569" y="0"/>
                    <a:pt x="1428750" y="80181"/>
                    <a:pt x="1428750" y="178594"/>
                  </a:cubicBezTo>
                  <a:lnTo>
                    <a:pt x="1428750" y="595313"/>
                  </a:lnTo>
                  <a:lnTo>
                    <a:pt x="1309688" y="595313"/>
                  </a:lnTo>
                  <a:lnTo>
                    <a:pt x="1309688" y="178594"/>
                  </a:lnTo>
                  <a:cubicBezTo>
                    <a:pt x="1309688" y="145852"/>
                    <a:pt x="1282898" y="119063"/>
                    <a:pt x="1250156" y="119063"/>
                  </a:cubicBezTo>
                  <a:lnTo>
                    <a:pt x="178594" y="119063"/>
                  </a:lnTo>
                  <a:cubicBezTo>
                    <a:pt x="145852" y="119063"/>
                    <a:pt x="119063" y="145852"/>
                    <a:pt x="119063" y="178594"/>
                  </a:cubicBezTo>
                  <a:lnTo>
                    <a:pt x="119063" y="1488281"/>
                  </a:lnTo>
                  <a:cubicBezTo>
                    <a:pt x="119063" y="1521023"/>
                    <a:pt x="145852" y="1547813"/>
                    <a:pt x="178594" y="1547813"/>
                  </a:cubicBezTo>
                  <a:lnTo>
                    <a:pt x="1250156" y="1547813"/>
                  </a:lnTo>
                  <a:cubicBezTo>
                    <a:pt x="1282898" y="1547813"/>
                    <a:pt x="1309688" y="1521023"/>
                    <a:pt x="1309688" y="1488281"/>
                  </a:cubicBezTo>
                  <a:lnTo>
                    <a:pt x="1309688" y="1071749"/>
                  </a:lnTo>
                  <a:lnTo>
                    <a:pt x="1428750" y="1071749"/>
                  </a:lnTo>
                  <a:lnTo>
                    <a:pt x="1428750" y="1488281"/>
                  </a:lnTo>
                  <a:cubicBezTo>
                    <a:pt x="1428750" y="1586694"/>
                    <a:pt x="1348569" y="1666875"/>
                    <a:pt x="1250156" y="1666875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-1704199" y="3452414"/>
              <a:ext cx="714375" cy="380999"/>
            </a:xfrm>
            <a:custGeom>
              <a:avLst/>
              <a:gdLst>
                <a:gd name="connsiteX0" fmla="*/ 654844 w 714375"/>
                <a:gd name="connsiteY0" fmla="*/ 119063 h 380999"/>
                <a:gd name="connsiteX1" fmla="*/ 59531 w 714375"/>
                <a:gd name="connsiteY1" fmla="*/ 120923 h 380999"/>
                <a:gd name="connsiteX2" fmla="*/ 0 w 714375"/>
                <a:gd name="connsiteY2" fmla="*/ 61392 h 380999"/>
                <a:gd name="connsiteX3" fmla="*/ 59531 w 714375"/>
                <a:gd name="connsiteY3" fmla="*/ 1860 h 380999"/>
                <a:gd name="connsiteX4" fmla="*/ 654844 w 714375"/>
                <a:gd name="connsiteY4" fmla="*/ 0 h 380999"/>
                <a:gd name="connsiteX5" fmla="*/ 714375 w 714375"/>
                <a:gd name="connsiteY5" fmla="*/ 59531 h 380999"/>
                <a:gd name="connsiteX6" fmla="*/ 654844 w 714375"/>
                <a:gd name="connsiteY6" fmla="*/ 119063 h 380999"/>
                <a:gd name="connsiteX7" fmla="*/ 605172 w 714375"/>
                <a:gd name="connsiteY7" fmla="*/ 381000 h 380999"/>
                <a:gd name="connsiteX8" fmla="*/ 109203 w 714375"/>
                <a:gd name="connsiteY8" fmla="*/ 381000 h 380999"/>
                <a:gd name="connsiteX9" fmla="*/ 59531 w 714375"/>
                <a:gd name="connsiteY9" fmla="*/ 321469 h 380999"/>
                <a:gd name="connsiteX10" fmla="*/ 109203 w 714375"/>
                <a:gd name="connsiteY10" fmla="*/ 261937 h 380999"/>
                <a:gd name="connsiteX11" fmla="*/ 605358 w 714375"/>
                <a:gd name="connsiteY11" fmla="*/ 261937 h 380999"/>
                <a:gd name="connsiteX12" fmla="*/ 655030 w 714375"/>
                <a:gd name="connsiteY12" fmla="*/ 321469 h 380999"/>
                <a:gd name="connsiteX13" fmla="*/ 605172 w 714375"/>
                <a:gd name="connsiteY13" fmla="*/ 381000 h 380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4375" h="380999">
                  <a:moveTo>
                    <a:pt x="654844" y="119063"/>
                  </a:moveTo>
                  <a:lnTo>
                    <a:pt x="59531" y="120923"/>
                  </a:lnTo>
                  <a:cubicBezTo>
                    <a:pt x="26603" y="120923"/>
                    <a:pt x="0" y="94320"/>
                    <a:pt x="0" y="61392"/>
                  </a:cubicBezTo>
                  <a:cubicBezTo>
                    <a:pt x="0" y="28463"/>
                    <a:pt x="26603" y="1860"/>
                    <a:pt x="59531" y="1860"/>
                  </a:cubicBezTo>
                  <a:lnTo>
                    <a:pt x="654844" y="0"/>
                  </a:lnTo>
                  <a:cubicBezTo>
                    <a:pt x="687772" y="0"/>
                    <a:pt x="714375" y="26603"/>
                    <a:pt x="714375" y="59531"/>
                  </a:cubicBezTo>
                  <a:cubicBezTo>
                    <a:pt x="714375" y="92459"/>
                    <a:pt x="687772" y="119063"/>
                    <a:pt x="654844" y="119063"/>
                  </a:cubicBezTo>
                  <a:close/>
                  <a:moveTo>
                    <a:pt x="605172" y="381000"/>
                  </a:moveTo>
                  <a:lnTo>
                    <a:pt x="109203" y="381000"/>
                  </a:lnTo>
                  <a:cubicBezTo>
                    <a:pt x="81855" y="381000"/>
                    <a:pt x="59531" y="354397"/>
                    <a:pt x="59531" y="321469"/>
                  </a:cubicBezTo>
                  <a:cubicBezTo>
                    <a:pt x="59531" y="288540"/>
                    <a:pt x="81669" y="261937"/>
                    <a:pt x="109203" y="261937"/>
                  </a:cubicBezTo>
                  <a:lnTo>
                    <a:pt x="605358" y="261937"/>
                  </a:lnTo>
                  <a:cubicBezTo>
                    <a:pt x="632706" y="261937"/>
                    <a:pt x="655030" y="288540"/>
                    <a:pt x="655030" y="321469"/>
                  </a:cubicBezTo>
                  <a:cubicBezTo>
                    <a:pt x="655030" y="354397"/>
                    <a:pt x="632706" y="381000"/>
                    <a:pt x="605172" y="38100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-1406522" y="3066970"/>
              <a:ext cx="409235" cy="505994"/>
            </a:xfrm>
            <a:custGeom>
              <a:avLst/>
              <a:gdLst>
                <a:gd name="connsiteX0" fmla="*/ 59511 w 409235"/>
                <a:gd name="connsiteY0" fmla="*/ 505995 h 505994"/>
                <a:gd name="connsiteX1" fmla="*/ 23792 w 409235"/>
                <a:gd name="connsiteY1" fmla="*/ 494089 h 505994"/>
                <a:gd name="connsiteX2" fmla="*/ 11886 w 409235"/>
                <a:gd name="connsiteY2" fmla="*/ 410745 h 505994"/>
                <a:gd name="connsiteX3" fmla="*/ 302100 w 409235"/>
                <a:gd name="connsiteY3" fmla="*/ 23792 h 505994"/>
                <a:gd name="connsiteX4" fmla="*/ 385444 w 409235"/>
                <a:gd name="connsiteY4" fmla="*/ 11886 h 505994"/>
                <a:gd name="connsiteX5" fmla="*/ 397350 w 409235"/>
                <a:gd name="connsiteY5" fmla="*/ 95229 h 505994"/>
                <a:gd name="connsiteX6" fmla="*/ 107136 w 409235"/>
                <a:gd name="connsiteY6" fmla="*/ 482182 h 505994"/>
                <a:gd name="connsiteX7" fmla="*/ 59511 w 409235"/>
                <a:gd name="connsiteY7" fmla="*/ 505995 h 505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9235" h="505994">
                  <a:moveTo>
                    <a:pt x="59511" y="505995"/>
                  </a:moveTo>
                  <a:cubicBezTo>
                    <a:pt x="47046" y="505995"/>
                    <a:pt x="34582" y="502088"/>
                    <a:pt x="23792" y="494089"/>
                  </a:cubicBezTo>
                  <a:cubicBezTo>
                    <a:pt x="-2439" y="474369"/>
                    <a:pt x="-7834" y="436976"/>
                    <a:pt x="11886" y="410745"/>
                  </a:cubicBezTo>
                  <a:lnTo>
                    <a:pt x="302100" y="23792"/>
                  </a:lnTo>
                  <a:cubicBezTo>
                    <a:pt x="321820" y="-2439"/>
                    <a:pt x="359213" y="-7834"/>
                    <a:pt x="385444" y="11886"/>
                  </a:cubicBezTo>
                  <a:cubicBezTo>
                    <a:pt x="411675" y="31605"/>
                    <a:pt x="417070" y="68998"/>
                    <a:pt x="397350" y="95229"/>
                  </a:cubicBezTo>
                  <a:lnTo>
                    <a:pt x="107136" y="482182"/>
                  </a:lnTo>
                  <a:cubicBezTo>
                    <a:pt x="95415" y="497809"/>
                    <a:pt x="77556" y="505995"/>
                    <a:pt x="59511" y="505995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-1696736" y="3066970"/>
              <a:ext cx="409235" cy="505994"/>
            </a:xfrm>
            <a:custGeom>
              <a:avLst/>
              <a:gdLst>
                <a:gd name="connsiteX0" fmla="*/ 349725 w 409235"/>
                <a:gd name="connsiteY0" fmla="*/ 505995 h 505994"/>
                <a:gd name="connsiteX1" fmla="*/ 302100 w 409235"/>
                <a:gd name="connsiteY1" fmla="*/ 482182 h 505994"/>
                <a:gd name="connsiteX2" fmla="*/ 11886 w 409235"/>
                <a:gd name="connsiteY2" fmla="*/ 95229 h 505994"/>
                <a:gd name="connsiteX3" fmla="*/ 23792 w 409235"/>
                <a:gd name="connsiteY3" fmla="*/ 11886 h 505994"/>
                <a:gd name="connsiteX4" fmla="*/ 107136 w 409235"/>
                <a:gd name="connsiteY4" fmla="*/ 23792 h 505994"/>
                <a:gd name="connsiteX5" fmla="*/ 397350 w 409235"/>
                <a:gd name="connsiteY5" fmla="*/ 410745 h 505994"/>
                <a:gd name="connsiteX6" fmla="*/ 385444 w 409235"/>
                <a:gd name="connsiteY6" fmla="*/ 494089 h 505994"/>
                <a:gd name="connsiteX7" fmla="*/ 349725 w 409235"/>
                <a:gd name="connsiteY7" fmla="*/ 505995 h 505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9235" h="505994">
                  <a:moveTo>
                    <a:pt x="349725" y="505995"/>
                  </a:moveTo>
                  <a:cubicBezTo>
                    <a:pt x="331680" y="505995"/>
                    <a:pt x="313821" y="497809"/>
                    <a:pt x="302100" y="482182"/>
                  </a:cubicBezTo>
                  <a:lnTo>
                    <a:pt x="11886" y="95229"/>
                  </a:lnTo>
                  <a:cubicBezTo>
                    <a:pt x="-7834" y="68998"/>
                    <a:pt x="-2439" y="31605"/>
                    <a:pt x="23792" y="11886"/>
                  </a:cubicBezTo>
                  <a:cubicBezTo>
                    <a:pt x="50023" y="-7834"/>
                    <a:pt x="87416" y="-2439"/>
                    <a:pt x="107136" y="23792"/>
                  </a:cubicBezTo>
                  <a:lnTo>
                    <a:pt x="397350" y="410745"/>
                  </a:lnTo>
                  <a:cubicBezTo>
                    <a:pt x="417070" y="436976"/>
                    <a:pt x="411675" y="474369"/>
                    <a:pt x="385444" y="494089"/>
                  </a:cubicBezTo>
                  <a:cubicBezTo>
                    <a:pt x="374654" y="502088"/>
                    <a:pt x="362190" y="505995"/>
                    <a:pt x="349725" y="505995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-1406542" y="3453902"/>
              <a:ext cx="119062" cy="602753"/>
            </a:xfrm>
            <a:custGeom>
              <a:avLst/>
              <a:gdLst>
                <a:gd name="connsiteX0" fmla="*/ 59531 w 119062"/>
                <a:gd name="connsiteY0" fmla="*/ 602754 h 602753"/>
                <a:gd name="connsiteX1" fmla="*/ 0 w 119062"/>
                <a:gd name="connsiteY1" fmla="*/ 543223 h 602753"/>
                <a:gd name="connsiteX2" fmla="*/ 0 w 119062"/>
                <a:gd name="connsiteY2" fmla="*/ 59531 h 602753"/>
                <a:gd name="connsiteX3" fmla="*/ 59531 w 119062"/>
                <a:gd name="connsiteY3" fmla="*/ 0 h 602753"/>
                <a:gd name="connsiteX4" fmla="*/ 119063 w 119062"/>
                <a:gd name="connsiteY4" fmla="*/ 59531 h 602753"/>
                <a:gd name="connsiteX5" fmla="*/ 119063 w 119062"/>
                <a:gd name="connsiteY5" fmla="*/ 543223 h 602753"/>
                <a:gd name="connsiteX6" fmla="*/ 59531 w 119062"/>
                <a:gd name="connsiteY6" fmla="*/ 602754 h 60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9062" h="602753">
                  <a:moveTo>
                    <a:pt x="59531" y="602754"/>
                  </a:moveTo>
                  <a:cubicBezTo>
                    <a:pt x="26603" y="602754"/>
                    <a:pt x="0" y="576151"/>
                    <a:pt x="0" y="543223"/>
                  </a:cubicBezTo>
                  <a:lnTo>
                    <a:pt x="0" y="59531"/>
                  </a:lnTo>
                  <a:cubicBezTo>
                    <a:pt x="0" y="26603"/>
                    <a:pt x="26603" y="0"/>
                    <a:pt x="59531" y="0"/>
                  </a:cubicBezTo>
                  <a:cubicBezTo>
                    <a:pt x="92459" y="0"/>
                    <a:pt x="119063" y="26603"/>
                    <a:pt x="119063" y="59531"/>
                  </a:cubicBezTo>
                  <a:lnTo>
                    <a:pt x="119063" y="543223"/>
                  </a:lnTo>
                  <a:cubicBezTo>
                    <a:pt x="119063" y="576151"/>
                    <a:pt x="92459" y="602754"/>
                    <a:pt x="59531" y="602754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-930292" y="3453902"/>
              <a:ext cx="595312" cy="119062"/>
            </a:xfrm>
            <a:custGeom>
              <a:avLst/>
              <a:gdLst>
                <a:gd name="connsiteX0" fmla="*/ 535781 w 595312"/>
                <a:gd name="connsiteY0" fmla="*/ 119063 h 119062"/>
                <a:gd name="connsiteX1" fmla="*/ 59531 w 595312"/>
                <a:gd name="connsiteY1" fmla="*/ 119063 h 119062"/>
                <a:gd name="connsiteX2" fmla="*/ 0 w 595312"/>
                <a:gd name="connsiteY2" fmla="*/ 59531 h 119062"/>
                <a:gd name="connsiteX3" fmla="*/ 59531 w 595312"/>
                <a:gd name="connsiteY3" fmla="*/ 0 h 119062"/>
                <a:gd name="connsiteX4" fmla="*/ 535781 w 595312"/>
                <a:gd name="connsiteY4" fmla="*/ 0 h 119062"/>
                <a:gd name="connsiteX5" fmla="*/ 595313 w 595312"/>
                <a:gd name="connsiteY5" fmla="*/ 59531 h 119062"/>
                <a:gd name="connsiteX6" fmla="*/ 535781 w 595312"/>
                <a:gd name="connsiteY6" fmla="*/ 119063 h 119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5312" h="119062">
                  <a:moveTo>
                    <a:pt x="535781" y="119063"/>
                  </a:moveTo>
                  <a:lnTo>
                    <a:pt x="59531" y="119063"/>
                  </a:lnTo>
                  <a:cubicBezTo>
                    <a:pt x="26603" y="119063"/>
                    <a:pt x="0" y="92459"/>
                    <a:pt x="0" y="59531"/>
                  </a:cubicBezTo>
                  <a:cubicBezTo>
                    <a:pt x="0" y="26603"/>
                    <a:pt x="26603" y="0"/>
                    <a:pt x="59531" y="0"/>
                  </a:cubicBezTo>
                  <a:lnTo>
                    <a:pt x="535781" y="0"/>
                  </a:lnTo>
                  <a:cubicBezTo>
                    <a:pt x="568710" y="0"/>
                    <a:pt x="595313" y="26603"/>
                    <a:pt x="595313" y="59531"/>
                  </a:cubicBezTo>
                  <a:cubicBezTo>
                    <a:pt x="595313" y="92459"/>
                    <a:pt x="568710" y="119063"/>
                    <a:pt x="535781" y="119063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-598545" y="3453763"/>
              <a:ext cx="263704" cy="263751"/>
            </a:xfrm>
            <a:custGeom>
              <a:avLst/>
              <a:gdLst>
                <a:gd name="connsiteX0" fmla="*/ 59485 w 263704"/>
                <a:gd name="connsiteY0" fmla="*/ 263751 h 263751"/>
                <a:gd name="connsiteX1" fmla="*/ 17441 w 263704"/>
                <a:gd name="connsiteY1" fmla="*/ 246264 h 263751"/>
                <a:gd name="connsiteX2" fmla="*/ 17441 w 263704"/>
                <a:gd name="connsiteY2" fmla="*/ 161990 h 263751"/>
                <a:gd name="connsiteX3" fmla="*/ 161990 w 263704"/>
                <a:gd name="connsiteY3" fmla="*/ 17441 h 263751"/>
                <a:gd name="connsiteX4" fmla="*/ 246264 w 263704"/>
                <a:gd name="connsiteY4" fmla="*/ 17441 h 263751"/>
                <a:gd name="connsiteX5" fmla="*/ 246264 w 263704"/>
                <a:gd name="connsiteY5" fmla="*/ 101715 h 263751"/>
                <a:gd name="connsiteX6" fmla="*/ 101715 w 263704"/>
                <a:gd name="connsiteY6" fmla="*/ 246264 h 263751"/>
                <a:gd name="connsiteX7" fmla="*/ 59485 w 263704"/>
                <a:gd name="connsiteY7" fmla="*/ 263751 h 263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704" h="263751">
                  <a:moveTo>
                    <a:pt x="59485" y="263751"/>
                  </a:moveTo>
                  <a:cubicBezTo>
                    <a:pt x="44230" y="263751"/>
                    <a:pt x="28975" y="257984"/>
                    <a:pt x="17441" y="246264"/>
                  </a:cubicBezTo>
                  <a:cubicBezTo>
                    <a:pt x="-5814" y="223010"/>
                    <a:pt x="-5814" y="185245"/>
                    <a:pt x="17441" y="161990"/>
                  </a:cubicBezTo>
                  <a:lnTo>
                    <a:pt x="161990" y="17441"/>
                  </a:lnTo>
                  <a:cubicBezTo>
                    <a:pt x="185245" y="-5814"/>
                    <a:pt x="223010" y="-5814"/>
                    <a:pt x="246264" y="17441"/>
                  </a:cubicBezTo>
                  <a:cubicBezTo>
                    <a:pt x="269518" y="40695"/>
                    <a:pt x="269518" y="78460"/>
                    <a:pt x="246264" y="101715"/>
                  </a:cubicBezTo>
                  <a:lnTo>
                    <a:pt x="101715" y="246264"/>
                  </a:lnTo>
                  <a:cubicBezTo>
                    <a:pt x="89995" y="257984"/>
                    <a:pt x="74740" y="263751"/>
                    <a:pt x="59485" y="263751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-598545" y="3309213"/>
              <a:ext cx="263704" cy="263751"/>
            </a:xfrm>
            <a:custGeom>
              <a:avLst/>
              <a:gdLst>
                <a:gd name="connsiteX0" fmla="*/ 204034 w 263704"/>
                <a:gd name="connsiteY0" fmla="*/ 263751 h 263751"/>
                <a:gd name="connsiteX1" fmla="*/ 161990 w 263704"/>
                <a:gd name="connsiteY1" fmla="*/ 246264 h 263751"/>
                <a:gd name="connsiteX2" fmla="*/ 17441 w 263704"/>
                <a:gd name="connsiteY2" fmla="*/ 101715 h 263751"/>
                <a:gd name="connsiteX3" fmla="*/ 17441 w 263704"/>
                <a:gd name="connsiteY3" fmla="*/ 17441 h 263751"/>
                <a:gd name="connsiteX4" fmla="*/ 101715 w 263704"/>
                <a:gd name="connsiteY4" fmla="*/ 17441 h 263751"/>
                <a:gd name="connsiteX5" fmla="*/ 246264 w 263704"/>
                <a:gd name="connsiteY5" fmla="*/ 161990 h 263751"/>
                <a:gd name="connsiteX6" fmla="*/ 246264 w 263704"/>
                <a:gd name="connsiteY6" fmla="*/ 246264 h 263751"/>
                <a:gd name="connsiteX7" fmla="*/ 204034 w 263704"/>
                <a:gd name="connsiteY7" fmla="*/ 263751 h 263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704" h="263751">
                  <a:moveTo>
                    <a:pt x="204034" y="263751"/>
                  </a:moveTo>
                  <a:cubicBezTo>
                    <a:pt x="188779" y="263751"/>
                    <a:pt x="173524" y="257984"/>
                    <a:pt x="161990" y="246264"/>
                  </a:cubicBezTo>
                  <a:lnTo>
                    <a:pt x="17441" y="101715"/>
                  </a:lnTo>
                  <a:cubicBezTo>
                    <a:pt x="-5814" y="78460"/>
                    <a:pt x="-5814" y="40695"/>
                    <a:pt x="17441" y="17441"/>
                  </a:cubicBezTo>
                  <a:cubicBezTo>
                    <a:pt x="40695" y="-5814"/>
                    <a:pt x="78460" y="-5814"/>
                    <a:pt x="101715" y="17441"/>
                  </a:cubicBezTo>
                  <a:lnTo>
                    <a:pt x="246264" y="161990"/>
                  </a:lnTo>
                  <a:cubicBezTo>
                    <a:pt x="269518" y="185244"/>
                    <a:pt x="269518" y="223010"/>
                    <a:pt x="246264" y="246264"/>
                  </a:cubicBezTo>
                  <a:cubicBezTo>
                    <a:pt x="234544" y="257984"/>
                    <a:pt x="219289" y="263751"/>
                    <a:pt x="204034" y="263751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cxnSp>
        <p:nvCxnSpPr>
          <p:cNvPr id="26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28924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数据图表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业务数据深度解析</a:t>
            </a:r>
          </a:p>
        </p:txBody>
      </p:sp>
      <p:sp>
        <p:nvSpPr>
          <p:cNvPr id="26" name="任意多边形: 形状 25"/>
          <p:cNvSpPr/>
          <p:nvPr/>
        </p:nvSpPr>
        <p:spPr>
          <a:xfrm rot="10800000">
            <a:off x="195580" y="4083050"/>
            <a:ext cx="2781300" cy="739140"/>
          </a:xfrm>
          <a:custGeom>
            <a:avLst/>
            <a:gdLst>
              <a:gd name="connsiteX0" fmla="*/ 2276768 w 2276768"/>
              <a:gd name="connsiteY0" fmla="*/ 1096034 h 1096034"/>
              <a:gd name="connsiteX1" fmla="*/ 0 w 2276768"/>
              <a:gd name="connsiteY1" fmla="*/ 1096034 h 1096034"/>
              <a:gd name="connsiteX2" fmla="*/ 0 w 2276768"/>
              <a:gd name="connsiteY2" fmla="*/ 147868 h 1096034"/>
              <a:gd name="connsiteX3" fmla="*/ 949805 w 2276768"/>
              <a:gd name="connsiteY3" fmla="*/ 147868 h 1096034"/>
              <a:gd name="connsiteX4" fmla="*/ 1138383 w 2276768"/>
              <a:gd name="connsiteY4" fmla="*/ 0 h 1096034"/>
              <a:gd name="connsiteX5" fmla="*/ 1326961 w 2276768"/>
              <a:gd name="connsiteY5" fmla="*/ 147868 h 1096034"/>
              <a:gd name="connsiteX6" fmla="*/ 2276768 w 2276768"/>
              <a:gd name="connsiteY6" fmla="*/ 147868 h 1096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0" h="1164">
                <a:moveTo>
                  <a:pt x="2190" y="0"/>
                </a:moveTo>
                <a:lnTo>
                  <a:pt x="2553" y="284"/>
                </a:lnTo>
                <a:lnTo>
                  <a:pt x="4380" y="284"/>
                </a:lnTo>
                <a:lnTo>
                  <a:pt x="4380" y="1164"/>
                </a:lnTo>
                <a:lnTo>
                  <a:pt x="0" y="1164"/>
                </a:lnTo>
                <a:lnTo>
                  <a:pt x="0" y="284"/>
                </a:lnTo>
                <a:lnTo>
                  <a:pt x="1827" y="284"/>
                </a:lnTo>
                <a:lnTo>
                  <a:pt x="21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7" name="任意多边形: 形状 26"/>
          <p:cNvSpPr/>
          <p:nvPr/>
        </p:nvSpPr>
        <p:spPr>
          <a:xfrm rot="10800000">
            <a:off x="3187700" y="4083050"/>
            <a:ext cx="2781300" cy="739140"/>
          </a:xfrm>
          <a:custGeom>
            <a:avLst/>
            <a:gdLst>
              <a:gd name="connsiteX0" fmla="*/ 2276768 w 2276768"/>
              <a:gd name="connsiteY0" fmla="*/ 1096034 h 1096034"/>
              <a:gd name="connsiteX1" fmla="*/ 0 w 2276768"/>
              <a:gd name="connsiteY1" fmla="*/ 1096034 h 1096034"/>
              <a:gd name="connsiteX2" fmla="*/ 0 w 2276768"/>
              <a:gd name="connsiteY2" fmla="*/ 147868 h 1096034"/>
              <a:gd name="connsiteX3" fmla="*/ 949805 w 2276768"/>
              <a:gd name="connsiteY3" fmla="*/ 147868 h 1096034"/>
              <a:gd name="connsiteX4" fmla="*/ 1138383 w 2276768"/>
              <a:gd name="connsiteY4" fmla="*/ 0 h 1096034"/>
              <a:gd name="connsiteX5" fmla="*/ 1326961 w 2276768"/>
              <a:gd name="connsiteY5" fmla="*/ 147868 h 1096034"/>
              <a:gd name="connsiteX6" fmla="*/ 2276768 w 2276768"/>
              <a:gd name="connsiteY6" fmla="*/ 147868 h 1096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0" h="1164">
                <a:moveTo>
                  <a:pt x="2190" y="0"/>
                </a:moveTo>
                <a:lnTo>
                  <a:pt x="2553" y="284"/>
                </a:lnTo>
                <a:lnTo>
                  <a:pt x="4380" y="284"/>
                </a:lnTo>
                <a:lnTo>
                  <a:pt x="4380" y="1164"/>
                </a:lnTo>
                <a:lnTo>
                  <a:pt x="0" y="1164"/>
                </a:lnTo>
                <a:lnTo>
                  <a:pt x="0" y="284"/>
                </a:lnTo>
                <a:lnTo>
                  <a:pt x="1827" y="284"/>
                </a:lnTo>
                <a:lnTo>
                  <a:pt x="219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8" name="任意多边形: 形状 27"/>
          <p:cNvSpPr/>
          <p:nvPr/>
        </p:nvSpPr>
        <p:spPr>
          <a:xfrm rot="10800000">
            <a:off x="6179185" y="4083050"/>
            <a:ext cx="2781300" cy="739140"/>
          </a:xfrm>
          <a:custGeom>
            <a:avLst/>
            <a:gdLst>
              <a:gd name="connsiteX0" fmla="*/ 2276768 w 2276768"/>
              <a:gd name="connsiteY0" fmla="*/ 1096034 h 1096034"/>
              <a:gd name="connsiteX1" fmla="*/ 0 w 2276768"/>
              <a:gd name="connsiteY1" fmla="*/ 1096034 h 1096034"/>
              <a:gd name="connsiteX2" fmla="*/ 0 w 2276768"/>
              <a:gd name="connsiteY2" fmla="*/ 147868 h 1096034"/>
              <a:gd name="connsiteX3" fmla="*/ 949805 w 2276768"/>
              <a:gd name="connsiteY3" fmla="*/ 147868 h 1096034"/>
              <a:gd name="connsiteX4" fmla="*/ 1138383 w 2276768"/>
              <a:gd name="connsiteY4" fmla="*/ 0 h 1096034"/>
              <a:gd name="connsiteX5" fmla="*/ 1326961 w 2276768"/>
              <a:gd name="connsiteY5" fmla="*/ 147868 h 1096034"/>
              <a:gd name="connsiteX6" fmla="*/ 2276768 w 2276768"/>
              <a:gd name="connsiteY6" fmla="*/ 147868 h 1096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0" h="1164">
                <a:moveTo>
                  <a:pt x="2190" y="0"/>
                </a:moveTo>
                <a:lnTo>
                  <a:pt x="2553" y="284"/>
                </a:lnTo>
                <a:lnTo>
                  <a:pt x="4380" y="284"/>
                </a:lnTo>
                <a:lnTo>
                  <a:pt x="4380" y="1164"/>
                </a:lnTo>
                <a:lnTo>
                  <a:pt x="0" y="1164"/>
                </a:lnTo>
                <a:lnTo>
                  <a:pt x="0" y="284"/>
                </a:lnTo>
                <a:lnTo>
                  <a:pt x="1827" y="284"/>
                </a:lnTo>
                <a:lnTo>
                  <a:pt x="21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9" name="任意多边形: 形状 28"/>
          <p:cNvSpPr/>
          <p:nvPr/>
        </p:nvSpPr>
        <p:spPr>
          <a:xfrm rot="10800000">
            <a:off x="9171305" y="4083050"/>
            <a:ext cx="2781300" cy="739140"/>
          </a:xfrm>
          <a:custGeom>
            <a:avLst/>
            <a:gdLst>
              <a:gd name="connsiteX0" fmla="*/ 2276768 w 2276768"/>
              <a:gd name="connsiteY0" fmla="*/ 1096034 h 1096034"/>
              <a:gd name="connsiteX1" fmla="*/ 0 w 2276768"/>
              <a:gd name="connsiteY1" fmla="*/ 1096034 h 1096034"/>
              <a:gd name="connsiteX2" fmla="*/ 0 w 2276768"/>
              <a:gd name="connsiteY2" fmla="*/ 147868 h 1096034"/>
              <a:gd name="connsiteX3" fmla="*/ 949805 w 2276768"/>
              <a:gd name="connsiteY3" fmla="*/ 147868 h 1096034"/>
              <a:gd name="connsiteX4" fmla="*/ 1138383 w 2276768"/>
              <a:gd name="connsiteY4" fmla="*/ 0 h 1096034"/>
              <a:gd name="connsiteX5" fmla="*/ 1326961 w 2276768"/>
              <a:gd name="connsiteY5" fmla="*/ 147868 h 1096034"/>
              <a:gd name="connsiteX6" fmla="*/ 2276768 w 2276768"/>
              <a:gd name="connsiteY6" fmla="*/ 147868 h 1096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0" h="1164">
                <a:moveTo>
                  <a:pt x="2190" y="0"/>
                </a:moveTo>
                <a:lnTo>
                  <a:pt x="2553" y="284"/>
                </a:lnTo>
                <a:lnTo>
                  <a:pt x="4380" y="284"/>
                </a:lnTo>
                <a:lnTo>
                  <a:pt x="4380" y="1164"/>
                </a:lnTo>
                <a:lnTo>
                  <a:pt x="0" y="1164"/>
                </a:lnTo>
                <a:lnTo>
                  <a:pt x="0" y="284"/>
                </a:lnTo>
                <a:lnTo>
                  <a:pt x="1827" y="284"/>
                </a:lnTo>
                <a:lnTo>
                  <a:pt x="219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30" name="任意多边形: 形状 52"/>
          <p:cNvSpPr/>
          <p:nvPr/>
        </p:nvSpPr>
        <p:spPr>
          <a:xfrm>
            <a:off x="187325" y="4697730"/>
            <a:ext cx="2789555" cy="1936115"/>
          </a:xfrm>
          <a:custGeom>
            <a:avLst/>
            <a:gdLst>
              <a:gd name="connsiteX0" fmla="*/ 0 w 2283789"/>
              <a:gd name="connsiteY0" fmla="*/ 0 h 1584718"/>
              <a:gd name="connsiteX1" fmla="*/ 914124 w 2283789"/>
              <a:gd name="connsiteY1" fmla="*/ 0 h 1584718"/>
              <a:gd name="connsiteX2" fmla="*/ 1141896 w 2283789"/>
              <a:gd name="connsiteY2" fmla="*/ 167469 h 1584718"/>
              <a:gd name="connsiteX3" fmla="*/ 1369667 w 2283789"/>
              <a:gd name="connsiteY3" fmla="*/ 0 h 1584718"/>
              <a:gd name="connsiteX4" fmla="*/ 2283789 w 2283789"/>
              <a:gd name="connsiteY4" fmla="*/ 0 h 1584718"/>
              <a:gd name="connsiteX5" fmla="*/ 2283789 w 2283789"/>
              <a:gd name="connsiteY5" fmla="*/ 1584718 h 1584718"/>
              <a:gd name="connsiteX6" fmla="*/ 0 w 2283789"/>
              <a:gd name="connsiteY6" fmla="*/ 1584718 h 1584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83789" h="1584718">
                <a:moveTo>
                  <a:pt x="0" y="0"/>
                </a:moveTo>
                <a:lnTo>
                  <a:pt x="914124" y="0"/>
                </a:lnTo>
                <a:lnTo>
                  <a:pt x="1141896" y="167469"/>
                </a:lnTo>
                <a:lnTo>
                  <a:pt x="1369667" y="0"/>
                </a:lnTo>
                <a:lnTo>
                  <a:pt x="2283789" y="0"/>
                </a:lnTo>
                <a:lnTo>
                  <a:pt x="2283789" y="1584718"/>
                </a:lnTo>
                <a:lnTo>
                  <a:pt x="0" y="158471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31" name="任意多边形: 形状 30"/>
          <p:cNvSpPr/>
          <p:nvPr/>
        </p:nvSpPr>
        <p:spPr>
          <a:xfrm>
            <a:off x="3183255" y="4697730"/>
            <a:ext cx="2789555" cy="1936115"/>
          </a:xfrm>
          <a:custGeom>
            <a:avLst/>
            <a:gdLst>
              <a:gd name="connsiteX0" fmla="*/ 0 w 2283789"/>
              <a:gd name="connsiteY0" fmla="*/ 0 h 1584718"/>
              <a:gd name="connsiteX1" fmla="*/ 914124 w 2283789"/>
              <a:gd name="connsiteY1" fmla="*/ 0 h 1584718"/>
              <a:gd name="connsiteX2" fmla="*/ 1141896 w 2283789"/>
              <a:gd name="connsiteY2" fmla="*/ 167469 h 1584718"/>
              <a:gd name="connsiteX3" fmla="*/ 1369667 w 2283789"/>
              <a:gd name="connsiteY3" fmla="*/ 0 h 1584718"/>
              <a:gd name="connsiteX4" fmla="*/ 2283789 w 2283789"/>
              <a:gd name="connsiteY4" fmla="*/ 0 h 1584718"/>
              <a:gd name="connsiteX5" fmla="*/ 2283789 w 2283789"/>
              <a:gd name="connsiteY5" fmla="*/ 1584718 h 1584718"/>
              <a:gd name="connsiteX6" fmla="*/ 0 w 2283789"/>
              <a:gd name="connsiteY6" fmla="*/ 1584718 h 1584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83789" h="1584718">
                <a:moveTo>
                  <a:pt x="0" y="0"/>
                </a:moveTo>
                <a:lnTo>
                  <a:pt x="914124" y="0"/>
                </a:lnTo>
                <a:lnTo>
                  <a:pt x="1141896" y="167469"/>
                </a:lnTo>
                <a:lnTo>
                  <a:pt x="1369667" y="0"/>
                </a:lnTo>
                <a:lnTo>
                  <a:pt x="2283789" y="0"/>
                </a:lnTo>
                <a:lnTo>
                  <a:pt x="2283789" y="1584718"/>
                </a:lnTo>
                <a:lnTo>
                  <a:pt x="0" y="158471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6183630" y="4697730"/>
            <a:ext cx="2789555" cy="1936115"/>
          </a:xfrm>
          <a:custGeom>
            <a:avLst/>
            <a:gdLst>
              <a:gd name="connsiteX0" fmla="*/ 0 w 2283789"/>
              <a:gd name="connsiteY0" fmla="*/ 0 h 1584718"/>
              <a:gd name="connsiteX1" fmla="*/ 914124 w 2283789"/>
              <a:gd name="connsiteY1" fmla="*/ 0 h 1584718"/>
              <a:gd name="connsiteX2" fmla="*/ 1141896 w 2283789"/>
              <a:gd name="connsiteY2" fmla="*/ 167469 h 1584718"/>
              <a:gd name="connsiteX3" fmla="*/ 1369667 w 2283789"/>
              <a:gd name="connsiteY3" fmla="*/ 0 h 1584718"/>
              <a:gd name="connsiteX4" fmla="*/ 2283789 w 2283789"/>
              <a:gd name="connsiteY4" fmla="*/ 0 h 1584718"/>
              <a:gd name="connsiteX5" fmla="*/ 2283789 w 2283789"/>
              <a:gd name="connsiteY5" fmla="*/ 1584718 h 1584718"/>
              <a:gd name="connsiteX6" fmla="*/ 0 w 2283789"/>
              <a:gd name="connsiteY6" fmla="*/ 1584718 h 1584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83789" h="1584718">
                <a:moveTo>
                  <a:pt x="0" y="0"/>
                </a:moveTo>
                <a:lnTo>
                  <a:pt x="914124" y="0"/>
                </a:lnTo>
                <a:lnTo>
                  <a:pt x="1141896" y="167469"/>
                </a:lnTo>
                <a:lnTo>
                  <a:pt x="1369667" y="0"/>
                </a:lnTo>
                <a:lnTo>
                  <a:pt x="2283789" y="0"/>
                </a:lnTo>
                <a:lnTo>
                  <a:pt x="2283789" y="1584718"/>
                </a:lnTo>
                <a:lnTo>
                  <a:pt x="0" y="158471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33" name="任意多边形: 形状 55"/>
          <p:cNvSpPr/>
          <p:nvPr/>
        </p:nvSpPr>
        <p:spPr>
          <a:xfrm>
            <a:off x="9184005" y="4697730"/>
            <a:ext cx="2789555" cy="1936115"/>
          </a:xfrm>
          <a:custGeom>
            <a:avLst/>
            <a:gdLst>
              <a:gd name="connsiteX0" fmla="*/ 0 w 2283789"/>
              <a:gd name="connsiteY0" fmla="*/ 0 h 1584718"/>
              <a:gd name="connsiteX1" fmla="*/ 914124 w 2283789"/>
              <a:gd name="connsiteY1" fmla="*/ 0 h 1584718"/>
              <a:gd name="connsiteX2" fmla="*/ 1141896 w 2283789"/>
              <a:gd name="connsiteY2" fmla="*/ 167469 h 1584718"/>
              <a:gd name="connsiteX3" fmla="*/ 1369667 w 2283789"/>
              <a:gd name="connsiteY3" fmla="*/ 0 h 1584718"/>
              <a:gd name="connsiteX4" fmla="*/ 2283789 w 2283789"/>
              <a:gd name="connsiteY4" fmla="*/ 0 h 1584718"/>
              <a:gd name="connsiteX5" fmla="*/ 2283789 w 2283789"/>
              <a:gd name="connsiteY5" fmla="*/ 1584718 h 1584718"/>
              <a:gd name="connsiteX6" fmla="*/ 0 w 2283789"/>
              <a:gd name="connsiteY6" fmla="*/ 1584718 h 1584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83789" h="1584718">
                <a:moveTo>
                  <a:pt x="0" y="0"/>
                </a:moveTo>
                <a:lnTo>
                  <a:pt x="914124" y="0"/>
                </a:lnTo>
                <a:lnTo>
                  <a:pt x="1141896" y="167469"/>
                </a:lnTo>
                <a:lnTo>
                  <a:pt x="1369667" y="0"/>
                </a:lnTo>
                <a:lnTo>
                  <a:pt x="2283789" y="0"/>
                </a:lnTo>
                <a:lnTo>
                  <a:pt x="2283789" y="1584718"/>
                </a:lnTo>
                <a:lnTo>
                  <a:pt x="0" y="158471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58470" y="4189095"/>
            <a:ext cx="22555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纯电车型占比持续提升​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3450590" y="4189095"/>
            <a:ext cx="22555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线下渠道仍是核心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6442075" y="4189095"/>
            <a:ext cx="22555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用户留存复购双增长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9434195" y="4189095"/>
            <a:ext cx="22555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线上线索质量待优化</a:t>
            </a:r>
          </a:p>
        </p:txBody>
      </p:sp>
      <p:sp>
        <p:nvSpPr>
          <p:cNvPr id="57" name="矩形: 圆角 2"/>
          <p:cNvSpPr/>
          <p:nvPr/>
        </p:nvSpPr>
        <p:spPr>
          <a:xfrm>
            <a:off x="201295" y="803497"/>
            <a:ext cx="11765280" cy="80708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sp>
        <p:nvSpPr>
          <p:cNvPr id="58" name="矩形: 圆顶角 9"/>
          <p:cNvSpPr/>
          <p:nvPr/>
        </p:nvSpPr>
        <p:spPr>
          <a:xfrm rot="5400000">
            <a:off x="488315" y="516026"/>
            <a:ext cx="807085" cy="1381125"/>
          </a:xfrm>
          <a:prstGeom prst="flowChartManualInpu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320928" y="883423"/>
            <a:ext cx="88498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基本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情况</a:t>
            </a:r>
          </a:p>
        </p:txBody>
      </p:sp>
      <p:cxnSp>
        <p:nvCxnSpPr>
          <p:cNvPr id="60" name="直接连接符 59"/>
          <p:cNvCxnSpPr/>
          <p:nvPr/>
        </p:nvCxnSpPr>
        <p:spPr>
          <a:xfrm>
            <a:off x="4285228" y="883874"/>
            <a:ext cx="0" cy="646331"/>
          </a:xfrm>
          <a:prstGeom prst="line">
            <a:avLst/>
          </a:prstGeom>
          <a:ln w="127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9447778" y="883874"/>
            <a:ext cx="0" cy="646331"/>
          </a:xfrm>
          <a:prstGeom prst="line">
            <a:avLst/>
          </a:prstGeom>
          <a:ln w="127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文本框 61"/>
          <p:cNvSpPr txBox="1"/>
          <p:nvPr/>
        </p:nvSpPr>
        <p:spPr>
          <a:xfrm>
            <a:off x="5250627" y="850289"/>
            <a:ext cx="1114618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到店客流量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5250627" y="1042694"/>
            <a:ext cx="176276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12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万人次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7831267" y="850289"/>
            <a:ext cx="1114617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用户复购周期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7831267" y="1042694"/>
            <a:ext cx="149352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18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个月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10413177" y="850289"/>
            <a:ext cx="1114617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线上渠道线索量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10413177" y="1042694"/>
            <a:ext cx="153860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5.2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万条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2668717" y="850289"/>
            <a:ext cx="1114617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累计销量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2668717" y="1042694"/>
            <a:ext cx="150685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8.5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万辆</a:t>
            </a:r>
          </a:p>
        </p:txBody>
      </p:sp>
      <p:cxnSp>
        <p:nvCxnSpPr>
          <p:cNvPr id="70" name="直接连接符 69"/>
          <p:cNvCxnSpPr/>
          <p:nvPr/>
        </p:nvCxnSpPr>
        <p:spPr>
          <a:xfrm>
            <a:off x="6866503" y="883874"/>
            <a:ext cx="0" cy="646331"/>
          </a:xfrm>
          <a:prstGeom prst="line">
            <a:avLst/>
          </a:prstGeom>
          <a:ln w="127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1" name="组合 70"/>
          <p:cNvGrpSpPr/>
          <p:nvPr/>
        </p:nvGrpSpPr>
        <p:grpSpPr>
          <a:xfrm>
            <a:off x="187325" y="1700530"/>
            <a:ext cx="3816685" cy="2269490"/>
            <a:chOff x="295" y="2678"/>
            <a:chExt cx="5569" cy="3574"/>
          </a:xfrm>
        </p:grpSpPr>
        <p:sp>
          <p:nvSpPr>
            <p:cNvPr id="72" name="矩形 71"/>
            <p:cNvSpPr/>
            <p:nvPr/>
          </p:nvSpPr>
          <p:spPr>
            <a:xfrm>
              <a:off x="295" y="2678"/>
              <a:ext cx="5569" cy="35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73" name="梯形 72"/>
            <p:cNvSpPr/>
            <p:nvPr/>
          </p:nvSpPr>
          <p:spPr>
            <a:xfrm flipV="1">
              <a:off x="1194" y="2678"/>
              <a:ext cx="3772" cy="578"/>
            </a:xfrm>
            <a:prstGeom prst="trapezoid">
              <a:avLst>
                <a:gd name="adj" fmla="val 5348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1508" y="2725"/>
              <a:ext cx="3142" cy="48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Roboto" panose="02000000000000000000" charset="0"/>
                </a:rPr>
                <a:t>季度车型销量占比（%）</a:t>
              </a: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4176045" y="1700530"/>
            <a:ext cx="3816400" cy="2269490"/>
            <a:chOff x="295" y="2678"/>
            <a:chExt cx="5569" cy="3574"/>
          </a:xfrm>
        </p:grpSpPr>
        <p:sp>
          <p:nvSpPr>
            <p:cNvPr id="76" name="矩形 75"/>
            <p:cNvSpPr/>
            <p:nvPr/>
          </p:nvSpPr>
          <p:spPr>
            <a:xfrm>
              <a:off x="295" y="2678"/>
              <a:ext cx="5569" cy="35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77" name="梯形 76"/>
            <p:cNvSpPr/>
            <p:nvPr/>
          </p:nvSpPr>
          <p:spPr>
            <a:xfrm flipV="1">
              <a:off x="1194" y="2678"/>
              <a:ext cx="3772" cy="578"/>
            </a:xfrm>
            <a:prstGeom prst="trapezoid">
              <a:avLst>
                <a:gd name="adj" fmla="val 5348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1635" y="2725"/>
              <a:ext cx="2889" cy="48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Roboto" panose="02000000000000000000" charset="0"/>
                </a:rPr>
                <a:t>季度核心产品销量对比</a:t>
              </a: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8164480" y="1700530"/>
            <a:ext cx="3816400" cy="2269490"/>
            <a:chOff x="295" y="2678"/>
            <a:chExt cx="5569" cy="3574"/>
          </a:xfrm>
        </p:grpSpPr>
        <p:sp>
          <p:nvSpPr>
            <p:cNvPr id="89" name="矩形 88"/>
            <p:cNvSpPr/>
            <p:nvPr/>
          </p:nvSpPr>
          <p:spPr>
            <a:xfrm>
              <a:off x="295" y="2678"/>
              <a:ext cx="5569" cy="35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90" name="梯形 89"/>
            <p:cNvSpPr/>
            <p:nvPr/>
          </p:nvSpPr>
          <p:spPr>
            <a:xfrm flipV="1">
              <a:off x="1194" y="2678"/>
              <a:ext cx="3772" cy="578"/>
            </a:xfrm>
            <a:prstGeom prst="trapezoid">
              <a:avLst>
                <a:gd name="adj" fmla="val 5348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1635" y="2725"/>
              <a:ext cx="2889" cy="48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Roboto" panose="02000000000000000000" charset="0"/>
                </a:rPr>
                <a:t>季度用户转化数据对比</a:t>
              </a:r>
            </a:p>
          </p:txBody>
        </p:sp>
      </p:grpSp>
      <p:graphicFrame>
        <p:nvGraphicFramePr>
          <p:cNvPr id="92" name="图表 91"/>
          <p:cNvGraphicFramePr/>
          <p:nvPr/>
        </p:nvGraphicFramePr>
        <p:xfrm>
          <a:off x="8371490" y="2195195"/>
          <a:ext cx="3401695" cy="1604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3" name="图表 92"/>
          <p:cNvGraphicFramePr/>
          <p:nvPr/>
        </p:nvGraphicFramePr>
        <p:xfrm>
          <a:off x="4358290" y="2157095"/>
          <a:ext cx="3451225" cy="1642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94" name="图表 93"/>
          <p:cNvGraphicFramePr/>
          <p:nvPr/>
        </p:nvGraphicFramePr>
        <p:xfrm>
          <a:off x="311953" y="2195195"/>
          <a:ext cx="3567430" cy="16046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5" name="文本框 94"/>
          <p:cNvSpPr txBox="1"/>
          <p:nvPr/>
        </p:nvSpPr>
        <p:spPr>
          <a:xfrm>
            <a:off x="328295" y="4945380"/>
            <a:ext cx="2506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Q1-Q3 纯电车型占比从 49% 升至 54%，成销量主力，混动、燃油占比逐步下降。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6" name="矩形: 圆角 28"/>
          <p:cNvSpPr/>
          <p:nvPr/>
        </p:nvSpPr>
        <p:spPr>
          <a:xfrm>
            <a:off x="379095" y="5648960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485140" y="5676265"/>
            <a:ext cx="94996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纯电主导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 </a:t>
            </a:r>
          </a:p>
        </p:txBody>
      </p:sp>
      <p:sp>
        <p:nvSpPr>
          <p:cNvPr id="98" name="矩形: 圆角 28"/>
          <p:cNvSpPr/>
          <p:nvPr/>
        </p:nvSpPr>
        <p:spPr>
          <a:xfrm>
            <a:off x="1623695" y="5648960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1730375" y="5676265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占比攀升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0" name="矩形: 圆角 28"/>
          <p:cNvSpPr/>
          <p:nvPr/>
        </p:nvSpPr>
        <p:spPr>
          <a:xfrm>
            <a:off x="379095" y="6137275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485775" y="6164580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混动下滑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 </a:t>
            </a:r>
          </a:p>
        </p:txBody>
      </p:sp>
      <p:sp>
        <p:nvSpPr>
          <p:cNvPr id="102" name="矩形: 圆角 28"/>
          <p:cNvSpPr/>
          <p:nvPr/>
        </p:nvSpPr>
        <p:spPr>
          <a:xfrm>
            <a:off x="1623695" y="6137275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1768475" y="6164580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燃油降势​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3333115" y="4945380"/>
            <a:ext cx="2506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线下销量始终高于线上，Q3 达 1.42 万辆，转化率 14%，线上线下协同需加强。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矩形: 圆角 28"/>
          <p:cNvSpPr/>
          <p:nvPr/>
        </p:nvSpPr>
        <p:spPr>
          <a:xfrm>
            <a:off x="3383915" y="5648960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3489960" y="5676265"/>
            <a:ext cx="94996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线下核心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矩形: 圆角 28"/>
          <p:cNvSpPr/>
          <p:nvPr/>
        </p:nvSpPr>
        <p:spPr>
          <a:xfrm>
            <a:off x="4628515" y="5648960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4735195" y="5676265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销量领先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矩形: 圆角 28"/>
          <p:cNvSpPr/>
          <p:nvPr/>
        </p:nvSpPr>
        <p:spPr>
          <a:xfrm>
            <a:off x="3383915" y="6137275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3490595" y="6164580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转化稳定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矩形: 圆角 28"/>
          <p:cNvSpPr/>
          <p:nvPr/>
        </p:nvSpPr>
        <p:spPr>
          <a:xfrm>
            <a:off x="4628515" y="6137275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4773295" y="6164580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协同待强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6337935" y="4945380"/>
            <a:ext cx="2506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新用户数 Q3 达 3 万，3 个月留存 2.22 万，复购率 25%，用户粘性持续增强。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4" name="矩形: 圆角 28"/>
          <p:cNvSpPr/>
          <p:nvPr/>
        </p:nvSpPr>
        <p:spPr>
          <a:xfrm>
            <a:off x="6388735" y="5648960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6494780" y="5676265"/>
            <a:ext cx="94996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新客增长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6" name="矩形: 圆角 28"/>
          <p:cNvSpPr/>
          <p:nvPr/>
        </p:nvSpPr>
        <p:spPr>
          <a:xfrm>
            <a:off x="7633335" y="5648960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7740015" y="5676265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留存向好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8" name="矩形: 圆角 28"/>
          <p:cNvSpPr/>
          <p:nvPr/>
        </p:nvSpPr>
        <p:spPr>
          <a:xfrm>
            <a:off x="6388735" y="6137275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6495415" y="6164580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复购提升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0" name="矩形: 圆角 28"/>
          <p:cNvSpPr/>
          <p:nvPr/>
        </p:nvSpPr>
        <p:spPr>
          <a:xfrm>
            <a:off x="7633335" y="6137275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7778115" y="6164580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粘性增强​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9342755" y="4945380"/>
            <a:ext cx="2506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Q3 线上线索 5.2 万条，但有效占比 72%，较 Q2 降 4%，需提升线索筛选精度。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3" name="矩形: 圆角 28"/>
          <p:cNvSpPr/>
          <p:nvPr/>
        </p:nvSpPr>
        <p:spPr>
          <a:xfrm>
            <a:off x="9393555" y="5648960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9499600" y="5676265"/>
            <a:ext cx="94996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线索量足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5" name="矩形: 圆角 28"/>
          <p:cNvSpPr/>
          <p:nvPr/>
        </p:nvSpPr>
        <p:spPr>
          <a:xfrm>
            <a:off x="10638155" y="5648960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10744835" y="5676265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有效率降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7" name="矩形: 圆角 28"/>
          <p:cNvSpPr/>
          <p:nvPr/>
        </p:nvSpPr>
        <p:spPr>
          <a:xfrm>
            <a:off x="9393555" y="6137275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9500235" y="6164580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质量待优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9" name="矩形: 圆角 28"/>
          <p:cNvSpPr/>
          <p:nvPr/>
        </p:nvSpPr>
        <p:spPr>
          <a:xfrm>
            <a:off x="10638155" y="6137275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10782935" y="6164580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筛选提效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1" name="图形 2"/>
          <p:cNvSpPr/>
          <p:nvPr/>
        </p:nvSpPr>
        <p:spPr>
          <a:xfrm>
            <a:off x="1949539" y="926642"/>
            <a:ext cx="653879" cy="475548"/>
          </a:xfrm>
          <a:custGeom>
            <a:avLst/>
            <a:gdLst>
              <a:gd name="connsiteX0" fmla="*/ 1842373 w 2619375"/>
              <a:gd name="connsiteY0" fmla="*/ 0 h 1905000"/>
              <a:gd name="connsiteX1" fmla="*/ 789623 w 2619375"/>
              <a:gd name="connsiteY1" fmla="*/ 0 h 1905000"/>
              <a:gd name="connsiteX2" fmla="*/ 451128 w 2619375"/>
              <a:gd name="connsiteY2" fmla="*/ 263962 h 1905000"/>
              <a:gd name="connsiteX3" fmla="*/ 338376 w 2619375"/>
              <a:gd name="connsiteY3" fmla="*/ 573762 h 1905000"/>
              <a:gd name="connsiteX4" fmla="*/ 313373 w 2619375"/>
              <a:gd name="connsiteY4" fmla="*/ 562332 h 1905000"/>
              <a:gd name="connsiteX5" fmla="*/ 62627 w 2619375"/>
              <a:gd name="connsiteY5" fmla="*/ 562332 h 1905000"/>
              <a:gd name="connsiteX6" fmla="*/ 0 w 2619375"/>
              <a:gd name="connsiteY6" fmla="*/ 619720 h 1905000"/>
              <a:gd name="connsiteX7" fmla="*/ 0 w 2619375"/>
              <a:gd name="connsiteY7" fmla="*/ 677108 h 1905000"/>
              <a:gd name="connsiteX8" fmla="*/ 62627 w 2619375"/>
              <a:gd name="connsiteY8" fmla="*/ 734497 h 1905000"/>
              <a:gd name="connsiteX9" fmla="*/ 150376 w 2619375"/>
              <a:gd name="connsiteY9" fmla="*/ 745927 h 1905000"/>
              <a:gd name="connsiteX10" fmla="*/ 100370 w 2619375"/>
              <a:gd name="connsiteY10" fmla="*/ 929521 h 1905000"/>
              <a:gd name="connsiteX11" fmla="*/ 62627 w 2619375"/>
              <a:gd name="connsiteY11" fmla="*/ 1296829 h 1905000"/>
              <a:gd name="connsiteX12" fmla="*/ 62627 w 2619375"/>
              <a:gd name="connsiteY12" fmla="*/ 1790224 h 1905000"/>
              <a:gd name="connsiteX13" fmla="*/ 188000 w 2619375"/>
              <a:gd name="connsiteY13" fmla="*/ 1905000 h 1905000"/>
              <a:gd name="connsiteX14" fmla="*/ 375999 w 2619375"/>
              <a:gd name="connsiteY14" fmla="*/ 1905000 h 1905000"/>
              <a:gd name="connsiteX15" fmla="*/ 501372 w 2619375"/>
              <a:gd name="connsiteY15" fmla="*/ 1790224 h 1905000"/>
              <a:gd name="connsiteX16" fmla="*/ 501372 w 2619375"/>
              <a:gd name="connsiteY16" fmla="*/ 1652588 h 1905000"/>
              <a:gd name="connsiteX17" fmla="*/ 2118122 w 2619375"/>
              <a:gd name="connsiteY17" fmla="*/ 1652588 h 1905000"/>
              <a:gd name="connsiteX18" fmla="*/ 2118122 w 2619375"/>
              <a:gd name="connsiteY18" fmla="*/ 1790224 h 1905000"/>
              <a:gd name="connsiteX19" fmla="*/ 2243379 w 2619375"/>
              <a:gd name="connsiteY19" fmla="*/ 1905000 h 1905000"/>
              <a:gd name="connsiteX20" fmla="*/ 2431498 w 2619375"/>
              <a:gd name="connsiteY20" fmla="*/ 1905000 h 1905000"/>
              <a:gd name="connsiteX21" fmla="*/ 2556756 w 2619375"/>
              <a:gd name="connsiteY21" fmla="*/ 1790224 h 1905000"/>
              <a:gd name="connsiteX22" fmla="*/ 2556756 w 2619375"/>
              <a:gd name="connsiteY22" fmla="*/ 1296710 h 1905000"/>
              <a:gd name="connsiteX23" fmla="*/ 2519121 w 2619375"/>
              <a:gd name="connsiteY23" fmla="*/ 929521 h 1905000"/>
              <a:gd name="connsiteX24" fmla="*/ 2469003 w 2619375"/>
              <a:gd name="connsiteY24" fmla="*/ 745927 h 1905000"/>
              <a:gd name="connsiteX25" fmla="*/ 2556756 w 2619375"/>
              <a:gd name="connsiteY25" fmla="*/ 734497 h 1905000"/>
              <a:gd name="connsiteX26" fmla="*/ 2619375 w 2619375"/>
              <a:gd name="connsiteY26" fmla="*/ 677108 h 1905000"/>
              <a:gd name="connsiteX27" fmla="*/ 2619375 w 2619375"/>
              <a:gd name="connsiteY27" fmla="*/ 619720 h 1905000"/>
              <a:gd name="connsiteX28" fmla="*/ 2556756 w 2619375"/>
              <a:gd name="connsiteY28" fmla="*/ 562332 h 1905000"/>
              <a:gd name="connsiteX29" fmla="*/ 2305999 w 2619375"/>
              <a:gd name="connsiteY29" fmla="*/ 562332 h 1905000"/>
              <a:gd name="connsiteX30" fmla="*/ 2268494 w 2619375"/>
              <a:gd name="connsiteY30" fmla="*/ 573762 h 1905000"/>
              <a:gd name="connsiteX31" fmla="*/ 2155627 w 2619375"/>
              <a:gd name="connsiteY31" fmla="*/ 263962 h 1905000"/>
              <a:gd name="connsiteX32" fmla="*/ 1842373 w 2619375"/>
              <a:gd name="connsiteY32" fmla="*/ 0 h 1905000"/>
              <a:gd name="connsiteX33" fmla="*/ 601623 w 2619375"/>
              <a:gd name="connsiteY33" fmla="*/ 1101685 h 1905000"/>
              <a:gd name="connsiteX34" fmla="*/ 789623 w 2619375"/>
              <a:gd name="connsiteY34" fmla="*/ 1273850 h 1905000"/>
              <a:gd name="connsiteX35" fmla="*/ 601504 w 2619375"/>
              <a:gd name="connsiteY35" fmla="*/ 1446014 h 1905000"/>
              <a:gd name="connsiteX36" fmla="*/ 413623 w 2619375"/>
              <a:gd name="connsiteY36" fmla="*/ 1273850 h 1905000"/>
              <a:gd name="connsiteX37" fmla="*/ 601623 w 2619375"/>
              <a:gd name="connsiteY37" fmla="*/ 1101685 h 1905000"/>
              <a:gd name="connsiteX38" fmla="*/ 2030369 w 2619375"/>
              <a:gd name="connsiteY38" fmla="*/ 1101685 h 1905000"/>
              <a:gd name="connsiteX39" fmla="*/ 2218376 w 2619375"/>
              <a:gd name="connsiteY39" fmla="*/ 1273850 h 1905000"/>
              <a:gd name="connsiteX40" fmla="*/ 2030257 w 2619375"/>
              <a:gd name="connsiteY40" fmla="*/ 1446014 h 1905000"/>
              <a:gd name="connsiteX41" fmla="*/ 1842373 w 2619375"/>
              <a:gd name="connsiteY41" fmla="*/ 1273850 h 1905000"/>
              <a:gd name="connsiteX42" fmla="*/ 2030369 w 2619375"/>
              <a:gd name="connsiteY42" fmla="*/ 1101685 h 1905000"/>
              <a:gd name="connsiteX43" fmla="*/ 1955118 w 2619375"/>
              <a:gd name="connsiteY43" fmla="*/ 218003 h 1905000"/>
              <a:gd name="connsiteX44" fmla="*/ 2005254 w 2619375"/>
              <a:gd name="connsiteY44" fmla="*/ 298371 h 1905000"/>
              <a:gd name="connsiteX45" fmla="*/ 2093007 w 2619375"/>
              <a:gd name="connsiteY45" fmla="*/ 504944 h 1905000"/>
              <a:gd name="connsiteX46" fmla="*/ 2118010 w 2619375"/>
              <a:gd name="connsiteY46" fmla="*/ 619720 h 1905000"/>
              <a:gd name="connsiteX47" fmla="*/ 1917502 w 2619375"/>
              <a:gd name="connsiteY47" fmla="*/ 768906 h 1905000"/>
              <a:gd name="connsiteX48" fmla="*/ 714375 w 2619375"/>
              <a:gd name="connsiteY48" fmla="*/ 768906 h 1905000"/>
              <a:gd name="connsiteX49" fmla="*/ 513874 w 2619375"/>
              <a:gd name="connsiteY49" fmla="*/ 619720 h 1905000"/>
              <a:gd name="connsiteX50" fmla="*/ 538877 w 2619375"/>
              <a:gd name="connsiteY50" fmla="*/ 504944 h 1905000"/>
              <a:gd name="connsiteX51" fmla="*/ 626626 w 2619375"/>
              <a:gd name="connsiteY51" fmla="*/ 309801 h 1905000"/>
              <a:gd name="connsiteX52" fmla="*/ 676751 w 2619375"/>
              <a:gd name="connsiteY52" fmla="*/ 229553 h 1905000"/>
              <a:gd name="connsiteX53" fmla="*/ 1955118 w 2619375"/>
              <a:gd name="connsiteY53" fmla="*/ 229553 h 1905000"/>
              <a:gd name="connsiteX54" fmla="*/ 1955118 w 2619375"/>
              <a:gd name="connsiteY54" fmla="*/ 217884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2619375" h="1905000">
                <a:moveTo>
                  <a:pt x="1842373" y="0"/>
                </a:moveTo>
                <a:lnTo>
                  <a:pt x="789623" y="0"/>
                </a:lnTo>
                <a:cubicBezTo>
                  <a:pt x="601504" y="0"/>
                  <a:pt x="488752" y="114776"/>
                  <a:pt x="451128" y="263962"/>
                </a:cubicBezTo>
                <a:lnTo>
                  <a:pt x="338376" y="573762"/>
                </a:lnTo>
                <a:cubicBezTo>
                  <a:pt x="338376" y="562332"/>
                  <a:pt x="325874" y="562332"/>
                  <a:pt x="313373" y="562332"/>
                </a:cubicBezTo>
                <a:lnTo>
                  <a:pt x="62627" y="562332"/>
                </a:lnTo>
                <a:cubicBezTo>
                  <a:pt x="25122" y="562332"/>
                  <a:pt x="0" y="585311"/>
                  <a:pt x="0" y="619720"/>
                </a:cubicBezTo>
                <a:lnTo>
                  <a:pt x="0" y="677108"/>
                </a:lnTo>
                <a:cubicBezTo>
                  <a:pt x="0" y="711518"/>
                  <a:pt x="25003" y="734497"/>
                  <a:pt x="62627" y="734497"/>
                </a:cubicBezTo>
                <a:lnTo>
                  <a:pt x="150376" y="745927"/>
                </a:lnTo>
                <a:cubicBezTo>
                  <a:pt x="125373" y="803315"/>
                  <a:pt x="100370" y="860703"/>
                  <a:pt x="100370" y="929521"/>
                </a:cubicBezTo>
                <a:lnTo>
                  <a:pt x="62627" y="1296829"/>
                </a:lnTo>
                <a:lnTo>
                  <a:pt x="62627" y="1790224"/>
                </a:lnTo>
                <a:cubicBezTo>
                  <a:pt x="62627" y="1847612"/>
                  <a:pt x="112752" y="1905000"/>
                  <a:pt x="188000" y="1905000"/>
                </a:cubicBezTo>
                <a:lnTo>
                  <a:pt x="375999" y="1905000"/>
                </a:lnTo>
                <a:cubicBezTo>
                  <a:pt x="438626" y="1905000"/>
                  <a:pt x="501372" y="1859042"/>
                  <a:pt x="501372" y="1790224"/>
                </a:cubicBezTo>
                <a:lnTo>
                  <a:pt x="501372" y="1652588"/>
                </a:lnTo>
                <a:lnTo>
                  <a:pt x="2118122" y="1652588"/>
                </a:lnTo>
                <a:lnTo>
                  <a:pt x="2118122" y="1790224"/>
                </a:lnTo>
                <a:cubicBezTo>
                  <a:pt x="2118122" y="1847612"/>
                  <a:pt x="2168128" y="1905000"/>
                  <a:pt x="2243379" y="1905000"/>
                </a:cubicBezTo>
                <a:lnTo>
                  <a:pt x="2431498" y="1905000"/>
                </a:lnTo>
                <a:cubicBezTo>
                  <a:pt x="2494006" y="1905000"/>
                  <a:pt x="2556756" y="1859042"/>
                  <a:pt x="2556756" y="1790224"/>
                </a:cubicBezTo>
                <a:lnTo>
                  <a:pt x="2556756" y="1296710"/>
                </a:lnTo>
                <a:lnTo>
                  <a:pt x="2519121" y="929521"/>
                </a:lnTo>
                <a:cubicBezTo>
                  <a:pt x="2519121" y="860703"/>
                  <a:pt x="2506619" y="803315"/>
                  <a:pt x="2469003" y="745927"/>
                </a:cubicBezTo>
                <a:lnTo>
                  <a:pt x="2556756" y="734497"/>
                </a:lnTo>
                <a:cubicBezTo>
                  <a:pt x="2594372" y="734497"/>
                  <a:pt x="2619375" y="711518"/>
                  <a:pt x="2619375" y="677108"/>
                </a:cubicBezTo>
                <a:lnTo>
                  <a:pt x="2619375" y="619720"/>
                </a:lnTo>
                <a:cubicBezTo>
                  <a:pt x="2619375" y="585192"/>
                  <a:pt x="2594372" y="562332"/>
                  <a:pt x="2556756" y="562332"/>
                </a:cubicBezTo>
                <a:lnTo>
                  <a:pt x="2305999" y="562332"/>
                </a:lnTo>
                <a:cubicBezTo>
                  <a:pt x="2293497" y="562332"/>
                  <a:pt x="2280996" y="562332"/>
                  <a:pt x="2268494" y="573762"/>
                </a:cubicBezTo>
                <a:lnTo>
                  <a:pt x="2155627" y="263962"/>
                </a:lnTo>
                <a:cubicBezTo>
                  <a:pt x="2143125" y="91678"/>
                  <a:pt x="2005254" y="0"/>
                  <a:pt x="1842373" y="0"/>
                </a:cubicBezTo>
                <a:close/>
                <a:moveTo>
                  <a:pt x="601623" y="1101685"/>
                </a:moveTo>
                <a:cubicBezTo>
                  <a:pt x="701873" y="1101685"/>
                  <a:pt x="789623" y="1182053"/>
                  <a:pt x="789623" y="1273850"/>
                </a:cubicBezTo>
                <a:cubicBezTo>
                  <a:pt x="789623" y="1365528"/>
                  <a:pt x="701873" y="1446014"/>
                  <a:pt x="601504" y="1446014"/>
                </a:cubicBezTo>
                <a:cubicBezTo>
                  <a:pt x="501372" y="1446014"/>
                  <a:pt x="413623" y="1365647"/>
                  <a:pt x="413623" y="1273850"/>
                </a:cubicBezTo>
                <a:cubicBezTo>
                  <a:pt x="413623" y="1182053"/>
                  <a:pt x="501372" y="1101685"/>
                  <a:pt x="601623" y="1101685"/>
                </a:cubicBezTo>
                <a:close/>
                <a:moveTo>
                  <a:pt x="2030369" y="1101685"/>
                </a:moveTo>
                <a:cubicBezTo>
                  <a:pt x="2130624" y="1101685"/>
                  <a:pt x="2218376" y="1182053"/>
                  <a:pt x="2218376" y="1273850"/>
                </a:cubicBezTo>
                <a:cubicBezTo>
                  <a:pt x="2218376" y="1365528"/>
                  <a:pt x="2130624" y="1446014"/>
                  <a:pt x="2030257" y="1446014"/>
                </a:cubicBezTo>
                <a:cubicBezTo>
                  <a:pt x="1930115" y="1446014"/>
                  <a:pt x="1842373" y="1365647"/>
                  <a:pt x="1842373" y="1273850"/>
                </a:cubicBezTo>
                <a:cubicBezTo>
                  <a:pt x="1842373" y="1182053"/>
                  <a:pt x="1930003" y="1101685"/>
                  <a:pt x="2030369" y="1101685"/>
                </a:cubicBezTo>
                <a:close/>
                <a:moveTo>
                  <a:pt x="1955118" y="218003"/>
                </a:moveTo>
                <a:cubicBezTo>
                  <a:pt x="1980121" y="252532"/>
                  <a:pt x="2005254" y="252532"/>
                  <a:pt x="2005254" y="298371"/>
                </a:cubicBezTo>
                <a:lnTo>
                  <a:pt x="2093007" y="504944"/>
                </a:lnTo>
                <a:lnTo>
                  <a:pt x="2118010" y="619720"/>
                </a:lnTo>
                <a:cubicBezTo>
                  <a:pt x="2105509" y="700088"/>
                  <a:pt x="2005254" y="768906"/>
                  <a:pt x="1917502" y="768906"/>
                </a:cubicBezTo>
                <a:lnTo>
                  <a:pt x="714375" y="768906"/>
                </a:lnTo>
                <a:cubicBezTo>
                  <a:pt x="626626" y="768906"/>
                  <a:pt x="513874" y="700088"/>
                  <a:pt x="513874" y="619720"/>
                </a:cubicBezTo>
                <a:lnTo>
                  <a:pt x="538877" y="504944"/>
                </a:lnTo>
                <a:lnTo>
                  <a:pt x="626626" y="309801"/>
                </a:lnTo>
                <a:cubicBezTo>
                  <a:pt x="639128" y="263962"/>
                  <a:pt x="651629" y="263962"/>
                  <a:pt x="676751" y="229553"/>
                </a:cubicBezTo>
                <a:lnTo>
                  <a:pt x="1955118" y="229553"/>
                </a:lnTo>
                <a:lnTo>
                  <a:pt x="1955118" y="217884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2" name="图形 6"/>
          <p:cNvSpPr/>
          <p:nvPr/>
        </p:nvSpPr>
        <p:spPr>
          <a:xfrm>
            <a:off x="7288816" y="914116"/>
            <a:ext cx="520699" cy="503255"/>
          </a:xfrm>
          <a:custGeom>
            <a:avLst/>
            <a:gdLst>
              <a:gd name="connsiteX0" fmla="*/ 762000 w 1523999"/>
              <a:gd name="connsiteY0" fmla="*/ 723137 h 1472944"/>
              <a:gd name="connsiteX1" fmla="*/ 1123569 w 1523999"/>
              <a:gd name="connsiteY1" fmla="*/ 361569 h 1472944"/>
              <a:gd name="connsiteX2" fmla="*/ 762000 w 1523999"/>
              <a:gd name="connsiteY2" fmla="*/ 0 h 1472944"/>
              <a:gd name="connsiteX3" fmla="*/ 400431 w 1523999"/>
              <a:gd name="connsiteY3" fmla="*/ 361569 h 1472944"/>
              <a:gd name="connsiteX4" fmla="*/ 762000 w 1523999"/>
              <a:gd name="connsiteY4" fmla="*/ 723137 h 1472944"/>
              <a:gd name="connsiteX5" fmla="*/ 762000 w 1523999"/>
              <a:gd name="connsiteY5" fmla="*/ 95250 h 1472944"/>
              <a:gd name="connsiteX6" fmla="*/ 1028319 w 1523999"/>
              <a:gd name="connsiteY6" fmla="*/ 361569 h 1472944"/>
              <a:gd name="connsiteX7" fmla="*/ 762000 w 1523999"/>
              <a:gd name="connsiteY7" fmla="*/ 627887 h 1472944"/>
              <a:gd name="connsiteX8" fmla="*/ 495681 w 1523999"/>
              <a:gd name="connsiteY8" fmla="*/ 361569 h 1472944"/>
              <a:gd name="connsiteX9" fmla="*/ 762000 w 1523999"/>
              <a:gd name="connsiteY9" fmla="*/ 95250 h 1472944"/>
              <a:gd name="connsiteX10" fmla="*/ 952500 w 1523999"/>
              <a:gd name="connsiteY10" fmla="*/ 806195 h 1472944"/>
              <a:gd name="connsiteX11" fmla="*/ 571500 w 1523999"/>
              <a:gd name="connsiteY11" fmla="*/ 806195 h 1472944"/>
              <a:gd name="connsiteX12" fmla="*/ 0 w 1523999"/>
              <a:gd name="connsiteY12" fmla="*/ 1377695 h 1472944"/>
              <a:gd name="connsiteX13" fmla="*/ 95250 w 1523999"/>
              <a:gd name="connsiteY13" fmla="*/ 1472945 h 1472944"/>
              <a:gd name="connsiteX14" fmla="*/ 1428750 w 1523999"/>
              <a:gd name="connsiteY14" fmla="*/ 1472945 h 1472944"/>
              <a:gd name="connsiteX15" fmla="*/ 1524000 w 1523999"/>
              <a:gd name="connsiteY15" fmla="*/ 1377695 h 1472944"/>
              <a:gd name="connsiteX16" fmla="*/ 952500 w 1523999"/>
              <a:gd name="connsiteY16" fmla="*/ 806195 h 1472944"/>
              <a:gd name="connsiteX17" fmla="*/ 95250 w 1523999"/>
              <a:gd name="connsiteY17" fmla="*/ 1377695 h 1472944"/>
              <a:gd name="connsiteX18" fmla="*/ 571500 w 1523999"/>
              <a:gd name="connsiteY18" fmla="*/ 901444 h 1472944"/>
              <a:gd name="connsiteX19" fmla="*/ 952500 w 1523999"/>
              <a:gd name="connsiteY19" fmla="*/ 901444 h 1472944"/>
              <a:gd name="connsiteX20" fmla="*/ 1428750 w 1523999"/>
              <a:gd name="connsiteY20" fmla="*/ 1377695 h 1472944"/>
              <a:gd name="connsiteX21" fmla="*/ 95250 w 1523999"/>
              <a:gd name="connsiteY21" fmla="*/ 1377695 h 1472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23999" h="1472944">
                <a:moveTo>
                  <a:pt x="762000" y="723137"/>
                </a:moveTo>
                <a:cubicBezTo>
                  <a:pt x="961688" y="723137"/>
                  <a:pt x="1123569" y="561257"/>
                  <a:pt x="1123569" y="361569"/>
                </a:cubicBezTo>
                <a:cubicBezTo>
                  <a:pt x="1123569" y="161878"/>
                  <a:pt x="961688" y="0"/>
                  <a:pt x="762000" y="0"/>
                </a:cubicBezTo>
                <a:cubicBezTo>
                  <a:pt x="562312" y="0"/>
                  <a:pt x="400431" y="161878"/>
                  <a:pt x="400431" y="361569"/>
                </a:cubicBezTo>
                <a:cubicBezTo>
                  <a:pt x="400431" y="561257"/>
                  <a:pt x="562312" y="723137"/>
                  <a:pt x="762000" y="723137"/>
                </a:cubicBezTo>
                <a:close/>
                <a:moveTo>
                  <a:pt x="762000" y="95250"/>
                </a:moveTo>
                <a:cubicBezTo>
                  <a:pt x="909018" y="95406"/>
                  <a:pt x="1028162" y="214549"/>
                  <a:pt x="1028319" y="361569"/>
                </a:cubicBezTo>
                <a:cubicBezTo>
                  <a:pt x="1028319" y="508443"/>
                  <a:pt x="908875" y="627887"/>
                  <a:pt x="762000" y="627887"/>
                </a:cubicBezTo>
                <a:cubicBezTo>
                  <a:pt x="615125" y="627887"/>
                  <a:pt x="495681" y="508443"/>
                  <a:pt x="495681" y="361569"/>
                </a:cubicBezTo>
                <a:cubicBezTo>
                  <a:pt x="495838" y="214549"/>
                  <a:pt x="614982" y="95406"/>
                  <a:pt x="762000" y="95250"/>
                </a:cubicBezTo>
                <a:close/>
                <a:moveTo>
                  <a:pt x="952500" y="806195"/>
                </a:moveTo>
                <a:lnTo>
                  <a:pt x="571500" y="806195"/>
                </a:lnTo>
                <a:cubicBezTo>
                  <a:pt x="255869" y="806195"/>
                  <a:pt x="0" y="1062066"/>
                  <a:pt x="0" y="1377695"/>
                </a:cubicBezTo>
                <a:cubicBezTo>
                  <a:pt x="0" y="1430300"/>
                  <a:pt x="42645" y="1472945"/>
                  <a:pt x="95250" y="1472945"/>
                </a:cubicBezTo>
                <a:lnTo>
                  <a:pt x="1428750" y="1472945"/>
                </a:lnTo>
                <a:cubicBezTo>
                  <a:pt x="1481355" y="1472945"/>
                  <a:pt x="1524000" y="1430300"/>
                  <a:pt x="1524000" y="1377695"/>
                </a:cubicBezTo>
                <a:cubicBezTo>
                  <a:pt x="1524000" y="1062066"/>
                  <a:pt x="1268131" y="806195"/>
                  <a:pt x="952500" y="806195"/>
                </a:cubicBezTo>
                <a:close/>
                <a:moveTo>
                  <a:pt x="95250" y="1377695"/>
                </a:moveTo>
                <a:cubicBezTo>
                  <a:pt x="95250" y="1115091"/>
                  <a:pt x="308896" y="901444"/>
                  <a:pt x="571500" y="901444"/>
                </a:cubicBezTo>
                <a:lnTo>
                  <a:pt x="952500" y="901444"/>
                </a:lnTo>
                <a:cubicBezTo>
                  <a:pt x="1215104" y="901444"/>
                  <a:pt x="1428750" y="1115091"/>
                  <a:pt x="1428750" y="1377695"/>
                </a:cubicBezTo>
                <a:lnTo>
                  <a:pt x="95250" y="1377695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33" name="组合 132"/>
          <p:cNvGrpSpPr/>
          <p:nvPr/>
        </p:nvGrpSpPr>
        <p:grpSpPr>
          <a:xfrm>
            <a:off x="4588871" y="914116"/>
            <a:ext cx="564066" cy="508629"/>
            <a:chOff x="-2307467" y="5109044"/>
            <a:chExt cx="1650927" cy="1488672"/>
          </a:xfrm>
          <a:solidFill>
            <a:schemeClr val="bg1"/>
          </a:solidFill>
        </p:grpSpPr>
        <p:sp>
          <p:nvSpPr>
            <p:cNvPr id="134" name="任意多边形: 形状 133"/>
            <p:cNvSpPr/>
            <p:nvPr/>
          </p:nvSpPr>
          <p:spPr>
            <a:xfrm>
              <a:off x="-2307467" y="5109044"/>
              <a:ext cx="1650927" cy="902419"/>
            </a:xfrm>
            <a:custGeom>
              <a:avLst/>
              <a:gdLst>
                <a:gd name="connsiteX0" fmla="*/ 1635234 w 1650927"/>
                <a:gd name="connsiteY0" fmla="*/ 476490 h 902419"/>
                <a:gd name="connsiteX1" fmla="*/ 1634914 w 1650927"/>
                <a:gd name="connsiteY1" fmla="*/ 473930 h 902419"/>
                <a:gd name="connsiteX2" fmla="*/ 1632034 w 1650927"/>
                <a:gd name="connsiteY2" fmla="*/ 464009 h 902419"/>
                <a:gd name="connsiteX3" fmla="*/ 1492192 w 1650927"/>
                <a:gd name="connsiteY3" fmla="*/ 116482 h 902419"/>
                <a:gd name="connsiteX4" fmla="*/ 1317467 w 1650927"/>
                <a:gd name="connsiteY4" fmla="*/ 0 h 902419"/>
                <a:gd name="connsiteX5" fmla="*/ 337927 w 1650927"/>
                <a:gd name="connsiteY5" fmla="*/ 0 h 902419"/>
                <a:gd name="connsiteX6" fmla="*/ 168643 w 1650927"/>
                <a:gd name="connsiteY6" fmla="*/ 112963 h 902419"/>
                <a:gd name="connsiteX7" fmla="*/ 18560 w 1650927"/>
                <a:gd name="connsiteY7" fmla="*/ 467531 h 902419"/>
                <a:gd name="connsiteX8" fmla="*/ 16320 w 1650927"/>
                <a:gd name="connsiteY8" fmla="*/ 475850 h 902419"/>
                <a:gd name="connsiteX9" fmla="*/ 0 w 1650927"/>
                <a:gd name="connsiteY9" fmla="*/ 578251 h 902419"/>
                <a:gd name="connsiteX10" fmla="*/ 173444 w 1650927"/>
                <a:gd name="connsiteY10" fmla="*/ 867218 h 902419"/>
                <a:gd name="connsiteX11" fmla="*/ 173444 w 1650927"/>
                <a:gd name="connsiteY11" fmla="*/ 867218 h 902419"/>
                <a:gd name="connsiteX12" fmla="*/ 173444 w 1650927"/>
                <a:gd name="connsiteY12" fmla="*/ 867218 h 902419"/>
                <a:gd name="connsiteX13" fmla="*/ 173444 w 1650927"/>
                <a:gd name="connsiteY13" fmla="*/ 867218 h 902419"/>
                <a:gd name="connsiteX14" fmla="*/ 173444 w 1650927"/>
                <a:gd name="connsiteY14" fmla="*/ 867218 h 902419"/>
                <a:gd name="connsiteX15" fmla="*/ 327366 w 1650927"/>
                <a:gd name="connsiteY15" fmla="*/ 902420 h 902419"/>
                <a:gd name="connsiteX16" fmla="*/ 577293 w 1650927"/>
                <a:gd name="connsiteY16" fmla="*/ 785617 h 902419"/>
                <a:gd name="connsiteX17" fmla="*/ 825936 w 1650927"/>
                <a:gd name="connsiteY17" fmla="*/ 901780 h 902419"/>
                <a:gd name="connsiteX18" fmla="*/ 1073302 w 1650927"/>
                <a:gd name="connsiteY18" fmla="*/ 785297 h 902419"/>
                <a:gd name="connsiteX19" fmla="*/ 1323867 w 1650927"/>
                <a:gd name="connsiteY19" fmla="*/ 901460 h 902419"/>
                <a:gd name="connsiteX20" fmla="*/ 1480350 w 1650927"/>
                <a:gd name="connsiteY20" fmla="*/ 864338 h 902419"/>
                <a:gd name="connsiteX21" fmla="*/ 1650915 w 1650927"/>
                <a:gd name="connsiteY21" fmla="*/ 576652 h 902419"/>
                <a:gd name="connsiteX22" fmla="*/ 1635234 w 1650927"/>
                <a:gd name="connsiteY22" fmla="*/ 476490 h 902419"/>
                <a:gd name="connsiteX23" fmla="*/ 1423710 w 1650927"/>
                <a:gd name="connsiteY23" fmla="*/ 760335 h 902419"/>
                <a:gd name="connsiteX24" fmla="*/ 1323867 w 1650927"/>
                <a:gd name="connsiteY24" fmla="*/ 782736 h 902419"/>
                <a:gd name="connsiteX25" fmla="*/ 1146585 w 1650927"/>
                <a:gd name="connsiteY25" fmla="*/ 683534 h 902419"/>
                <a:gd name="connsiteX26" fmla="*/ 1130584 w 1650927"/>
                <a:gd name="connsiteY26" fmla="*/ 658574 h 902419"/>
                <a:gd name="connsiteX27" fmla="*/ 1073622 w 1650927"/>
                <a:gd name="connsiteY27" fmla="*/ 634574 h 902419"/>
                <a:gd name="connsiteX28" fmla="*/ 1016342 w 1650927"/>
                <a:gd name="connsiteY28" fmla="*/ 659214 h 902419"/>
                <a:gd name="connsiteX29" fmla="*/ 1000661 w 1650927"/>
                <a:gd name="connsiteY29" fmla="*/ 683854 h 902419"/>
                <a:gd name="connsiteX30" fmla="*/ 825936 w 1650927"/>
                <a:gd name="connsiteY30" fmla="*/ 783056 h 902419"/>
                <a:gd name="connsiteX31" fmla="*/ 649934 w 1650927"/>
                <a:gd name="connsiteY31" fmla="*/ 683534 h 902419"/>
                <a:gd name="connsiteX32" fmla="*/ 635853 w 1650927"/>
                <a:gd name="connsiteY32" fmla="*/ 661134 h 902419"/>
                <a:gd name="connsiteX33" fmla="*/ 520971 w 1650927"/>
                <a:gd name="connsiteY33" fmla="*/ 658574 h 902419"/>
                <a:gd name="connsiteX34" fmla="*/ 504330 w 1650927"/>
                <a:gd name="connsiteY34" fmla="*/ 685134 h 902419"/>
                <a:gd name="connsiteX35" fmla="*/ 327688 w 1650927"/>
                <a:gd name="connsiteY35" fmla="*/ 784017 h 902419"/>
                <a:gd name="connsiteX36" fmla="*/ 229764 w 1650927"/>
                <a:gd name="connsiteY36" fmla="*/ 762577 h 902419"/>
                <a:gd name="connsiteX37" fmla="*/ 229764 w 1650927"/>
                <a:gd name="connsiteY37" fmla="*/ 762577 h 902419"/>
                <a:gd name="connsiteX38" fmla="*/ 229764 w 1650927"/>
                <a:gd name="connsiteY38" fmla="*/ 762577 h 902419"/>
                <a:gd name="connsiteX39" fmla="*/ 119362 w 1650927"/>
                <a:gd name="connsiteY39" fmla="*/ 578571 h 902419"/>
                <a:gd name="connsiteX40" fmla="*/ 130883 w 1650927"/>
                <a:gd name="connsiteY40" fmla="*/ 510410 h 902419"/>
                <a:gd name="connsiteX41" fmla="*/ 132163 w 1650927"/>
                <a:gd name="connsiteY41" fmla="*/ 505290 h 902419"/>
                <a:gd name="connsiteX42" fmla="*/ 280005 w 1650927"/>
                <a:gd name="connsiteY42" fmla="*/ 155844 h 902419"/>
                <a:gd name="connsiteX43" fmla="*/ 338247 w 1650927"/>
                <a:gd name="connsiteY43" fmla="*/ 119682 h 902419"/>
                <a:gd name="connsiteX44" fmla="*/ 1318107 w 1650927"/>
                <a:gd name="connsiteY44" fmla="*/ 119682 h 902419"/>
                <a:gd name="connsiteX45" fmla="*/ 1381149 w 1650927"/>
                <a:gd name="connsiteY45" fmla="*/ 158084 h 902419"/>
                <a:gd name="connsiteX46" fmla="*/ 1519392 w 1650927"/>
                <a:gd name="connsiteY46" fmla="*/ 502730 h 902419"/>
                <a:gd name="connsiteX47" fmla="*/ 1521312 w 1650927"/>
                <a:gd name="connsiteY47" fmla="*/ 509450 h 902419"/>
                <a:gd name="connsiteX48" fmla="*/ 1532833 w 1650927"/>
                <a:gd name="connsiteY48" fmla="*/ 577291 h 902419"/>
                <a:gd name="connsiteX49" fmla="*/ 1423710 w 1650927"/>
                <a:gd name="connsiteY49" fmla="*/ 760335 h 902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650927" h="902419">
                  <a:moveTo>
                    <a:pt x="1635234" y="476490"/>
                  </a:moveTo>
                  <a:cubicBezTo>
                    <a:pt x="1635234" y="475530"/>
                    <a:pt x="1634914" y="474890"/>
                    <a:pt x="1634914" y="473930"/>
                  </a:cubicBezTo>
                  <a:cubicBezTo>
                    <a:pt x="1634274" y="470411"/>
                    <a:pt x="1633314" y="467211"/>
                    <a:pt x="1632034" y="464009"/>
                  </a:cubicBezTo>
                  <a:lnTo>
                    <a:pt x="1492192" y="116482"/>
                  </a:lnTo>
                  <a:cubicBezTo>
                    <a:pt x="1467871" y="44481"/>
                    <a:pt x="1398750" y="320"/>
                    <a:pt x="1317467" y="0"/>
                  </a:cubicBezTo>
                  <a:lnTo>
                    <a:pt x="337927" y="0"/>
                  </a:lnTo>
                  <a:cubicBezTo>
                    <a:pt x="255685" y="0"/>
                    <a:pt x="191685" y="43841"/>
                    <a:pt x="168643" y="112963"/>
                  </a:cubicBezTo>
                  <a:lnTo>
                    <a:pt x="18560" y="467531"/>
                  </a:lnTo>
                  <a:cubicBezTo>
                    <a:pt x="17920" y="469771"/>
                    <a:pt x="16960" y="472650"/>
                    <a:pt x="16320" y="475850"/>
                  </a:cubicBezTo>
                  <a:cubicBezTo>
                    <a:pt x="5440" y="509450"/>
                    <a:pt x="0" y="543692"/>
                    <a:pt x="0" y="578251"/>
                  </a:cubicBezTo>
                  <a:cubicBezTo>
                    <a:pt x="0" y="699535"/>
                    <a:pt x="66561" y="810258"/>
                    <a:pt x="173444" y="867218"/>
                  </a:cubicBezTo>
                  <a:cubicBezTo>
                    <a:pt x="173444" y="867218"/>
                    <a:pt x="173444" y="867218"/>
                    <a:pt x="173444" y="867218"/>
                  </a:cubicBezTo>
                  <a:cubicBezTo>
                    <a:pt x="173444" y="867218"/>
                    <a:pt x="173444" y="867218"/>
                    <a:pt x="173444" y="867218"/>
                  </a:cubicBezTo>
                  <a:lnTo>
                    <a:pt x="173444" y="867218"/>
                  </a:lnTo>
                  <a:cubicBezTo>
                    <a:pt x="173444" y="867218"/>
                    <a:pt x="173444" y="867218"/>
                    <a:pt x="173444" y="867218"/>
                  </a:cubicBezTo>
                  <a:cubicBezTo>
                    <a:pt x="217285" y="890578"/>
                    <a:pt x="269126" y="902420"/>
                    <a:pt x="327366" y="902420"/>
                  </a:cubicBezTo>
                  <a:cubicBezTo>
                    <a:pt x="424969" y="902100"/>
                    <a:pt x="515531" y="859219"/>
                    <a:pt x="577293" y="785617"/>
                  </a:cubicBezTo>
                  <a:cubicBezTo>
                    <a:pt x="638733" y="858578"/>
                    <a:pt x="728335" y="901140"/>
                    <a:pt x="825936" y="901780"/>
                  </a:cubicBezTo>
                  <a:cubicBezTo>
                    <a:pt x="922580" y="901140"/>
                    <a:pt x="1012182" y="858258"/>
                    <a:pt x="1073302" y="785297"/>
                  </a:cubicBezTo>
                  <a:cubicBezTo>
                    <a:pt x="1135064" y="858898"/>
                    <a:pt x="1225625" y="901460"/>
                    <a:pt x="1323867" y="901460"/>
                  </a:cubicBezTo>
                  <a:cubicBezTo>
                    <a:pt x="1383389" y="901140"/>
                    <a:pt x="1435869" y="888659"/>
                    <a:pt x="1480350" y="864338"/>
                  </a:cubicBezTo>
                  <a:cubicBezTo>
                    <a:pt x="1585633" y="806738"/>
                    <a:pt x="1650915" y="696655"/>
                    <a:pt x="1650915" y="576652"/>
                  </a:cubicBezTo>
                  <a:cubicBezTo>
                    <a:pt x="1651235" y="542412"/>
                    <a:pt x="1645475" y="507850"/>
                    <a:pt x="1635234" y="476490"/>
                  </a:cubicBezTo>
                  <a:close/>
                  <a:moveTo>
                    <a:pt x="1423710" y="760335"/>
                  </a:moveTo>
                  <a:cubicBezTo>
                    <a:pt x="1396830" y="775056"/>
                    <a:pt x="1363228" y="782736"/>
                    <a:pt x="1323867" y="782736"/>
                  </a:cubicBezTo>
                  <a:cubicBezTo>
                    <a:pt x="1251226" y="782736"/>
                    <a:pt x="1185304" y="745936"/>
                    <a:pt x="1146585" y="683534"/>
                  </a:cubicBezTo>
                  <a:cubicBezTo>
                    <a:pt x="1143705" y="677775"/>
                    <a:pt x="1139223" y="667853"/>
                    <a:pt x="1130584" y="658574"/>
                  </a:cubicBezTo>
                  <a:cubicBezTo>
                    <a:pt x="1120663" y="647693"/>
                    <a:pt x="1103064" y="634574"/>
                    <a:pt x="1073622" y="634574"/>
                  </a:cubicBezTo>
                  <a:cubicBezTo>
                    <a:pt x="1049941" y="634574"/>
                    <a:pt x="1028501" y="644173"/>
                    <a:pt x="1016342" y="659214"/>
                  </a:cubicBezTo>
                  <a:cubicBezTo>
                    <a:pt x="1008340" y="668173"/>
                    <a:pt x="1003860" y="677135"/>
                    <a:pt x="1000661" y="683854"/>
                  </a:cubicBezTo>
                  <a:cubicBezTo>
                    <a:pt x="962581" y="745616"/>
                    <a:pt x="896980" y="782736"/>
                    <a:pt x="825936" y="783056"/>
                  </a:cubicBezTo>
                  <a:cubicBezTo>
                    <a:pt x="753935" y="782736"/>
                    <a:pt x="688334" y="745616"/>
                    <a:pt x="649934" y="683534"/>
                  </a:cubicBezTo>
                  <a:cubicBezTo>
                    <a:pt x="647374" y="678095"/>
                    <a:pt x="642893" y="668813"/>
                    <a:pt x="635853" y="661134"/>
                  </a:cubicBezTo>
                  <a:cubicBezTo>
                    <a:pt x="608013" y="627854"/>
                    <a:pt x="545291" y="629454"/>
                    <a:pt x="520971" y="658574"/>
                  </a:cubicBezTo>
                  <a:cubicBezTo>
                    <a:pt x="512011" y="668493"/>
                    <a:pt x="507210" y="678415"/>
                    <a:pt x="504330" y="685134"/>
                  </a:cubicBezTo>
                  <a:cubicBezTo>
                    <a:pt x="465930" y="746896"/>
                    <a:pt x="399689" y="783697"/>
                    <a:pt x="327688" y="784017"/>
                  </a:cubicBezTo>
                  <a:cubicBezTo>
                    <a:pt x="289286" y="784017"/>
                    <a:pt x="256325" y="776656"/>
                    <a:pt x="229764" y="762577"/>
                  </a:cubicBezTo>
                  <a:lnTo>
                    <a:pt x="229764" y="762577"/>
                  </a:lnTo>
                  <a:cubicBezTo>
                    <a:pt x="229764" y="762577"/>
                    <a:pt x="229764" y="762577"/>
                    <a:pt x="229764" y="762577"/>
                  </a:cubicBezTo>
                  <a:cubicBezTo>
                    <a:pt x="161603" y="726415"/>
                    <a:pt x="119362" y="655694"/>
                    <a:pt x="119362" y="578571"/>
                  </a:cubicBezTo>
                  <a:cubicBezTo>
                    <a:pt x="119362" y="555851"/>
                    <a:pt x="123202" y="532811"/>
                    <a:pt x="130883" y="510410"/>
                  </a:cubicBezTo>
                  <a:cubicBezTo>
                    <a:pt x="131523" y="508810"/>
                    <a:pt x="131843" y="506890"/>
                    <a:pt x="132163" y="505290"/>
                  </a:cubicBezTo>
                  <a:lnTo>
                    <a:pt x="280005" y="155844"/>
                  </a:lnTo>
                  <a:cubicBezTo>
                    <a:pt x="282887" y="146882"/>
                    <a:pt x="292166" y="119682"/>
                    <a:pt x="338247" y="119682"/>
                  </a:cubicBezTo>
                  <a:lnTo>
                    <a:pt x="1318107" y="119682"/>
                  </a:lnTo>
                  <a:cubicBezTo>
                    <a:pt x="1336988" y="120962"/>
                    <a:pt x="1369628" y="124162"/>
                    <a:pt x="1381149" y="158084"/>
                  </a:cubicBezTo>
                  <a:lnTo>
                    <a:pt x="1519392" y="502730"/>
                  </a:lnTo>
                  <a:cubicBezTo>
                    <a:pt x="1520032" y="505290"/>
                    <a:pt x="1520672" y="507530"/>
                    <a:pt x="1521312" y="509450"/>
                  </a:cubicBezTo>
                  <a:cubicBezTo>
                    <a:pt x="1528991" y="531851"/>
                    <a:pt x="1532833" y="554571"/>
                    <a:pt x="1532833" y="577291"/>
                  </a:cubicBezTo>
                  <a:cubicBezTo>
                    <a:pt x="1532193" y="653454"/>
                    <a:pt x="1490592" y="723536"/>
                    <a:pt x="1423710" y="760335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35" name="任意多边形: 形状 134"/>
            <p:cNvSpPr/>
            <p:nvPr/>
          </p:nvSpPr>
          <p:spPr>
            <a:xfrm>
              <a:off x="-2205384" y="6060105"/>
              <a:ext cx="1425628" cy="537611"/>
            </a:xfrm>
            <a:custGeom>
              <a:avLst/>
              <a:gdLst>
                <a:gd name="connsiteX0" fmla="*/ 1366108 w 1425628"/>
                <a:gd name="connsiteY0" fmla="*/ 0 h 537611"/>
                <a:gd name="connsiteX1" fmla="*/ 1306586 w 1425628"/>
                <a:gd name="connsiteY1" fmla="*/ 59522 h 537611"/>
                <a:gd name="connsiteX2" fmla="*/ 1306586 w 1425628"/>
                <a:gd name="connsiteY2" fmla="*/ 384328 h 537611"/>
                <a:gd name="connsiteX3" fmla="*/ 1272987 w 1425628"/>
                <a:gd name="connsiteY3" fmla="*/ 417928 h 537611"/>
                <a:gd name="connsiteX4" fmla="*/ 152962 w 1425628"/>
                <a:gd name="connsiteY4" fmla="*/ 418568 h 537611"/>
                <a:gd name="connsiteX5" fmla="*/ 119362 w 1425628"/>
                <a:gd name="connsiteY5" fmla="*/ 385288 h 537611"/>
                <a:gd name="connsiteX6" fmla="*/ 119042 w 1425628"/>
                <a:gd name="connsiteY6" fmla="*/ 66242 h 537611"/>
                <a:gd name="connsiteX7" fmla="*/ 59520 w 1425628"/>
                <a:gd name="connsiteY7" fmla="*/ 6720 h 537611"/>
                <a:gd name="connsiteX8" fmla="*/ 59520 w 1425628"/>
                <a:gd name="connsiteY8" fmla="*/ 6720 h 537611"/>
                <a:gd name="connsiteX9" fmla="*/ 0 w 1425628"/>
                <a:gd name="connsiteY9" fmla="*/ 66242 h 537611"/>
                <a:gd name="connsiteX10" fmla="*/ 320 w 1425628"/>
                <a:gd name="connsiteY10" fmla="*/ 385288 h 537611"/>
                <a:gd name="connsiteX11" fmla="*/ 152962 w 1425628"/>
                <a:gd name="connsiteY11" fmla="*/ 537612 h 537611"/>
                <a:gd name="connsiteX12" fmla="*/ 1273307 w 1425628"/>
                <a:gd name="connsiteY12" fmla="*/ 536972 h 537611"/>
                <a:gd name="connsiteX13" fmla="*/ 1425628 w 1425628"/>
                <a:gd name="connsiteY13" fmla="*/ 384328 h 537611"/>
                <a:gd name="connsiteX14" fmla="*/ 1425628 w 1425628"/>
                <a:gd name="connsiteY14" fmla="*/ 59522 h 537611"/>
                <a:gd name="connsiteX15" fmla="*/ 1366108 w 1425628"/>
                <a:gd name="connsiteY15" fmla="*/ 0 h 53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25628" h="537611">
                  <a:moveTo>
                    <a:pt x="1366108" y="0"/>
                  </a:moveTo>
                  <a:cubicBezTo>
                    <a:pt x="1333147" y="0"/>
                    <a:pt x="1306586" y="26560"/>
                    <a:pt x="1306586" y="59522"/>
                  </a:cubicBezTo>
                  <a:lnTo>
                    <a:pt x="1306586" y="384328"/>
                  </a:lnTo>
                  <a:cubicBezTo>
                    <a:pt x="1306586" y="402889"/>
                    <a:pt x="1291547" y="417928"/>
                    <a:pt x="1272987" y="417928"/>
                  </a:cubicBezTo>
                  <a:lnTo>
                    <a:pt x="152962" y="418568"/>
                  </a:lnTo>
                  <a:cubicBezTo>
                    <a:pt x="134401" y="418568"/>
                    <a:pt x="119362" y="403529"/>
                    <a:pt x="119362" y="385288"/>
                  </a:cubicBezTo>
                  <a:lnTo>
                    <a:pt x="119042" y="66242"/>
                  </a:lnTo>
                  <a:cubicBezTo>
                    <a:pt x="119042" y="33280"/>
                    <a:pt x="92162" y="6720"/>
                    <a:pt x="59520" y="6720"/>
                  </a:cubicBezTo>
                  <a:cubicBezTo>
                    <a:pt x="59520" y="6720"/>
                    <a:pt x="59520" y="6720"/>
                    <a:pt x="59520" y="6720"/>
                  </a:cubicBezTo>
                  <a:cubicBezTo>
                    <a:pt x="26560" y="6720"/>
                    <a:pt x="0" y="33600"/>
                    <a:pt x="0" y="66242"/>
                  </a:cubicBezTo>
                  <a:lnTo>
                    <a:pt x="320" y="385288"/>
                  </a:lnTo>
                  <a:cubicBezTo>
                    <a:pt x="320" y="469130"/>
                    <a:pt x="68801" y="537612"/>
                    <a:pt x="152962" y="537612"/>
                  </a:cubicBezTo>
                  <a:lnTo>
                    <a:pt x="1273307" y="536972"/>
                  </a:lnTo>
                  <a:cubicBezTo>
                    <a:pt x="1357147" y="536652"/>
                    <a:pt x="1425628" y="468490"/>
                    <a:pt x="1425628" y="384328"/>
                  </a:cubicBezTo>
                  <a:lnTo>
                    <a:pt x="1425628" y="59522"/>
                  </a:lnTo>
                  <a:cubicBezTo>
                    <a:pt x="1425628" y="26880"/>
                    <a:pt x="1399068" y="0"/>
                    <a:pt x="1366108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36" name="任意多边形: 形状 135"/>
            <p:cNvSpPr/>
            <p:nvPr/>
          </p:nvSpPr>
          <p:spPr>
            <a:xfrm>
              <a:off x="-2028101" y="5524413"/>
              <a:ext cx="1071386" cy="119042"/>
            </a:xfrm>
            <a:custGeom>
              <a:avLst/>
              <a:gdLst>
                <a:gd name="connsiteX0" fmla="*/ 1012182 w 1071386"/>
                <a:gd name="connsiteY0" fmla="*/ 119042 h 119042"/>
                <a:gd name="connsiteX1" fmla="*/ 59522 w 1071386"/>
                <a:gd name="connsiteY1" fmla="*/ 119042 h 119042"/>
                <a:gd name="connsiteX2" fmla="*/ 0 w 1071386"/>
                <a:gd name="connsiteY2" fmla="*/ 59522 h 119042"/>
                <a:gd name="connsiteX3" fmla="*/ 59522 w 1071386"/>
                <a:gd name="connsiteY3" fmla="*/ 0 h 119042"/>
                <a:gd name="connsiteX4" fmla="*/ 1011862 w 1071386"/>
                <a:gd name="connsiteY4" fmla="*/ 0 h 119042"/>
                <a:gd name="connsiteX5" fmla="*/ 1071384 w 1071386"/>
                <a:gd name="connsiteY5" fmla="*/ 59522 h 119042"/>
                <a:gd name="connsiteX6" fmla="*/ 1012182 w 1071386"/>
                <a:gd name="connsiteY6" fmla="*/ 119042 h 119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1386" h="119042">
                  <a:moveTo>
                    <a:pt x="1012182" y="119042"/>
                  </a:moveTo>
                  <a:lnTo>
                    <a:pt x="59522" y="119042"/>
                  </a:lnTo>
                  <a:cubicBezTo>
                    <a:pt x="26562" y="119042"/>
                    <a:pt x="0" y="92482"/>
                    <a:pt x="0" y="59522"/>
                  </a:cubicBezTo>
                  <a:cubicBezTo>
                    <a:pt x="0" y="26560"/>
                    <a:pt x="26562" y="0"/>
                    <a:pt x="59522" y="0"/>
                  </a:cubicBezTo>
                  <a:lnTo>
                    <a:pt x="1011862" y="0"/>
                  </a:lnTo>
                  <a:cubicBezTo>
                    <a:pt x="1044822" y="0"/>
                    <a:pt x="1071384" y="26560"/>
                    <a:pt x="1071384" y="59522"/>
                  </a:cubicBezTo>
                  <a:cubicBezTo>
                    <a:pt x="1071704" y="92482"/>
                    <a:pt x="1044822" y="119042"/>
                    <a:pt x="1012182" y="119042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37" name="组合 136"/>
          <p:cNvGrpSpPr/>
          <p:nvPr/>
        </p:nvGrpSpPr>
        <p:grpSpPr>
          <a:xfrm>
            <a:off x="9711630" y="919175"/>
            <a:ext cx="578555" cy="506235"/>
            <a:chOff x="-2751687" y="3000744"/>
            <a:chExt cx="1693333" cy="1481665"/>
          </a:xfrm>
          <a:solidFill>
            <a:schemeClr val="bg1"/>
          </a:solidFill>
        </p:grpSpPr>
        <p:sp>
          <p:nvSpPr>
            <p:cNvPr id="138" name="任意多边形: 形状 137"/>
            <p:cNvSpPr/>
            <p:nvPr/>
          </p:nvSpPr>
          <p:spPr>
            <a:xfrm>
              <a:off x="-2540020" y="3307661"/>
              <a:ext cx="1269998" cy="1174748"/>
            </a:xfrm>
            <a:custGeom>
              <a:avLst/>
              <a:gdLst>
                <a:gd name="connsiteX0" fmla="*/ 0 w 1269998"/>
                <a:gd name="connsiteY0" fmla="*/ 1068915 h 1174748"/>
                <a:gd name="connsiteX1" fmla="*/ 1269999 w 1269998"/>
                <a:gd name="connsiteY1" fmla="*/ 1068915 h 1174748"/>
                <a:gd name="connsiteX2" fmla="*/ 1269999 w 1269998"/>
                <a:gd name="connsiteY2" fmla="*/ 1174749 h 1174748"/>
                <a:gd name="connsiteX3" fmla="*/ 0 w 1269998"/>
                <a:gd name="connsiteY3" fmla="*/ 1174749 h 1174748"/>
                <a:gd name="connsiteX4" fmla="*/ 582084 w 1269998"/>
                <a:gd name="connsiteY4" fmla="*/ 486832 h 1174748"/>
                <a:gd name="connsiteX5" fmla="*/ 317499 w 1269998"/>
                <a:gd name="connsiteY5" fmla="*/ 211665 h 1174748"/>
                <a:gd name="connsiteX6" fmla="*/ 243416 w 1269998"/>
                <a:gd name="connsiteY6" fmla="*/ 285750 h 1174748"/>
                <a:gd name="connsiteX7" fmla="*/ 592665 w 1269998"/>
                <a:gd name="connsiteY7" fmla="*/ 645583 h 1174748"/>
                <a:gd name="connsiteX8" fmla="*/ 1058334 w 1269998"/>
                <a:gd name="connsiteY8" fmla="*/ 74083 h 1174748"/>
                <a:gd name="connsiteX9" fmla="*/ 973665 w 1269998"/>
                <a:gd name="connsiteY9" fmla="*/ 0 h 1174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69998" h="1174748">
                  <a:moveTo>
                    <a:pt x="0" y="1068915"/>
                  </a:moveTo>
                  <a:lnTo>
                    <a:pt x="1269999" y="1068915"/>
                  </a:lnTo>
                  <a:lnTo>
                    <a:pt x="1269999" y="1174749"/>
                  </a:lnTo>
                  <a:lnTo>
                    <a:pt x="0" y="1174749"/>
                  </a:lnTo>
                  <a:close/>
                  <a:moveTo>
                    <a:pt x="582084" y="486832"/>
                  </a:moveTo>
                  <a:lnTo>
                    <a:pt x="317499" y="211665"/>
                  </a:lnTo>
                  <a:lnTo>
                    <a:pt x="243416" y="285750"/>
                  </a:lnTo>
                  <a:lnTo>
                    <a:pt x="592665" y="645583"/>
                  </a:lnTo>
                  <a:lnTo>
                    <a:pt x="1058334" y="74083"/>
                  </a:lnTo>
                  <a:lnTo>
                    <a:pt x="973665" y="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39" name="任意多边形: 形状 138"/>
            <p:cNvSpPr/>
            <p:nvPr/>
          </p:nvSpPr>
          <p:spPr>
            <a:xfrm>
              <a:off x="-2751687" y="3000744"/>
              <a:ext cx="1693333" cy="1269998"/>
            </a:xfrm>
            <a:custGeom>
              <a:avLst/>
              <a:gdLst>
                <a:gd name="connsiteX0" fmla="*/ 0 w 1693333"/>
                <a:gd name="connsiteY0" fmla="*/ 0 h 1269998"/>
                <a:gd name="connsiteX1" fmla="*/ 0 w 1693333"/>
                <a:gd name="connsiteY1" fmla="*/ 1269999 h 1269998"/>
                <a:gd name="connsiteX2" fmla="*/ 1693333 w 1693333"/>
                <a:gd name="connsiteY2" fmla="*/ 1269999 h 1269998"/>
                <a:gd name="connsiteX3" fmla="*/ 1693333 w 1693333"/>
                <a:gd name="connsiteY3" fmla="*/ 0 h 1269998"/>
                <a:gd name="connsiteX4" fmla="*/ 0 w 1693333"/>
                <a:gd name="connsiteY4" fmla="*/ 0 h 1269998"/>
                <a:gd name="connsiteX5" fmla="*/ 1587500 w 1693333"/>
                <a:gd name="connsiteY5" fmla="*/ 1164167 h 1269998"/>
                <a:gd name="connsiteX6" fmla="*/ 105834 w 1693333"/>
                <a:gd name="connsiteY6" fmla="*/ 1164167 h 1269998"/>
                <a:gd name="connsiteX7" fmla="*/ 105834 w 1693333"/>
                <a:gd name="connsiteY7" fmla="*/ 105834 h 1269998"/>
                <a:gd name="connsiteX8" fmla="*/ 1587500 w 1693333"/>
                <a:gd name="connsiteY8" fmla="*/ 105834 h 1269998"/>
                <a:gd name="connsiteX9" fmla="*/ 1587500 w 1693333"/>
                <a:gd name="connsiteY9" fmla="*/ 1164167 h 126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93333" h="1269998">
                  <a:moveTo>
                    <a:pt x="0" y="0"/>
                  </a:moveTo>
                  <a:lnTo>
                    <a:pt x="0" y="1269999"/>
                  </a:lnTo>
                  <a:lnTo>
                    <a:pt x="1693333" y="1269999"/>
                  </a:lnTo>
                  <a:lnTo>
                    <a:pt x="1693333" y="0"/>
                  </a:lnTo>
                  <a:lnTo>
                    <a:pt x="0" y="0"/>
                  </a:lnTo>
                  <a:close/>
                  <a:moveTo>
                    <a:pt x="1587500" y="1164167"/>
                  </a:moveTo>
                  <a:lnTo>
                    <a:pt x="105834" y="1164167"/>
                  </a:lnTo>
                  <a:lnTo>
                    <a:pt x="105834" y="105834"/>
                  </a:lnTo>
                  <a:lnTo>
                    <a:pt x="1587500" y="105834"/>
                  </a:lnTo>
                  <a:lnTo>
                    <a:pt x="1587500" y="1164167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cxnSp>
        <p:nvCxnSpPr>
          <p:cNvPr id="2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0699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数据图表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人才数据全景分析</a:t>
            </a:r>
          </a:p>
        </p:txBody>
      </p:sp>
      <p:sp>
        <p:nvSpPr>
          <p:cNvPr id="140" name="任意多边形 1"/>
          <p:cNvSpPr/>
          <p:nvPr>
            <p:custDataLst>
              <p:tags r:id="rId2"/>
            </p:custDataLst>
          </p:nvPr>
        </p:nvSpPr>
        <p:spPr>
          <a:xfrm>
            <a:off x="7220585" y="3917077"/>
            <a:ext cx="3712289" cy="449183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846" h="707">
                <a:moveTo>
                  <a:pt x="229" y="0"/>
                </a:moveTo>
                <a:lnTo>
                  <a:pt x="5834" y="0"/>
                </a:lnTo>
                <a:lnTo>
                  <a:pt x="5605" y="345"/>
                </a:lnTo>
                <a:lnTo>
                  <a:pt x="5846" y="707"/>
                </a:lnTo>
                <a:lnTo>
                  <a:pt x="241" y="707"/>
                </a:lnTo>
                <a:lnTo>
                  <a:pt x="0" y="345"/>
                </a:lnTo>
                <a:lnTo>
                  <a:pt x="229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1" name="任意多边形 26"/>
          <p:cNvSpPr/>
          <p:nvPr>
            <p:custDataLst>
              <p:tags r:id="rId3"/>
            </p:custDataLst>
          </p:nvPr>
        </p:nvSpPr>
        <p:spPr>
          <a:xfrm>
            <a:off x="215900" y="772795"/>
            <a:ext cx="3256915" cy="449580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29" h="708">
                <a:moveTo>
                  <a:pt x="0" y="0"/>
                </a:moveTo>
                <a:lnTo>
                  <a:pt x="4892" y="0"/>
                </a:lnTo>
                <a:lnTo>
                  <a:pt x="5129" y="357"/>
                </a:lnTo>
                <a:lnTo>
                  <a:pt x="4896" y="707"/>
                </a:lnTo>
                <a:lnTo>
                  <a:pt x="707" y="707"/>
                </a:lnTo>
                <a:lnTo>
                  <a:pt x="707" y="708"/>
                </a:lnTo>
                <a:lnTo>
                  <a:pt x="0" y="7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2" name="任意多边形 44"/>
          <p:cNvSpPr/>
          <p:nvPr>
            <p:custDataLst>
              <p:tags r:id="rId4"/>
            </p:custDataLst>
          </p:nvPr>
        </p:nvSpPr>
        <p:spPr>
          <a:xfrm>
            <a:off x="3510830" y="772795"/>
            <a:ext cx="3709755" cy="449183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842" h="707">
                <a:moveTo>
                  <a:pt x="0" y="0"/>
                </a:moveTo>
                <a:lnTo>
                  <a:pt x="5605" y="0"/>
                </a:lnTo>
                <a:lnTo>
                  <a:pt x="5842" y="357"/>
                </a:lnTo>
                <a:lnTo>
                  <a:pt x="5609" y="707"/>
                </a:lnTo>
                <a:lnTo>
                  <a:pt x="4" y="707"/>
                </a:lnTo>
                <a:lnTo>
                  <a:pt x="237" y="35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3" name="任意多边形 48"/>
          <p:cNvSpPr/>
          <p:nvPr>
            <p:custDataLst>
              <p:tags r:id="rId5"/>
            </p:custDataLst>
          </p:nvPr>
        </p:nvSpPr>
        <p:spPr>
          <a:xfrm>
            <a:off x="7258599" y="772795"/>
            <a:ext cx="3709756" cy="449183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842" h="707">
                <a:moveTo>
                  <a:pt x="0" y="0"/>
                </a:moveTo>
                <a:lnTo>
                  <a:pt x="5605" y="0"/>
                </a:lnTo>
                <a:lnTo>
                  <a:pt x="5842" y="357"/>
                </a:lnTo>
                <a:lnTo>
                  <a:pt x="5609" y="707"/>
                </a:lnTo>
                <a:lnTo>
                  <a:pt x="4" y="707"/>
                </a:lnTo>
                <a:lnTo>
                  <a:pt x="237" y="35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4" name="任意多边形 52"/>
          <p:cNvSpPr/>
          <p:nvPr/>
        </p:nvSpPr>
        <p:spPr>
          <a:xfrm>
            <a:off x="11006369" y="772795"/>
            <a:ext cx="945531" cy="2467293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89" h="3886">
                <a:moveTo>
                  <a:pt x="0" y="0"/>
                </a:moveTo>
                <a:lnTo>
                  <a:pt x="1489" y="0"/>
                </a:lnTo>
                <a:lnTo>
                  <a:pt x="1489" y="3630"/>
                </a:lnTo>
                <a:lnTo>
                  <a:pt x="1105" y="3886"/>
                </a:lnTo>
                <a:lnTo>
                  <a:pt x="782" y="3670"/>
                </a:lnTo>
                <a:lnTo>
                  <a:pt x="782" y="707"/>
                </a:lnTo>
                <a:lnTo>
                  <a:pt x="4" y="707"/>
                </a:lnTo>
                <a:lnTo>
                  <a:pt x="237" y="35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5" name="任意多边形 56"/>
          <p:cNvSpPr/>
          <p:nvPr/>
        </p:nvSpPr>
        <p:spPr>
          <a:xfrm>
            <a:off x="10968355" y="3266533"/>
            <a:ext cx="983546" cy="1099727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49" h="1732">
                <a:moveTo>
                  <a:pt x="1549" y="0"/>
                </a:moveTo>
                <a:lnTo>
                  <a:pt x="1549" y="1732"/>
                </a:lnTo>
                <a:lnTo>
                  <a:pt x="241" y="1732"/>
                </a:lnTo>
                <a:lnTo>
                  <a:pt x="0" y="1369"/>
                </a:lnTo>
                <a:lnTo>
                  <a:pt x="229" y="1024"/>
                </a:lnTo>
                <a:lnTo>
                  <a:pt x="842" y="1024"/>
                </a:lnTo>
                <a:lnTo>
                  <a:pt x="842" y="40"/>
                </a:lnTo>
                <a:lnTo>
                  <a:pt x="1165" y="255"/>
                </a:lnTo>
                <a:lnTo>
                  <a:pt x="1549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6" name="任意多边形 60"/>
          <p:cNvSpPr/>
          <p:nvPr>
            <p:custDataLst>
              <p:tags r:id="rId6"/>
            </p:custDataLst>
          </p:nvPr>
        </p:nvSpPr>
        <p:spPr>
          <a:xfrm>
            <a:off x="3472815" y="3917077"/>
            <a:ext cx="3712289" cy="449183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846" h="707">
                <a:moveTo>
                  <a:pt x="229" y="0"/>
                </a:moveTo>
                <a:lnTo>
                  <a:pt x="5834" y="0"/>
                </a:lnTo>
                <a:lnTo>
                  <a:pt x="5605" y="345"/>
                </a:lnTo>
                <a:lnTo>
                  <a:pt x="5846" y="707"/>
                </a:lnTo>
                <a:lnTo>
                  <a:pt x="241" y="707"/>
                </a:lnTo>
                <a:lnTo>
                  <a:pt x="0" y="345"/>
                </a:lnTo>
                <a:lnTo>
                  <a:pt x="229" y="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7" name="任意多边形 64"/>
          <p:cNvSpPr/>
          <p:nvPr>
            <p:custDataLst>
              <p:tags r:id="rId7"/>
            </p:custDataLst>
          </p:nvPr>
        </p:nvSpPr>
        <p:spPr>
          <a:xfrm>
            <a:off x="215900" y="3917077"/>
            <a:ext cx="3221435" cy="449183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073" h="707">
                <a:moveTo>
                  <a:pt x="1820" y="0"/>
                </a:moveTo>
                <a:lnTo>
                  <a:pt x="5061" y="0"/>
                </a:lnTo>
                <a:lnTo>
                  <a:pt x="4832" y="345"/>
                </a:lnTo>
                <a:lnTo>
                  <a:pt x="5073" y="707"/>
                </a:lnTo>
                <a:lnTo>
                  <a:pt x="3032" y="707"/>
                </a:lnTo>
                <a:lnTo>
                  <a:pt x="930" y="707"/>
                </a:lnTo>
                <a:lnTo>
                  <a:pt x="354" y="707"/>
                </a:lnTo>
                <a:lnTo>
                  <a:pt x="0" y="354"/>
                </a:lnTo>
                <a:lnTo>
                  <a:pt x="354" y="0"/>
                </a:lnTo>
                <a:lnTo>
                  <a:pt x="1820" y="0"/>
                </a:lnTo>
                <a:lnTo>
                  <a:pt x="182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8" name="矩形 147"/>
          <p:cNvSpPr/>
          <p:nvPr>
            <p:custDataLst>
              <p:tags r:id="rId8"/>
            </p:custDataLst>
          </p:nvPr>
        </p:nvSpPr>
        <p:spPr>
          <a:xfrm>
            <a:off x="7268845" y="1306830"/>
            <a:ext cx="4150360" cy="2520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149" name="表格 148"/>
          <p:cNvGraphicFramePr>
            <a:graphicFrameLocks noGrp="1"/>
          </p:cNvGraphicFramePr>
          <p:nvPr>
            <p:custDataLst>
              <p:tags r:id="rId9"/>
            </p:custDataLst>
          </p:nvPr>
        </p:nvGraphicFramePr>
        <p:xfrm>
          <a:off x="7292023" y="1708150"/>
          <a:ext cx="4104000" cy="201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chemeClr val="bg1"/>
                          </a:solidFill>
                          <a:latin typeface="+mn-ea"/>
                          <a:cs typeface="Roboto" panose="02000000000000000000" charset="0"/>
                        </a:rPr>
                        <a:t>对比维度</a:t>
                      </a:r>
                    </a:p>
                  </a:txBody>
                  <a:tcPr marL="114300" marR="114300" marT="19050" marB="190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dirty="0">
                          <a:solidFill>
                            <a:schemeClr val="bg1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Q1</a:t>
                      </a:r>
                    </a:p>
                  </a:txBody>
                  <a:tcPr marL="114300" marR="114300" marT="19050" marB="190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chemeClr val="bg1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Q2</a:t>
                      </a:r>
                    </a:p>
                  </a:txBody>
                  <a:tcPr marL="114300" marR="114300" marT="19050" marB="190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chemeClr val="bg1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Q3</a:t>
                      </a:r>
                    </a:p>
                  </a:txBody>
                  <a:tcPr marL="114300" marR="114300" marT="19050" marB="190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chemeClr val="bg1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Q4</a:t>
                      </a:r>
                    </a:p>
                  </a:txBody>
                  <a:tcPr marL="114300" marR="114300" marT="19050" marB="190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chemeClr val="bg1"/>
                          </a:solidFill>
                          <a:latin typeface="+mn-ea"/>
                          <a:cs typeface="Roboto" panose="02000000000000000000" charset="0"/>
                        </a:rPr>
                        <a:t>年度</a:t>
                      </a:r>
                    </a:p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chemeClr val="bg1"/>
                          </a:solidFill>
                          <a:latin typeface="+mn-ea"/>
                          <a:cs typeface="Roboto" panose="02000000000000000000" charset="0"/>
                        </a:rPr>
                        <a:t>总和</a:t>
                      </a:r>
                    </a:p>
                  </a:txBody>
                  <a:tcPr marL="114300" marR="114300" marT="19050" marB="1905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rgbClr val="080F17"/>
                          </a:solidFill>
                          <a:latin typeface="+mn-ea"/>
                          <a:cs typeface="Roboto" panose="02000000000000000000" charset="0"/>
                        </a:rPr>
                        <a:t>主动离职人数</a:t>
                      </a:r>
                    </a:p>
                  </a:txBody>
                  <a:tcPr marL="114300" marR="114300" marT="19050" marB="1905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9</a:t>
                      </a:r>
                    </a:p>
                  </a:txBody>
                  <a:tcPr marL="114300" marR="114300" marT="19050" marB="1905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11</a:t>
                      </a:r>
                    </a:p>
                  </a:txBody>
                  <a:tcPr marL="114300" marR="114300" marT="19050" marB="1905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7</a:t>
                      </a:r>
                    </a:p>
                  </a:txBody>
                  <a:tcPr marL="114300" marR="114300" marT="19050" marB="1905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8</a:t>
                      </a:r>
                    </a:p>
                  </a:txBody>
                  <a:tcPr marL="114300" marR="114300" marT="19050" marB="1905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35</a:t>
                      </a:r>
                    </a:p>
                  </a:txBody>
                  <a:tcPr marL="114300" marR="114300" marT="19050" marB="1905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rgbClr val="080F17"/>
                          </a:solidFill>
                          <a:latin typeface="+mn-ea"/>
                          <a:cs typeface="Roboto" panose="02000000000000000000" charset="0"/>
                        </a:rPr>
                        <a:t>主动离职率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7.5%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9.2%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5.8%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6.7%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7.3%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rgbClr val="080F17"/>
                          </a:solidFill>
                          <a:latin typeface="+mn-ea"/>
                          <a:cs typeface="Roboto" panose="02000000000000000000" charset="0"/>
                        </a:rPr>
                        <a:t>储备干部人数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25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28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30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32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115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rgbClr val="080F17"/>
                          </a:solidFill>
                          <a:latin typeface="+mn-ea"/>
                          <a:cs typeface="Roboto" panose="02000000000000000000" charset="0"/>
                        </a:rPr>
                        <a:t>晋升人数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5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6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7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8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26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rgbClr val="080F17"/>
                          </a:solidFill>
                          <a:latin typeface="+mn-ea"/>
                          <a:cs typeface="Roboto" panose="02000000000000000000" charset="0"/>
                        </a:rPr>
                        <a:t>晋升率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20.0%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21.4%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23.3%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25.0%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dirty="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22.6%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0" name="文本框 149"/>
          <p:cNvSpPr txBox="1"/>
          <p:nvPr>
            <p:custDataLst>
              <p:tags r:id="rId10"/>
            </p:custDataLst>
          </p:nvPr>
        </p:nvSpPr>
        <p:spPr>
          <a:xfrm>
            <a:off x="7806373" y="1387475"/>
            <a:ext cx="307530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季度员工离职与晋升数据（人 / 率）</a:t>
            </a:r>
          </a:p>
        </p:txBody>
      </p:sp>
      <p:sp>
        <p:nvSpPr>
          <p:cNvPr id="151" name="矩形 150"/>
          <p:cNvSpPr/>
          <p:nvPr>
            <p:custDataLst>
              <p:tags r:id="rId11"/>
            </p:custDataLst>
          </p:nvPr>
        </p:nvSpPr>
        <p:spPr>
          <a:xfrm>
            <a:off x="215900" y="1309370"/>
            <a:ext cx="3420000" cy="2520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2" name="矩形 151"/>
          <p:cNvSpPr/>
          <p:nvPr>
            <p:custDataLst>
              <p:tags r:id="rId12"/>
            </p:custDataLst>
          </p:nvPr>
        </p:nvSpPr>
        <p:spPr>
          <a:xfrm>
            <a:off x="3747770" y="1309370"/>
            <a:ext cx="3420000" cy="2520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153" name="图表 152"/>
          <p:cNvGraphicFramePr/>
          <p:nvPr>
            <p:custDataLst>
              <p:tags r:id="rId13"/>
            </p:custDataLst>
          </p:nvPr>
        </p:nvGraphicFramePr>
        <p:xfrm>
          <a:off x="226060" y="1707515"/>
          <a:ext cx="3283585" cy="2012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154" name="文本框 153"/>
          <p:cNvSpPr txBox="1"/>
          <p:nvPr>
            <p:custDataLst>
              <p:tags r:id="rId14"/>
            </p:custDataLst>
          </p:nvPr>
        </p:nvSpPr>
        <p:spPr>
          <a:xfrm>
            <a:off x="851163" y="1387475"/>
            <a:ext cx="2149475" cy="30670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核心岗位招聘完成率（%）</a:t>
            </a:r>
          </a:p>
        </p:txBody>
      </p:sp>
      <p:graphicFrame>
        <p:nvGraphicFramePr>
          <p:cNvPr id="155" name="图表 154"/>
          <p:cNvGraphicFramePr/>
          <p:nvPr>
            <p:custDataLst>
              <p:tags r:id="rId15"/>
            </p:custDataLst>
          </p:nvPr>
        </p:nvGraphicFramePr>
        <p:xfrm>
          <a:off x="3947740" y="1707515"/>
          <a:ext cx="3020060" cy="2012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156" name="文本框 155"/>
          <p:cNvSpPr txBox="1"/>
          <p:nvPr>
            <p:custDataLst>
              <p:tags r:id="rId16"/>
            </p:custDataLst>
          </p:nvPr>
        </p:nvSpPr>
        <p:spPr>
          <a:xfrm>
            <a:off x="4198248" y="1387475"/>
            <a:ext cx="2519045" cy="30670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员工培训与技能达标率（%）</a:t>
            </a:r>
          </a:p>
        </p:txBody>
      </p:sp>
      <p:sp>
        <p:nvSpPr>
          <p:cNvPr id="157" name="文本框 156"/>
          <p:cNvSpPr txBox="1"/>
          <p:nvPr/>
        </p:nvSpPr>
        <p:spPr>
          <a:xfrm>
            <a:off x="949325" y="828993"/>
            <a:ext cx="17900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招聘完成率 82%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​</a:t>
            </a:r>
          </a:p>
        </p:txBody>
      </p:sp>
      <p:sp>
        <p:nvSpPr>
          <p:cNvPr id="158" name="文本框 157"/>
          <p:cNvSpPr txBox="1"/>
          <p:nvPr/>
        </p:nvSpPr>
        <p:spPr>
          <a:xfrm>
            <a:off x="4387215" y="828794"/>
            <a:ext cx="17900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技术岗留存 85%​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8218445" y="828794"/>
            <a:ext cx="17900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培训达标率 72%​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837922" y="3973830"/>
            <a:ext cx="197739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储备干部晋升 22%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4387215" y="3973314"/>
            <a:ext cx="17900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主动离职率 8.5%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7943850" y="3973195"/>
            <a:ext cx="235902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人均项目贡献 3.2 个​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63" name="矩形 162"/>
          <p:cNvSpPr/>
          <p:nvPr/>
        </p:nvSpPr>
        <p:spPr>
          <a:xfrm>
            <a:off x="226060" y="4507230"/>
            <a:ext cx="2799715" cy="2174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414655" y="5168265"/>
            <a:ext cx="2416175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技术、生产岗完成率超 85%，行政岗仅 50%，需优化行政岗招聘渠道与吸引力。​​</a:t>
            </a:r>
          </a:p>
        </p:txBody>
      </p:sp>
      <p:sp>
        <p:nvSpPr>
          <p:cNvPr id="165" name="文本框 164"/>
          <p:cNvSpPr txBox="1"/>
          <p:nvPr/>
        </p:nvSpPr>
        <p:spPr>
          <a:xfrm>
            <a:off x="862965" y="4771390"/>
            <a:ext cx="169989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招聘岗间差异大​</a:t>
            </a:r>
          </a:p>
        </p:txBody>
      </p:sp>
      <p:sp>
        <p:nvSpPr>
          <p:cNvPr id="167" name="矩形: 圆角 115"/>
          <p:cNvSpPr/>
          <p:nvPr/>
        </p:nvSpPr>
        <p:spPr>
          <a:xfrm>
            <a:off x="514350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8" name="文本框 167"/>
          <p:cNvSpPr txBox="1"/>
          <p:nvPr/>
        </p:nvSpPr>
        <p:spPr>
          <a:xfrm>
            <a:off x="537845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行政滞后</a:t>
            </a:r>
          </a:p>
        </p:txBody>
      </p:sp>
      <p:sp>
        <p:nvSpPr>
          <p:cNvPr id="170" name="矩形: 圆角 115"/>
          <p:cNvSpPr/>
          <p:nvPr/>
        </p:nvSpPr>
        <p:spPr>
          <a:xfrm>
            <a:off x="1602105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1625600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渠道优化</a:t>
            </a:r>
          </a:p>
        </p:txBody>
      </p:sp>
      <p:sp>
        <p:nvSpPr>
          <p:cNvPr id="172" name="矩形 171"/>
          <p:cNvSpPr/>
          <p:nvPr/>
        </p:nvSpPr>
        <p:spPr>
          <a:xfrm>
            <a:off x="3201670" y="4507230"/>
            <a:ext cx="2799715" cy="2174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3390265" y="5168265"/>
            <a:ext cx="2416175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培训覆盖率 100%，但 3 个月技能达标率 72%，需调整培训内容与考核方式。</a:t>
            </a:r>
          </a:p>
        </p:txBody>
      </p:sp>
      <p:sp>
        <p:nvSpPr>
          <p:cNvPr id="174" name="文本框 173"/>
          <p:cNvSpPr txBox="1"/>
          <p:nvPr/>
        </p:nvSpPr>
        <p:spPr>
          <a:xfrm>
            <a:off x="3838575" y="4771390"/>
            <a:ext cx="185229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新员工培训待加强​</a:t>
            </a:r>
          </a:p>
        </p:txBody>
      </p:sp>
      <p:sp>
        <p:nvSpPr>
          <p:cNvPr id="176" name="矩形: 圆角 115"/>
          <p:cNvSpPr/>
          <p:nvPr/>
        </p:nvSpPr>
        <p:spPr>
          <a:xfrm>
            <a:off x="3489960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3513455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达标率低</a:t>
            </a:r>
          </a:p>
        </p:txBody>
      </p:sp>
      <p:sp>
        <p:nvSpPr>
          <p:cNvPr id="179" name="矩形: 圆角 115"/>
          <p:cNvSpPr/>
          <p:nvPr/>
        </p:nvSpPr>
        <p:spPr>
          <a:xfrm>
            <a:off x="4577715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4601210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考核优化</a:t>
            </a:r>
          </a:p>
        </p:txBody>
      </p:sp>
      <p:sp>
        <p:nvSpPr>
          <p:cNvPr id="181" name="矩形 180"/>
          <p:cNvSpPr/>
          <p:nvPr/>
        </p:nvSpPr>
        <p:spPr>
          <a:xfrm>
            <a:off x="6177280" y="4507230"/>
            <a:ext cx="2799715" cy="2174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6365875" y="5168265"/>
            <a:ext cx="2416175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Q2 主动离职率 9.2% 最高，Q3 降至 5.8%，需分析 Q2 离职诱因并制定预防措施。</a:t>
            </a:r>
          </a:p>
        </p:txBody>
      </p:sp>
      <p:sp>
        <p:nvSpPr>
          <p:cNvPr id="183" name="文本框 182"/>
          <p:cNvSpPr txBox="1"/>
          <p:nvPr/>
        </p:nvSpPr>
        <p:spPr>
          <a:xfrm>
            <a:off x="6814185" y="4771390"/>
            <a:ext cx="169989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离职率季度波动​</a:t>
            </a:r>
          </a:p>
        </p:txBody>
      </p:sp>
      <p:sp>
        <p:nvSpPr>
          <p:cNvPr id="185" name="矩形: 圆角 115"/>
          <p:cNvSpPr/>
          <p:nvPr/>
        </p:nvSpPr>
        <p:spPr>
          <a:xfrm>
            <a:off x="6465570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6489065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诱因分析</a:t>
            </a:r>
          </a:p>
        </p:txBody>
      </p:sp>
      <p:sp>
        <p:nvSpPr>
          <p:cNvPr id="188" name="矩形: 圆角 115"/>
          <p:cNvSpPr/>
          <p:nvPr/>
        </p:nvSpPr>
        <p:spPr>
          <a:xfrm>
            <a:off x="7553325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7576820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预防措施</a:t>
            </a:r>
          </a:p>
        </p:txBody>
      </p:sp>
      <p:sp>
        <p:nvSpPr>
          <p:cNvPr id="190" name="矩形 189"/>
          <p:cNvSpPr/>
          <p:nvPr/>
        </p:nvSpPr>
        <p:spPr>
          <a:xfrm>
            <a:off x="9152890" y="4507230"/>
            <a:ext cx="2799715" cy="2174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9341485" y="5168265"/>
            <a:ext cx="2416175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储备干部晋升率从 Q1 20% 升至 Q4 25%，年度达 22.6%，接近目标值，梯队建设见效。​​</a:t>
            </a:r>
          </a:p>
        </p:txBody>
      </p:sp>
      <p:sp>
        <p:nvSpPr>
          <p:cNvPr id="192" name="文本框 191"/>
          <p:cNvSpPr txBox="1"/>
          <p:nvPr/>
        </p:nvSpPr>
        <p:spPr>
          <a:xfrm>
            <a:off x="9789795" y="4771390"/>
            <a:ext cx="169989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梯队晋升近达标​</a:t>
            </a:r>
          </a:p>
        </p:txBody>
      </p:sp>
      <p:sp>
        <p:nvSpPr>
          <p:cNvPr id="194" name="矩形: 圆角 115"/>
          <p:cNvSpPr/>
          <p:nvPr/>
        </p:nvSpPr>
        <p:spPr>
          <a:xfrm>
            <a:off x="9441180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9464675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梯队见效</a:t>
            </a:r>
          </a:p>
        </p:txBody>
      </p:sp>
      <p:sp>
        <p:nvSpPr>
          <p:cNvPr id="197" name="矩形: 圆角 115"/>
          <p:cNvSpPr/>
          <p:nvPr/>
        </p:nvSpPr>
        <p:spPr>
          <a:xfrm>
            <a:off x="10528935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10552430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持续优化</a:t>
            </a:r>
          </a:p>
        </p:txBody>
      </p:sp>
      <p:sp>
        <p:nvSpPr>
          <p:cNvPr id="199" name="图形 8"/>
          <p:cNvSpPr/>
          <p:nvPr/>
        </p:nvSpPr>
        <p:spPr>
          <a:xfrm>
            <a:off x="502165" y="4741872"/>
            <a:ext cx="329117" cy="314132"/>
          </a:xfrm>
          <a:custGeom>
            <a:avLst/>
            <a:gdLst>
              <a:gd name="connsiteX0" fmla="*/ 1522326 w 1662968"/>
              <a:gd name="connsiteY0" fmla="*/ 1073795 h 1587251"/>
              <a:gd name="connsiteX1" fmla="*/ 1478049 w 1662968"/>
              <a:gd name="connsiteY1" fmla="*/ 1073795 h 1587251"/>
              <a:gd name="connsiteX2" fmla="*/ 1478049 w 1662968"/>
              <a:gd name="connsiteY2" fmla="*/ 717166 h 1587251"/>
              <a:gd name="connsiteX3" fmla="*/ 890364 w 1662968"/>
              <a:gd name="connsiteY3" fmla="*/ 717166 h 1587251"/>
              <a:gd name="connsiteX4" fmla="*/ 890364 w 1662968"/>
              <a:gd name="connsiteY4" fmla="*/ 513643 h 1587251"/>
              <a:gd name="connsiteX5" fmla="*/ 1065051 w 1662968"/>
              <a:gd name="connsiteY5" fmla="*/ 513643 h 1587251"/>
              <a:gd name="connsiteX6" fmla="*/ 1205694 w 1662968"/>
              <a:gd name="connsiteY6" fmla="*/ 373001 h 1587251"/>
              <a:gd name="connsiteX7" fmla="*/ 1205694 w 1662968"/>
              <a:gd name="connsiteY7" fmla="*/ 140643 h 1587251"/>
              <a:gd name="connsiteX8" fmla="*/ 1065051 w 1662968"/>
              <a:gd name="connsiteY8" fmla="*/ 0 h 1587251"/>
              <a:gd name="connsiteX9" fmla="*/ 597917 w 1662968"/>
              <a:gd name="connsiteY9" fmla="*/ 0 h 1587251"/>
              <a:gd name="connsiteX10" fmla="*/ 457274 w 1662968"/>
              <a:gd name="connsiteY10" fmla="*/ 140643 h 1587251"/>
              <a:gd name="connsiteX11" fmla="*/ 457274 w 1662968"/>
              <a:gd name="connsiteY11" fmla="*/ 372814 h 1587251"/>
              <a:gd name="connsiteX12" fmla="*/ 597917 w 1662968"/>
              <a:gd name="connsiteY12" fmla="*/ 513457 h 1587251"/>
              <a:gd name="connsiteX13" fmla="*/ 760326 w 1662968"/>
              <a:gd name="connsiteY13" fmla="*/ 513457 h 1587251"/>
              <a:gd name="connsiteX14" fmla="*/ 760326 w 1662968"/>
              <a:gd name="connsiteY14" fmla="*/ 716980 h 1587251"/>
              <a:gd name="connsiteX15" fmla="*/ 185477 w 1662968"/>
              <a:gd name="connsiteY15" fmla="*/ 716980 h 1587251"/>
              <a:gd name="connsiteX16" fmla="*/ 185477 w 1662968"/>
              <a:gd name="connsiteY16" fmla="*/ 1073609 h 1587251"/>
              <a:gd name="connsiteX17" fmla="*/ 140643 w 1662968"/>
              <a:gd name="connsiteY17" fmla="*/ 1073609 h 1587251"/>
              <a:gd name="connsiteX18" fmla="*/ 0 w 1662968"/>
              <a:gd name="connsiteY18" fmla="*/ 1214252 h 1587251"/>
              <a:gd name="connsiteX19" fmla="*/ 0 w 1662968"/>
              <a:gd name="connsiteY19" fmla="*/ 1446423 h 1587251"/>
              <a:gd name="connsiteX20" fmla="*/ 140643 w 1662968"/>
              <a:gd name="connsiteY20" fmla="*/ 1587066 h 1587251"/>
              <a:gd name="connsiteX21" fmla="*/ 372814 w 1662968"/>
              <a:gd name="connsiteY21" fmla="*/ 1587066 h 1587251"/>
              <a:gd name="connsiteX22" fmla="*/ 513457 w 1662968"/>
              <a:gd name="connsiteY22" fmla="*/ 1446423 h 1587251"/>
              <a:gd name="connsiteX23" fmla="*/ 513457 w 1662968"/>
              <a:gd name="connsiteY23" fmla="*/ 1214624 h 1587251"/>
              <a:gd name="connsiteX24" fmla="*/ 372814 w 1662968"/>
              <a:gd name="connsiteY24" fmla="*/ 1073981 h 1587251"/>
              <a:gd name="connsiteX25" fmla="*/ 315702 w 1662968"/>
              <a:gd name="connsiteY25" fmla="*/ 1073981 h 1587251"/>
              <a:gd name="connsiteX26" fmla="*/ 315702 w 1662968"/>
              <a:gd name="connsiteY26" fmla="*/ 847390 h 1587251"/>
              <a:gd name="connsiteX27" fmla="*/ 760140 w 1662968"/>
              <a:gd name="connsiteY27" fmla="*/ 847390 h 1587251"/>
              <a:gd name="connsiteX28" fmla="*/ 760140 w 1662968"/>
              <a:gd name="connsiteY28" fmla="*/ 1073795 h 1587251"/>
              <a:gd name="connsiteX29" fmla="*/ 715305 w 1662968"/>
              <a:gd name="connsiteY29" fmla="*/ 1073795 h 1587251"/>
              <a:gd name="connsiteX30" fmla="*/ 574663 w 1662968"/>
              <a:gd name="connsiteY30" fmla="*/ 1214438 h 1587251"/>
              <a:gd name="connsiteX31" fmla="*/ 574663 w 1662968"/>
              <a:gd name="connsiteY31" fmla="*/ 1446609 h 1587251"/>
              <a:gd name="connsiteX32" fmla="*/ 715305 w 1662968"/>
              <a:gd name="connsiteY32" fmla="*/ 1587252 h 1587251"/>
              <a:gd name="connsiteX33" fmla="*/ 947477 w 1662968"/>
              <a:gd name="connsiteY33" fmla="*/ 1587252 h 1587251"/>
              <a:gd name="connsiteX34" fmla="*/ 1088120 w 1662968"/>
              <a:gd name="connsiteY34" fmla="*/ 1446609 h 1587251"/>
              <a:gd name="connsiteX35" fmla="*/ 1088120 w 1662968"/>
              <a:gd name="connsiteY35" fmla="*/ 1214624 h 1587251"/>
              <a:gd name="connsiteX36" fmla="*/ 947477 w 1662968"/>
              <a:gd name="connsiteY36" fmla="*/ 1073981 h 1587251"/>
              <a:gd name="connsiteX37" fmla="*/ 890364 w 1662968"/>
              <a:gd name="connsiteY37" fmla="*/ 1073981 h 1587251"/>
              <a:gd name="connsiteX38" fmla="*/ 890364 w 1662968"/>
              <a:gd name="connsiteY38" fmla="*/ 847390 h 1587251"/>
              <a:gd name="connsiteX39" fmla="*/ 1347825 w 1662968"/>
              <a:gd name="connsiteY39" fmla="*/ 847390 h 1587251"/>
              <a:gd name="connsiteX40" fmla="*/ 1347825 w 1662968"/>
              <a:gd name="connsiteY40" fmla="*/ 1073795 h 1587251"/>
              <a:gd name="connsiteX41" fmla="*/ 1290154 w 1662968"/>
              <a:gd name="connsiteY41" fmla="*/ 1073795 h 1587251"/>
              <a:gd name="connsiteX42" fmla="*/ 1149511 w 1662968"/>
              <a:gd name="connsiteY42" fmla="*/ 1214438 h 1587251"/>
              <a:gd name="connsiteX43" fmla="*/ 1149511 w 1662968"/>
              <a:gd name="connsiteY43" fmla="*/ 1446609 h 1587251"/>
              <a:gd name="connsiteX44" fmla="*/ 1290154 w 1662968"/>
              <a:gd name="connsiteY44" fmla="*/ 1587252 h 1587251"/>
              <a:gd name="connsiteX45" fmla="*/ 1522326 w 1662968"/>
              <a:gd name="connsiteY45" fmla="*/ 1587252 h 1587251"/>
              <a:gd name="connsiteX46" fmla="*/ 1662968 w 1662968"/>
              <a:gd name="connsiteY46" fmla="*/ 1446609 h 1587251"/>
              <a:gd name="connsiteX47" fmla="*/ 1662968 w 1662968"/>
              <a:gd name="connsiteY47" fmla="*/ 1214624 h 1587251"/>
              <a:gd name="connsiteX48" fmla="*/ 1522326 w 1662968"/>
              <a:gd name="connsiteY48" fmla="*/ 1073795 h 1587251"/>
              <a:gd name="connsiteX49" fmla="*/ 587313 w 1662968"/>
              <a:gd name="connsiteY49" fmla="*/ 373001 h 1587251"/>
              <a:gd name="connsiteX50" fmla="*/ 587313 w 1662968"/>
              <a:gd name="connsiteY50" fmla="*/ 140643 h 1587251"/>
              <a:gd name="connsiteX51" fmla="*/ 597731 w 1662968"/>
              <a:gd name="connsiteY51" fmla="*/ 130225 h 1587251"/>
              <a:gd name="connsiteX52" fmla="*/ 1065051 w 1662968"/>
              <a:gd name="connsiteY52" fmla="*/ 130225 h 1587251"/>
              <a:gd name="connsiteX53" fmla="*/ 1075469 w 1662968"/>
              <a:gd name="connsiteY53" fmla="*/ 140643 h 1587251"/>
              <a:gd name="connsiteX54" fmla="*/ 1075469 w 1662968"/>
              <a:gd name="connsiteY54" fmla="*/ 372814 h 1587251"/>
              <a:gd name="connsiteX55" fmla="*/ 1065051 w 1662968"/>
              <a:gd name="connsiteY55" fmla="*/ 383232 h 1587251"/>
              <a:gd name="connsiteX56" fmla="*/ 597917 w 1662968"/>
              <a:gd name="connsiteY56" fmla="*/ 383232 h 1587251"/>
              <a:gd name="connsiteX57" fmla="*/ 587313 w 1662968"/>
              <a:gd name="connsiteY57" fmla="*/ 373001 h 1587251"/>
              <a:gd name="connsiteX58" fmla="*/ 383418 w 1662968"/>
              <a:gd name="connsiteY58" fmla="*/ 1214624 h 1587251"/>
              <a:gd name="connsiteX59" fmla="*/ 383418 w 1662968"/>
              <a:gd name="connsiteY59" fmla="*/ 1446795 h 1587251"/>
              <a:gd name="connsiteX60" fmla="*/ 373001 w 1662968"/>
              <a:gd name="connsiteY60" fmla="*/ 1457213 h 1587251"/>
              <a:gd name="connsiteX61" fmla="*/ 140643 w 1662968"/>
              <a:gd name="connsiteY61" fmla="*/ 1457213 h 1587251"/>
              <a:gd name="connsiteX62" fmla="*/ 130225 w 1662968"/>
              <a:gd name="connsiteY62" fmla="*/ 1446795 h 1587251"/>
              <a:gd name="connsiteX63" fmla="*/ 130225 w 1662968"/>
              <a:gd name="connsiteY63" fmla="*/ 1214624 h 1587251"/>
              <a:gd name="connsiteX64" fmla="*/ 140643 w 1662968"/>
              <a:gd name="connsiteY64" fmla="*/ 1204206 h 1587251"/>
              <a:gd name="connsiteX65" fmla="*/ 372814 w 1662968"/>
              <a:gd name="connsiteY65" fmla="*/ 1204206 h 1587251"/>
              <a:gd name="connsiteX66" fmla="*/ 383418 w 1662968"/>
              <a:gd name="connsiteY66" fmla="*/ 1214624 h 1587251"/>
              <a:gd name="connsiteX67" fmla="*/ 958081 w 1662968"/>
              <a:gd name="connsiteY67" fmla="*/ 1214624 h 1587251"/>
              <a:gd name="connsiteX68" fmla="*/ 958081 w 1662968"/>
              <a:gd name="connsiteY68" fmla="*/ 1446795 h 1587251"/>
              <a:gd name="connsiteX69" fmla="*/ 947663 w 1662968"/>
              <a:gd name="connsiteY69" fmla="*/ 1457213 h 1587251"/>
              <a:gd name="connsiteX70" fmla="*/ 715305 w 1662968"/>
              <a:gd name="connsiteY70" fmla="*/ 1457213 h 1587251"/>
              <a:gd name="connsiteX71" fmla="*/ 704887 w 1662968"/>
              <a:gd name="connsiteY71" fmla="*/ 1446795 h 1587251"/>
              <a:gd name="connsiteX72" fmla="*/ 704887 w 1662968"/>
              <a:gd name="connsiteY72" fmla="*/ 1214624 h 1587251"/>
              <a:gd name="connsiteX73" fmla="*/ 715305 w 1662968"/>
              <a:gd name="connsiteY73" fmla="*/ 1204206 h 1587251"/>
              <a:gd name="connsiteX74" fmla="*/ 947477 w 1662968"/>
              <a:gd name="connsiteY74" fmla="*/ 1204206 h 1587251"/>
              <a:gd name="connsiteX75" fmla="*/ 958081 w 1662968"/>
              <a:gd name="connsiteY75" fmla="*/ 1214624 h 1587251"/>
              <a:gd name="connsiteX76" fmla="*/ 1532930 w 1662968"/>
              <a:gd name="connsiteY76" fmla="*/ 1446795 h 1587251"/>
              <a:gd name="connsiteX77" fmla="*/ 1522512 w 1662968"/>
              <a:gd name="connsiteY77" fmla="*/ 1457213 h 1587251"/>
              <a:gd name="connsiteX78" fmla="*/ 1290154 w 1662968"/>
              <a:gd name="connsiteY78" fmla="*/ 1457213 h 1587251"/>
              <a:gd name="connsiteX79" fmla="*/ 1279736 w 1662968"/>
              <a:gd name="connsiteY79" fmla="*/ 1446795 h 1587251"/>
              <a:gd name="connsiteX80" fmla="*/ 1279736 w 1662968"/>
              <a:gd name="connsiteY80" fmla="*/ 1214624 h 1587251"/>
              <a:gd name="connsiteX81" fmla="*/ 1290154 w 1662968"/>
              <a:gd name="connsiteY81" fmla="*/ 1204206 h 1587251"/>
              <a:gd name="connsiteX82" fmla="*/ 1522326 w 1662968"/>
              <a:gd name="connsiteY82" fmla="*/ 1204206 h 1587251"/>
              <a:gd name="connsiteX83" fmla="*/ 1532744 w 1662968"/>
              <a:gd name="connsiteY83" fmla="*/ 1214624 h 1587251"/>
              <a:gd name="connsiteX84" fmla="*/ 1532744 w 1662968"/>
              <a:gd name="connsiteY84" fmla="*/ 1446795 h 1587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62968" h="1587251">
                <a:moveTo>
                  <a:pt x="1522326" y="1073795"/>
                </a:moveTo>
                <a:lnTo>
                  <a:pt x="1478049" y="1073795"/>
                </a:lnTo>
                <a:lnTo>
                  <a:pt x="1478049" y="717166"/>
                </a:lnTo>
                <a:lnTo>
                  <a:pt x="890364" y="717166"/>
                </a:lnTo>
                <a:lnTo>
                  <a:pt x="890364" y="513643"/>
                </a:lnTo>
                <a:lnTo>
                  <a:pt x="1065051" y="513643"/>
                </a:lnTo>
                <a:cubicBezTo>
                  <a:pt x="1142628" y="513643"/>
                  <a:pt x="1205694" y="450577"/>
                  <a:pt x="1205694" y="373001"/>
                </a:cubicBezTo>
                <a:lnTo>
                  <a:pt x="1205694" y="140643"/>
                </a:lnTo>
                <a:cubicBezTo>
                  <a:pt x="1205694" y="63066"/>
                  <a:pt x="1142628" y="0"/>
                  <a:pt x="1065051" y="0"/>
                </a:cubicBezTo>
                <a:lnTo>
                  <a:pt x="597917" y="0"/>
                </a:lnTo>
                <a:cubicBezTo>
                  <a:pt x="520340" y="0"/>
                  <a:pt x="457274" y="63066"/>
                  <a:pt x="457274" y="140643"/>
                </a:cubicBezTo>
                <a:lnTo>
                  <a:pt x="457274" y="372814"/>
                </a:lnTo>
                <a:cubicBezTo>
                  <a:pt x="457274" y="450391"/>
                  <a:pt x="520340" y="513457"/>
                  <a:pt x="597917" y="513457"/>
                </a:cubicBezTo>
                <a:lnTo>
                  <a:pt x="760326" y="513457"/>
                </a:lnTo>
                <a:lnTo>
                  <a:pt x="760326" y="716980"/>
                </a:lnTo>
                <a:lnTo>
                  <a:pt x="185477" y="716980"/>
                </a:lnTo>
                <a:lnTo>
                  <a:pt x="185477" y="1073609"/>
                </a:lnTo>
                <a:lnTo>
                  <a:pt x="140643" y="1073609"/>
                </a:lnTo>
                <a:cubicBezTo>
                  <a:pt x="63066" y="1073609"/>
                  <a:pt x="0" y="1136675"/>
                  <a:pt x="0" y="1214252"/>
                </a:cubicBezTo>
                <a:lnTo>
                  <a:pt x="0" y="1446423"/>
                </a:lnTo>
                <a:cubicBezTo>
                  <a:pt x="0" y="1524000"/>
                  <a:pt x="63066" y="1587066"/>
                  <a:pt x="140643" y="1587066"/>
                </a:cubicBezTo>
                <a:lnTo>
                  <a:pt x="372814" y="1587066"/>
                </a:lnTo>
                <a:cubicBezTo>
                  <a:pt x="450391" y="1587066"/>
                  <a:pt x="513457" y="1524000"/>
                  <a:pt x="513457" y="1446423"/>
                </a:cubicBezTo>
                <a:lnTo>
                  <a:pt x="513457" y="1214624"/>
                </a:lnTo>
                <a:cubicBezTo>
                  <a:pt x="513457" y="1137047"/>
                  <a:pt x="450391" y="1073981"/>
                  <a:pt x="372814" y="1073981"/>
                </a:cubicBezTo>
                <a:lnTo>
                  <a:pt x="315702" y="1073981"/>
                </a:lnTo>
                <a:lnTo>
                  <a:pt x="315702" y="847390"/>
                </a:lnTo>
                <a:lnTo>
                  <a:pt x="760140" y="847390"/>
                </a:lnTo>
                <a:lnTo>
                  <a:pt x="760140" y="1073795"/>
                </a:lnTo>
                <a:lnTo>
                  <a:pt x="715305" y="1073795"/>
                </a:lnTo>
                <a:cubicBezTo>
                  <a:pt x="637729" y="1073795"/>
                  <a:pt x="574663" y="1136861"/>
                  <a:pt x="574663" y="1214438"/>
                </a:cubicBezTo>
                <a:lnTo>
                  <a:pt x="574663" y="1446609"/>
                </a:lnTo>
                <a:cubicBezTo>
                  <a:pt x="574663" y="1524186"/>
                  <a:pt x="637729" y="1587252"/>
                  <a:pt x="715305" y="1587252"/>
                </a:cubicBezTo>
                <a:lnTo>
                  <a:pt x="947477" y="1587252"/>
                </a:lnTo>
                <a:cubicBezTo>
                  <a:pt x="1025054" y="1587252"/>
                  <a:pt x="1088120" y="1524186"/>
                  <a:pt x="1088120" y="1446609"/>
                </a:cubicBezTo>
                <a:lnTo>
                  <a:pt x="1088120" y="1214624"/>
                </a:lnTo>
                <a:cubicBezTo>
                  <a:pt x="1088120" y="1137047"/>
                  <a:pt x="1025054" y="1073981"/>
                  <a:pt x="947477" y="1073981"/>
                </a:cubicBezTo>
                <a:lnTo>
                  <a:pt x="890364" y="1073981"/>
                </a:lnTo>
                <a:lnTo>
                  <a:pt x="890364" y="847390"/>
                </a:lnTo>
                <a:lnTo>
                  <a:pt x="1347825" y="847390"/>
                </a:lnTo>
                <a:lnTo>
                  <a:pt x="1347825" y="1073795"/>
                </a:lnTo>
                <a:lnTo>
                  <a:pt x="1290154" y="1073795"/>
                </a:lnTo>
                <a:cubicBezTo>
                  <a:pt x="1212577" y="1073795"/>
                  <a:pt x="1149511" y="1136861"/>
                  <a:pt x="1149511" y="1214438"/>
                </a:cubicBezTo>
                <a:lnTo>
                  <a:pt x="1149511" y="1446609"/>
                </a:lnTo>
                <a:cubicBezTo>
                  <a:pt x="1149511" y="1524186"/>
                  <a:pt x="1212577" y="1587252"/>
                  <a:pt x="1290154" y="1587252"/>
                </a:cubicBezTo>
                <a:lnTo>
                  <a:pt x="1522326" y="1587252"/>
                </a:lnTo>
                <a:cubicBezTo>
                  <a:pt x="1599902" y="1587252"/>
                  <a:pt x="1662968" y="1524186"/>
                  <a:pt x="1662968" y="1446609"/>
                </a:cubicBezTo>
                <a:lnTo>
                  <a:pt x="1662968" y="1214624"/>
                </a:lnTo>
                <a:cubicBezTo>
                  <a:pt x="1663154" y="1136861"/>
                  <a:pt x="1599902" y="1073795"/>
                  <a:pt x="1522326" y="1073795"/>
                </a:cubicBezTo>
                <a:close/>
                <a:moveTo>
                  <a:pt x="587313" y="373001"/>
                </a:moveTo>
                <a:lnTo>
                  <a:pt x="587313" y="140643"/>
                </a:lnTo>
                <a:cubicBezTo>
                  <a:pt x="587313" y="134876"/>
                  <a:pt x="591964" y="130225"/>
                  <a:pt x="597731" y="130225"/>
                </a:cubicBezTo>
                <a:lnTo>
                  <a:pt x="1065051" y="130225"/>
                </a:lnTo>
                <a:cubicBezTo>
                  <a:pt x="1070818" y="130225"/>
                  <a:pt x="1075469" y="134876"/>
                  <a:pt x="1075469" y="140643"/>
                </a:cubicBezTo>
                <a:lnTo>
                  <a:pt x="1075469" y="372814"/>
                </a:lnTo>
                <a:cubicBezTo>
                  <a:pt x="1075469" y="378582"/>
                  <a:pt x="1070818" y="383232"/>
                  <a:pt x="1065051" y="383232"/>
                </a:cubicBezTo>
                <a:lnTo>
                  <a:pt x="597917" y="383232"/>
                </a:lnTo>
                <a:cubicBezTo>
                  <a:pt x="592150" y="383418"/>
                  <a:pt x="587313" y="378768"/>
                  <a:pt x="587313" y="373001"/>
                </a:cubicBezTo>
                <a:close/>
                <a:moveTo>
                  <a:pt x="383418" y="1214624"/>
                </a:moveTo>
                <a:lnTo>
                  <a:pt x="383418" y="1446795"/>
                </a:lnTo>
                <a:cubicBezTo>
                  <a:pt x="383418" y="1452563"/>
                  <a:pt x="378768" y="1457213"/>
                  <a:pt x="373001" y="1457213"/>
                </a:cubicBezTo>
                <a:lnTo>
                  <a:pt x="140643" y="1457213"/>
                </a:lnTo>
                <a:cubicBezTo>
                  <a:pt x="134876" y="1457213"/>
                  <a:pt x="130225" y="1452563"/>
                  <a:pt x="130225" y="1446795"/>
                </a:cubicBezTo>
                <a:lnTo>
                  <a:pt x="130225" y="1214624"/>
                </a:lnTo>
                <a:cubicBezTo>
                  <a:pt x="130225" y="1208857"/>
                  <a:pt x="134876" y="1204206"/>
                  <a:pt x="140643" y="1204206"/>
                </a:cubicBezTo>
                <a:lnTo>
                  <a:pt x="372814" y="1204206"/>
                </a:lnTo>
                <a:cubicBezTo>
                  <a:pt x="378768" y="1204020"/>
                  <a:pt x="383418" y="1208670"/>
                  <a:pt x="383418" y="1214624"/>
                </a:cubicBezTo>
                <a:close/>
                <a:moveTo>
                  <a:pt x="958081" y="1214624"/>
                </a:moveTo>
                <a:lnTo>
                  <a:pt x="958081" y="1446795"/>
                </a:lnTo>
                <a:cubicBezTo>
                  <a:pt x="958081" y="1452563"/>
                  <a:pt x="953430" y="1457213"/>
                  <a:pt x="947663" y="1457213"/>
                </a:cubicBezTo>
                <a:lnTo>
                  <a:pt x="715305" y="1457213"/>
                </a:lnTo>
                <a:cubicBezTo>
                  <a:pt x="709538" y="1457213"/>
                  <a:pt x="704887" y="1452563"/>
                  <a:pt x="704887" y="1446795"/>
                </a:cubicBezTo>
                <a:lnTo>
                  <a:pt x="704887" y="1214624"/>
                </a:lnTo>
                <a:cubicBezTo>
                  <a:pt x="704887" y="1208857"/>
                  <a:pt x="709538" y="1204206"/>
                  <a:pt x="715305" y="1204206"/>
                </a:cubicBezTo>
                <a:lnTo>
                  <a:pt x="947477" y="1204206"/>
                </a:lnTo>
                <a:cubicBezTo>
                  <a:pt x="953430" y="1204020"/>
                  <a:pt x="958081" y="1208670"/>
                  <a:pt x="958081" y="1214624"/>
                </a:cubicBezTo>
                <a:close/>
                <a:moveTo>
                  <a:pt x="1532930" y="1446795"/>
                </a:moveTo>
                <a:cubicBezTo>
                  <a:pt x="1532930" y="1452563"/>
                  <a:pt x="1528279" y="1457213"/>
                  <a:pt x="1522512" y="1457213"/>
                </a:cubicBezTo>
                <a:lnTo>
                  <a:pt x="1290154" y="1457213"/>
                </a:lnTo>
                <a:cubicBezTo>
                  <a:pt x="1284387" y="1457213"/>
                  <a:pt x="1279736" y="1452563"/>
                  <a:pt x="1279736" y="1446795"/>
                </a:cubicBezTo>
                <a:lnTo>
                  <a:pt x="1279736" y="1214624"/>
                </a:lnTo>
                <a:cubicBezTo>
                  <a:pt x="1279736" y="1208857"/>
                  <a:pt x="1284387" y="1204206"/>
                  <a:pt x="1290154" y="1204206"/>
                </a:cubicBezTo>
                <a:lnTo>
                  <a:pt x="1522326" y="1204206"/>
                </a:lnTo>
                <a:cubicBezTo>
                  <a:pt x="1528093" y="1204206"/>
                  <a:pt x="1532744" y="1208857"/>
                  <a:pt x="1532744" y="1214624"/>
                </a:cubicBezTo>
                <a:lnTo>
                  <a:pt x="1532744" y="1446795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200" name="组合 199"/>
          <p:cNvGrpSpPr/>
          <p:nvPr/>
        </p:nvGrpSpPr>
        <p:grpSpPr>
          <a:xfrm>
            <a:off x="3496590" y="4731064"/>
            <a:ext cx="278620" cy="334331"/>
            <a:chOff x="-3008334" y="4659032"/>
            <a:chExt cx="1523999" cy="1828725"/>
          </a:xfrm>
          <a:solidFill>
            <a:schemeClr val="accent1"/>
          </a:solidFill>
        </p:grpSpPr>
        <p:sp>
          <p:nvSpPr>
            <p:cNvPr id="201" name="任意多边形: 形状 200"/>
            <p:cNvSpPr/>
            <p:nvPr/>
          </p:nvSpPr>
          <p:spPr>
            <a:xfrm>
              <a:off x="-3008334" y="4659032"/>
              <a:ext cx="1523999" cy="1828725"/>
            </a:xfrm>
            <a:custGeom>
              <a:avLst/>
              <a:gdLst>
                <a:gd name="connsiteX0" fmla="*/ 1295363 w 1523999"/>
                <a:gd name="connsiteY0" fmla="*/ 1828726 h 1828725"/>
                <a:gd name="connsiteX1" fmla="*/ 228637 w 1523999"/>
                <a:gd name="connsiteY1" fmla="*/ 1828726 h 1828725"/>
                <a:gd name="connsiteX2" fmla="*/ 0 w 1523999"/>
                <a:gd name="connsiteY2" fmla="*/ 1600088 h 1828725"/>
                <a:gd name="connsiteX3" fmla="*/ 0 w 1523999"/>
                <a:gd name="connsiteY3" fmla="*/ 1371637 h 1828725"/>
                <a:gd name="connsiteX4" fmla="*/ 533363 w 1523999"/>
                <a:gd name="connsiteY4" fmla="*/ 838088 h 1828725"/>
                <a:gd name="connsiteX5" fmla="*/ 990637 w 1523999"/>
                <a:gd name="connsiteY5" fmla="*/ 838088 h 1828725"/>
                <a:gd name="connsiteX6" fmla="*/ 1524000 w 1523999"/>
                <a:gd name="connsiteY6" fmla="*/ 1371451 h 1828725"/>
                <a:gd name="connsiteX7" fmla="*/ 1524000 w 1523999"/>
                <a:gd name="connsiteY7" fmla="*/ 1600088 h 1828725"/>
                <a:gd name="connsiteX8" fmla="*/ 1295363 w 1523999"/>
                <a:gd name="connsiteY8" fmla="*/ 1828726 h 1828725"/>
                <a:gd name="connsiteX9" fmla="*/ 533363 w 1523999"/>
                <a:gd name="connsiteY9" fmla="*/ 990637 h 1828725"/>
                <a:gd name="connsiteX10" fmla="*/ 152363 w 1523999"/>
                <a:gd name="connsiteY10" fmla="*/ 1371637 h 1828725"/>
                <a:gd name="connsiteX11" fmla="*/ 152363 w 1523999"/>
                <a:gd name="connsiteY11" fmla="*/ 1600274 h 1828725"/>
                <a:gd name="connsiteX12" fmla="*/ 228637 w 1523999"/>
                <a:gd name="connsiteY12" fmla="*/ 1676549 h 1828725"/>
                <a:gd name="connsiteX13" fmla="*/ 1295363 w 1523999"/>
                <a:gd name="connsiteY13" fmla="*/ 1676549 h 1828725"/>
                <a:gd name="connsiteX14" fmla="*/ 1371637 w 1523999"/>
                <a:gd name="connsiteY14" fmla="*/ 1600274 h 1828725"/>
                <a:gd name="connsiteX15" fmla="*/ 1371637 w 1523999"/>
                <a:gd name="connsiteY15" fmla="*/ 1371637 h 1828725"/>
                <a:gd name="connsiteX16" fmla="*/ 990637 w 1523999"/>
                <a:gd name="connsiteY16" fmla="*/ 990637 h 1828725"/>
                <a:gd name="connsiteX17" fmla="*/ 533363 w 1523999"/>
                <a:gd name="connsiteY17" fmla="*/ 990637 h 1828725"/>
                <a:gd name="connsiteX18" fmla="*/ 762000 w 1523999"/>
                <a:gd name="connsiteY18" fmla="*/ 152363 h 1828725"/>
                <a:gd name="connsiteX19" fmla="*/ 990637 w 1523999"/>
                <a:gd name="connsiteY19" fmla="*/ 381000 h 1828725"/>
                <a:gd name="connsiteX20" fmla="*/ 762000 w 1523999"/>
                <a:gd name="connsiteY20" fmla="*/ 609637 h 1828725"/>
                <a:gd name="connsiteX21" fmla="*/ 533363 w 1523999"/>
                <a:gd name="connsiteY21" fmla="*/ 381000 h 1828725"/>
                <a:gd name="connsiteX22" fmla="*/ 762000 w 1523999"/>
                <a:gd name="connsiteY22" fmla="*/ 152363 h 1828725"/>
                <a:gd name="connsiteX23" fmla="*/ 762000 w 1523999"/>
                <a:gd name="connsiteY23" fmla="*/ 0 h 1828725"/>
                <a:gd name="connsiteX24" fmla="*/ 381000 w 1523999"/>
                <a:gd name="connsiteY24" fmla="*/ 381000 h 1828725"/>
                <a:gd name="connsiteX25" fmla="*/ 762000 w 1523999"/>
                <a:gd name="connsiteY25" fmla="*/ 762000 h 1828725"/>
                <a:gd name="connsiteX26" fmla="*/ 1143000 w 1523999"/>
                <a:gd name="connsiteY26" fmla="*/ 381000 h 1828725"/>
                <a:gd name="connsiteX27" fmla="*/ 762000 w 1523999"/>
                <a:gd name="connsiteY27" fmla="*/ 0 h 182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523999" h="1828725">
                  <a:moveTo>
                    <a:pt x="1295363" y="1828726"/>
                  </a:moveTo>
                  <a:lnTo>
                    <a:pt x="228637" y="1828726"/>
                  </a:lnTo>
                  <a:cubicBezTo>
                    <a:pt x="102505" y="1828726"/>
                    <a:pt x="0" y="1726220"/>
                    <a:pt x="0" y="1600088"/>
                  </a:cubicBezTo>
                  <a:lnTo>
                    <a:pt x="0" y="1371637"/>
                  </a:lnTo>
                  <a:cubicBezTo>
                    <a:pt x="0" y="1077516"/>
                    <a:pt x="239241" y="838088"/>
                    <a:pt x="533363" y="838088"/>
                  </a:cubicBezTo>
                  <a:lnTo>
                    <a:pt x="990637" y="838088"/>
                  </a:lnTo>
                  <a:cubicBezTo>
                    <a:pt x="1284759" y="838088"/>
                    <a:pt x="1524000" y="1077330"/>
                    <a:pt x="1524000" y="1371451"/>
                  </a:cubicBezTo>
                  <a:lnTo>
                    <a:pt x="1524000" y="1600088"/>
                  </a:lnTo>
                  <a:cubicBezTo>
                    <a:pt x="1524000" y="1726220"/>
                    <a:pt x="1421495" y="1828726"/>
                    <a:pt x="1295363" y="1828726"/>
                  </a:cubicBezTo>
                  <a:close/>
                  <a:moveTo>
                    <a:pt x="533363" y="990637"/>
                  </a:moveTo>
                  <a:cubicBezTo>
                    <a:pt x="323329" y="990637"/>
                    <a:pt x="152363" y="1161604"/>
                    <a:pt x="152363" y="1371637"/>
                  </a:cubicBezTo>
                  <a:lnTo>
                    <a:pt x="152363" y="1600274"/>
                  </a:lnTo>
                  <a:cubicBezTo>
                    <a:pt x="152363" y="1642318"/>
                    <a:pt x="186593" y="1676549"/>
                    <a:pt x="228637" y="1676549"/>
                  </a:cubicBezTo>
                  <a:lnTo>
                    <a:pt x="1295363" y="1676549"/>
                  </a:lnTo>
                  <a:cubicBezTo>
                    <a:pt x="1337407" y="1676549"/>
                    <a:pt x="1371637" y="1642318"/>
                    <a:pt x="1371637" y="1600274"/>
                  </a:cubicBezTo>
                  <a:lnTo>
                    <a:pt x="1371637" y="1371637"/>
                  </a:lnTo>
                  <a:cubicBezTo>
                    <a:pt x="1371637" y="1161604"/>
                    <a:pt x="1200671" y="990637"/>
                    <a:pt x="990637" y="990637"/>
                  </a:cubicBezTo>
                  <a:lnTo>
                    <a:pt x="533363" y="990637"/>
                  </a:lnTo>
                  <a:close/>
                  <a:moveTo>
                    <a:pt x="762000" y="152363"/>
                  </a:moveTo>
                  <a:cubicBezTo>
                    <a:pt x="888132" y="152363"/>
                    <a:pt x="990637" y="254868"/>
                    <a:pt x="990637" y="381000"/>
                  </a:cubicBezTo>
                  <a:cubicBezTo>
                    <a:pt x="990637" y="507132"/>
                    <a:pt x="888132" y="609637"/>
                    <a:pt x="762000" y="609637"/>
                  </a:cubicBezTo>
                  <a:cubicBezTo>
                    <a:pt x="635868" y="609637"/>
                    <a:pt x="533363" y="506946"/>
                    <a:pt x="533363" y="381000"/>
                  </a:cubicBezTo>
                  <a:cubicBezTo>
                    <a:pt x="533363" y="255054"/>
                    <a:pt x="635868" y="152363"/>
                    <a:pt x="762000" y="152363"/>
                  </a:cubicBezTo>
                  <a:moveTo>
                    <a:pt x="762000" y="0"/>
                  </a:moveTo>
                  <a:cubicBezTo>
                    <a:pt x="551594" y="0"/>
                    <a:pt x="381000" y="170594"/>
                    <a:pt x="381000" y="381000"/>
                  </a:cubicBezTo>
                  <a:cubicBezTo>
                    <a:pt x="381000" y="591406"/>
                    <a:pt x="551594" y="762000"/>
                    <a:pt x="762000" y="762000"/>
                  </a:cubicBezTo>
                  <a:cubicBezTo>
                    <a:pt x="972406" y="762000"/>
                    <a:pt x="1143000" y="591406"/>
                    <a:pt x="1143000" y="381000"/>
                  </a:cubicBezTo>
                  <a:cubicBezTo>
                    <a:pt x="1143000" y="170594"/>
                    <a:pt x="972406" y="0"/>
                    <a:pt x="762000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02" name="任意多边形: 形状 201"/>
            <p:cNvSpPr/>
            <p:nvPr/>
          </p:nvSpPr>
          <p:spPr>
            <a:xfrm>
              <a:off x="-2320935" y="5858586"/>
              <a:ext cx="152548" cy="304911"/>
            </a:xfrm>
            <a:custGeom>
              <a:avLst/>
              <a:gdLst>
                <a:gd name="connsiteX0" fmla="*/ 76274 w 152548"/>
                <a:gd name="connsiteY0" fmla="*/ 0 h 304911"/>
                <a:gd name="connsiteX1" fmla="*/ 0 w 152548"/>
                <a:gd name="connsiteY1" fmla="*/ 76274 h 304911"/>
                <a:gd name="connsiteX2" fmla="*/ 0 w 152548"/>
                <a:gd name="connsiteY2" fmla="*/ 228637 h 304911"/>
                <a:gd name="connsiteX3" fmla="*/ 76274 w 152548"/>
                <a:gd name="connsiteY3" fmla="*/ 304912 h 304911"/>
                <a:gd name="connsiteX4" fmla="*/ 152549 w 152548"/>
                <a:gd name="connsiteY4" fmla="*/ 228637 h 304911"/>
                <a:gd name="connsiteX5" fmla="*/ 152549 w 152548"/>
                <a:gd name="connsiteY5" fmla="*/ 76274 h 304911"/>
                <a:gd name="connsiteX6" fmla="*/ 76274 w 152548"/>
                <a:gd name="connsiteY6" fmla="*/ 0 h 30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548" h="304911">
                  <a:moveTo>
                    <a:pt x="76274" y="0"/>
                  </a:moveTo>
                  <a:cubicBezTo>
                    <a:pt x="34417" y="0"/>
                    <a:pt x="0" y="34231"/>
                    <a:pt x="0" y="76274"/>
                  </a:cubicBezTo>
                  <a:lnTo>
                    <a:pt x="0" y="228637"/>
                  </a:lnTo>
                  <a:cubicBezTo>
                    <a:pt x="0" y="270495"/>
                    <a:pt x="34230" y="304912"/>
                    <a:pt x="76274" y="304912"/>
                  </a:cubicBezTo>
                  <a:cubicBezTo>
                    <a:pt x="118132" y="304912"/>
                    <a:pt x="152549" y="270681"/>
                    <a:pt x="152549" y="228637"/>
                  </a:cubicBezTo>
                  <a:lnTo>
                    <a:pt x="152549" y="76274"/>
                  </a:lnTo>
                  <a:cubicBezTo>
                    <a:pt x="152549" y="34231"/>
                    <a:pt x="118132" y="0"/>
                    <a:pt x="76274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203" name="组合 202"/>
          <p:cNvGrpSpPr/>
          <p:nvPr/>
        </p:nvGrpSpPr>
        <p:grpSpPr>
          <a:xfrm>
            <a:off x="9441180" y="4701060"/>
            <a:ext cx="338698" cy="344650"/>
            <a:chOff x="-2504955" y="6888499"/>
            <a:chExt cx="1490662" cy="1516856"/>
          </a:xfrm>
          <a:solidFill>
            <a:schemeClr val="accent1"/>
          </a:solidFill>
        </p:grpSpPr>
        <p:sp>
          <p:nvSpPr>
            <p:cNvPr id="204" name="任意多边形: 形状 203"/>
            <p:cNvSpPr/>
            <p:nvPr/>
          </p:nvSpPr>
          <p:spPr>
            <a:xfrm>
              <a:off x="-2275760" y="7262356"/>
              <a:ext cx="1140023" cy="912614"/>
            </a:xfrm>
            <a:custGeom>
              <a:avLst/>
              <a:gdLst>
                <a:gd name="connsiteX0" fmla="*/ 0 w 1140023"/>
                <a:gd name="connsiteY0" fmla="*/ 598884 h 912614"/>
                <a:gd name="connsiteX1" fmla="*/ 228005 w 1140023"/>
                <a:gd name="connsiteY1" fmla="*/ 598884 h 912614"/>
                <a:gd name="connsiteX2" fmla="*/ 228005 w 1140023"/>
                <a:gd name="connsiteY2" fmla="*/ 912614 h 912614"/>
                <a:gd name="connsiteX3" fmla="*/ 0 w 1140023"/>
                <a:gd name="connsiteY3" fmla="*/ 912614 h 912614"/>
                <a:gd name="connsiteX4" fmla="*/ 304205 w 1140023"/>
                <a:gd name="connsiteY4" fmla="*/ 285155 h 912614"/>
                <a:gd name="connsiteX5" fmla="*/ 532209 w 1140023"/>
                <a:gd name="connsiteY5" fmla="*/ 285155 h 912614"/>
                <a:gd name="connsiteX6" fmla="*/ 532209 w 1140023"/>
                <a:gd name="connsiteY6" fmla="*/ 912614 h 912614"/>
                <a:gd name="connsiteX7" fmla="*/ 304205 w 1140023"/>
                <a:gd name="connsiteY7" fmla="*/ 912614 h 912614"/>
                <a:gd name="connsiteX8" fmla="*/ 607814 w 1140023"/>
                <a:gd name="connsiteY8" fmla="*/ 151805 h 912614"/>
                <a:gd name="connsiteX9" fmla="*/ 835819 w 1140023"/>
                <a:gd name="connsiteY9" fmla="*/ 151805 h 912614"/>
                <a:gd name="connsiteX10" fmla="*/ 835819 w 1140023"/>
                <a:gd name="connsiteY10" fmla="*/ 912019 h 912614"/>
                <a:gd name="connsiteX11" fmla="*/ 607814 w 1140023"/>
                <a:gd name="connsiteY11" fmla="*/ 912019 h 912614"/>
                <a:gd name="connsiteX12" fmla="*/ 912019 w 1140023"/>
                <a:gd name="connsiteY12" fmla="*/ 0 h 912614"/>
                <a:gd name="connsiteX13" fmla="*/ 1140023 w 1140023"/>
                <a:gd name="connsiteY13" fmla="*/ 0 h 912614"/>
                <a:gd name="connsiteX14" fmla="*/ 1140023 w 1140023"/>
                <a:gd name="connsiteY14" fmla="*/ 912614 h 912614"/>
                <a:gd name="connsiteX15" fmla="*/ 912019 w 1140023"/>
                <a:gd name="connsiteY15" fmla="*/ 912614 h 912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40023" h="912614">
                  <a:moveTo>
                    <a:pt x="0" y="598884"/>
                  </a:moveTo>
                  <a:lnTo>
                    <a:pt x="228005" y="598884"/>
                  </a:lnTo>
                  <a:lnTo>
                    <a:pt x="228005" y="912614"/>
                  </a:lnTo>
                  <a:lnTo>
                    <a:pt x="0" y="912614"/>
                  </a:lnTo>
                  <a:close/>
                  <a:moveTo>
                    <a:pt x="304205" y="285155"/>
                  </a:moveTo>
                  <a:lnTo>
                    <a:pt x="532209" y="285155"/>
                  </a:lnTo>
                  <a:lnTo>
                    <a:pt x="532209" y="912614"/>
                  </a:lnTo>
                  <a:lnTo>
                    <a:pt x="304205" y="912614"/>
                  </a:lnTo>
                  <a:close/>
                  <a:moveTo>
                    <a:pt x="607814" y="151805"/>
                  </a:moveTo>
                  <a:lnTo>
                    <a:pt x="835819" y="151805"/>
                  </a:lnTo>
                  <a:lnTo>
                    <a:pt x="835819" y="912019"/>
                  </a:lnTo>
                  <a:lnTo>
                    <a:pt x="607814" y="912019"/>
                  </a:lnTo>
                  <a:close/>
                  <a:moveTo>
                    <a:pt x="912019" y="0"/>
                  </a:moveTo>
                  <a:lnTo>
                    <a:pt x="1140023" y="0"/>
                  </a:lnTo>
                  <a:lnTo>
                    <a:pt x="1140023" y="912614"/>
                  </a:lnTo>
                  <a:lnTo>
                    <a:pt x="912019" y="912614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05" name="任意多边形: 形状 204"/>
            <p:cNvSpPr/>
            <p:nvPr/>
          </p:nvSpPr>
          <p:spPr>
            <a:xfrm>
              <a:off x="-2504955" y="6888499"/>
              <a:ext cx="1490662" cy="1516856"/>
            </a:xfrm>
            <a:custGeom>
              <a:avLst/>
              <a:gdLst>
                <a:gd name="connsiteX0" fmla="*/ 1431131 w 1490662"/>
                <a:gd name="connsiteY0" fmla="*/ 1516856 h 1516856"/>
                <a:gd name="connsiteX1" fmla="*/ 59531 w 1490662"/>
                <a:gd name="connsiteY1" fmla="*/ 1516856 h 1516856"/>
                <a:gd name="connsiteX2" fmla="*/ 0 w 1490662"/>
                <a:gd name="connsiteY2" fmla="*/ 1457325 h 1516856"/>
                <a:gd name="connsiteX3" fmla="*/ 0 w 1490662"/>
                <a:gd name="connsiteY3" fmla="*/ 59531 h 1516856"/>
                <a:gd name="connsiteX4" fmla="*/ 59531 w 1490662"/>
                <a:gd name="connsiteY4" fmla="*/ 0 h 1516856"/>
                <a:gd name="connsiteX5" fmla="*/ 119063 w 1490662"/>
                <a:gd name="connsiteY5" fmla="*/ 59531 h 1516856"/>
                <a:gd name="connsiteX6" fmla="*/ 119063 w 1490662"/>
                <a:gd name="connsiteY6" fmla="*/ 1397794 h 1516856"/>
                <a:gd name="connsiteX7" fmla="*/ 1431131 w 1490662"/>
                <a:gd name="connsiteY7" fmla="*/ 1397794 h 1516856"/>
                <a:gd name="connsiteX8" fmla="*/ 1490663 w 1490662"/>
                <a:gd name="connsiteY8" fmla="*/ 1457325 h 1516856"/>
                <a:gd name="connsiteX9" fmla="*/ 1431131 w 1490662"/>
                <a:gd name="connsiteY9" fmla="*/ 1516856 h 1516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90662" h="1516856">
                  <a:moveTo>
                    <a:pt x="1431131" y="1516856"/>
                  </a:moveTo>
                  <a:lnTo>
                    <a:pt x="59531" y="1516856"/>
                  </a:lnTo>
                  <a:cubicBezTo>
                    <a:pt x="26789" y="1516856"/>
                    <a:pt x="0" y="1490067"/>
                    <a:pt x="0" y="1457325"/>
                  </a:cubicBezTo>
                  <a:lnTo>
                    <a:pt x="0" y="59531"/>
                  </a:lnTo>
                  <a:cubicBezTo>
                    <a:pt x="0" y="26789"/>
                    <a:pt x="26789" y="0"/>
                    <a:pt x="59531" y="0"/>
                  </a:cubicBezTo>
                  <a:cubicBezTo>
                    <a:pt x="92273" y="0"/>
                    <a:pt x="119063" y="26789"/>
                    <a:pt x="119063" y="59531"/>
                  </a:cubicBezTo>
                  <a:lnTo>
                    <a:pt x="119063" y="1397794"/>
                  </a:lnTo>
                  <a:lnTo>
                    <a:pt x="1431131" y="1397794"/>
                  </a:lnTo>
                  <a:cubicBezTo>
                    <a:pt x="1463873" y="1397794"/>
                    <a:pt x="1490663" y="1424583"/>
                    <a:pt x="1490663" y="1457325"/>
                  </a:cubicBezTo>
                  <a:cubicBezTo>
                    <a:pt x="1490663" y="1490067"/>
                    <a:pt x="1463873" y="1516856"/>
                    <a:pt x="1431131" y="1516856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206" name="图形 14"/>
          <p:cNvSpPr/>
          <p:nvPr/>
        </p:nvSpPr>
        <p:spPr>
          <a:xfrm>
            <a:off x="6497739" y="4751388"/>
            <a:ext cx="319203" cy="323678"/>
          </a:xfrm>
          <a:custGeom>
            <a:avLst/>
            <a:gdLst>
              <a:gd name="connsiteX0" fmla="*/ 937646 w 1839533"/>
              <a:gd name="connsiteY0" fmla="*/ 1012031 h 1865318"/>
              <a:gd name="connsiteX1" fmla="*/ 1223707 w 1839533"/>
              <a:gd name="connsiteY1" fmla="*/ 1067594 h 1865318"/>
              <a:gd name="connsiteX2" fmla="*/ 1346872 w 1839533"/>
              <a:gd name="connsiteY2" fmla="*/ 1131094 h 1865318"/>
              <a:gd name="connsiteX3" fmla="*/ 1458118 w 1839533"/>
              <a:gd name="connsiteY3" fmla="*/ 1107281 h 1865318"/>
              <a:gd name="connsiteX4" fmla="*/ 1434279 w 1839533"/>
              <a:gd name="connsiteY4" fmla="*/ 996157 h 1865318"/>
              <a:gd name="connsiteX5" fmla="*/ 1287276 w 1839533"/>
              <a:gd name="connsiteY5" fmla="*/ 920749 h 1865318"/>
              <a:gd name="connsiteX6" fmla="*/ 1255491 w 1839533"/>
              <a:gd name="connsiteY6" fmla="*/ 908843 h 1865318"/>
              <a:gd name="connsiteX7" fmla="*/ 1458118 w 1839533"/>
              <a:gd name="connsiteY7" fmla="*/ 508001 h 1865318"/>
              <a:gd name="connsiteX8" fmla="*/ 949565 w 1839533"/>
              <a:gd name="connsiteY8" fmla="*/ 0 h 1865318"/>
              <a:gd name="connsiteX9" fmla="*/ 437039 w 1839533"/>
              <a:gd name="connsiteY9" fmla="*/ 504031 h 1865318"/>
              <a:gd name="connsiteX10" fmla="*/ 631719 w 1839533"/>
              <a:gd name="connsiteY10" fmla="*/ 900907 h 1865318"/>
              <a:gd name="connsiteX11" fmla="*/ 0 w 1839533"/>
              <a:gd name="connsiteY11" fmla="*/ 1785938 h 1865318"/>
              <a:gd name="connsiteX12" fmla="*/ 0 w 1839533"/>
              <a:gd name="connsiteY12" fmla="*/ 1865319 h 1865318"/>
              <a:gd name="connsiteX13" fmla="*/ 1096568 w 1839533"/>
              <a:gd name="connsiteY13" fmla="*/ 1865319 h 1865318"/>
              <a:gd name="connsiteX14" fmla="*/ 1176031 w 1839533"/>
              <a:gd name="connsiteY14" fmla="*/ 1785938 h 1865318"/>
              <a:gd name="connsiteX15" fmla="*/ 1096568 w 1839533"/>
              <a:gd name="connsiteY15" fmla="*/ 1706562 h 1865318"/>
              <a:gd name="connsiteX16" fmla="*/ 166869 w 1839533"/>
              <a:gd name="connsiteY16" fmla="*/ 1706562 h 1865318"/>
              <a:gd name="connsiteX17" fmla="*/ 937646 w 1839533"/>
              <a:gd name="connsiteY17" fmla="*/ 1012031 h 1865318"/>
              <a:gd name="connsiteX18" fmla="*/ 945591 w 1839533"/>
              <a:gd name="connsiteY18" fmla="*/ 154781 h 1865318"/>
              <a:gd name="connsiteX19" fmla="*/ 1295223 w 1839533"/>
              <a:gd name="connsiteY19" fmla="*/ 504031 h 1865318"/>
              <a:gd name="connsiteX20" fmla="*/ 945591 w 1839533"/>
              <a:gd name="connsiteY20" fmla="*/ 853282 h 1865318"/>
              <a:gd name="connsiteX21" fmla="*/ 595961 w 1839533"/>
              <a:gd name="connsiteY21" fmla="*/ 504031 h 1865318"/>
              <a:gd name="connsiteX22" fmla="*/ 945591 w 1839533"/>
              <a:gd name="connsiteY22" fmla="*/ 154781 h 1865318"/>
              <a:gd name="connsiteX23" fmla="*/ 1704449 w 1839533"/>
              <a:gd name="connsiteY23" fmla="*/ 1555751 h 1865318"/>
              <a:gd name="connsiteX24" fmla="*/ 1815694 w 1839533"/>
              <a:gd name="connsiteY24" fmla="*/ 1444624 h 1865318"/>
              <a:gd name="connsiteX25" fmla="*/ 1815694 w 1839533"/>
              <a:gd name="connsiteY25" fmla="*/ 1333500 h 1865318"/>
              <a:gd name="connsiteX26" fmla="*/ 1704449 w 1839533"/>
              <a:gd name="connsiteY26" fmla="*/ 1333500 h 1865318"/>
              <a:gd name="connsiteX27" fmla="*/ 1593203 w 1839533"/>
              <a:gd name="connsiteY27" fmla="*/ 1444624 h 1865318"/>
              <a:gd name="connsiteX28" fmla="*/ 1481956 w 1839533"/>
              <a:gd name="connsiteY28" fmla="*/ 1333500 h 1865318"/>
              <a:gd name="connsiteX29" fmla="*/ 1370711 w 1839533"/>
              <a:gd name="connsiteY29" fmla="*/ 1333500 h 1865318"/>
              <a:gd name="connsiteX30" fmla="*/ 1370711 w 1839533"/>
              <a:gd name="connsiteY30" fmla="*/ 1444624 h 1865318"/>
              <a:gd name="connsiteX31" fmla="*/ 1481956 w 1839533"/>
              <a:gd name="connsiteY31" fmla="*/ 1555751 h 1865318"/>
              <a:gd name="connsiteX32" fmla="*/ 1370711 w 1839533"/>
              <a:gd name="connsiteY32" fmla="*/ 1666875 h 1865318"/>
              <a:gd name="connsiteX33" fmla="*/ 1370711 w 1839533"/>
              <a:gd name="connsiteY33" fmla="*/ 1777999 h 1865318"/>
              <a:gd name="connsiteX34" fmla="*/ 1481956 w 1839533"/>
              <a:gd name="connsiteY34" fmla="*/ 1777999 h 1865318"/>
              <a:gd name="connsiteX35" fmla="*/ 1593203 w 1839533"/>
              <a:gd name="connsiteY35" fmla="*/ 1666875 h 1865318"/>
              <a:gd name="connsiteX36" fmla="*/ 1704449 w 1839533"/>
              <a:gd name="connsiteY36" fmla="*/ 1777999 h 1865318"/>
              <a:gd name="connsiteX37" fmla="*/ 1815694 w 1839533"/>
              <a:gd name="connsiteY37" fmla="*/ 1777999 h 1865318"/>
              <a:gd name="connsiteX38" fmla="*/ 1815694 w 1839533"/>
              <a:gd name="connsiteY38" fmla="*/ 1666875 h 1865318"/>
              <a:gd name="connsiteX39" fmla="*/ 1704449 w 1839533"/>
              <a:gd name="connsiteY39" fmla="*/ 1555751 h 1865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839533" h="1865318">
                <a:moveTo>
                  <a:pt x="937646" y="1012031"/>
                </a:moveTo>
                <a:cubicBezTo>
                  <a:pt x="1036972" y="1012031"/>
                  <a:pt x="1132326" y="1031876"/>
                  <a:pt x="1223707" y="1067594"/>
                </a:cubicBezTo>
                <a:cubicBezTo>
                  <a:pt x="1267410" y="1083469"/>
                  <a:pt x="1307142" y="1107281"/>
                  <a:pt x="1346872" y="1131094"/>
                </a:cubicBezTo>
                <a:cubicBezTo>
                  <a:pt x="1382630" y="1154906"/>
                  <a:pt x="1434279" y="1143000"/>
                  <a:pt x="1458118" y="1107281"/>
                </a:cubicBezTo>
                <a:cubicBezTo>
                  <a:pt x="1481956" y="1071563"/>
                  <a:pt x="1470037" y="1019969"/>
                  <a:pt x="1434279" y="996157"/>
                </a:cubicBezTo>
                <a:cubicBezTo>
                  <a:pt x="1386602" y="968374"/>
                  <a:pt x="1338925" y="940594"/>
                  <a:pt x="1287276" y="920749"/>
                </a:cubicBezTo>
                <a:cubicBezTo>
                  <a:pt x="1275357" y="916781"/>
                  <a:pt x="1263438" y="912813"/>
                  <a:pt x="1255491" y="908843"/>
                </a:cubicBezTo>
                <a:cubicBezTo>
                  <a:pt x="1378657" y="817563"/>
                  <a:pt x="1458118" y="670718"/>
                  <a:pt x="1458118" y="508001"/>
                </a:cubicBezTo>
                <a:cubicBezTo>
                  <a:pt x="1458118" y="230187"/>
                  <a:pt x="1231652" y="0"/>
                  <a:pt x="949565" y="0"/>
                </a:cubicBezTo>
                <a:cubicBezTo>
                  <a:pt x="667476" y="0"/>
                  <a:pt x="437039" y="226219"/>
                  <a:pt x="437039" y="504031"/>
                </a:cubicBezTo>
                <a:cubicBezTo>
                  <a:pt x="437039" y="666750"/>
                  <a:pt x="512527" y="809625"/>
                  <a:pt x="631719" y="900907"/>
                </a:cubicBezTo>
                <a:cubicBezTo>
                  <a:pt x="266195" y="1027906"/>
                  <a:pt x="0" y="1377157"/>
                  <a:pt x="0" y="1785938"/>
                </a:cubicBezTo>
                <a:lnTo>
                  <a:pt x="0" y="1865319"/>
                </a:lnTo>
                <a:lnTo>
                  <a:pt x="1096568" y="1865319"/>
                </a:lnTo>
                <a:cubicBezTo>
                  <a:pt x="1140273" y="1865319"/>
                  <a:pt x="1176031" y="1829594"/>
                  <a:pt x="1176031" y="1785938"/>
                </a:cubicBezTo>
                <a:cubicBezTo>
                  <a:pt x="1176031" y="1742281"/>
                  <a:pt x="1140273" y="1706562"/>
                  <a:pt x="1096568" y="1706562"/>
                </a:cubicBezTo>
                <a:lnTo>
                  <a:pt x="166869" y="1706562"/>
                </a:lnTo>
                <a:cubicBezTo>
                  <a:pt x="206599" y="1313656"/>
                  <a:pt x="536365" y="1012031"/>
                  <a:pt x="937646" y="1012031"/>
                </a:cubicBezTo>
                <a:close/>
                <a:moveTo>
                  <a:pt x="945591" y="154781"/>
                </a:moveTo>
                <a:cubicBezTo>
                  <a:pt x="1136299" y="154781"/>
                  <a:pt x="1295223" y="309563"/>
                  <a:pt x="1295223" y="504031"/>
                </a:cubicBezTo>
                <a:cubicBezTo>
                  <a:pt x="1295223" y="698501"/>
                  <a:pt x="1140273" y="853282"/>
                  <a:pt x="945591" y="853282"/>
                </a:cubicBezTo>
                <a:cubicBezTo>
                  <a:pt x="754883" y="853282"/>
                  <a:pt x="595961" y="698501"/>
                  <a:pt x="595961" y="504031"/>
                </a:cubicBezTo>
                <a:cubicBezTo>
                  <a:pt x="595961" y="309563"/>
                  <a:pt x="750911" y="154781"/>
                  <a:pt x="945591" y="154781"/>
                </a:cubicBezTo>
                <a:close/>
                <a:moveTo>
                  <a:pt x="1704449" y="1555751"/>
                </a:moveTo>
                <a:lnTo>
                  <a:pt x="1815694" y="1444624"/>
                </a:lnTo>
                <a:cubicBezTo>
                  <a:pt x="1847479" y="1412876"/>
                  <a:pt x="1847479" y="1365251"/>
                  <a:pt x="1815694" y="1333500"/>
                </a:cubicBezTo>
                <a:cubicBezTo>
                  <a:pt x="1783911" y="1301749"/>
                  <a:pt x="1736234" y="1301749"/>
                  <a:pt x="1704449" y="1333500"/>
                </a:cubicBezTo>
                <a:lnTo>
                  <a:pt x="1593203" y="1444624"/>
                </a:lnTo>
                <a:lnTo>
                  <a:pt x="1481956" y="1333500"/>
                </a:lnTo>
                <a:cubicBezTo>
                  <a:pt x="1450173" y="1301749"/>
                  <a:pt x="1402496" y="1301749"/>
                  <a:pt x="1370711" y="1333500"/>
                </a:cubicBezTo>
                <a:cubicBezTo>
                  <a:pt x="1338925" y="1365251"/>
                  <a:pt x="1338925" y="1412876"/>
                  <a:pt x="1370711" y="1444624"/>
                </a:cubicBezTo>
                <a:lnTo>
                  <a:pt x="1481956" y="1555751"/>
                </a:lnTo>
                <a:lnTo>
                  <a:pt x="1370711" y="1666875"/>
                </a:lnTo>
                <a:cubicBezTo>
                  <a:pt x="1338925" y="1698626"/>
                  <a:pt x="1338925" y="1746251"/>
                  <a:pt x="1370711" y="1777999"/>
                </a:cubicBezTo>
                <a:cubicBezTo>
                  <a:pt x="1402496" y="1809750"/>
                  <a:pt x="1450173" y="1809750"/>
                  <a:pt x="1481956" y="1777999"/>
                </a:cubicBezTo>
                <a:lnTo>
                  <a:pt x="1593203" y="1666875"/>
                </a:lnTo>
                <a:lnTo>
                  <a:pt x="1704449" y="1777999"/>
                </a:lnTo>
                <a:cubicBezTo>
                  <a:pt x="1736234" y="1809750"/>
                  <a:pt x="1783911" y="1809750"/>
                  <a:pt x="1815694" y="1777999"/>
                </a:cubicBezTo>
                <a:cubicBezTo>
                  <a:pt x="1847479" y="1746251"/>
                  <a:pt x="1847479" y="1698626"/>
                  <a:pt x="1815694" y="1666875"/>
                </a:cubicBezTo>
                <a:lnTo>
                  <a:pt x="1704449" y="1555751"/>
                </a:lnTo>
                <a:close/>
              </a:path>
            </a:pathLst>
          </a:custGeom>
          <a:solidFill>
            <a:schemeClr val="accent1"/>
          </a:solidFill>
          <a:ln w="186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2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5,&quot;left&quot;:21.05,&quot;top&quot;:301.75,&quot;width&quot;:917.5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5,&quot;left&quot;:21.05,&quot;top&quot;:301.75,&quot;width&quot;:917.5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5,&quot;left&quot;:21.05,&quot;top&quot;:301.75,&quot;width&quot;:917.5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5,&quot;left&quot;:21.05,&quot;top&quot;:301.75,&quot;width&quot;:917.5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5,&quot;left&quot;:21.05,&quot;top&quot;:301.75,&quot;width&quot;:917.5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5,&quot;left&quot;:21.05,&quot;top&quot;:301.75,&quot;width&quot;:917.5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.3008306962025,&quot;left&quot;:21.75,&quot;top&quot;:435.95,&quot;width&quot;:919.5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.3008306962025,&quot;left&quot;:21.75,&quot;top&quot;:435.95,&quot;width&quot;:919.5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.3008306962025,&quot;left&quot;:21.75,&quot;top&quot;:435.95,&quot;width&quot;:919.5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94*147"/>
  <p:tag name="TABLE_ENDDRAG_RECT" val="28*143*494*147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32*147"/>
  <p:tag name="TABLE_ENDDRAG_RECT" val="28*143*432*147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.3008306962025,&quot;left&quot;:21.75,&quot;top&quot;:435.95,&quot;width&quot;:919.5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.3008306962025,&quot;left&quot;:21.75,&quot;top&quot;:435.95,&quot;width&quot;:919.5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.3008306962025,&quot;left&quot;:21.75,&quot;top&quot;:435.95,&quot;width&quot;:919.5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.3008306962025,&quot;left&quot;:21.75,&quot;top&quot;:435.95,&quot;width&quot;:919.5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.3008306962025,&quot;left&quot;:21.75,&quot;top&quot;:435.95,&quot;width&quot;:919.5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.3008306962025,&quot;left&quot;:21.75,&quot;top&quot;:435.95,&quot;width&quot;:919.5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6.35,&quot;left&quot;:16.85,&quot;top&quot;:92.15,&quot;width&quot;:916.3}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5,&quot;left&quot;:21.05,&quot;top&quot;:301.75,&quot;width&quot;:917.5}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6.35,&quot;left&quot;:16.85,&quot;top&quot;:92.15,&quot;width&quot;:916.3}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6.35,&quot;left&quot;:16.85,&quot;top&quot;:92.15,&quot;width&quot;:916.3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6.35,&quot;left&quot;:16.85,&quot;top&quot;:92.15,&quot;width&quot;:916.3}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6.35,&quot;left&quot;:16.85,&quot;top&quot;:92.15,&quot;width&quot;:916.3}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6.35,&quot;left&quot;:16.85,&quot;top&quot;:92.15,&quot;width&quot;:916.3}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6.35,&quot;left&quot;:16.85,&quot;top&quot;:92.15,&quot;width&quot;:916.3}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15,&quot;left&quot;:28.55,&quot;top&quot;:81.65,&quot;width&quot;:903.1}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10*158"/>
  <p:tag name="TABLE_ENDDRAG_RECT" val="580*134*310*158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heme/theme1.xml><?xml version="1.0" encoding="utf-8"?>
<a:theme xmlns:a="http://schemas.openxmlformats.org/drawingml/2006/main" name="3_WPS">
  <a:themeElements>
    <a:clrScheme name="逻辑图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35CA7"/>
      </a:accent1>
      <a:accent2>
        <a:srgbClr val="6E94D4"/>
      </a:accent2>
      <a:accent3>
        <a:srgbClr val="0202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深蓝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4473C5"/>
      </a:accent1>
      <a:accent2>
        <a:srgbClr val="27467D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思源黑体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 w="6350">
          <a:noFill/>
        </a:ln>
      </a:spPr>
      <a:bodyPr vertOverflow="overflow" horzOverflow="overflow" vert="horz" wrap="square" numCol="1" spcCol="0" rtlCol="0" fromWordArt="0" anchor="ctr" anchorCtr="0" forceAA="0" compatLnSpc="1">
        <a:noAutofit/>
      </a:bodyPr>
      <a:lstStyle>
        <a:defPPr algn="ctr">
          <a:defRPr>
            <a:solidFill>
              <a:schemeClr val="lt1"/>
            </a:solidFill>
            <a:latin typeface="+mn-ea"/>
            <a:sym typeface="+mn-ea"/>
          </a:defRPr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自定义 150">
      <a:dk1>
        <a:sysClr val="windowText" lastClr="000000"/>
      </a:dk1>
      <a:lt1>
        <a:sysClr val="window" lastClr="FFFFFF"/>
      </a:lt1>
      <a:dk2>
        <a:srgbClr val="000000"/>
      </a:dk2>
      <a:lt2>
        <a:srgbClr val="E7E6E6"/>
      </a:lt2>
      <a:accent1>
        <a:srgbClr val="1D4273"/>
      </a:accent1>
      <a:accent2>
        <a:srgbClr val="A13422"/>
      </a:accent2>
      <a:accent3>
        <a:srgbClr val="1D4273"/>
      </a:accent3>
      <a:accent4>
        <a:srgbClr val="A13422"/>
      </a:accent4>
      <a:accent5>
        <a:srgbClr val="1D4273"/>
      </a:accent5>
      <a:accent6>
        <a:srgbClr val="A13422"/>
      </a:accent6>
      <a:hlink>
        <a:srgbClr val="1D4273"/>
      </a:hlink>
      <a:folHlink>
        <a:srgbClr val="A13422"/>
      </a:folHlink>
    </a:clrScheme>
    <a:fontScheme name="自定义 35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WPS">
  <a:themeElements>
    <a:clrScheme name="1.蓝色调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305598"/>
      </a:accent1>
      <a:accent2>
        <a:srgbClr val="4474C5"/>
      </a:accent2>
      <a:accent3>
        <a:srgbClr val="5B80D0"/>
      </a:accent3>
      <a:accent4>
        <a:srgbClr val="99B0E3"/>
      </a:accent4>
      <a:accent5>
        <a:srgbClr val="244072"/>
      </a:accent5>
      <a:accent6>
        <a:srgbClr val="A5C249"/>
      </a:accent6>
      <a:hlink>
        <a:srgbClr val="F49100"/>
      </a:hlink>
      <a:folHlink>
        <a:srgbClr val="85DFD0"/>
      </a:folHlink>
    </a:clrScheme>
    <a:fontScheme name="思源、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1200" dirty="0">
            <a:solidFill>
              <a:schemeClr val="tx1">
                <a:lumMod val="65000"/>
                <a:lumOff val="35000"/>
              </a:schemeClr>
            </a:solidFill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主题​​">
  <a:themeElements>
    <a:clrScheme name="高级商务蓝色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05598"/>
      </a:accent1>
      <a:accent2>
        <a:srgbClr val="4472C4"/>
      </a:accent2>
      <a:accent3>
        <a:srgbClr val="5B80D1"/>
      </a:accent3>
      <a:accent4>
        <a:srgbClr val="99B0E3"/>
      </a:accent4>
      <a:accent5>
        <a:srgbClr val="F1F5F9"/>
      </a:accent5>
      <a:accent6>
        <a:srgbClr val="F5F5F5"/>
      </a:accent6>
      <a:hlink>
        <a:srgbClr val="0563C1"/>
      </a:hlink>
      <a:folHlink>
        <a:srgbClr val="954F72"/>
      </a:folHlink>
    </a:clrScheme>
    <a:fontScheme name="自定义 3">
      <a:majorFont>
        <a:latin typeface="思源黑体 CN Bold"/>
        <a:ea typeface="思源黑体 CN Bold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>
        <a:sp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WPS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Roboto"/>
        <a:ea typeface="思源黑体 CN Normal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Office 主题​​">
  <a:themeElements>
    <a:clrScheme name="">
      <a:dk1>
        <a:srgbClr val="000000"/>
      </a:dk1>
      <a:lt1>
        <a:srgbClr val="FFFFFF"/>
      </a:lt1>
      <a:dk2>
        <a:srgbClr val="021C4A"/>
      </a:dk2>
      <a:lt2>
        <a:srgbClr val="EBF2FE"/>
      </a:lt2>
      <a:accent1>
        <a:srgbClr val="2A75F9"/>
      </a:accent1>
      <a:accent2>
        <a:srgbClr val="4771FA"/>
      </a:accent2>
      <a:accent3>
        <a:srgbClr val="5667FA"/>
      </a:accent3>
      <a:accent4>
        <a:srgbClr val="6F6FFB"/>
      </a:accent4>
      <a:accent5>
        <a:srgbClr val="7965FB"/>
      </a:accent5>
      <a:accent6>
        <a:srgbClr val="8D65FB"/>
      </a:accent6>
      <a:hlink>
        <a:srgbClr val="0546B8"/>
      </a:hlink>
      <a:folHlink>
        <a:srgbClr val="3D557F"/>
      </a:folHlink>
    </a:clrScheme>
    <a:fontScheme name="Office">
      <a:majorFont>
        <a:latin typeface="思源黑体 CN Bold"/>
        <a:ea typeface=""/>
        <a:cs typeface=""/>
        <a:font script="Jpan" typeface="游ゴシック Light"/>
        <a:font script="Hang" typeface="맑은 고딕"/>
        <a:font script="Hans" typeface="思源黑体 CN 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Bold"/>
        <a:ea typeface=""/>
        <a:cs typeface=""/>
        <a:font script="Jpan" typeface="游ゴシック"/>
        <a:font script="Hang" typeface="맑은 고딕"/>
        <a:font script="Hans" typeface="思源黑体 CN Bold"/>
        <a:font script="Hant" typeface="新細明體"/>
        <a:font script="Arab" typeface="思源黑体 CN Bold"/>
        <a:font script="Hebr" typeface="思源黑体 CN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Roboto"/>
        <a:font script="Hant" typeface="新細明體"/>
        <a:font script="Arab" typeface="Roboto"/>
        <a:font script="Hebr" typeface="Robot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Roboto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Roboto"/>
        <a:font script="Hant" typeface="新細明體"/>
        <a:font script="Arab" typeface="Roboto"/>
        <a:font script="Hebr" typeface="Robot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7042</Words>
  <Application>Microsoft Macintosh PowerPoint</Application>
  <PresentationFormat>宽屏</PresentationFormat>
  <Paragraphs>1718</Paragraphs>
  <Slides>41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41</vt:i4>
      </vt:variant>
    </vt:vector>
  </HeadingPairs>
  <TitlesOfParts>
    <vt:vector size="53" baseType="lpstr">
      <vt:lpstr>Arial</vt:lpstr>
      <vt:lpstr>Roboto</vt:lpstr>
      <vt:lpstr>思源黑体 CN Normal</vt:lpstr>
      <vt:lpstr>Wingdings</vt:lpstr>
      <vt:lpstr>思源黑体 CN Bold</vt:lpstr>
      <vt:lpstr>3_WPS</vt:lpstr>
      <vt:lpstr>自定义设计方案</vt:lpstr>
      <vt:lpstr>3_Office 主题​​</vt:lpstr>
      <vt:lpstr>1_WPS</vt:lpstr>
      <vt:lpstr>2_Office 主题​​</vt:lpstr>
      <vt:lpstr>2_WPS</vt:lpstr>
      <vt:lpstr>4_Office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二木 张</dc:creator>
  <cp:lastModifiedBy>Sun guang</cp:lastModifiedBy>
  <cp:revision>19</cp:revision>
  <dcterms:created xsi:type="dcterms:W3CDTF">2025-10-30T15:22:00Z</dcterms:created>
  <dcterms:modified xsi:type="dcterms:W3CDTF">2026-05-27T07:23:51Z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DF38599D262943318C4801E6EB113D3F_13</vt:lpwstr>
  </property>
  <property fmtid="{D5CDD505-2E9C-101B-9397-08002B2CF9AE}" pid="3" name="KSOProductBuildVer">
    <vt:lpwstr>2052-11.1.0.11176</vt:lpwstr>
  </property>
  <property fmtid="{D5CDD505-2E9C-101B-9397-08002B2CF9AE}" pid="4" name="KSOTemplateUUID">
    <vt:lpwstr>v1.0_mb_IpbY6fRBQgubiwoxMjUV8w==</vt:lpwstr>
  </property>
</Properties>
</file>